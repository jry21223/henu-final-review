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69" r:id="rId2"/>
    <p:sldId id="469" r:id="rId3"/>
    <p:sldId id="484" r:id="rId4"/>
    <p:sldId id="485" r:id="rId5"/>
    <p:sldId id="486" r:id="rId6"/>
    <p:sldId id="487" r:id="rId7"/>
    <p:sldId id="488" r:id="rId8"/>
    <p:sldId id="489" r:id="rId9"/>
    <p:sldId id="490" r:id="rId10"/>
    <p:sldId id="482" r:id="rId11"/>
    <p:sldId id="480" r:id="rId12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51153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102307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53461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204615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557696" algn="l" defTabSz="1023079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3069235" algn="l" defTabSz="1023079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580775" algn="l" defTabSz="1023079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4092313" algn="l" defTabSz="1023079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E8EAE9"/>
    <a:srgbClr val="EA5E66"/>
    <a:srgbClr val="F69F1E"/>
    <a:srgbClr val="0099A9"/>
    <a:srgbClr val="005DA2"/>
    <a:srgbClr val="EA6103"/>
    <a:srgbClr val="D43E01"/>
    <a:srgbClr val="CCD0D1"/>
    <a:srgbClr val="D7D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0" autoAdjust="0"/>
    <p:restoredTop sz="83310"/>
  </p:normalViewPr>
  <p:slideViewPr>
    <p:cSldViewPr>
      <p:cViewPr>
        <p:scale>
          <a:sx n="81" d="100"/>
          <a:sy n="81" d="100"/>
        </p:scale>
        <p:origin x="1256" y="68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pPr/>
              <a:t>2020/1/28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11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3079" rtl="0" eaLnBrk="1" latinLnBrk="0" hangingPunct="1">
      <a:defRPr sz="1344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511539" algn="l" defTabSz="1023079" rtl="0" eaLnBrk="1" latinLnBrk="0" hangingPunct="1">
      <a:defRPr sz="1344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1023079" algn="l" defTabSz="1023079" rtl="0" eaLnBrk="1" latinLnBrk="0" hangingPunct="1">
      <a:defRPr sz="1344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534617" algn="l" defTabSz="1023079" rtl="0" eaLnBrk="1" latinLnBrk="0" hangingPunct="1">
      <a:defRPr sz="1344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2046158" algn="l" defTabSz="1023079" rtl="0" eaLnBrk="1" latinLnBrk="0" hangingPunct="1">
      <a:defRPr sz="1344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2557696" algn="l" defTabSz="1023079" rtl="0" eaLnBrk="1" latinLnBrk="0" hangingPunct="1">
      <a:defRPr sz="1344" kern="1200">
        <a:solidFill>
          <a:schemeClr val="tx1"/>
        </a:solidFill>
        <a:latin typeface="+mn-lt"/>
        <a:ea typeface="+mn-ea"/>
        <a:cs typeface="+mn-cs"/>
      </a:defRPr>
    </a:lvl6pPr>
    <a:lvl7pPr marL="3069235" algn="l" defTabSz="1023079" rtl="0" eaLnBrk="1" latinLnBrk="0" hangingPunct="1">
      <a:defRPr sz="1344" kern="1200">
        <a:solidFill>
          <a:schemeClr val="tx1"/>
        </a:solidFill>
        <a:latin typeface="+mn-lt"/>
        <a:ea typeface="+mn-ea"/>
        <a:cs typeface="+mn-cs"/>
      </a:defRPr>
    </a:lvl7pPr>
    <a:lvl8pPr marL="3580775" algn="l" defTabSz="1023079" rtl="0" eaLnBrk="1" latinLnBrk="0" hangingPunct="1">
      <a:defRPr sz="1344" kern="1200">
        <a:solidFill>
          <a:schemeClr val="tx1"/>
        </a:solidFill>
        <a:latin typeface="+mn-lt"/>
        <a:ea typeface="+mn-ea"/>
        <a:cs typeface="+mn-cs"/>
      </a:defRPr>
    </a:lvl8pPr>
    <a:lvl9pPr marL="4092313" algn="l" defTabSz="1023079" rtl="0" eaLnBrk="1" latinLnBrk="0" hangingPunct="1">
      <a:defRPr sz="13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99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Mock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测试就是在测试过程中，对于某些不容易构造（如 </a:t>
            </a:r>
            <a:r>
              <a:rPr lang="en" altLang="zh-CN" sz="1600" b="0" i="0" kern="1200" dirty="0" err="1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HttpServletRequest</a:t>
            </a: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必须在</a:t>
            </a: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Servlet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容器中才能构造出来）或者不容易获取比较复杂的对象（如 </a:t>
            </a: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JDBC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中的</a:t>
            </a:r>
            <a:r>
              <a:rPr lang="en" altLang="zh-CN" sz="1600" b="0" i="0" kern="1200" dirty="0" err="1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ResultSet</a:t>
            </a: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对象），用一个虚拟的对象（</a:t>
            </a: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Mock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对象）来创建以便测试的测试方法。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微软雅黑" pitchFamily="34" charset="-122"/>
              <a:cs typeface="+mn-cs"/>
            </a:endParaRPr>
          </a:p>
          <a:p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Mock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方法是单元测试中常见的一种技术，它的主要作用是模拟一些在应用中不容易构造或者比较复杂的对象，从而把测试与测试边界以外的对象隔离开。</a:t>
            </a: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mock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对象有助于从测试消除依赖项，使测试更单元化。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微软雅黑" pitchFamily="34" charset="-122"/>
              <a:cs typeface="+mn-cs"/>
            </a:endParaRPr>
          </a:p>
          <a:p>
            <a:endParaRPr lang="zh-CN" altLang="en-US" sz="1600" b="0" i="0" kern="1200" dirty="0">
              <a:solidFill>
                <a:schemeClr val="tx1"/>
              </a:solidFill>
              <a:effectLst/>
              <a:latin typeface="+mn-lt"/>
              <a:ea typeface="微软雅黑" pitchFamily="34" charset="-122"/>
              <a:cs typeface="+mn-cs"/>
            </a:endParaRPr>
          </a:p>
          <a:p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Mock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微软雅黑" pitchFamily="34" charset="-122"/>
                <a:cs typeface="+mn-cs"/>
              </a:rPr>
              <a:t>最大的功能是帮你把单元测试的耦合分解开，如果你的代码对另一个类或者接口有依赖，它能够帮你模拟这些依赖，并帮你验证所调用的依赖的行为。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626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0911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236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278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3538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811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53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3711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0048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288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02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" y="0"/>
            <a:ext cx="9135879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</p:sldLayoutIdLst>
  <p:txStyles>
    <p:titleStyle>
      <a:lvl1pPr algn="ctr" rtl="0" fontAlgn="base">
        <a:spcBef>
          <a:spcPct val="0"/>
        </a:spcBef>
        <a:spcAft>
          <a:spcPct val="0"/>
        </a:spcAft>
        <a:defRPr sz="4426" kern="1200">
          <a:solidFill>
            <a:schemeClr val="tx1"/>
          </a:solidFill>
          <a:latin typeface="+mj-lt"/>
          <a:ea typeface="微软雅黑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5pPr>
      <a:lvl6pPr marL="456773"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6pPr>
      <a:lvl7pPr marL="913547"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7pPr>
      <a:lvl8pPr marL="1370319"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8pPr>
      <a:lvl9pPr marL="1827093" algn="ctr" rtl="0" fontAlgn="base">
        <a:spcBef>
          <a:spcPct val="0"/>
        </a:spcBef>
        <a:spcAft>
          <a:spcPct val="0"/>
        </a:spcAft>
        <a:defRPr sz="4426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580" indent="-34258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25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742256" indent="-28548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775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1933" indent="-228386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598706" indent="-228386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25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5480" indent="-228386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25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2252" indent="-228386" algn="l" defTabSz="913547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69026" indent="-228386" algn="l" defTabSz="913547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5800" indent="-228386" algn="l" defTabSz="913547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2572" indent="-228386" algn="l" defTabSz="913547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3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7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93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6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40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12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86" algn="l" defTabSz="9135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hyperlink" Target="http://www.jmock.org/" TargetMode="Externa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12" Type="http://schemas.openxmlformats.org/officeDocument/2006/relationships/hyperlink" Target="http://mockito.org/" TargetMode="Externa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4.png"/><Relationship Id="rId5" Type="http://schemas.openxmlformats.org/officeDocument/2006/relationships/tags" Target="../tags/tag6.xml"/><Relationship Id="rId10" Type="http://schemas.microsoft.com/office/2007/relationships/hdphoto" Target="../media/hdphoto1.wdp"/><Relationship Id="rId4" Type="http://schemas.openxmlformats.org/officeDocument/2006/relationships/tags" Target="../tags/tag5.xml"/><Relationship Id="rId9" Type="http://schemas.openxmlformats.org/officeDocument/2006/relationships/image" Target="../media/image3.png"/><Relationship Id="rId14" Type="http://schemas.openxmlformats.org/officeDocument/2006/relationships/hyperlink" Target="http://easymock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honghui/mockito-doc-z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9EF1BDF-1653-C144-8DF9-B51549FC09ED}"/>
              </a:ext>
            </a:extLst>
          </p:cNvPr>
          <p:cNvSpPr/>
          <p:nvPr/>
        </p:nvSpPr>
        <p:spPr>
          <a:xfrm>
            <a:off x="1499648" y="3082706"/>
            <a:ext cx="6144714" cy="692634"/>
          </a:xfrm>
          <a:prstGeom prst="rect">
            <a:avLst/>
          </a:prstGeom>
          <a:noFill/>
        </p:spPr>
        <p:txBody>
          <a:bodyPr wrap="none" lIns="68589" tIns="34294" rIns="68589" bIns="34294">
            <a:spAutoFit/>
          </a:bodyPr>
          <a:lstStyle/>
          <a:p>
            <a:pPr algn="ctr"/>
            <a:r>
              <a:rPr lang="en-US" altLang="zh-CN" sz="4051" b="1" dirty="0">
                <a:ln w="0"/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Mock</a:t>
            </a:r>
            <a:r>
              <a:rPr lang="zh-CN" altLang="en-US" sz="4051" b="1" dirty="0">
                <a:ln w="0"/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测试工具</a:t>
            </a:r>
            <a:r>
              <a:rPr lang="en-US" altLang="zh-CN" sz="4051" b="1" dirty="0">
                <a:ln w="0"/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——Mockito</a:t>
            </a:r>
            <a:endParaRPr lang="zh-CN" altLang="en-US" sz="4051" b="1" dirty="0">
              <a:ln w="0"/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38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>
        <p14:vortex dir="r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940026" y="1594765"/>
            <a:ext cx="2011893" cy="201262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9" name="同心圆 6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针对</a:t>
              </a:r>
              <a:endParaRPr lang="en-US" altLang="zh-CN" sz="3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3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71" name="TextBox 11"/>
          <p:cNvSpPr txBox="1"/>
          <p:nvPr/>
        </p:nvSpPr>
        <p:spPr>
          <a:xfrm>
            <a:off x="4644844" y="1340768"/>
            <a:ext cx="3515222" cy="757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b="1" dirty="0"/>
              <a:t>对象信息难构造，复杂对象难获取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 </a:t>
            </a:r>
            <a:r>
              <a:rPr lang="en" altLang="zh-CN" dirty="0" err="1"/>
              <a:t>HttpServletRequest</a:t>
            </a:r>
            <a:r>
              <a:rPr lang="en" altLang="zh-CN" dirty="0"/>
              <a:t> </a:t>
            </a:r>
            <a:r>
              <a:rPr lang="zh-CN" altLang="en-US" dirty="0"/>
              <a:t>必须在</a:t>
            </a:r>
            <a:r>
              <a:rPr lang="en" altLang="zh-CN" dirty="0"/>
              <a:t>Servlet </a:t>
            </a:r>
            <a:r>
              <a:rPr lang="zh-CN" altLang="en-US" dirty="0"/>
              <a:t>容器中才能构造出来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 </a:t>
            </a:r>
            <a:r>
              <a:rPr lang="en" altLang="zh-CN" dirty="0"/>
              <a:t>JDBC </a:t>
            </a:r>
            <a:r>
              <a:rPr lang="zh-CN" altLang="en-US" dirty="0"/>
              <a:t>中的</a:t>
            </a:r>
            <a:r>
              <a:rPr lang="en" altLang="zh-CN" dirty="0" err="1"/>
              <a:t>ResultSet</a:t>
            </a:r>
            <a:r>
              <a:rPr lang="en" altLang="zh-CN" dirty="0"/>
              <a:t> </a:t>
            </a:r>
            <a:r>
              <a:rPr lang="zh-CN" altLang="en-US" dirty="0"/>
              <a:t>对象</a:t>
            </a:r>
          </a:p>
        </p:txBody>
      </p:sp>
      <p:cxnSp>
        <p:nvCxnSpPr>
          <p:cNvPr id="72" name="直接连接符 71"/>
          <p:cNvCxnSpPr/>
          <p:nvPr/>
        </p:nvCxnSpPr>
        <p:spPr>
          <a:xfrm>
            <a:off x="3638595" y="1816782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3638595" y="2355095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17"/>
          <p:cNvSpPr txBox="1"/>
          <p:nvPr/>
        </p:nvSpPr>
        <p:spPr>
          <a:xfrm>
            <a:off x="4644844" y="2112993"/>
            <a:ext cx="3113925" cy="757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b="1" dirty="0"/>
              <a:t>依赖其他无关接口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如依赖的接口未完成。</a:t>
            </a:r>
          </a:p>
          <a:p>
            <a:pPr>
              <a:lnSpc>
                <a:spcPct val="150000"/>
              </a:lnSpc>
            </a:pPr>
            <a:endParaRPr lang="zh-CN" altLang="en-US" b="1" dirty="0"/>
          </a:p>
        </p:txBody>
      </p:sp>
      <p:cxnSp>
        <p:nvCxnSpPr>
          <p:cNvPr id="76" name="直接连接符 75"/>
          <p:cNvCxnSpPr/>
          <p:nvPr/>
        </p:nvCxnSpPr>
        <p:spPr>
          <a:xfrm>
            <a:off x="3638595" y="2931341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20"/>
          <p:cNvSpPr txBox="1"/>
          <p:nvPr/>
        </p:nvSpPr>
        <p:spPr>
          <a:xfrm>
            <a:off x="4644844" y="2696507"/>
            <a:ext cx="3456384" cy="526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b="1" dirty="0"/>
              <a:t>真实对象某些行为难以触发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超时异常、连接异常。</a:t>
            </a:r>
          </a:p>
        </p:txBody>
      </p:sp>
      <p:cxnSp>
        <p:nvCxnSpPr>
          <p:cNvPr id="78" name="直接连接符 77"/>
          <p:cNvCxnSpPr/>
          <p:nvPr/>
        </p:nvCxnSpPr>
        <p:spPr>
          <a:xfrm>
            <a:off x="3638595" y="3507588"/>
            <a:ext cx="792088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23"/>
          <p:cNvSpPr txBox="1"/>
          <p:nvPr/>
        </p:nvSpPr>
        <p:spPr>
          <a:xfrm>
            <a:off x="4644844" y="3389761"/>
            <a:ext cx="3456384" cy="2036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其他场景。。。</a:t>
            </a: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3427016" y="1679344"/>
            <a:ext cx="274777" cy="274876"/>
          </a:xfrm>
          <a:prstGeom prst="ellipse">
            <a:avLst/>
          </a:prstGeom>
          <a:solidFill>
            <a:srgbClr val="EA6103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4" rIns="91450" bIns="45724"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/>
          <p:cNvSpPr/>
          <p:nvPr/>
        </p:nvSpPr>
        <p:spPr>
          <a:xfrm>
            <a:off x="3425920" y="2213723"/>
            <a:ext cx="274777" cy="274876"/>
          </a:xfrm>
          <a:prstGeom prst="ellipse">
            <a:avLst/>
          </a:prstGeom>
          <a:solidFill>
            <a:srgbClr val="F69F1E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4" rIns="91450" bIns="45724"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3425731" y="2795871"/>
            <a:ext cx="274777" cy="274876"/>
          </a:xfrm>
          <a:prstGeom prst="ellipse">
            <a:avLst/>
          </a:prstGeom>
          <a:solidFill>
            <a:srgbClr val="EA5E66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4" rIns="91450" bIns="45724"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3424635" y="3370148"/>
            <a:ext cx="274777" cy="274876"/>
          </a:xfrm>
          <a:prstGeom prst="ellipse">
            <a:avLst/>
          </a:prstGeom>
          <a:solidFill>
            <a:srgbClr val="0099A9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4" rIns="91450" bIns="45724"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9400" y="484490"/>
            <a:ext cx="2016224" cy="3116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02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 </a:t>
            </a:r>
            <a:r>
              <a:rPr lang="en-US" altLang="zh-CN" sz="202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</a:t>
            </a:r>
            <a:r>
              <a:rPr lang="zh-CN" altLang="en-US" sz="202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测试</a:t>
            </a:r>
          </a:p>
        </p:txBody>
      </p:sp>
      <p:pic>
        <p:nvPicPr>
          <p:cNvPr id="27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F4A1061-7F12-EE41-AC49-90C8B49BF2DB}"/>
              </a:ext>
            </a:extLst>
          </p:cNvPr>
          <p:cNvSpPr/>
          <p:nvPr/>
        </p:nvSpPr>
        <p:spPr>
          <a:xfrm>
            <a:off x="736210" y="5126446"/>
            <a:ext cx="78327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ea typeface="微软雅黑" pitchFamily="34" charset="-122"/>
              </a:rPr>
              <a:t>Mock </a:t>
            </a:r>
            <a:r>
              <a:rPr lang="zh-CN" altLang="en-US" dirty="0">
                <a:ea typeface="微软雅黑" pitchFamily="34" charset="-122"/>
              </a:rPr>
              <a:t>测试就是在测试过程中，对于某些不容易构造或者不容易获取比较复杂的对象，用一个虚拟的对象来创建以便测试的测试方法。</a:t>
            </a:r>
            <a:endParaRPr lang="en-US" altLang="zh-CN" dirty="0"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42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1763688" y="2977116"/>
            <a:ext cx="2466755" cy="27561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0" tIns="45680" rIns="91360" bIns="45680"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1939" y="1844824"/>
            <a:ext cx="1447442" cy="144796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" name="同心圆 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 10"/>
          <p:cNvSpPr/>
          <p:nvPr/>
        </p:nvSpPr>
        <p:spPr>
          <a:xfrm>
            <a:off x="3366025" y="2790392"/>
            <a:ext cx="373310" cy="373445"/>
          </a:xfrm>
          <a:prstGeom prst="ellipse">
            <a:avLst/>
          </a:prstGeom>
          <a:solidFill>
            <a:srgbClr val="EA5E66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0" tIns="45680" rIns="91360" bIns="45680"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431741" y="2289568"/>
            <a:ext cx="1107835" cy="646250"/>
          </a:xfrm>
          <a:prstGeom prst="rect">
            <a:avLst/>
          </a:prstGeom>
        </p:spPr>
        <p:txBody>
          <a:bodyPr wrap="square" lIns="91360" tIns="45680" rIns="91360" bIns="45680">
            <a:spAutoFit/>
          </a:bodyPr>
          <a:lstStyle/>
          <a:p>
            <a:pPr algn="ctr"/>
            <a:r>
              <a:rPr lang="zh-CN" altLang="en-US" b="1" dirty="0">
                <a:latin typeface="微软雅黑"/>
                <a:ea typeface="微软雅黑"/>
              </a:rPr>
              <a:t>手动构造</a:t>
            </a:r>
            <a:endParaRPr lang="en-US" altLang="zh-CN" b="1" dirty="0">
              <a:latin typeface="微软雅黑"/>
              <a:ea typeface="微软雅黑"/>
            </a:endParaRPr>
          </a:p>
          <a:p>
            <a:pPr algn="ctr"/>
            <a:r>
              <a:rPr lang="en-US" altLang="zh-CN" b="1" dirty="0">
                <a:latin typeface="微软雅黑"/>
                <a:ea typeface="微软雅黑"/>
              </a:rPr>
              <a:t>mock</a:t>
            </a:r>
            <a:endParaRPr lang="zh-CN" altLang="en-US" b="1" dirty="0">
              <a:latin typeface="微软雅黑"/>
              <a:ea typeface="微软雅黑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841549" y="2977114"/>
            <a:ext cx="2466755" cy="2756139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0" tIns="45680" rIns="91360" bIns="45680"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41965" y="1888748"/>
            <a:ext cx="1447442" cy="144796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" name="同心圆 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椭圆 12"/>
          <p:cNvSpPr/>
          <p:nvPr/>
        </p:nvSpPr>
        <p:spPr>
          <a:xfrm>
            <a:off x="6499209" y="2790392"/>
            <a:ext cx="373310" cy="37344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0" tIns="45680" rIns="91360" bIns="45680"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659292" y="2289569"/>
            <a:ext cx="819295" cy="646250"/>
          </a:xfrm>
          <a:prstGeom prst="rect">
            <a:avLst/>
          </a:prstGeom>
        </p:spPr>
        <p:txBody>
          <a:bodyPr wrap="square" lIns="91360" tIns="45680" rIns="91360" bIns="45680">
            <a:spAutoFit/>
          </a:bodyPr>
          <a:lstStyle/>
          <a:p>
            <a:pPr algn="ctr"/>
            <a:r>
              <a:rPr lang="en-US" altLang="zh-CN" b="1" dirty="0">
                <a:latin typeface="微软雅黑"/>
                <a:ea typeface="微软雅黑"/>
              </a:rPr>
              <a:t>mock</a:t>
            </a:r>
          </a:p>
          <a:p>
            <a:pPr algn="ctr"/>
            <a:r>
              <a:rPr lang="zh-CN" altLang="en-US" b="1" dirty="0"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6322" y="3619030"/>
            <a:ext cx="1944216" cy="1900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自己写接口方法实现，根据需要编写返回值，测试代码中实现该实现类对象。会增加代码量，手写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mock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对象代码时可能引入错误。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565" y="3620331"/>
            <a:ext cx="2107857" cy="1900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一些开源项目对动态构建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mock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对象提供了支持，可以根据现有接口或类动态实现。避免额外的编码工作，同时降低引入错误的可能。</a:t>
            </a: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9E999854-892D-A140-A5AD-65D3743132D9}"/>
              </a:ext>
            </a:extLst>
          </p:cNvPr>
          <p:cNvSpPr txBox="1"/>
          <p:nvPr/>
        </p:nvSpPr>
        <p:spPr>
          <a:xfrm>
            <a:off x="989400" y="484490"/>
            <a:ext cx="20162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对象构建</a:t>
            </a:r>
          </a:p>
        </p:txBody>
      </p:sp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19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5">
            <a:extLst>
              <a:ext uri="{FF2B5EF4-FFF2-40B4-BE49-F238E27FC236}">
                <a16:creationId xmlns:a16="http://schemas.microsoft.com/office/drawing/2014/main" id="{9E999854-892D-A140-A5AD-65D3743132D9}"/>
              </a:ext>
            </a:extLst>
          </p:cNvPr>
          <p:cNvSpPr txBox="1"/>
          <p:nvPr/>
        </p:nvSpPr>
        <p:spPr>
          <a:xfrm>
            <a:off x="964838" y="535900"/>
            <a:ext cx="37266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测试工具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——Mockito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F9F2095-57BC-E041-9336-8BDCA45C5007}"/>
              </a:ext>
            </a:extLst>
          </p:cNvPr>
          <p:cNvSpPr/>
          <p:nvPr/>
        </p:nvSpPr>
        <p:spPr>
          <a:xfrm>
            <a:off x="647564" y="1124744"/>
            <a:ext cx="8100900" cy="1689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在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Java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阵营中主要的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Mock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测试工具有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Mockito</a:t>
            </a:r>
            <a:r>
              <a:rPr lang="zh-CN" altLang="e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JMock</a:t>
            </a:r>
            <a:r>
              <a:rPr lang="zh-CN" altLang="e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EasyMock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 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等。</a:t>
            </a:r>
            <a:endParaRPr lang="en-US" altLang="zh-CN" dirty="0">
              <a:solidFill>
                <a:srgbClr val="002060"/>
              </a:solidFill>
              <a:latin typeface="Heiti SC Medium" pitchFamily="2" charset="-128"/>
              <a:ea typeface="Heiti SC Medium" pitchFamily="2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大多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Java Mock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库如 </a:t>
            </a:r>
            <a:r>
              <a:rPr lang="en" altLang="zh-CN" dirty="0" err="1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EasyMock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或 </a:t>
            </a:r>
            <a:r>
              <a:rPr lang="en" altLang="zh-CN" dirty="0" err="1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JMock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都是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expect-run-verify </a:t>
            </a:r>
            <a:r>
              <a:rPr lang="zh-CN" altLang="e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（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期望</a:t>
            </a:r>
            <a:r>
              <a:rPr lang="en-US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-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运行</a:t>
            </a:r>
            <a:r>
              <a:rPr lang="en-US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-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验证）方式，而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Mockito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则使用更简单，无需准备昂贵的前期启动</a:t>
            </a:r>
            <a:endParaRPr lang="en-US" altLang="zh-CN" dirty="0">
              <a:solidFill>
                <a:srgbClr val="002060"/>
              </a:solidFill>
              <a:latin typeface="Heiti SC Medium" pitchFamily="2" charset="-128"/>
              <a:ea typeface="Heiti SC Medium" pitchFamily="2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Mockito 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拥有的非常少的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API</a:t>
            </a:r>
            <a:r>
              <a:rPr lang="zh-CN" altLang="e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所有开始使用 </a:t>
            </a:r>
            <a:r>
              <a:rPr lang="en" altLang="zh-C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Mockito</a:t>
            </a:r>
            <a:r>
              <a:rPr lang="zh-CN" altLang="en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，</a:t>
            </a:r>
            <a:r>
              <a:rPr lang="zh-CN" altLang="en-US" dirty="0">
                <a:solidFill>
                  <a:srgbClr val="002060"/>
                </a:solidFill>
                <a:latin typeface="Heiti SC Medium" pitchFamily="2" charset="-128"/>
                <a:ea typeface="Heiti SC Medium" pitchFamily="2" charset="-128"/>
              </a:rPr>
              <a:t>几乎没有时间成本。</a:t>
            </a:r>
            <a:endParaRPr lang="en-US" altLang="zh-CN" dirty="0">
              <a:solidFill>
                <a:srgbClr val="002060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9432EB7-BEB5-984B-90F2-7756E9DB4118}"/>
              </a:ext>
            </a:extLst>
          </p:cNvPr>
          <p:cNvGrpSpPr/>
          <p:nvPr/>
        </p:nvGrpSpPr>
        <p:grpSpPr>
          <a:xfrm>
            <a:off x="4912624" y="3113428"/>
            <a:ext cx="1114332" cy="2136362"/>
            <a:chOff x="6156302" y="1476392"/>
            <a:chExt cx="1485583" cy="284811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620D1662-C4D6-0F43-A3C5-2F4E1F3EAA20}"/>
                </a:ext>
              </a:extLst>
            </p:cNvPr>
            <p:cNvGrpSpPr/>
            <p:nvPr/>
          </p:nvGrpSpPr>
          <p:grpSpPr>
            <a:xfrm>
              <a:off x="6156302" y="1476392"/>
              <a:ext cx="1484565" cy="2848113"/>
              <a:chOff x="6156302" y="1476392"/>
              <a:chExt cx="1484565" cy="2848113"/>
            </a:xfrm>
          </p:grpSpPr>
          <p:sp>
            <p:nvSpPr>
              <p:cNvPr id="32" name="MH_Other_3">
                <a:extLst>
                  <a:ext uri="{FF2B5EF4-FFF2-40B4-BE49-F238E27FC236}">
                    <a16:creationId xmlns:a16="http://schemas.microsoft.com/office/drawing/2014/main" id="{DC434DBA-6C5E-6243-A231-0CCE6872DD2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 rot="5400000" flipV="1">
                <a:off x="5311844" y="2591146"/>
                <a:ext cx="2577817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EA5E66"/>
              </a:solidFill>
              <a:ln w="76200" cap="flat" cmpd="sng" algn="ctr">
                <a:solidFill>
                  <a:srgbClr val="EA5E66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66">
                  <a:defRPr/>
                </a:pPr>
                <a:endParaRPr lang="en-US" sz="1500" kern="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7AC8F5FB-CE0E-3B49-B8BD-9D5907AB9792}"/>
                  </a:ext>
                </a:extLst>
              </p:cNvPr>
              <p:cNvSpPr/>
              <p:nvPr/>
            </p:nvSpPr>
            <p:spPr>
              <a:xfrm>
                <a:off x="7018705" y="1476392"/>
                <a:ext cx="622162" cy="622163"/>
              </a:xfrm>
              <a:prstGeom prst="ellipse">
                <a:avLst/>
              </a:prstGeom>
              <a:solidFill>
                <a:srgbClr val="EA5E66"/>
              </a:solidFill>
              <a:ln>
                <a:solidFill>
                  <a:srgbClr val="EA5E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1747499-32C3-C24A-BE80-E8F21CF41C6D}"/>
                </a:ext>
              </a:extLst>
            </p:cNvPr>
            <p:cNvGrpSpPr/>
            <p:nvPr/>
          </p:nvGrpSpPr>
          <p:grpSpPr>
            <a:xfrm>
              <a:off x="7096507" y="1546559"/>
              <a:ext cx="545378" cy="467645"/>
              <a:chOff x="4411664" y="1573446"/>
              <a:chExt cx="545378" cy="467645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E88C769B-8E57-1B4C-8C4E-57EAA2A173D2}"/>
                  </a:ext>
                </a:extLst>
              </p:cNvPr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68589" tIns="34294" rIns="68589" bIns="342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50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" name="文本框 114">
                <a:extLst>
                  <a:ext uri="{FF2B5EF4-FFF2-40B4-BE49-F238E27FC236}">
                    <a16:creationId xmlns:a16="http://schemas.microsoft.com/office/drawing/2014/main" id="{73AB8657-0635-5044-96C4-2ED1DDACF47F}"/>
                  </a:ext>
                </a:extLst>
              </p:cNvPr>
              <p:cNvSpPr txBox="1"/>
              <p:nvPr/>
            </p:nvSpPr>
            <p:spPr>
              <a:xfrm>
                <a:off x="4411664" y="1610261"/>
                <a:ext cx="545378" cy="43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500" dirty="0">
                    <a:solidFill>
                      <a:schemeClr val="bg1">
                        <a:lumMod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02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17E9F14-542F-1C4A-AD0A-FC56ECD806D5}"/>
              </a:ext>
            </a:extLst>
          </p:cNvPr>
          <p:cNvGrpSpPr/>
          <p:nvPr/>
        </p:nvGrpSpPr>
        <p:grpSpPr>
          <a:xfrm>
            <a:off x="4133661" y="5515941"/>
            <a:ext cx="1282443" cy="1282443"/>
            <a:chOff x="4700937" y="4015204"/>
            <a:chExt cx="455921" cy="455921"/>
          </a:xfrm>
          <a:effectLst/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D51AED8-B8F1-3B4A-B5EF-603B3DB25CD5}"/>
                </a:ext>
              </a:extLst>
            </p:cNvPr>
            <p:cNvSpPr/>
            <p:nvPr/>
          </p:nvSpPr>
          <p:spPr>
            <a:xfrm flipH="1">
              <a:off x="4700937" y="4015204"/>
              <a:ext cx="455921" cy="455921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761635B-C530-DA45-89AD-802B5A1BD958}"/>
                </a:ext>
              </a:extLst>
            </p:cNvPr>
            <p:cNvSpPr/>
            <p:nvPr/>
          </p:nvSpPr>
          <p:spPr>
            <a:xfrm flipH="1">
              <a:off x="4711557" y="4025824"/>
              <a:ext cx="434681" cy="434681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B2978C5-B2D1-7843-A93F-1271E8F43E56}"/>
              </a:ext>
            </a:extLst>
          </p:cNvPr>
          <p:cNvGrpSpPr/>
          <p:nvPr/>
        </p:nvGrpSpPr>
        <p:grpSpPr>
          <a:xfrm>
            <a:off x="3552315" y="3131160"/>
            <a:ext cx="1069559" cy="2852069"/>
            <a:chOff x="4342792" y="1500033"/>
            <a:chExt cx="1425893" cy="3802264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7CC27CA-0717-BA4E-8F47-04230467C0AE}"/>
                </a:ext>
              </a:extLst>
            </p:cNvPr>
            <p:cNvGrpSpPr/>
            <p:nvPr/>
          </p:nvGrpSpPr>
          <p:grpSpPr>
            <a:xfrm>
              <a:off x="4342792" y="1500033"/>
              <a:ext cx="1425893" cy="3802264"/>
              <a:chOff x="4342792" y="1500033"/>
              <a:chExt cx="1425893" cy="3802264"/>
            </a:xfrm>
          </p:grpSpPr>
          <p:sp>
            <p:nvSpPr>
              <p:cNvPr id="42" name="MH_Other_3">
                <a:extLst>
                  <a:ext uri="{FF2B5EF4-FFF2-40B4-BE49-F238E27FC236}">
                    <a16:creationId xmlns:a16="http://schemas.microsoft.com/office/drawing/2014/main" id="{6C8F9375-7E17-A347-A024-48D272CAF346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 rot="16200000" flipH="1" flipV="1">
                <a:off x="3546429" y="3080042"/>
                <a:ext cx="3555609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EA6103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66">
                  <a:defRPr/>
                </a:pPr>
                <a:endParaRPr lang="en-US" sz="1500" kern="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112166B5-D496-C34F-A119-CDACAD4E8598}"/>
                  </a:ext>
                </a:extLst>
              </p:cNvPr>
              <p:cNvSpPr/>
              <p:nvPr/>
            </p:nvSpPr>
            <p:spPr>
              <a:xfrm>
                <a:off x="4342792" y="1500033"/>
                <a:ext cx="622162" cy="622163"/>
              </a:xfrm>
              <a:prstGeom prst="ellipse">
                <a:avLst/>
              </a:prstGeom>
              <a:solidFill>
                <a:srgbClr val="EA6103"/>
              </a:solidFill>
              <a:ln>
                <a:solidFill>
                  <a:srgbClr val="EC484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372034F-3578-4642-9754-8361627F3829}"/>
                </a:ext>
              </a:extLst>
            </p:cNvPr>
            <p:cNvGrpSpPr/>
            <p:nvPr/>
          </p:nvGrpSpPr>
          <p:grpSpPr>
            <a:xfrm>
              <a:off x="4418676" y="1573446"/>
              <a:ext cx="549840" cy="472309"/>
              <a:chOff x="4418676" y="1573446"/>
              <a:chExt cx="549840" cy="472309"/>
            </a:xfrm>
          </p:grpSpPr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8FA4D407-B186-2949-A90C-C5C9CF5D2011}"/>
                  </a:ext>
                </a:extLst>
              </p:cNvPr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68589" tIns="34294" rIns="68589" bIns="342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50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文本框 101">
                <a:extLst>
                  <a:ext uri="{FF2B5EF4-FFF2-40B4-BE49-F238E27FC236}">
                    <a16:creationId xmlns:a16="http://schemas.microsoft.com/office/drawing/2014/main" id="{083AE974-1ACD-314C-9884-697C00938B63}"/>
                  </a:ext>
                </a:extLst>
              </p:cNvPr>
              <p:cNvSpPr txBox="1"/>
              <p:nvPr/>
            </p:nvSpPr>
            <p:spPr>
              <a:xfrm>
                <a:off x="4423139" y="1614925"/>
                <a:ext cx="545377" cy="43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500" dirty="0">
                    <a:solidFill>
                      <a:schemeClr val="bg1">
                        <a:lumMod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01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DE0C20-EC27-E640-A4C5-37C1E6AAFAB3}"/>
              </a:ext>
            </a:extLst>
          </p:cNvPr>
          <p:cNvGrpSpPr/>
          <p:nvPr/>
        </p:nvGrpSpPr>
        <p:grpSpPr>
          <a:xfrm>
            <a:off x="3552315" y="4313628"/>
            <a:ext cx="902494" cy="2002985"/>
            <a:chOff x="4342792" y="3076450"/>
            <a:chExt cx="1203168" cy="2670299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25D768D-6E18-564F-8F56-6289E49DD1C6}"/>
                </a:ext>
              </a:extLst>
            </p:cNvPr>
            <p:cNvGrpSpPr/>
            <p:nvPr/>
          </p:nvGrpSpPr>
          <p:grpSpPr>
            <a:xfrm>
              <a:off x="4342792" y="3076450"/>
              <a:ext cx="1203168" cy="2670299"/>
              <a:chOff x="4342792" y="3076450"/>
              <a:chExt cx="1203168" cy="2670299"/>
            </a:xfrm>
          </p:grpSpPr>
          <p:sp>
            <p:nvSpPr>
              <p:cNvPr id="49" name="MH_Other_3">
                <a:extLst>
                  <a:ext uri="{FF2B5EF4-FFF2-40B4-BE49-F238E27FC236}">
                    <a16:creationId xmlns:a16="http://schemas.microsoft.com/office/drawing/2014/main" id="{33C601AF-28AF-5F44-9303-37017534C332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 rot="16200000" flipH="1" flipV="1">
                <a:off x="3897358" y="4098147"/>
                <a:ext cx="2408302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F69F1E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66">
                  <a:defRPr/>
                </a:pPr>
                <a:endParaRPr lang="en-US" sz="1500" kern="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449D06AD-7548-0A46-A9E1-FC9B1623B9F0}"/>
                  </a:ext>
                </a:extLst>
              </p:cNvPr>
              <p:cNvSpPr/>
              <p:nvPr/>
            </p:nvSpPr>
            <p:spPr>
              <a:xfrm>
                <a:off x="4342792" y="3076450"/>
                <a:ext cx="622162" cy="622163"/>
              </a:xfrm>
              <a:prstGeom prst="ellipse">
                <a:avLst/>
              </a:prstGeom>
              <a:solidFill>
                <a:srgbClr val="F69F1E"/>
              </a:solidFill>
              <a:ln>
                <a:solidFill>
                  <a:srgbClr val="F69F1E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52D97FC7-10E6-0340-9236-CC77C5E5709F}"/>
                </a:ext>
              </a:extLst>
            </p:cNvPr>
            <p:cNvGrpSpPr/>
            <p:nvPr/>
          </p:nvGrpSpPr>
          <p:grpSpPr>
            <a:xfrm>
              <a:off x="4428480" y="3155936"/>
              <a:ext cx="552737" cy="464474"/>
              <a:chOff x="4418676" y="1573446"/>
              <a:chExt cx="552737" cy="464474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DFF73A49-3E39-9544-AC24-BA2E5EF0D86B}"/>
                  </a:ext>
                </a:extLst>
              </p:cNvPr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68589" tIns="34294" rIns="68589" bIns="342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50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文本框 105">
                <a:extLst>
                  <a:ext uri="{FF2B5EF4-FFF2-40B4-BE49-F238E27FC236}">
                    <a16:creationId xmlns:a16="http://schemas.microsoft.com/office/drawing/2014/main" id="{DFA61082-6CC3-7E46-A1EB-48A9622FC6A9}"/>
                  </a:ext>
                </a:extLst>
              </p:cNvPr>
              <p:cNvSpPr txBox="1"/>
              <p:nvPr/>
            </p:nvSpPr>
            <p:spPr>
              <a:xfrm>
                <a:off x="4426036" y="1591210"/>
                <a:ext cx="545377" cy="43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500" dirty="0">
                    <a:solidFill>
                      <a:schemeClr val="bg1">
                        <a:lumMod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03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5E1AFCA-BBF1-4246-87B9-3998CEB596C0}"/>
              </a:ext>
            </a:extLst>
          </p:cNvPr>
          <p:cNvGrpSpPr/>
          <p:nvPr/>
        </p:nvGrpSpPr>
        <p:grpSpPr>
          <a:xfrm>
            <a:off x="4912624" y="3966931"/>
            <a:ext cx="1114332" cy="2149652"/>
            <a:chOff x="6156302" y="2614250"/>
            <a:chExt cx="1485583" cy="2865828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AFAD7CE5-B63B-244B-BD46-12A732F41941}"/>
                </a:ext>
              </a:extLst>
            </p:cNvPr>
            <p:cNvGrpSpPr/>
            <p:nvPr/>
          </p:nvGrpSpPr>
          <p:grpSpPr>
            <a:xfrm>
              <a:off x="6156302" y="2614250"/>
              <a:ext cx="1484565" cy="2865828"/>
              <a:chOff x="6156302" y="2614250"/>
              <a:chExt cx="1484565" cy="2865828"/>
            </a:xfrm>
          </p:grpSpPr>
          <p:sp>
            <p:nvSpPr>
              <p:cNvPr id="56" name="MH_Other_3">
                <a:extLst>
                  <a:ext uri="{FF2B5EF4-FFF2-40B4-BE49-F238E27FC236}">
                    <a16:creationId xmlns:a16="http://schemas.microsoft.com/office/drawing/2014/main" id="{3D2DAA00-060C-A341-B174-F9D12ADB1B49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 rot="5400000" flipV="1">
                <a:off x="5311844" y="3746719"/>
                <a:ext cx="2577817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EA6103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66">
                  <a:defRPr/>
                </a:pPr>
                <a:endParaRPr lang="en-US" sz="1500" kern="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68E57DDD-E363-504F-8298-D8701D97D7D1}"/>
                  </a:ext>
                </a:extLst>
              </p:cNvPr>
              <p:cNvSpPr/>
              <p:nvPr/>
            </p:nvSpPr>
            <p:spPr>
              <a:xfrm>
                <a:off x="7018705" y="2614250"/>
                <a:ext cx="622162" cy="622163"/>
              </a:xfrm>
              <a:prstGeom prst="ellipse">
                <a:avLst/>
              </a:prstGeom>
              <a:solidFill>
                <a:srgbClr val="EA6103"/>
              </a:solidFill>
              <a:ln>
                <a:solidFill>
                  <a:srgbClr val="EA6103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E9CB38FD-DEBA-C149-A064-6D5845A1C1A8}"/>
                </a:ext>
              </a:extLst>
            </p:cNvPr>
            <p:cNvGrpSpPr/>
            <p:nvPr/>
          </p:nvGrpSpPr>
          <p:grpSpPr>
            <a:xfrm>
              <a:off x="7096507" y="2690388"/>
              <a:ext cx="545378" cy="467645"/>
              <a:chOff x="4411664" y="1573446"/>
              <a:chExt cx="545378" cy="467645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155280CA-BE13-BD45-A089-E9FF82481083}"/>
                  </a:ext>
                </a:extLst>
              </p:cNvPr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68589" tIns="34294" rIns="68589" bIns="342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50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5" name="文本框 108">
                <a:extLst>
                  <a:ext uri="{FF2B5EF4-FFF2-40B4-BE49-F238E27FC236}">
                    <a16:creationId xmlns:a16="http://schemas.microsoft.com/office/drawing/2014/main" id="{5A8AB912-11E2-EB48-BD77-60BEC711DD6D}"/>
                  </a:ext>
                </a:extLst>
              </p:cNvPr>
              <p:cNvSpPr txBox="1"/>
              <p:nvPr/>
            </p:nvSpPr>
            <p:spPr>
              <a:xfrm>
                <a:off x="4411664" y="1610261"/>
                <a:ext cx="545378" cy="43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500" dirty="0">
                    <a:solidFill>
                      <a:schemeClr val="bg1">
                        <a:lumMod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04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4A4EC45-9E67-1443-89AB-C9EF06E21DDA}"/>
              </a:ext>
            </a:extLst>
          </p:cNvPr>
          <p:cNvGrpSpPr/>
          <p:nvPr/>
        </p:nvGrpSpPr>
        <p:grpSpPr>
          <a:xfrm>
            <a:off x="3552314" y="5169408"/>
            <a:ext cx="897885" cy="1080528"/>
            <a:chOff x="4342792" y="4217343"/>
            <a:chExt cx="1197024" cy="1440517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0A03A3D3-27F7-3043-ADC3-61B36B73896E}"/>
                </a:ext>
              </a:extLst>
            </p:cNvPr>
            <p:cNvGrpSpPr/>
            <p:nvPr/>
          </p:nvGrpSpPr>
          <p:grpSpPr>
            <a:xfrm>
              <a:off x="4342792" y="4217343"/>
              <a:ext cx="1197024" cy="1440517"/>
              <a:chOff x="4342792" y="4217343"/>
              <a:chExt cx="1197024" cy="1440517"/>
            </a:xfrm>
          </p:grpSpPr>
          <p:sp>
            <p:nvSpPr>
              <p:cNvPr id="63" name="MH_Other_3">
                <a:extLst>
                  <a:ext uri="{FF2B5EF4-FFF2-40B4-BE49-F238E27FC236}">
                    <a16:creationId xmlns:a16="http://schemas.microsoft.com/office/drawing/2014/main" id="{F4238F16-2E95-BD42-B61B-97BD08735E7D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 rot="16200000" flipH="1" flipV="1">
                <a:off x="4508276" y="4626321"/>
                <a:ext cx="1174177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0099A9"/>
              </a:solidFill>
              <a:ln w="76200" cap="flat" cmpd="sng" algn="ctr">
                <a:solidFill>
                  <a:srgbClr val="0099A9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66">
                  <a:defRPr/>
                </a:pPr>
                <a:endParaRPr lang="en-US" sz="1500" kern="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E6AC6DCE-8A37-6642-9583-C2AF02F895C1}"/>
                  </a:ext>
                </a:extLst>
              </p:cNvPr>
              <p:cNvSpPr/>
              <p:nvPr/>
            </p:nvSpPr>
            <p:spPr>
              <a:xfrm>
                <a:off x="4342792" y="4217343"/>
                <a:ext cx="622162" cy="622163"/>
              </a:xfrm>
              <a:prstGeom prst="ellipse">
                <a:avLst/>
              </a:prstGeom>
              <a:solidFill>
                <a:srgbClr val="0099A9"/>
              </a:solidFill>
              <a:ln>
                <a:solidFill>
                  <a:srgbClr val="0099A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0D6F641F-DA76-7C48-B1C0-9C00A6F0E37C}"/>
                </a:ext>
              </a:extLst>
            </p:cNvPr>
            <p:cNvGrpSpPr/>
            <p:nvPr/>
          </p:nvGrpSpPr>
          <p:grpSpPr>
            <a:xfrm>
              <a:off x="4407296" y="4296829"/>
              <a:ext cx="545377" cy="467645"/>
              <a:chOff x="4398964" y="1573446"/>
              <a:chExt cx="545377" cy="467645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C92A25BC-4F2E-F547-B386-AF346F014BF3}"/>
                  </a:ext>
                </a:extLst>
              </p:cNvPr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68589" tIns="34294" rIns="68589" bIns="342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50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" name="文本框 111">
                <a:extLst>
                  <a:ext uri="{FF2B5EF4-FFF2-40B4-BE49-F238E27FC236}">
                    <a16:creationId xmlns:a16="http://schemas.microsoft.com/office/drawing/2014/main" id="{C1E7416D-0876-BF41-809F-218CA6EAE583}"/>
                  </a:ext>
                </a:extLst>
              </p:cNvPr>
              <p:cNvSpPr txBox="1"/>
              <p:nvPr/>
            </p:nvSpPr>
            <p:spPr>
              <a:xfrm>
                <a:off x="4398964" y="1610261"/>
                <a:ext cx="545377" cy="43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500" dirty="0">
                    <a:solidFill>
                      <a:schemeClr val="bg1">
                        <a:lumMod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05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E4145270-578F-3449-BC45-F940BAB0F723}"/>
              </a:ext>
            </a:extLst>
          </p:cNvPr>
          <p:cNvGrpSpPr/>
          <p:nvPr/>
        </p:nvGrpSpPr>
        <p:grpSpPr>
          <a:xfrm>
            <a:off x="5105668" y="4828406"/>
            <a:ext cx="926748" cy="1421530"/>
            <a:chOff x="6413660" y="3762732"/>
            <a:chExt cx="1235504" cy="1895127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C5FBD3A-FBE9-E745-976E-805B18D72EEC}"/>
                </a:ext>
              </a:extLst>
            </p:cNvPr>
            <p:cNvGrpSpPr/>
            <p:nvPr/>
          </p:nvGrpSpPr>
          <p:grpSpPr>
            <a:xfrm>
              <a:off x="6413660" y="3762732"/>
              <a:ext cx="1227207" cy="1895127"/>
              <a:chOff x="6413660" y="3762732"/>
              <a:chExt cx="1227207" cy="1895127"/>
            </a:xfrm>
          </p:grpSpPr>
          <p:sp>
            <p:nvSpPr>
              <p:cNvPr id="70" name="MH_Other_3">
                <a:extLst>
                  <a:ext uri="{FF2B5EF4-FFF2-40B4-BE49-F238E27FC236}">
                    <a16:creationId xmlns:a16="http://schemas.microsoft.com/office/drawing/2014/main" id="{FD32F520-DD64-D24D-A705-C5A8CFF4960C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 rot="5400000" flipV="1">
                <a:off x="6041185" y="4396482"/>
                <a:ext cx="1633852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F69F1E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66">
                  <a:defRPr/>
                </a:pPr>
                <a:endParaRPr lang="en-US" sz="1500" kern="0">
                  <a:solidFill>
                    <a:srgbClr val="262626"/>
                  </a:solidFill>
                  <a:latin typeface="微软雅黑" pitchFamily="34" charset="-122"/>
                  <a:ea typeface="微软雅黑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9068F8AE-83BD-164C-A9BA-24CFEF40946A}"/>
                  </a:ext>
                </a:extLst>
              </p:cNvPr>
              <p:cNvSpPr/>
              <p:nvPr/>
            </p:nvSpPr>
            <p:spPr>
              <a:xfrm>
                <a:off x="7018705" y="3762732"/>
                <a:ext cx="622162" cy="622163"/>
              </a:xfrm>
              <a:prstGeom prst="ellipse">
                <a:avLst/>
              </a:prstGeom>
              <a:solidFill>
                <a:srgbClr val="F69F1E"/>
              </a:solidFill>
              <a:ln>
                <a:solidFill>
                  <a:srgbClr val="F69F1E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E72EDDD-0BE8-9843-8E02-97F4A43A90C2}"/>
                </a:ext>
              </a:extLst>
            </p:cNvPr>
            <p:cNvGrpSpPr/>
            <p:nvPr/>
          </p:nvGrpSpPr>
          <p:grpSpPr>
            <a:xfrm>
              <a:off x="7103786" y="3842218"/>
              <a:ext cx="545378" cy="467645"/>
              <a:chOff x="4411664" y="1573446"/>
              <a:chExt cx="545378" cy="467645"/>
            </a:xfrm>
          </p:grpSpPr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F85E2D3C-339C-B246-B293-7C9973835362}"/>
                  </a:ext>
                </a:extLst>
              </p:cNvPr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  <a:headEnd/>
                <a:tailEnd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68589" tIns="34294" rIns="68589" bIns="34294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50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9" name="文本框 117">
                <a:extLst>
                  <a:ext uri="{FF2B5EF4-FFF2-40B4-BE49-F238E27FC236}">
                    <a16:creationId xmlns:a16="http://schemas.microsoft.com/office/drawing/2014/main" id="{99FBEDEE-6562-B043-9925-B97D7BF642BF}"/>
                  </a:ext>
                </a:extLst>
              </p:cNvPr>
              <p:cNvSpPr txBox="1"/>
              <p:nvPr/>
            </p:nvSpPr>
            <p:spPr>
              <a:xfrm>
                <a:off x="4411664" y="1610261"/>
                <a:ext cx="545378" cy="43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500" dirty="0">
                    <a:solidFill>
                      <a:schemeClr val="bg1">
                        <a:lumMod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06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718DFFE-CA65-7F4D-A9F7-C35EE1D3D561}"/>
              </a:ext>
            </a:extLst>
          </p:cNvPr>
          <p:cNvGrpSpPr/>
          <p:nvPr/>
        </p:nvGrpSpPr>
        <p:grpSpPr>
          <a:xfrm>
            <a:off x="6035150" y="3068256"/>
            <a:ext cx="2597520" cy="983401"/>
            <a:chOff x="7652807" y="1416170"/>
            <a:chExt cx="3462909" cy="1311032"/>
          </a:xfrm>
        </p:grpSpPr>
        <p:cxnSp>
          <p:nvCxnSpPr>
            <p:cNvPr id="73" name="直接连接符 149">
              <a:extLst>
                <a:ext uri="{FF2B5EF4-FFF2-40B4-BE49-F238E27FC236}">
                  <a16:creationId xmlns:a16="http://schemas.microsoft.com/office/drawing/2014/main" id="{288CFE42-0621-6641-8060-EBCDB0C2C8A3}"/>
                </a:ext>
              </a:extLst>
            </p:cNvPr>
            <p:cNvCxnSpPr/>
            <p:nvPr/>
          </p:nvCxnSpPr>
          <p:spPr>
            <a:xfrm>
              <a:off x="7652807" y="1796348"/>
              <a:ext cx="2786593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AFA32500-DE6E-2D42-B825-D868459D5330}"/>
                </a:ext>
              </a:extLst>
            </p:cNvPr>
            <p:cNvGrpSpPr/>
            <p:nvPr/>
          </p:nvGrpSpPr>
          <p:grpSpPr>
            <a:xfrm>
              <a:off x="7736117" y="1416170"/>
              <a:ext cx="3379599" cy="1311032"/>
              <a:chOff x="5841004" y="1447486"/>
              <a:chExt cx="3379599" cy="1311032"/>
            </a:xfrm>
          </p:grpSpPr>
          <p:sp>
            <p:nvSpPr>
              <p:cNvPr id="75" name="MH_SubTitle_1">
                <a:extLst>
                  <a:ext uri="{FF2B5EF4-FFF2-40B4-BE49-F238E27FC236}">
                    <a16:creationId xmlns:a16="http://schemas.microsoft.com/office/drawing/2014/main" id="{F6AE45FA-3A61-974B-AABC-1EA2E557A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841004" y="1447486"/>
                <a:ext cx="3362022" cy="451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一点注解语法糖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- @</a:t>
                </a:r>
                <a:r>
                  <a:rPr lang="en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Mock</a:t>
                </a:r>
                <a:endParaRPr lang="zh-CN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6" name="Rectangle 5">
                <a:extLst>
                  <a:ext uri="{FF2B5EF4-FFF2-40B4-BE49-F238E27FC236}">
                    <a16:creationId xmlns:a16="http://schemas.microsoft.com/office/drawing/2014/main" id="{83CBD9CF-ED5F-DA42-8310-956F163A76BA}"/>
                  </a:ext>
                </a:extLst>
              </p:cNvPr>
              <p:cNvSpPr/>
              <p:nvPr/>
            </p:nvSpPr>
            <p:spPr bwMode="auto">
              <a:xfrm>
                <a:off x="5980704" y="1871157"/>
                <a:ext cx="3239899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just"/>
                <a:endParaRPr lang="zh-CN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7DFD21B3-3DE5-7448-82BC-55690C45D368}"/>
              </a:ext>
            </a:extLst>
          </p:cNvPr>
          <p:cNvGrpSpPr/>
          <p:nvPr/>
        </p:nvGrpSpPr>
        <p:grpSpPr>
          <a:xfrm>
            <a:off x="5996254" y="4101787"/>
            <a:ext cx="2752209" cy="1030059"/>
            <a:chOff x="7600950" y="2856235"/>
            <a:chExt cx="3524251" cy="131103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F09298BD-1094-824D-A270-5B738F1BCCB5}"/>
                </a:ext>
              </a:extLst>
            </p:cNvPr>
            <p:cNvGrpSpPr/>
            <p:nvPr/>
          </p:nvGrpSpPr>
          <p:grpSpPr>
            <a:xfrm>
              <a:off x="7899033" y="2856235"/>
              <a:ext cx="3226168" cy="1311032"/>
              <a:chOff x="5822945" y="1447486"/>
              <a:chExt cx="3226168" cy="1311032"/>
            </a:xfrm>
          </p:grpSpPr>
          <p:sp>
            <p:nvSpPr>
              <p:cNvPr id="80" name="MH_SubTitle_1">
                <a:extLst>
                  <a:ext uri="{FF2B5EF4-FFF2-40B4-BE49-F238E27FC236}">
                    <a16:creationId xmlns:a16="http://schemas.microsoft.com/office/drawing/2014/main" id="{1D1A5076-F384-394E-BCBA-B47C0EA1F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822945" y="1447486"/>
                <a:ext cx="2708080" cy="451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允许灵活有序的验证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0CD7B23D-F1FB-8C4A-91F3-785B584FA4A0}"/>
                  </a:ext>
                </a:extLst>
              </p:cNvPr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例如：你任意有序 </a:t>
                </a:r>
                <a:r>
                  <a:rPr lang="en" altLang="zh-C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verify</a:t>
                </a:r>
                <a:r>
                  <a:rPr lang="zh-CN" altLang="e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，</a:t>
                </a:r>
                <a:r>
                  <a:rPr lang="zh-CN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而不是每一个单独的交互</a:t>
                </a:r>
                <a:endParaRPr lang="en-US" altLang="zh-CN" sz="9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Lato Light" charset="0"/>
                  <a:sym typeface="Lato Light" charset="0"/>
                </a:endParaRPr>
              </a:p>
            </p:txBody>
          </p:sp>
        </p:grpSp>
        <p:sp>
          <p:nvSpPr>
            <p:cNvPr id="79" name="任意多边形 155">
              <a:extLst>
                <a:ext uri="{FF2B5EF4-FFF2-40B4-BE49-F238E27FC236}">
                  <a16:creationId xmlns:a16="http://schemas.microsoft.com/office/drawing/2014/main" id="{DFEC600A-63E7-314A-8146-C119A251CB78}"/>
                </a:ext>
              </a:extLst>
            </p:cNvPr>
            <p:cNvSpPr/>
            <p:nvPr/>
          </p:nvSpPr>
          <p:spPr>
            <a:xfrm>
              <a:off x="7600950" y="3001877"/>
              <a:ext cx="2838450" cy="265198"/>
            </a:xfrm>
            <a:custGeom>
              <a:avLst/>
              <a:gdLst>
                <a:gd name="connsiteX0" fmla="*/ 0 w 3162300"/>
                <a:gd name="connsiteY0" fmla="*/ 0 h 190500"/>
                <a:gd name="connsiteX1" fmla="*/ 361950 w 3162300"/>
                <a:gd name="connsiteY1" fmla="*/ 190500 h 190500"/>
                <a:gd name="connsiteX2" fmla="*/ 3162300 w 3162300"/>
                <a:gd name="connsiteY2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2300" h="190500">
                  <a:moveTo>
                    <a:pt x="0" y="0"/>
                  </a:moveTo>
                  <a:lnTo>
                    <a:pt x="361950" y="190500"/>
                  </a:lnTo>
                  <a:lnTo>
                    <a:pt x="3162300" y="190500"/>
                  </a:lnTo>
                </a:path>
              </a:pathLst>
            </a:custGeom>
            <a:ln w="19050">
              <a:solidFill>
                <a:schemeClr val="bg2">
                  <a:lumMod val="50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AF34FA6-82A2-D94E-875A-ACA2339FC37C}"/>
              </a:ext>
            </a:extLst>
          </p:cNvPr>
          <p:cNvGrpSpPr/>
          <p:nvPr/>
        </p:nvGrpSpPr>
        <p:grpSpPr>
          <a:xfrm>
            <a:off x="5976991" y="5005677"/>
            <a:ext cx="3167010" cy="1208461"/>
            <a:chOff x="7575272" y="4167268"/>
            <a:chExt cx="4951810" cy="1442870"/>
          </a:xfrm>
        </p:grpSpPr>
        <p:sp>
          <p:nvSpPr>
            <p:cNvPr id="83" name="任意多边形 159">
              <a:extLst>
                <a:ext uri="{FF2B5EF4-FFF2-40B4-BE49-F238E27FC236}">
                  <a16:creationId xmlns:a16="http://schemas.microsoft.com/office/drawing/2014/main" id="{171F7797-F15A-5641-B1DB-3A5FA102855F}"/>
                </a:ext>
              </a:extLst>
            </p:cNvPr>
            <p:cNvSpPr/>
            <p:nvPr/>
          </p:nvSpPr>
          <p:spPr>
            <a:xfrm>
              <a:off x="7575272" y="4272596"/>
              <a:ext cx="2864128" cy="390328"/>
            </a:xfrm>
            <a:custGeom>
              <a:avLst/>
              <a:gdLst>
                <a:gd name="connsiteX0" fmla="*/ 0 w 3162300"/>
                <a:gd name="connsiteY0" fmla="*/ 0 h 190500"/>
                <a:gd name="connsiteX1" fmla="*/ 361950 w 3162300"/>
                <a:gd name="connsiteY1" fmla="*/ 190500 h 190500"/>
                <a:gd name="connsiteX2" fmla="*/ 3162300 w 3162300"/>
                <a:gd name="connsiteY2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2300" h="190500">
                  <a:moveTo>
                    <a:pt x="0" y="0"/>
                  </a:moveTo>
                  <a:lnTo>
                    <a:pt x="361950" y="190500"/>
                  </a:lnTo>
                  <a:lnTo>
                    <a:pt x="3162300" y="190500"/>
                  </a:lnTo>
                </a:path>
              </a:pathLst>
            </a:custGeom>
            <a:ln w="19050">
              <a:solidFill>
                <a:schemeClr val="bg2">
                  <a:lumMod val="50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5528FEAA-BE3D-A44B-8B3C-E67714FB0CB4}"/>
                </a:ext>
              </a:extLst>
            </p:cNvPr>
            <p:cNvGrpSpPr/>
            <p:nvPr/>
          </p:nvGrpSpPr>
          <p:grpSpPr>
            <a:xfrm>
              <a:off x="7847981" y="4167268"/>
              <a:ext cx="4679101" cy="1442870"/>
              <a:chOff x="5781377" y="1315648"/>
              <a:chExt cx="4679101" cy="1442870"/>
            </a:xfrm>
          </p:grpSpPr>
          <p:sp>
            <p:nvSpPr>
              <p:cNvPr id="85" name="MH_SubTitle_1">
                <a:extLst>
                  <a:ext uri="{FF2B5EF4-FFF2-40B4-BE49-F238E27FC236}">
                    <a16:creationId xmlns:a16="http://schemas.microsoft.com/office/drawing/2014/main" id="{6CFE5CB9-85C8-CA46-A30E-6E8ACAD9C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781377" y="1315648"/>
                <a:ext cx="4679101" cy="451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灵活使用参数匹配器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6" name="Rectangle 5">
                <a:extLst>
                  <a:ext uri="{FF2B5EF4-FFF2-40B4-BE49-F238E27FC236}">
                    <a16:creationId xmlns:a16="http://schemas.microsoft.com/office/drawing/2014/main" id="{9AAC924D-BE82-6142-9749-34B2BE5F95DD}"/>
                  </a:ext>
                </a:extLst>
              </p:cNvPr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>
                  <a:lnSpc>
                    <a:spcPct val="150000"/>
                  </a:lnSpc>
                </a:pPr>
                <a:r>
                  <a:rPr lang="en" altLang="zh-CN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anyObject</a:t>
                </a:r>
                <a:r>
                  <a:rPr lang="en" altLang="zh-C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()</a:t>
                </a:r>
                <a:r>
                  <a:rPr lang="zh-CN" altLang="e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，</a:t>
                </a:r>
                <a:r>
                  <a:rPr lang="en" altLang="zh-CN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anyString</a:t>
                </a:r>
                <a:r>
                  <a:rPr lang="en" altLang="zh-C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() </a:t>
                </a:r>
                <a:r>
                  <a:rPr lang="zh-CN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或 </a:t>
                </a:r>
                <a:r>
                  <a:rPr lang="en" altLang="zh-CN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refEq</a:t>
                </a:r>
                <a:r>
                  <a:rPr lang="en" altLang="zh-C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() </a:t>
                </a:r>
                <a:r>
                  <a:rPr lang="zh-CN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用于基于反射的相等匹配，可自定义</a:t>
                </a:r>
                <a:endParaRPr lang="en-US" altLang="zh-CN" sz="9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Lato Light" charset="0"/>
                  <a:sym typeface="Lato Light" charset="0"/>
                </a:endParaRPr>
              </a:p>
            </p:txBody>
          </p:sp>
        </p:grp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24E3BFFE-9217-7642-A235-4AA9D2BC1A35}"/>
              </a:ext>
            </a:extLst>
          </p:cNvPr>
          <p:cNvGrpSpPr/>
          <p:nvPr/>
        </p:nvGrpSpPr>
        <p:grpSpPr>
          <a:xfrm>
            <a:off x="755576" y="2996952"/>
            <a:ext cx="3006489" cy="1054704"/>
            <a:chOff x="614291" y="1321112"/>
            <a:chExt cx="4008130" cy="1406091"/>
          </a:xfrm>
        </p:grpSpPr>
        <p:cxnSp>
          <p:nvCxnSpPr>
            <p:cNvPr id="88" name="直接连接符 164">
              <a:extLst>
                <a:ext uri="{FF2B5EF4-FFF2-40B4-BE49-F238E27FC236}">
                  <a16:creationId xmlns:a16="http://schemas.microsoft.com/office/drawing/2014/main" id="{773F7D90-0882-3D4B-B376-7A4205E21B45}"/>
                </a:ext>
              </a:extLst>
            </p:cNvPr>
            <p:cNvCxnSpPr/>
            <p:nvPr/>
          </p:nvCxnSpPr>
          <p:spPr>
            <a:xfrm flipH="1">
              <a:off x="1556199" y="1803136"/>
              <a:ext cx="2786593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BDE23EDD-A55D-4E4D-8738-1B085EF0E615}"/>
                </a:ext>
              </a:extLst>
            </p:cNvPr>
            <p:cNvGrpSpPr/>
            <p:nvPr/>
          </p:nvGrpSpPr>
          <p:grpSpPr>
            <a:xfrm flipH="1">
              <a:off x="614291" y="1321112"/>
              <a:ext cx="4008130" cy="1406091"/>
              <a:chOff x="5467765" y="1352427"/>
              <a:chExt cx="4008130" cy="1406091"/>
            </a:xfrm>
          </p:grpSpPr>
          <p:sp>
            <p:nvSpPr>
              <p:cNvPr id="90" name="MH_SubTitle_1">
                <a:extLst>
                  <a:ext uri="{FF2B5EF4-FFF2-40B4-BE49-F238E27FC236}">
                    <a16:creationId xmlns:a16="http://schemas.microsoft.com/office/drawing/2014/main" id="{0CC9BC7D-ED93-F046-8571-AB317A6B8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467765" y="1352427"/>
                <a:ext cx="4008130" cy="53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 </a:t>
                </a:r>
                <a:r>
                  <a:rPr lang="en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mock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具体类而不单止是接口</a:t>
                </a:r>
              </a:p>
            </p:txBody>
          </p:sp>
          <p:sp>
            <p:nvSpPr>
              <p:cNvPr id="91" name="Rectangle 5">
                <a:extLst>
                  <a:ext uri="{FF2B5EF4-FFF2-40B4-BE49-F238E27FC236}">
                    <a16:creationId xmlns:a16="http://schemas.microsoft.com/office/drawing/2014/main" id="{0FCE44BA-6DCD-D54A-9462-64D353399535}"/>
                  </a:ext>
                </a:extLst>
              </p:cNvPr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just"/>
                <a:r>
                  <a:rPr lang="zh-CN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、</a:t>
                </a:r>
              </a:p>
            </p:txBody>
          </p:sp>
        </p:grp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FB2D231C-0578-4C4D-9787-642EA698B9A8}"/>
              </a:ext>
            </a:extLst>
          </p:cNvPr>
          <p:cNvGrpSpPr/>
          <p:nvPr/>
        </p:nvGrpSpPr>
        <p:grpSpPr>
          <a:xfrm>
            <a:off x="1066194" y="4226878"/>
            <a:ext cx="2476612" cy="983401"/>
            <a:chOff x="1028396" y="2960800"/>
            <a:chExt cx="3301719" cy="1311032"/>
          </a:xfrm>
        </p:grpSpPr>
        <p:cxnSp>
          <p:nvCxnSpPr>
            <p:cNvPr id="93" name="直接连接符 169">
              <a:extLst>
                <a:ext uri="{FF2B5EF4-FFF2-40B4-BE49-F238E27FC236}">
                  <a16:creationId xmlns:a16="http://schemas.microsoft.com/office/drawing/2014/main" id="{34471D66-7447-F044-8035-DA9B0B6974F6}"/>
                </a:ext>
              </a:extLst>
            </p:cNvPr>
            <p:cNvCxnSpPr/>
            <p:nvPr/>
          </p:nvCxnSpPr>
          <p:spPr>
            <a:xfrm flipH="1">
              <a:off x="1543522" y="3347765"/>
              <a:ext cx="2786593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9086643F-17F5-B140-881B-25BE3DE2089A}"/>
                </a:ext>
              </a:extLst>
            </p:cNvPr>
            <p:cNvGrpSpPr/>
            <p:nvPr/>
          </p:nvGrpSpPr>
          <p:grpSpPr>
            <a:xfrm flipH="1">
              <a:off x="1028396" y="2960800"/>
              <a:ext cx="3208109" cy="1311032"/>
              <a:chOff x="5841004" y="1447486"/>
              <a:chExt cx="3208109" cy="1311032"/>
            </a:xfrm>
          </p:grpSpPr>
          <p:sp>
            <p:nvSpPr>
              <p:cNvPr id="95" name="MH_SubTitle_1">
                <a:extLst>
                  <a:ext uri="{FF2B5EF4-FFF2-40B4-BE49-F238E27FC236}">
                    <a16:creationId xmlns:a16="http://schemas.microsoft.com/office/drawing/2014/main" id="{FA13BB24-3284-7F46-A9F6-919D0CEC5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841004" y="1447486"/>
                <a:ext cx="2160995" cy="451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干净的验证错误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6" name="Rectangle 5">
                <a:extLst>
                  <a:ext uri="{FF2B5EF4-FFF2-40B4-BE49-F238E27FC236}">
                    <a16:creationId xmlns:a16="http://schemas.microsoft.com/office/drawing/2014/main" id="{3EE72076-0C3D-2343-BD11-D01E69F1694F}"/>
                  </a:ext>
                </a:extLst>
              </p:cNvPr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r">
                  <a:lnSpc>
                    <a:spcPct val="150000"/>
                  </a:lnSpc>
                </a:pPr>
                <a:r>
                  <a:rPr lang="zh-CN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点击堆栈跟踪，看看在测试中的失败验证</a:t>
                </a:r>
                <a:r>
                  <a:rPr lang="en-US" altLang="zh-CN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;</a:t>
                </a:r>
                <a:r>
                  <a:rPr lang="zh-CN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点击异常的原因来导航到代码中的实际互动。堆栈跟踪总是干干净净。</a:t>
                </a:r>
                <a:endParaRPr lang="en-US" altLang="zh-CN" sz="9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Lato Light" charset="0"/>
                  <a:sym typeface="Lato Light" charset="0"/>
                </a:endParaRPr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EA1C970-2EDF-C24B-B62C-869813D587FE}"/>
              </a:ext>
            </a:extLst>
          </p:cNvPr>
          <p:cNvGrpSpPr/>
          <p:nvPr/>
        </p:nvGrpSpPr>
        <p:grpSpPr>
          <a:xfrm>
            <a:off x="1036234" y="5369189"/>
            <a:ext cx="2526021" cy="983401"/>
            <a:chOff x="988454" y="4483683"/>
            <a:chExt cx="3367589" cy="1311032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8608EF60-70CC-1B47-B8BC-894E5B26825E}"/>
                </a:ext>
              </a:extLst>
            </p:cNvPr>
            <p:cNvGrpSpPr/>
            <p:nvPr/>
          </p:nvGrpSpPr>
          <p:grpSpPr>
            <a:xfrm flipH="1">
              <a:off x="988454" y="4483683"/>
              <a:ext cx="3208109" cy="1311032"/>
              <a:chOff x="5841004" y="1447486"/>
              <a:chExt cx="3208109" cy="1311032"/>
            </a:xfrm>
          </p:grpSpPr>
          <p:sp>
            <p:nvSpPr>
              <p:cNvPr id="100" name="MH_SubTitle_1">
                <a:extLst>
                  <a:ext uri="{FF2B5EF4-FFF2-40B4-BE49-F238E27FC236}">
                    <a16:creationId xmlns:a16="http://schemas.microsoft.com/office/drawing/2014/main" id="{7291ACFD-0014-B647-A192-DAF1B80AF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841004" y="1447486"/>
                <a:ext cx="3050011" cy="4513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iti SC Medium" pitchFamily="2" charset="-128"/>
                    <a:ea typeface="Heiti SC Medium" pitchFamily="2" charset="-128"/>
                  </a:rPr>
                  <a:t>支持 “至少一​​次”验证</a:t>
                </a:r>
                <a:endParaRPr lang="zh-CN" altLang="en-US" sz="15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1" name="Rectangle 5">
                <a:extLst>
                  <a:ext uri="{FF2B5EF4-FFF2-40B4-BE49-F238E27FC236}">
                    <a16:creationId xmlns:a16="http://schemas.microsoft.com/office/drawing/2014/main" id="{74E13CE5-D8E6-654A-9230-1E5E4FFD02A1}"/>
                  </a:ext>
                </a:extLst>
              </p:cNvPr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r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9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Lato Light" charset="0"/>
                  <a:sym typeface="Lato Light" charset="0"/>
                </a:endParaRPr>
              </a:p>
            </p:txBody>
          </p:sp>
        </p:grpSp>
        <p:sp>
          <p:nvSpPr>
            <p:cNvPr id="99" name="任意多边形 175">
              <a:extLst>
                <a:ext uri="{FF2B5EF4-FFF2-40B4-BE49-F238E27FC236}">
                  <a16:creationId xmlns:a16="http://schemas.microsoft.com/office/drawing/2014/main" id="{07064CFF-D410-0E4D-A97E-8BEB3A996541}"/>
                </a:ext>
              </a:extLst>
            </p:cNvPr>
            <p:cNvSpPr/>
            <p:nvPr/>
          </p:nvSpPr>
          <p:spPr>
            <a:xfrm flipH="1">
              <a:off x="1517593" y="4614052"/>
              <a:ext cx="2838450" cy="265198"/>
            </a:xfrm>
            <a:custGeom>
              <a:avLst/>
              <a:gdLst>
                <a:gd name="connsiteX0" fmla="*/ 0 w 3162300"/>
                <a:gd name="connsiteY0" fmla="*/ 0 h 190500"/>
                <a:gd name="connsiteX1" fmla="*/ 361950 w 3162300"/>
                <a:gd name="connsiteY1" fmla="*/ 190500 h 190500"/>
                <a:gd name="connsiteX2" fmla="*/ 3162300 w 3162300"/>
                <a:gd name="connsiteY2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2300" h="190500">
                  <a:moveTo>
                    <a:pt x="0" y="0"/>
                  </a:moveTo>
                  <a:lnTo>
                    <a:pt x="361950" y="190500"/>
                  </a:lnTo>
                  <a:lnTo>
                    <a:pt x="3162300" y="190500"/>
                  </a:lnTo>
                </a:path>
              </a:pathLst>
            </a:custGeom>
            <a:ln w="19050">
              <a:solidFill>
                <a:schemeClr val="bg2">
                  <a:lumMod val="50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B73D7D53-D272-4647-AEED-8A20E354C774}"/>
              </a:ext>
            </a:extLst>
          </p:cNvPr>
          <p:cNvGrpSpPr/>
          <p:nvPr/>
        </p:nvGrpSpPr>
        <p:grpSpPr>
          <a:xfrm>
            <a:off x="4319060" y="5697766"/>
            <a:ext cx="908302" cy="908302"/>
            <a:chOff x="5364986" y="4921729"/>
            <a:chExt cx="1210912" cy="1210912"/>
          </a:xfrm>
        </p:grpSpPr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E5C69674-FACC-2E4C-905E-02BEF164ED26}"/>
                </a:ext>
              </a:extLst>
            </p:cNvPr>
            <p:cNvSpPr/>
            <p:nvPr/>
          </p:nvSpPr>
          <p:spPr>
            <a:xfrm flipH="1">
              <a:off x="5364986" y="4921729"/>
              <a:ext cx="1210912" cy="12109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58D35E8E-421F-2C4D-966F-89380DC55CD6}"/>
                </a:ext>
              </a:extLst>
            </p:cNvPr>
            <p:cNvSpPr/>
            <p:nvPr/>
          </p:nvSpPr>
          <p:spPr>
            <a:xfrm flipH="1">
              <a:off x="5393195" y="4949933"/>
              <a:ext cx="1154499" cy="1154499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5" name="KSO_Shape">
            <a:extLst>
              <a:ext uri="{FF2B5EF4-FFF2-40B4-BE49-F238E27FC236}">
                <a16:creationId xmlns:a16="http://schemas.microsoft.com/office/drawing/2014/main" id="{DE3A51E3-604D-0848-929D-2601C138D06B}"/>
              </a:ext>
            </a:extLst>
          </p:cNvPr>
          <p:cNvSpPr>
            <a:spLocks/>
          </p:cNvSpPr>
          <p:nvPr/>
        </p:nvSpPr>
        <p:spPr bwMode="auto">
          <a:xfrm>
            <a:off x="4553038" y="5964534"/>
            <a:ext cx="437229" cy="374767"/>
          </a:xfrm>
          <a:custGeom>
            <a:avLst/>
            <a:gdLst>
              <a:gd name="T0" fmla="*/ 354482 w 1812925"/>
              <a:gd name="T1" fmla="*/ 872801 h 1511300"/>
              <a:gd name="T2" fmla="*/ 380318 w 1812925"/>
              <a:gd name="T3" fmla="*/ 984699 h 1511300"/>
              <a:gd name="T4" fmla="*/ 425879 w 1812925"/>
              <a:gd name="T5" fmla="*/ 1087433 h 1511300"/>
              <a:gd name="T6" fmla="*/ 488386 w 1812925"/>
              <a:gd name="T7" fmla="*/ 1179061 h 1511300"/>
              <a:gd name="T8" fmla="*/ 591174 w 1812925"/>
              <a:gd name="T9" fmla="*/ 1276520 h 1511300"/>
              <a:gd name="T10" fmla="*/ 711743 w 1812925"/>
              <a:gd name="T11" fmla="*/ 1346213 h 1511300"/>
              <a:gd name="T12" fmla="*/ 796474 w 1812925"/>
              <a:gd name="T13" fmla="*/ 1375922 h 1511300"/>
              <a:gd name="T14" fmla="*/ 907876 w 1812925"/>
              <a:gd name="T15" fmla="*/ 1394804 h 1511300"/>
              <a:gd name="T16" fmla="*/ 1015110 w 1812925"/>
              <a:gd name="T17" fmla="*/ 1393415 h 1511300"/>
              <a:gd name="T18" fmla="*/ 1118176 w 1812925"/>
              <a:gd name="T19" fmla="*/ 1373702 h 1511300"/>
              <a:gd name="T20" fmla="*/ 1216519 w 1812925"/>
              <a:gd name="T21" fmla="*/ 1335939 h 1511300"/>
              <a:gd name="T22" fmla="*/ 1302085 w 1812925"/>
              <a:gd name="T23" fmla="*/ 1285127 h 1511300"/>
              <a:gd name="T24" fmla="*/ 1341811 w 1812925"/>
              <a:gd name="T25" fmla="*/ 1271245 h 1511300"/>
              <a:gd name="T26" fmla="*/ 1382649 w 1812925"/>
              <a:gd name="T27" fmla="*/ 1275131 h 1511300"/>
              <a:gd name="T28" fmla="*/ 1417930 w 1812925"/>
              <a:gd name="T29" fmla="*/ 1296789 h 1511300"/>
              <a:gd name="T30" fmla="*/ 1441822 w 1812925"/>
              <a:gd name="T31" fmla="*/ 1332607 h 1511300"/>
              <a:gd name="T32" fmla="*/ 1447378 w 1812925"/>
              <a:gd name="T33" fmla="*/ 1373146 h 1511300"/>
              <a:gd name="T34" fmla="*/ 1435710 w 1812925"/>
              <a:gd name="T35" fmla="*/ 1412574 h 1511300"/>
              <a:gd name="T36" fmla="*/ 1407374 w 1812925"/>
              <a:gd name="T37" fmla="*/ 1443950 h 1511300"/>
              <a:gd name="T38" fmla="*/ 1288472 w 1812925"/>
              <a:gd name="T39" fmla="*/ 1512532 h 1511300"/>
              <a:gd name="T40" fmla="*/ 1161792 w 1812925"/>
              <a:gd name="T41" fmla="*/ 1559734 h 1511300"/>
              <a:gd name="T42" fmla="*/ 1028722 w 1812925"/>
              <a:gd name="T43" fmla="*/ 1583891 h 1511300"/>
              <a:gd name="T44" fmla="*/ 874538 w 1812925"/>
              <a:gd name="T45" fmla="*/ 1583335 h 1511300"/>
              <a:gd name="T46" fmla="*/ 770639 w 1812925"/>
              <a:gd name="T47" fmla="*/ 1565565 h 1511300"/>
              <a:gd name="T48" fmla="*/ 648125 w 1812925"/>
              <a:gd name="T49" fmla="*/ 1526415 h 1511300"/>
              <a:gd name="T50" fmla="*/ 534502 w 1812925"/>
              <a:gd name="T51" fmla="*/ 1468106 h 1511300"/>
              <a:gd name="T52" fmla="*/ 433380 w 1812925"/>
              <a:gd name="T53" fmla="*/ 1393693 h 1511300"/>
              <a:gd name="T54" fmla="*/ 342258 w 1812925"/>
              <a:gd name="T55" fmla="*/ 1300954 h 1511300"/>
              <a:gd name="T56" fmla="*/ 283085 w 1812925"/>
              <a:gd name="T57" fmla="*/ 1219322 h 1511300"/>
              <a:gd name="T58" fmla="*/ 221690 w 1812925"/>
              <a:gd name="T59" fmla="*/ 1102705 h 1511300"/>
              <a:gd name="T60" fmla="*/ 180019 w 1812925"/>
              <a:gd name="T61" fmla="*/ 976091 h 1511300"/>
              <a:gd name="T62" fmla="*/ 160017 w 1812925"/>
              <a:gd name="T63" fmla="*/ 840871 h 1511300"/>
              <a:gd name="T64" fmla="*/ 979901 w 1812925"/>
              <a:gd name="T65" fmla="*/ 833 h 1511300"/>
              <a:gd name="T66" fmla="*/ 1097691 w 1812925"/>
              <a:gd name="T67" fmla="*/ 13331 h 1511300"/>
              <a:gd name="T68" fmla="*/ 1216593 w 1812925"/>
              <a:gd name="T69" fmla="*/ 45825 h 1511300"/>
              <a:gd name="T70" fmla="*/ 1371054 w 1812925"/>
              <a:gd name="T71" fmla="*/ 119422 h 1511300"/>
              <a:gd name="T72" fmla="*/ 1533016 w 1812925"/>
              <a:gd name="T73" fmla="*/ 252454 h 1511300"/>
              <a:gd name="T74" fmla="*/ 1614691 w 1812925"/>
              <a:gd name="T75" fmla="*/ 356878 h 1511300"/>
              <a:gd name="T76" fmla="*/ 1678032 w 1812925"/>
              <a:gd name="T77" fmla="*/ 471857 h 1511300"/>
              <a:gd name="T78" fmla="*/ 1721370 w 1812925"/>
              <a:gd name="T79" fmla="*/ 597112 h 1511300"/>
              <a:gd name="T80" fmla="*/ 1743872 w 1812925"/>
              <a:gd name="T81" fmla="*/ 731254 h 1511300"/>
              <a:gd name="T82" fmla="*/ 1555796 w 1812925"/>
              <a:gd name="T83" fmla="*/ 779578 h 1511300"/>
              <a:gd name="T84" fmla="*/ 1541350 w 1812925"/>
              <a:gd name="T85" fmla="*/ 661544 h 1511300"/>
              <a:gd name="T86" fmla="*/ 1505235 w 1812925"/>
              <a:gd name="T87" fmla="*/ 551287 h 1511300"/>
              <a:gd name="T88" fmla="*/ 1449396 w 1812925"/>
              <a:gd name="T89" fmla="*/ 451583 h 1511300"/>
              <a:gd name="T90" fmla="*/ 1369110 w 1812925"/>
              <a:gd name="T91" fmla="*/ 357434 h 1511300"/>
              <a:gd name="T92" fmla="*/ 1239096 w 1812925"/>
              <a:gd name="T93" fmla="*/ 263007 h 1511300"/>
              <a:gd name="T94" fmla="*/ 1127973 w 1812925"/>
              <a:gd name="T95" fmla="*/ 216627 h 1511300"/>
              <a:gd name="T96" fmla="*/ 1010181 w 1812925"/>
              <a:gd name="T97" fmla="*/ 193297 h 1511300"/>
              <a:gd name="T98" fmla="*/ 899058 w 1812925"/>
              <a:gd name="T99" fmla="*/ 193020 h 1511300"/>
              <a:gd name="T100" fmla="*/ 796825 w 1812925"/>
              <a:gd name="T101" fmla="*/ 210794 h 1511300"/>
              <a:gd name="T102" fmla="*/ 698759 w 1812925"/>
              <a:gd name="T103" fmla="*/ 246343 h 1511300"/>
              <a:gd name="T104" fmla="*/ 606805 w 1812925"/>
              <a:gd name="T105" fmla="*/ 299667 h 1511300"/>
              <a:gd name="T106" fmla="*/ 567912 w 1812925"/>
              <a:gd name="T107" fmla="*/ 315497 h 1511300"/>
              <a:gd name="T108" fmla="*/ 526797 w 1812925"/>
              <a:gd name="T109" fmla="*/ 313275 h 1511300"/>
              <a:gd name="T110" fmla="*/ 490404 w 1812925"/>
              <a:gd name="T111" fmla="*/ 293835 h 1511300"/>
              <a:gd name="T112" fmla="*/ 465123 w 1812925"/>
              <a:gd name="T113" fmla="*/ 259119 h 1511300"/>
              <a:gd name="T114" fmla="*/ 457067 w 1812925"/>
              <a:gd name="T115" fmla="*/ 218570 h 1511300"/>
              <a:gd name="T116" fmla="*/ 467345 w 1812925"/>
              <a:gd name="T117" fmla="*/ 178856 h 1511300"/>
              <a:gd name="T118" fmla="*/ 494015 w 1812925"/>
              <a:gd name="T119" fmla="*/ 146640 h 1511300"/>
              <a:gd name="T120" fmla="*/ 602639 w 1812925"/>
              <a:gd name="T121" fmla="*/ 81374 h 1511300"/>
              <a:gd name="T122" fmla="*/ 728763 w 1812925"/>
              <a:gd name="T123" fmla="*/ 32216 h 1511300"/>
              <a:gd name="T124" fmla="*/ 860722 w 1812925"/>
              <a:gd name="T125" fmla="*/ 5555 h 1511300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1812925" h="1511300">
                <a:moveTo>
                  <a:pt x="241643" y="393700"/>
                </a:moveTo>
                <a:lnTo>
                  <a:pt x="483287" y="755836"/>
                </a:lnTo>
                <a:lnTo>
                  <a:pt x="332326" y="755836"/>
                </a:lnTo>
                <a:lnTo>
                  <a:pt x="332326" y="768789"/>
                </a:lnTo>
                <a:lnTo>
                  <a:pt x="332590" y="781212"/>
                </a:lnTo>
                <a:lnTo>
                  <a:pt x="333648" y="793636"/>
                </a:lnTo>
                <a:lnTo>
                  <a:pt x="334441" y="806324"/>
                </a:lnTo>
                <a:lnTo>
                  <a:pt x="335763" y="818748"/>
                </a:lnTo>
                <a:lnTo>
                  <a:pt x="337349" y="830907"/>
                </a:lnTo>
                <a:lnTo>
                  <a:pt x="338671" y="843066"/>
                </a:lnTo>
                <a:lnTo>
                  <a:pt x="340786" y="855225"/>
                </a:lnTo>
                <a:lnTo>
                  <a:pt x="343165" y="867120"/>
                </a:lnTo>
                <a:lnTo>
                  <a:pt x="345809" y="879015"/>
                </a:lnTo>
                <a:lnTo>
                  <a:pt x="348453" y="890910"/>
                </a:lnTo>
                <a:lnTo>
                  <a:pt x="351361" y="902805"/>
                </a:lnTo>
                <a:lnTo>
                  <a:pt x="354534" y="914436"/>
                </a:lnTo>
                <a:lnTo>
                  <a:pt x="357971" y="925802"/>
                </a:lnTo>
                <a:lnTo>
                  <a:pt x="361936" y="937433"/>
                </a:lnTo>
                <a:lnTo>
                  <a:pt x="365902" y="948799"/>
                </a:lnTo>
                <a:lnTo>
                  <a:pt x="369868" y="959901"/>
                </a:lnTo>
                <a:lnTo>
                  <a:pt x="374362" y="971003"/>
                </a:lnTo>
                <a:lnTo>
                  <a:pt x="379121" y="981841"/>
                </a:lnTo>
                <a:lnTo>
                  <a:pt x="383880" y="992943"/>
                </a:lnTo>
                <a:lnTo>
                  <a:pt x="388639" y="1003781"/>
                </a:lnTo>
                <a:lnTo>
                  <a:pt x="394191" y="1014354"/>
                </a:lnTo>
                <a:lnTo>
                  <a:pt x="399743" y="1024927"/>
                </a:lnTo>
                <a:lnTo>
                  <a:pt x="405295" y="1035236"/>
                </a:lnTo>
                <a:lnTo>
                  <a:pt x="411375" y="1045545"/>
                </a:lnTo>
                <a:lnTo>
                  <a:pt x="417456" y="1055590"/>
                </a:lnTo>
                <a:lnTo>
                  <a:pt x="423537" y="1065635"/>
                </a:lnTo>
                <a:lnTo>
                  <a:pt x="430146" y="1075415"/>
                </a:lnTo>
                <a:lnTo>
                  <a:pt x="436756" y="1085195"/>
                </a:lnTo>
                <a:lnTo>
                  <a:pt x="443630" y="1094976"/>
                </a:lnTo>
                <a:lnTo>
                  <a:pt x="450769" y="1104492"/>
                </a:lnTo>
                <a:lnTo>
                  <a:pt x="458171" y="1113479"/>
                </a:lnTo>
                <a:lnTo>
                  <a:pt x="464781" y="1122466"/>
                </a:lnTo>
                <a:lnTo>
                  <a:pt x="473241" y="1132247"/>
                </a:lnTo>
                <a:lnTo>
                  <a:pt x="481701" y="1141498"/>
                </a:lnTo>
                <a:lnTo>
                  <a:pt x="490161" y="1150750"/>
                </a:lnTo>
                <a:lnTo>
                  <a:pt x="498886" y="1159737"/>
                </a:lnTo>
                <a:lnTo>
                  <a:pt x="500736" y="1161852"/>
                </a:lnTo>
                <a:lnTo>
                  <a:pt x="515806" y="1175861"/>
                </a:lnTo>
                <a:lnTo>
                  <a:pt x="530876" y="1189607"/>
                </a:lnTo>
                <a:lnTo>
                  <a:pt x="546474" y="1202823"/>
                </a:lnTo>
                <a:lnTo>
                  <a:pt x="562601" y="1215247"/>
                </a:lnTo>
                <a:lnTo>
                  <a:pt x="579257" y="1227406"/>
                </a:lnTo>
                <a:lnTo>
                  <a:pt x="596178" y="1238773"/>
                </a:lnTo>
                <a:lnTo>
                  <a:pt x="613627" y="1249346"/>
                </a:lnTo>
                <a:lnTo>
                  <a:pt x="631605" y="1259655"/>
                </a:lnTo>
                <a:lnTo>
                  <a:pt x="633455" y="1260712"/>
                </a:lnTo>
                <a:lnTo>
                  <a:pt x="644031" y="1266528"/>
                </a:lnTo>
                <a:lnTo>
                  <a:pt x="654870" y="1271550"/>
                </a:lnTo>
                <a:lnTo>
                  <a:pt x="665974" y="1276837"/>
                </a:lnTo>
                <a:lnTo>
                  <a:pt x="677342" y="1281595"/>
                </a:lnTo>
                <a:lnTo>
                  <a:pt x="681573" y="1283709"/>
                </a:lnTo>
                <a:lnTo>
                  <a:pt x="685803" y="1285560"/>
                </a:lnTo>
                <a:lnTo>
                  <a:pt x="695320" y="1289525"/>
                </a:lnTo>
                <a:lnTo>
                  <a:pt x="704838" y="1292961"/>
                </a:lnTo>
                <a:lnTo>
                  <a:pt x="724402" y="1299834"/>
                </a:lnTo>
                <a:lnTo>
                  <a:pt x="732598" y="1302741"/>
                </a:lnTo>
                <a:lnTo>
                  <a:pt x="740794" y="1305385"/>
                </a:lnTo>
                <a:lnTo>
                  <a:pt x="749518" y="1307764"/>
                </a:lnTo>
                <a:lnTo>
                  <a:pt x="757978" y="1309878"/>
                </a:lnTo>
                <a:lnTo>
                  <a:pt x="775428" y="1314372"/>
                </a:lnTo>
                <a:lnTo>
                  <a:pt x="786267" y="1316751"/>
                </a:lnTo>
                <a:lnTo>
                  <a:pt x="796842" y="1319130"/>
                </a:lnTo>
                <a:lnTo>
                  <a:pt x="806096" y="1320716"/>
                </a:lnTo>
                <a:lnTo>
                  <a:pt x="815085" y="1322302"/>
                </a:lnTo>
                <a:lnTo>
                  <a:pt x="833591" y="1324681"/>
                </a:lnTo>
                <a:lnTo>
                  <a:pt x="842845" y="1325738"/>
                </a:lnTo>
                <a:lnTo>
                  <a:pt x="852362" y="1327060"/>
                </a:lnTo>
                <a:lnTo>
                  <a:pt x="863995" y="1327853"/>
                </a:lnTo>
                <a:lnTo>
                  <a:pt x="875892" y="1328646"/>
                </a:lnTo>
                <a:lnTo>
                  <a:pt x="887525" y="1329175"/>
                </a:lnTo>
                <a:lnTo>
                  <a:pt x="899158" y="1329439"/>
                </a:lnTo>
                <a:lnTo>
                  <a:pt x="910526" y="1329439"/>
                </a:lnTo>
                <a:lnTo>
                  <a:pt x="921894" y="1329175"/>
                </a:lnTo>
                <a:lnTo>
                  <a:pt x="932734" y="1328910"/>
                </a:lnTo>
                <a:lnTo>
                  <a:pt x="944102" y="1328382"/>
                </a:lnTo>
                <a:lnTo>
                  <a:pt x="954942" y="1327589"/>
                </a:lnTo>
                <a:lnTo>
                  <a:pt x="966046" y="1326531"/>
                </a:lnTo>
                <a:lnTo>
                  <a:pt x="977150" y="1325210"/>
                </a:lnTo>
                <a:lnTo>
                  <a:pt x="988254" y="1323624"/>
                </a:lnTo>
                <a:lnTo>
                  <a:pt x="999093" y="1322302"/>
                </a:lnTo>
                <a:lnTo>
                  <a:pt x="1010197" y="1320452"/>
                </a:lnTo>
                <a:lnTo>
                  <a:pt x="1020772" y="1318337"/>
                </a:lnTo>
                <a:lnTo>
                  <a:pt x="1031876" y="1315694"/>
                </a:lnTo>
                <a:lnTo>
                  <a:pt x="1042452" y="1313315"/>
                </a:lnTo>
                <a:lnTo>
                  <a:pt x="1053556" y="1310671"/>
                </a:lnTo>
                <a:lnTo>
                  <a:pt x="1064131" y="1307764"/>
                </a:lnTo>
                <a:lnTo>
                  <a:pt x="1074706" y="1304592"/>
                </a:lnTo>
                <a:lnTo>
                  <a:pt x="1085281" y="1301155"/>
                </a:lnTo>
                <a:lnTo>
                  <a:pt x="1095856" y="1297719"/>
                </a:lnTo>
                <a:lnTo>
                  <a:pt x="1106167" y="1293754"/>
                </a:lnTo>
                <a:lnTo>
                  <a:pt x="1116742" y="1289789"/>
                </a:lnTo>
                <a:lnTo>
                  <a:pt x="1126789" y="1285560"/>
                </a:lnTo>
                <a:lnTo>
                  <a:pt x="1137100" y="1281330"/>
                </a:lnTo>
                <a:lnTo>
                  <a:pt x="1147675" y="1276837"/>
                </a:lnTo>
                <a:lnTo>
                  <a:pt x="1157721" y="1271814"/>
                </a:lnTo>
                <a:lnTo>
                  <a:pt x="1167768" y="1267056"/>
                </a:lnTo>
                <a:lnTo>
                  <a:pt x="1177286" y="1261770"/>
                </a:lnTo>
                <a:lnTo>
                  <a:pt x="1187332" y="1256483"/>
                </a:lnTo>
                <a:lnTo>
                  <a:pt x="1197114" y="1250668"/>
                </a:lnTo>
                <a:lnTo>
                  <a:pt x="1206896" y="1244852"/>
                </a:lnTo>
                <a:lnTo>
                  <a:pt x="1216414" y="1238773"/>
                </a:lnTo>
                <a:lnTo>
                  <a:pt x="1225932" y="1232693"/>
                </a:lnTo>
                <a:lnTo>
                  <a:pt x="1235185" y="1225820"/>
                </a:lnTo>
                <a:lnTo>
                  <a:pt x="1239151" y="1223441"/>
                </a:lnTo>
                <a:lnTo>
                  <a:pt x="1243116" y="1221062"/>
                </a:lnTo>
                <a:lnTo>
                  <a:pt x="1247082" y="1218948"/>
                </a:lnTo>
                <a:lnTo>
                  <a:pt x="1251312" y="1217097"/>
                </a:lnTo>
                <a:lnTo>
                  <a:pt x="1255278" y="1215247"/>
                </a:lnTo>
                <a:lnTo>
                  <a:pt x="1259772" y="1213925"/>
                </a:lnTo>
                <a:lnTo>
                  <a:pt x="1264002" y="1212604"/>
                </a:lnTo>
                <a:lnTo>
                  <a:pt x="1268232" y="1211546"/>
                </a:lnTo>
                <a:lnTo>
                  <a:pt x="1272727" y="1210753"/>
                </a:lnTo>
                <a:lnTo>
                  <a:pt x="1276957" y="1210225"/>
                </a:lnTo>
                <a:lnTo>
                  <a:pt x="1281187" y="1209696"/>
                </a:lnTo>
                <a:lnTo>
                  <a:pt x="1285417" y="1209696"/>
                </a:lnTo>
                <a:lnTo>
                  <a:pt x="1290176" y="1209696"/>
                </a:lnTo>
                <a:lnTo>
                  <a:pt x="1294406" y="1209696"/>
                </a:lnTo>
                <a:lnTo>
                  <a:pt x="1298636" y="1210489"/>
                </a:lnTo>
                <a:lnTo>
                  <a:pt x="1302866" y="1211018"/>
                </a:lnTo>
                <a:lnTo>
                  <a:pt x="1307096" y="1211811"/>
                </a:lnTo>
                <a:lnTo>
                  <a:pt x="1311326" y="1212868"/>
                </a:lnTo>
                <a:lnTo>
                  <a:pt x="1315821" y="1213925"/>
                </a:lnTo>
                <a:lnTo>
                  <a:pt x="1319787" y="1215511"/>
                </a:lnTo>
                <a:lnTo>
                  <a:pt x="1324017" y="1217362"/>
                </a:lnTo>
                <a:lnTo>
                  <a:pt x="1327982" y="1219212"/>
                </a:lnTo>
                <a:lnTo>
                  <a:pt x="1331419" y="1221062"/>
                </a:lnTo>
                <a:lnTo>
                  <a:pt x="1335385" y="1223441"/>
                </a:lnTo>
                <a:lnTo>
                  <a:pt x="1339086" y="1225820"/>
                </a:lnTo>
                <a:lnTo>
                  <a:pt x="1342788" y="1228728"/>
                </a:lnTo>
                <a:lnTo>
                  <a:pt x="1346225" y="1231371"/>
                </a:lnTo>
                <a:lnTo>
                  <a:pt x="1349397" y="1234543"/>
                </a:lnTo>
                <a:lnTo>
                  <a:pt x="1352834" y="1237451"/>
                </a:lnTo>
                <a:lnTo>
                  <a:pt x="1356007" y="1240887"/>
                </a:lnTo>
                <a:lnTo>
                  <a:pt x="1358650" y="1244588"/>
                </a:lnTo>
                <a:lnTo>
                  <a:pt x="1361294" y="1248289"/>
                </a:lnTo>
                <a:lnTo>
                  <a:pt x="1364202" y="1252254"/>
                </a:lnTo>
                <a:lnTo>
                  <a:pt x="1366582" y="1256219"/>
                </a:lnTo>
                <a:lnTo>
                  <a:pt x="1368697" y="1260448"/>
                </a:lnTo>
                <a:lnTo>
                  <a:pt x="1370548" y="1264413"/>
                </a:lnTo>
                <a:lnTo>
                  <a:pt x="1372134" y="1268642"/>
                </a:lnTo>
                <a:lnTo>
                  <a:pt x="1373456" y="1272872"/>
                </a:lnTo>
                <a:lnTo>
                  <a:pt x="1374778" y="1277101"/>
                </a:lnTo>
                <a:lnTo>
                  <a:pt x="1376100" y="1281330"/>
                </a:lnTo>
                <a:lnTo>
                  <a:pt x="1376628" y="1285560"/>
                </a:lnTo>
                <a:lnTo>
                  <a:pt x="1377157" y="1289789"/>
                </a:lnTo>
                <a:lnTo>
                  <a:pt x="1377950" y="1294283"/>
                </a:lnTo>
                <a:lnTo>
                  <a:pt x="1377950" y="1298776"/>
                </a:lnTo>
                <a:lnTo>
                  <a:pt x="1377950" y="1303006"/>
                </a:lnTo>
                <a:lnTo>
                  <a:pt x="1377421" y="1307235"/>
                </a:lnTo>
                <a:lnTo>
                  <a:pt x="1377157" y="1311729"/>
                </a:lnTo>
                <a:lnTo>
                  <a:pt x="1376628" y="1316222"/>
                </a:lnTo>
                <a:lnTo>
                  <a:pt x="1375835" y="1320452"/>
                </a:lnTo>
                <a:lnTo>
                  <a:pt x="1374513" y="1324417"/>
                </a:lnTo>
                <a:lnTo>
                  <a:pt x="1373191" y="1328646"/>
                </a:lnTo>
                <a:lnTo>
                  <a:pt x="1372134" y="1332875"/>
                </a:lnTo>
                <a:lnTo>
                  <a:pt x="1370283" y="1336840"/>
                </a:lnTo>
                <a:lnTo>
                  <a:pt x="1368432" y="1340805"/>
                </a:lnTo>
                <a:lnTo>
                  <a:pt x="1366317" y="1344770"/>
                </a:lnTo>
                <a:lnTo>
                  <a:pt x="1364202" y="1348471"/>
                </a:lnTo>
                <a:lnTo>
                  <a:pt x="1361823" y="1351907"/>
                </a:lnTo>
                <a:lnTo>
                  <a:pt x="1358915" y="1355608"/>
                </a:lnTo>
                <a:lnTo>
                  <a:pt x="1356271" y="1359044"/>
                </a:lnTo>
                <a:lnTo>
                  <a:pt x="1353098" y="1362481"/>
                </a:lnTo>
                <a:lnTo>
                  <a:pt x="1350190" y="1365653"/>
                </a:lnTo>
                <a:lnTo>
                  <a:pt x="1346753" y="1368825"/>
                </a:lnTo>
                <a:lnTo>
                  <a:pt x="1343052" y="1371732"/>
                </a:lnTo>
                <a:lnTo>
                  <a:pt x="1339351" y="1374640"/>
                </a:lnTo>
                <a:lnTo>
                  <a:pt x="1327189" y="1382834"/>
                </a:lnTo>
                <a:lnTo>
                  <a:pt x="1315028" y="1390764"/>
                </a:lnTo>
                <a:lnTo>
                  <a:pt x="1302602" y="1398694"/>
                </a:lnTo>
                <a:lnTo>
                  <a:pt x="1290176" y="1406360"/>
                </a:lnTo>
                <a:lnTo>
                  <a:pt x="1277750" y="1413497"/>
                </a:lnTo>
                <a:lnTo>
                  <a:pt x="1264795" y="1420634"/>
                </a:lnTo>
                <a:lnTo>
                  <a:pt x="1252105" y="1427242"/>
                </a:lnTo>
                <a:lnTo>
                  <a:pt x="1239151" y="1433851"/>
                </a:lnTo>
                <a:lnTo>
                  <a:pt x="1226196" y="1439930"/>
                </a:lnTo>
                <a:lnTo>
                  <a:pt x="1212977" y="1446274"/>
                </a:lnTo>
                <a:lnTo>
                  <a:pt x="1200022" y="1451825"/>
                </a:lnTo>
                <a:lnTo>
                  <a:pt x="1186803" y="1457376"/>
                </a:lnTo>
                <a:lnTo>
                  <a:pt x="1173320" y="1462663"/>
                </a:lnTo>
                <a:lnTo>
                  <a:pt x="1160101" y="1467421"/>
                </a:lnTo>
                <a:lnTo>
                  <a:pt x="1146353" y="1472443"/>
                </a:lnTo>
                <a:lnTo>
                  <a:pt x="1132870" y="1476672"/>
                </a:lnTo>
                <a:lnTo>
                  <a:pt x="1119122" y="1480902"/>
                </a:lnTo>
                <a:lnTo>
                  <a:pt x="1105639" y="1484867"/>
                </a:lnTo>
                <a:lnTo>
                  <a:pt x="1091626" y="1488567"/>
                </a:lnTo>
                <a:lnTo>
                  <a:pt x="1077879" y="1491739"/>
                </a:lnTo>
                <a:lnTo>
                  <a:pt x="1063866" y="1494911"/>
                </a:lnTo>
                <a:lnTo>
                  <a:pt x="1049854" y="1497555"/>
                </a:lnTo>
                <a:lnTo>
                  <a:pt x="1035842" y="1500462"/>
                </a:lnTo>
                <a:lnTo>
                  <a:pt x="1021830" y="1502841"/>
                </a:lnTo>
                <a:lnTo>
                  <a:pt x="1007818" y="1504692"/>
                </a:lnTo>
                <a:lnTo>
                  <a:pt x="993541" y="1506542"/>
                </a:lnTo>
                <a:lnTo>
                  <a:pt x="979000" y="1507864"/>
                </a:lnTo>
                <a:lnTo>
                  <a:pt x="964988" y="1509185"/>
                </a:lnTo>
                <a:lnTo>
                  <a:pt x="950712" y="1510243"/>
                </a:lnTo>
                <a:lnTo>
                  <a:pt x="936435" y="1510771"/>
                </a:lnTo>
                <a:lnTo>
                  <a:pt x="922159" y="1511300"/>
                </a:lnTo>
                <a:lnTo>
                  <a:pt x="907618" y="1511300"/>
                </a:lnTo>
                <a:lnTo>
                  <a:pt x="888847" y="1511036"/>
                </a:lnTo>
                <a:lnTo>
                  <a:pt x="870076" y="1510507"/>
                </a:lnTo>
                <a:lnTo>
                  <a:pt x="851040" y="1508921"/>
                </a:lnTo>
                <a:lnTo>
                  <a:pt x="832269" y="1507335"/>
                </a:lnTo>
                <a:lnTo>
                  <a:pt x="816935" y="1505220"/>
                </a:lnTo>
                <a:lnTo>
                  <a:pt x="796049" y="1502841"/>
                </a:lnTo>
                <a:lnTo>
                  <a:pt x="785738" y="1501255"/>
                </a:lnTo>
                <a:lnTo>
                  <a:pt x="774899" y="1499669"/>
                </a:lnTo>
                <a:lnTo>
                  <a:pt x="768818" y="1498612"/>
                </a:lnTo>
                <a:lnTo>
                  <a:pt x="762737" y="1497026"/>
                </a:lnTo>
                <a:lnTo>
                  <a:pt x="755335" y="1495440"/>
                </a:lnTo>
                <a:lnTo>
                  <a:pt x="747932" y="1493590"/>
                </a:lnTo>
                <a:lnTo>
                  <a:pt x="733391" y="1490418"/>
                </a:lnTo>
                <a:lnTo>
                  <a:pt x="710919" y="1484867"/>
                </a:lnTo>
                <a:lnTo>
                  <a:pt x="700079" y="1482223"/>
                </a:lnTo>
                <a:lnTo>
                  <a:pt x="688975" y="1478787"/>
                </a:lnTo>
                <a:lnTo>
                  <a:pt x="677342" y="1475086"/>
                </a:lnTo>
                <a:lnTo>
                  <a:pt x="665710" y="1471121"/>
                </a:lnTo>
                <a:lnTo>
                  <a:pt x="653548" y="1466892"/>
                </a:lnTo>
                <a:lnTo>
                  <a:pt x="640858" y="1462663"/>
                </a:lnTo>
                <a:lnTo>
                  <a:pt x="628697" y="1457905"/>
                </a:lnTo>
                <a:lnTo>
                  <a:pt x="616799" y="1453147"/>
                </a:lnTo>
                <a:lnTo>
                  <a:pt x="602787" y="1447067"/>
                </a:lnTo>
                <a:lnTo>
                  <a:pt x="589304" y="1440723"/>
                </a:lnTo>
                <a:lnTo>
                  <a:pt x="575292" y="1434379"/>
                </a:lnTo>
                <a:lnTo>
                  <a:pt x="561544" y="1427507"/>
                </a:lnTo>
                <a:lnTo>
                  <a:pt x="548061" y="1420634"/>
                </a:lnTo>
                <a:lnTo>
                  <a:pt x="543302" y="1417462"/>
                </a:lnTo>
                <a:lnTo>
                  <a:pt x="531669" y="1411118"/>
                </a:lnTo>
                <a:lnTo>
                  <a:pt x="520036" y="1404510"/>
                </a:lnTo>
                <a:lnTo>
                  <a:pt x="508668" y="1397637"/>
                </a:lnTo>
                <a:lnTo>
                  <a:pt x="497564" y="1390500"/>
                </a:lnTo>
                <a:lnTo>
                  <a:pt x="486196" y="1383099"/>
                </a:lnTo>
                <a:lnTo>
                  <a:pt x="475356" y="1375697"/>
                </a:lnTo>
                <a:lnTo>
                  <a:pt x="464516" y="1368296"/>
                </a:lnTo>
                <a:lnTo>
                  <a:pt x="453941" y="1360366"/>
                </a:lnTo>
                <a:lnTo>
                  <a:pt x="443366" y="1351907"/>
                </a:lnTo>
                <a:lnTo>
                  <a:pt x="432790" y="1343713"/>
                </a:lnTo>
                <a:lnTo>
                  <a:pt x="422479" y="1335519"/>
                </a:lnTo>
                <a:lnTo>
                  <a:pt x="412433" y="1326796"/>
                </a:lnTo>
                <a:lnTo>
                  <a:pt x="402387" y="1317808"/>
                </a:lnTo>
                <a:lnTo>
                  <a:pt x="392604" y="1309085"/>
                </a:lnTo>
                <a:lnTo>
                  <a:pt x="383087" y="1299834"/>
                </a:lnTo>
                <a:lnTo>
                  <a:pt x="373569" y="1290582"/>
                </a:lnTo>
                <a:lnTo>
                  <a:pt x="369339" y="1285824"/>
                </a:lnTo>
                <a:lnTo>
                  <a:pt x="357971" y="1274458"/>
                </a:lnTo>
                <a:lnTo>
                  <a:pt x="347131" y="1262827"/>
                </a:lnTo>
                <a:lnTo>
                  <a:pt x="336291" y="1250668"/>
                </a:lnTo>
                <a:lnTo>
                  <a:pt x="325716" y="1238508"/>
                </a:lnTo>
                <a:lnTo>
                  <a:pt x="320429" y="1231636"/>
                </a:lnTo>
                <a:lnTo>
                  <a:pt x="315405" y="1224763"/>
                </a:lnTo>
                <a:lnTo>
                  <a:pt x="301393" y="1207317"/>
                </a:lnTo>
                <a:lnTo>
                  <a:pt x="294255" y="1198330"/>
                </a:lnTo>
                <a:lnTo>
                  <a:pt x="287646" y="1189078"/>
                </a:lnTo>
                <a:lnTo>
                  <a:pt x="286059" y="1186699"/>
                </a:lnTo>
                <a:lnTo>
                  <a:pt x="284737" y="1183791"/>
                </a:lnTo>
                <a:lnTo>
                  <a:pt x="277070" y="1172425"/>
                </a:lnTo>
                <a:lnTo>
                  <a:pt x="269403" y="1160795"/>
                </a:lnTo>
                <a:lnTo>
                  <a:pt x="262001" y="1149164"/>
                </a:lnTo>
                <a:lnTo>
                  <a:pt x="255127" y="1137005"/>
                </a:lnTo>
                <a:lnTo>
                  <a:pt x="247988" y="1125110"/>
                </a:lnTo>
                <a:lnTo>
                  <a:pt x="241379" y="1112950"/>
                </a:lnTo>
                <a:lnTo>
                  <a:pt x="234505" y="1100527"/>
                </a:lnTo>
                <a:lnTo>
                  <a:pt x="228424" y="1087839"/>
                </a:lnTo>
                <a:lnTo>
                  <a:pt x="222344" y="1075415"/>
                </a:lnTo>
                <a:lnTo>
                  <a:pt x="216263" y="1062727"/>
                </a:lnTo>
                <a:lnTo>
                  <a:pt x="210975" y="1049775"/>
                </a:lnTo>
                <a:lnTo>
                  <a:pt x="205423" y="1037087"/>
                </a:lnTo>
                <a:lnTo>
                  <a:pt x="200400" y="1023870"/>
                </a:lnTo>
                <a:lnTo>
                  <a:pt x="195377" y="1010653"/>
                </a:lnTo>
                <a:lnTo>
                  <a:pt x="190618" y="997437"/>
                </a:lnTo>
                <a:lnTo>
                  <a:pt x="186388" y="983956"/>
                </a:lnTo>
                <a:lnTo>
                  <a:pt x="182158" y="970475"/>
                </a:lnTo>
                <a:lnTo>
                  <a:pt x="178192" y="956729"/>
                </a:lnTo>
                <a:lnTo>
                  <a:pt x="174491" y="942984"/>
                </a:lnTo>
                <a:lnTo>
                  <a:pt x="171318" y="929239"/>
                </a:lnTo>
                <a:lnTo>
                  <a:pt x="167881" y="915229"/>
                </a:lnTo>
                <a:lnTo>
                  <a:pt x="165237" y="901219"/>
                </a:lnTo>
                <a:lnTo>
                  <a:pt x="162329" y="887210"/>
                </a:lnTo>
                <a:lnTo>
                  <a:pt x="160214" y="872936"/>
                </a:lnTo>
                <a:lnTo>
                  <a:pt x="158099" y="858662"/>
                </a:lnTo>
                <a:lnTo>
                  <a:pt x="156249" y="844388"/>
                </a:lnTo>
                <a:lnTo>
                  <a:pt x="154662" y="829585"/>
                </a:lnTo>
                <a:lnTo>
                  <a:pt x="153340" y="815047"/>
                </a:lnTo>
                <a:lnTo>
                  <a:pt x="152283" y="800509"/>
                </a:lnTo>
                <a:lnTo>
                  <a:pt x="151754" y="785706"/>
                </a:lnTo>
                <a:lnTo>
                  <a:pt x="151225" y="770903"/>
                </a:lnTo>
                <a:lnTo>
                  <a:pt x="151225" y="755836"/>
                </a:lnTo>
                <a:lnTo>
                  <a:pt x="0" y="755836"/>
                </a:lnTo>
                <a:lnTo>
                  <a:pt x="241643" y="393700"/>
                </a:lnTo>
                <a:close/>
                <a:moveTo>
                  <a:pt x="906894" y="0"/>
                </a:moveTo>
                <a:lnTo>
                  <a:pt x="912182" y="264"/>
                </a:lnTo>
                <a:lnTo>
                  <a:pt x="917469" y="529"/>
                </a:lnTo>
                <a:lnTo>
                  <a:pt x="932539" y="793"/>
                </a:lnTo>
                <a:lnTo>
                  <a:pt x="947344" y="1586"/>
                </a:lnTo>
                <a:lnTo>
                  <a:pt x="962414" y="2380"/>
                </a:lnTo>
                <a:lnTo>
                  <a:pt x="977484" y="3702"/>
                </a:lnTo>
                <a:lnTo>
                  <a:pt x="989645" y="5288"/>
                </a:lnTo>
                <a:lnTo>
                  <a:pt x="1002335" y="6610"/>
                </a:lnTo>
                <a:lnTo>
                  <a:pt x="1020313" y="8725"/>
                </a:lnTo>
                <a:lnTo>
                  <a:pt x="1029038" y="10047"/>
                </a:lnTo>
                <a:lnTo>
                  <a:pt x="1038291" y="11369"/>
                </a:lnTo>
                <a:lnTo>
                  <a:pt x="1044636" y="12691"/>
                </a:lnTo>
                <a:lnTo>
                  <a:pt x="1050981" y="14277"/>
                </a:lnTo>
                <a:lnTo>
                  <a:pt x="1064465" y="17186"/>
                </a:lnTo>
                <a:lnTo>
                  <a:pt x="1077419" y="20358"/>
                </a:lnTo>
                <a:lnTo>
                  <a:pt x="1101478" y="26175"/>
                </a:lnTo>
                <a:lnTo>
                  <a:pt x="1113375" y="29348"/>
                </a:lnTo>
                <a:lnTo>
                  <a:pt x="1125008" y="32521"/>
                </a:lnTo>
                <a:lnTo>
                  <a:pt x="1134790" y="35693"/>
                </a:lnTo>
                <a:lnTo>
                  <a:pt x="1144572" y="38866"/>
                </a:lnTo>
                <a:lnTo>
                  <a:pt x="1157791" y="43625"/>
                </a:lnTo>
                <a:lnTo>
                  <a:pt x="1171274" y="48384"/>
                </a:lnTo>
                <a:lnTo>
                  <a:pt x="1184493" y="53408"/>
                </a:lnTo>
                <a:lnTo>
                  <a:pt x="1197448" y="58431"/>
                </a:lnTo>
                <a:lnTo>
                  <a:pt x="1206701" y="62397"/>
                </a:lnTo>
                <a:lnTo>
                  <a:pt x="1226794" y="71651"/>
                </a:lnTo>
                <a:lnTo>
                  <a:pt x="1246887" y="81434"/>
                </a:lnTo>
                <a:lnTo>
                  <a:pt x="1266716" y="91745"/>
                </a:lnTo>
                <a:lnTo>
                  <a:pt x="1285751" y="102321"/>
                </a:lnTo>
                <a:lnTo>
                  <a:pt x="1304786" y="113690"/>
                </a:lnTo>
                <a:lnTo>
                  <a:pt x="1323557" y="125588"/>
                </a:lnTo>
                <a:lnTo>
                  <a:pt x="1341800" y="138015"/>
                </a:lnTo>
                <a:lnTo>
                  <a:pt x="1359513" y="151234"/>
                </a:lnTo>
                <a:lnTo>
                  <a:pt x="1377227" y="164718"/>
                </a:lnTo>
                <a:lnTo>
                  <a:pt x="1394411" y="178731"/>
                </a:lnTo>
                <a:lnTo>
                  <a:pt x="1411067" y="193538"/>
                </a:lnTo>
                <a:lnTo>
                  <a:pt x="1427459" y="208608"/>
                </a:lnTo>
                <a:lnTo>
                  <a:pt x="1443322" y="224207"/>
                </a:lnTo>
                <a:lnTo>
                  <a:pt x="1458920" y="240336"/>
                </a:lnTo>
                <a:lnTo>
                  <a:pt x="1473725" y="257257"/>
                </a:lnTo>
                <a:lnTo>
                  <a:pt x="1488531" y="274178"/>
                </a:lnTo>
                <a:lnTo>
                  <a:pt x="1492496" y="279466"/>
                </a:lnTo>
                <a:lnTo>
                  <a:pt x="1509152" y="300353"/>
                </a:lnTo>
                <a:lnTo>
                  <a:pt x="1517348" y="311194"/>
                </a:lnTo>
                <a:lnTo>
                  <a:pt x="1525544" y="322034"/>
                </a:lnTo>
                <a:lnTo>
                  <a:pt x="1527130" y="325207"/>
                </a:lnTo>
                <a:lnTo>
                  <a:pt x="1528981" y="328115"/>
                </a:lnTo>
                <a:lnTo>
                  <a:pt x="1536648" y="339748"/>
                </a:lnTo>
                <a:lnTo>
                  <a:pt x="1544050" y="351382"/>
                </a:lnTo>
                <a:lnTo>
                  <a:pt x="1551453" y="362751"/>
                </a:lnTo>
                <a:lnTo>
                  <a:pt x="1558591" y="374913"/>
                </a:lnTo>
                <a:lnTo>
                  <a:pt x="1565465" y="386811"/>
                </a:lnTo>
                <a:lnTo>
                  <a:pt x="1572075" y="399237"/>
                </a:lnTo>
                <a:lnTo>
                  <a:pt x="1578684" y="411400"/>
                </a:lnTo>
                <a:lnTo>
                  <a:pt x="1585029" y="423826"/>
                </a:lnTo>
                <a:lnTo>
                  <a:pt x="1591110" y="436253"/>
                </a:lnTo>
                <a:lnTo>
                  <a:pt x="1596927" y="449208"/>
                </a:lnTo>
                <a:lnTo>
                  <a:pt x="1602214" y="461899"/>
                </a:lnTo>
                <a:lnTo>
                  <a:pt x="1607766" y="474854"/>
                </a:lnTo>
                <a:lnTo>
                  <a:pt x="1612789" y="488074"/>
                </a:lnTo>
                <a:lnTo>
                  <a:pt x="1617548" y="501294"/>
                </a:lnTo>
                <a:lnTo>
                  <a:pt x="1622571" y="514249"/>
                </a:lnTo>
                <a:lnTo>
                  <a:pt x="1626801" y="527734"/>
                </a:lnTo>
                <a:lnTo>
                  <a:pt x="1631032" y="541482"/>
                </a:lnTo>
                <a:lnTo>
                  <a:pt x="1634997" y="554702"/>
                </a:lnTo>
                <a:lnTo>
                  <a:pt x="1638170" y="568451"/>
                </a:lnTo>
                <a:lnTo>
                  <a:pt x="1641871" y="582463"/>
                </a:lnTo>
                <a:lnTo>
                  <a:pt x="1645044" y="596212"/>
                </a:lnTo>
                <a:lnTo>
                  <a:pt x="1647688" y="610225"/>
                </a:lnTo>
                <a:lnTo>
                  <a:pt x="1650596" y="624502"/>
                </a:lnTo>
                <a:lnTo>
                  <a:pt x="1652975" y="638515"/>
                </a:lnTo>
                <a:lnTo>
                  <a:pt x="1655090" y="652793"/>
                </a:lnTo>
                <a:lnTo>
                  <a:pt x="1656941" y="667334"/>
                </a:lnTo>
                <a:lnTo>
                  <a:pt x="1658263" y="681876"/>
                </a:lnTo>
                <a:lnTo>
                  <a:pt x="1659585" y="696154"/>
                </a:lnTo>
                <a:lnTo>
                  <a:pt x="1660642" y="710695"/>
                </a:lnTo>
                <a:lnTo>
                  <a:pt x="1661435" y="725501"/>
                </a:lnTo>
                <a:lnTo>
                  <a:pt x="1661700" y="740308"/>
                </a:lnTo>
                <a:lnTo>
                  <a:pt x="1661700" y="754849"/>
                </a:lnTo>
                <a:lnTo>
                  <a:pt x="1812925" y="754849"/>
                </a:lnTo>
                <a:lnTo>
                  <a:pt x="1571282" y="1117600"/>
                </a:lnTo>
                <a:lnTo>
                  <a:pt x="1329638" y="754849"/>
                </a:lnTo>
                <a:lnTo>
                  <a:pt x="1480864" y="754849"/>
                </a:lnTo>
                <a:lnTo>
                  <a:pt x="1480599" y="742158"/>
                </a:lnTo>
                <a:lnTo>
                  <a:pt x="1480070" y="729467"/>
                </a:lnTo>
                <a:lnTo>
                  <a:pt x="1479277" y="716512"/>
                </a:lnTo>
                <a:lnTo>
                  <a:pt x="1478484" y="704085"/>
                </a:lnTo>
                <a:lnTo>
                  <a:pt x="1477162" y="691394"/>
                </a:lnTo>
                <a:lnTo>
                  <a:pt x="1475576" y="678703"/>
                </a:lnTo>
                <a:lnTo>
                  <a:pt x="1473725" y="666277"/>
                </a:lnTo>
                <a:lnTo>
                  <a:pt x="1471610" y="654115"/>
                </a:lnTo>
                <a:lnTo>
                  <a:pt x="1469231" y="641952"/>
                </a:lnTo>
                <a:lnTo>
                  <a:pt x="1466851" y="629790"/>
                </a:lnTo>
                <a:lnTo>
                  <a:pt x="1463943" y="617628"/>
                </a:lnTo>
                <a:lnTo>
                  <a:pt x="1460771" y="605730"/>
                </a:lnTo>
                <a:lnTo>
                  <a:pt x="1457334" y="593832"/>
                </a:lnTo>
                <a:lnTo>
                  <a:pt x="1453897" y="581935"/>
                </a:lnTo>
                <a:lnTo>
                  <a:pt x="1449931" y="570301"/>
                </a:lnTo>
                <a:lnTo>
                  <a:pt x="1445965" y="558668"/>
                </a:lnTo>
                <a:lnTo>
                  <a:pt x="1441471" y="547299"/>
                </a:lnTo>
                <a:lnTo>
                  <a:pt x="1436976" y="535930"/>
                </a:lnTo>
                <a:lnTo>
                  <a:pt x="1432482" y="524825"/>
                </a:lnTo>
                <a:lnTo>
                  <a:pt x="1427194" y="513721"/>
                </a:lnTo>
                <a:lnTo>
                  <a:pt x="1421907" y="502616"/>
                </a:lnTo>
                <a:lnTo>
                  <a:pt x="1416619" y="492040"/>
                </a:lnTo>
                <a:lnTo>
                  <a:pt x="1410803" y="481464"/>
                </a:lnTo>
                <a:lnTo>
                  <a:pt x="1404986" y="470624"/>
                </a:lnTo>
                <a:lnTo>
                  <a:pt x="1398906" y="460313"/>
                </a:lnTo>
                <a:lnTo>
                  <a:pt x="1392561" y="450001"/>
                </a:lnTo>
                <a:lnTo>
                  <a:pt x="1385951" y="439954"/>
                </a:lnTo>
                <a:lnTo>
                  <a:pt x="1379342" y="429907"/>
                </a:lnTo>
                <a:lnTo>
                  <a:pt x="1372468" y="420125"/>
                </a:lnTo>
                <a:lnTo>
                  <a:pt x="1365065" y="410342"/>
                </a:lnTo>
                <a:lnTo>
                  <a:pt x="1357662" y="400824"/>
                </a:lnTo>
                <a:lnTo>
                  <a:pt x="1350524" y="391570"/>
                </a:lnTo>
                <a:lnTo>
                  <a:pt x="1349202" y="390248"/>
                </a:lnTo>
                <a:lnTo>
                  <a:pt x="1338363" y="377293"/>
                </a:lnTo>
                <a:lnTo>
                  <a:pt x="1326730" y="364602"/>
                </a:lnTo>
                <a:lnTo>
                  <a:pt x="1315097" y="352175"/>
                </a:lnTo>
                <a:lnTo>
                  <a:pt x="1302936" y="340277"/>
                </a:lnTo>
                <a:lnTo>
                  <a:pt x="1290510" y="328644"/>
                </a:lnTo>
                <a:lnTo>
                  <a:pt x="1277555" y="317804"/>
                </a:lnTo>
                <a:lnTo>
                  <a:pt x="1264601" y="306699"/>
                </a:lnTo>
                <a:lnTo>
                  <a:pt x="1251117" y="296387"/>
                </a:lnTo>
                <a:lnTo>
                  <a:pt x="1237369" y="286340"/>
                </a:lnTo>
                <a:lnTo>
                  <a:pt x="1223093" y="276822"/>
                </a:lnTo>
                <a:lnTo>
                  <a:pt x="1208816" y="267568"/>
                </a:lnTo>
                <a:lnTo>
                  <a:pt x="1194275" y="258579"/>
                </a:lnTo>
                <a:lnTo>
                  <a:pt x="1179206" y="250383"/>
                </a:lnTo>
                <a:lnTo>
                  <a:pt x="1163872" y="242451"/>
                </a:lnTo>
                <a:lnTo>
                  <a:pt x="1148802" y="234783"/>
                </a:lnTo>
                <a:lnTo>
                  <a:pt x="1132939" y="227909"/>
                </a:lnTo>
                <a:lnTo>
                  <a:pt x="1128709" y="226058"/>
                </a:lnTo>
                <a:lnTo>
                  <a:pt x="1117869" y="221828"/>
                </a:lnTo>
                <a:lnTo>
                  <a:pt x="1107294" y="217862"/>
                </a:lnTo>
                <a:lnTo>
                  <a:pt x="1096455" y="213896"/>
                </a:lnTo>
                <a:lnTo>
                  <a:pt x="1085615" y="210194"/>
                </a:lnTo>
                <a:lnTo>
                  <a:pt x="1073454" y="206229"/>
                </a:lnTo>
                <a:lnTo>
                  <a:pt x="1063672" y="203585"/>
                </a:lnTo>
                <a:lnTo>
                  <a:pt x="1054418" y="200676"/>
                </a:lnTo>
                <a:lnTo>
                  <a:pt x="1034590" y="196182"/>
                </a:lnTo>
                <a:lnTo>
                  <a:pt x="1026130" y="194066"/>
                </a:lnTo>
                <a:lnTo>
                  <a:pt x="1017141" y="192216"/>
                </a:lnTo>
                <a:lnTo>
                  <a:pt x="1007094" y="190365"/>
                </a:lnTo>
                <a:lnTo>
                  <a:pt x="997048" y="188778"/>
                </a:lnTo>
                <a:lnTo>
                  <a:pt x="976690" y="186134"/>
                </a:lnTo>
                <a:lnTo>
                  <a:pt x="961356" y="184019"/>
                </a:lnTo>
                <a:lnTo>
                  <a:pt x="948930" y="183226"/>
                </a:lnTo>
                <a:lnTo>
                  <a:pt x="936505" y="182169"/>
                </a:lnTo>
                <a:lnTo>
                  <a:pt x="923550" y="181904"/>
                </a:lnTo>
                <a:lnTo>
                  <a:pt x="911124" y="181640"/>
                </a:lnTo>
                <a:lnTo>
                  <a:pt x="899756" y="181640"/>
                </a:lnTo>
                <a:lnTo>
                  <a:pt x="888916" y="181904"/>
                </a:lnTo>
                <a:lnTo>
                  <a:pt x="877548" y="182169"/>
                </a:lnTo>
                <a:lnTo>
                  <a:pt x="866708" y="182697"/>
                </a:lnTo>
                <a:lnTo>
                  <a:pt x="855604" y="183755"/>
                </a:lnTo>
                <a:lnTo>
                  <a:pt x="844765" y="184548"/>
                </a:lnTo>
                <a:lnTo>
                  <a:pt x="833661" y="186134"/>
                </a:lnTo>
                <a:lnTo>
                  <a:pt x="822821" y="187721"/>
                </a:lnTo>
                <a:lnTo>
                  <a:pt x="811982" y="189307"/>
                </a:lnTo>
                <a:lnTo>
                  <a:pt x="801142" y="190894"/>
                </a:lnTo>
                <a:lnTo>
                  <a:pt x="790302" y="193273"/>
                </a:lnTo>
                <a:lnTo>
                  <a:pt x="779463" y="195653"/>
                </a:lnTo>
                <a:lnTo>
                  <a:pt x="768888" y="198032"/>
                </a:lnTo>
                <a:lnTo>
                  <a:pt x="758312" y="200676"/>
                </a:lnTo>
                <a:lnTo>
                  <a:pt x="747473" y="203849"/>
                </a:lnTo>
                <a:lnTo>
                  <a:pt x="737162" y="206757"/>
                </a:lnTo>
                <a:lnTo>
                  <a:pt x="726587" y="210194"/>
                </a:lnTo>
                <a:lnTo>
                  <a:pt x="716276" y="213896"/>
                </a:lnTo>
                <a:lnTo>
                  <a:pt x="705965" y="217598"/>
                </a:lnTo>
                <a:lnTo>
                  <a:pt x="695390" y="221563"/>
                </a:lnTo>
                <a:lnTo>
                  <a:pt x="685079" y="225794"/>
                </a:lnTo>
                <a:lnTo>
                  <a:pt x="675033" y="230024"/>
                </a:lnTo>
                <a:lnTo>
                  <a:pt x="664986" y="234519"/>
                </a:lnTo>
                <a:lnTo>
                  <a:pt x="654940" y="239542"/>
                </a:lnTo>
                <a:lnTo>
                  <a:pt x="644893" y="244302"/>
                </a:lnTo>
                <a:lnTo>
                  <a:pt x="635111" y="249589"/>
                </a:lnTo>
                <a:lnTo>
                  <a:pt x="625329" y="254877"/>
                </a:lnTo>
                <a:lnTo>
                  <a:pt x="615547" y="260430"/>
                </a:lnTo>
                <a:lnTo>
                  <a:pt x="606029" y="266511"/>
                </a:lnTo>
                <a:lnTo>
                  <a:pt x="596512" y="272327"/>
                </a:lnTo>
                <a:lnTo>
                  <a:pt x="586994" y="278673"/>
                </a:lnTo>
                <a:lnTo>
                  <a:pt x="577476" y="285283"/>
                </a:lnTo>
                <a:lnTo>
                  <a:pt x="574039" y="287662"/>
                </a:lnTo>
                <a:lnTo>
                  <a:pt x="570074" y="290042"/>
                </a:lnTo>
                <a:lnTo>
                  <a:pt x="565843" y="292157"/>
                </a:lnTo>
                <a:lnTo>
                  <a:pt x="561878" y="294008"/>
                </a:lnTo>
                <a:lnTo>
                  <a:pt x="557383" y="295859"/>
                </a:lnTo>
                <a:lnTo>
                  <a:pt x="553153" y="296916"/>
                </a:lnTo>
                <a:lnTo>
                  <a:pt x="548923" y="298503"/>
                </a:lnTo>
                <a:lnTo>
                  <a:pt x="544693" y="299560"/>
                </a:lnTo>
                <a:lnTo>
                  <a:pt x="540463" y="300353"/>
                </a:lnTo>
                <a:lnTo>
                  <a:pt x="536233" y="300882"/>
                </a:lnTo>
                <a:lnTo>
                  <a:pt x="531474" y="301411"/>
                </a:lnTo>
                <a:lnTo>
                  <a:pt x="527244" y="301675"/>
                </a:lnTo>
                <a:lnTo>
                  <a:pt x="523014" y="301411"/>
                </a:lnTo>
                <a:lnTo>
                  <a:pt x="518519" y="301411"/>
                </a:lnTo>
                <a:lnTo>
                  <a:pt x="514289" y="300618"/>
                </a:lnTo>
                <a:lnTo>
                  <a:pt x="510059" y="300089"/>
                </a:lnTo>
                <a:lnTo>
                  <a:pt x="505829" y="299296"/>
                </a:lnTo>
                <a:lnTo>
                  <a:pt x="501335" y="298238"/>
                </a:lnTo>
                <a:lnTo>
                  <a:pt x="497369" y="296916"/>
                </a:lnTo>
                <a:lnTo>
                  <a:pt x="493139" y="295594"/>
                </a:lnTo>
                <a:lnTo>
                  <a:pt x="489173" y="293744"/>
                </a:lnTo>
                <a:lnTo>
                  <a:pt x="485208" y="291893"/>
                </a:lnTo>
                <a:lnTo>
                  <a:pt x="481242" y="290042"/>
                </a:lnTo>
                <a:lnTo>
                  <a:pt x="477805" y="287662"/>
                </a:lnTo>
                <a:lnTo>
                  <a:pt x="474104" y="285283"/>
                </a:lnTo>
                <a:lnTo>
                  <a:pt x="470402" y="282639"/>
                </a:lnTo>
                <a:lnTo>
                  <a:pt x="466701" y="279731"/>
                </a:lnTo>
                <a:lnTo>
                  <a:pt x="463264" y="276558"/>
                </a:lnTo>
                <a:lnTo>
                  <a:pt x="460356" y="273649"/>
                </a:lnTo>
                <a:lnTo>
                  <a:pt x="457183" y="270212"/>
                </a:lnTo>
                <a:lnTo>
                  <a:pt x="454275" y="266511"/>
                </a:lnTo>
                <a:lnTo>
                  <a:pt x="451367" y="262809"/>
                </a:lnTo>
                <a:lnTo>
                  <a:pt x="448987" y="258843"/>
                </a:lnTo>
                <a:lnTo>
                  <a:pt x="446608" y="254877"/>
                </a:lnTo>
                <a:lnTo>
                  <a:pt x="444493" y="251176"/>
                </a:lnTo>
                <a:lnTo>
                  <a:pt x="442642" y="246681"/>
                </a:lnTo>
                <a:lnTo>
                  <a:pt x="440792" y="242451"/>
                </a:lnTo>
                <a:lnTo>
                  <a:pt x="439205" y="238220"/>
                </a:lnTo>
                <a:lnTo>
                  <a:pt x="438148" y="233990"/>
                </a:lnTo>
                <a:lnTo>
                  <a:pt x="437090" y="229760"/>
                </a:lnTo>
                <a:lnTo>
                  <a:pt x="436297" y="225529"/>
                </a:lnTo>
                <a:lnTo>
                  <a:pt x="435768" y="221299"/>
                </a:lnTo>
                <a:lnTo>
                  <a:pt x="435240" y="216804"/>
                </a:lnTo>
                <a:lnTo>
                  <a:pt x="434975" y="212310"/>
                </a:lnTo>
                <a:lnTo>
                  <a:pt x="434975" y="208079"/>
                </a:lnTo>
                <a:lnTo>
                  <a:pt x="435240" y="203849"/>
                </a:lnTo>
                <a:lnTo>
                  <a:pt x="436033" y="199354"/>
                </a:lnTo>
                <a:lnTo>
                  <a:pt x="436562" y="194860"/>
                </a:lnTo>
                <a:lnTo>
                  <a:pt x="437355" y="190629"/>
                </a:lnTo>
                <a:lnTo>
                  <a:pt x="438412" y="186663"/>
                </a:lnTo>
                <a:lnTo>
                  <a:pt x="439734" y="182433"/>
                </a:lnTo>
                <a:lnTo>
                  <a:pt x="441056" y="178203"/>
                </a:lnTo>
                <a:lnTo>
                  <a:pt x="442907" y="174237"/>
                </a:lnTo>
                <a:lnTo>
                  <a:pt x="444757" y="170271"/>
                </a:lnTo>
                <a:lnTo>
                  <a:pt x="446608" y="166305"/>
                </a:lnTo>
                <a:lnTo>
                  <a:pt x="448987" y="162603"/>
                </a:lnTo>
                <a:lnTo>
                  <a:pt x="451367" y="159166"/>
                </a:lnTo>
                <a:lnTo>
                  <a:pt x="454011" y="155465"/>
                </a:lnTo>
                <a:lnTo>
                  <a:pt x="456919" y="152027"/>
                </a:lnTo>
                <a:lnTo>
                  <a:pt x="460091" y="148590"/>
                </a:lnTo>
                <a:lnTo>
                  <a:pt x="463000" y="145418"/>
                </a:lnTo>
                <a:lnTo>
                  <a:pt x="466437" y="142245"/>
                </a:lnTo>
                <a:lnTo>
                  <a:pt x="470138" y="139601"/>
                </a:lnTo>
                <a:lnTo>
                  <a:pt x="473839" y="136693"/>
                </a:lnTo>
                <a:lnTo>
                  <a:pt x="486001" y="128232"/>
                </a:lnTo>
                <a:lnTo>
                  <a:pt x="498162" y="120300"/>
                </a:lnTo>
                <a:lnTo>
                  <a:pt x="510588" y="112368"/>
                </a:lnTo>
                <a:lnTo>
                  <a:pt x="522749" y="105229"/>
                </a:lnTo>
                <a:lnTo>
                  <a:pt x="535440" y="97826"/>
                </a:lnTo>
                <a:lnTo>
                  <a:pt x="548130" y="90688"/>
                </a:lnTo>
                <a:lnTo>
                  <a:pt x="560820" y="83813"/>
                </a:lnTo>
                <a:lnTo>
                  <a:pt x="573511" y="77468"/>
                </a:lnTo>
                <a:lnTo>
                  <a:pt x="586730" y="71387"/>
                </a:lnTo>
                <a:lnTo>
                  <a:pt x="599949" y="65306"/>
                </a:lnTo>
                <a:lnTo>
                  <a:pt x="612903" y="59489"/>
                </a:lnTo>
                <a:lnTo>
                  <a:pt x="626122" y="53937"/>
                </a:lnTo>
                <a:lnTo>
                  <a:pt x="639341" y="48649"/>
                </a:lnTo>
                <a:lnTo>
                  <a:pt x="652825" y="43890"/>
                </a:lnTo>
                <a:lnTo>
                  <a:pt x="666572" y="39395"/>
                </a:lnTo>
                <a:lnTo>
                  <a:pt x="680056" y="34636"/>
                </a:lnTo>
                <a:lnTo>
                  <a:pt x="693539" y="30670"/>
                </a:lnTo>
                <a:lnTo>
                  <a:pt x="707287" y="26704"/>
                </a:lnTo>
                <a:lnTo>
                  <a:pt x="721035" y="23267"/>
                </a:lnTo>
                <a:lnTo>
                  <a:pt x="735047" y="19830"/>
                </a:lnTo>
                <a:lnTo>
                  <a:pt x="748795" y="16657"/>
                </a:lnTo>
                <a:lnTo>
                  <a:pt x="762807" y="14013"/>
                </a:lnTo>
                <a:lnTo>
                  <a:pt x="776819" y="11369"/>
                </a:lnTo>
                <a:lnTo>
                  <a:pt x="790831" y="9254"/>
                </a:lnTo>
                <a:lnTo>
                  <a:pt x="805108" y="7139"/>
                </a:lnTo>
                <a:lnTo>
                  <a:pt x="819120" y="5288"/>
                </a:lnTo>
                <a:lnTo>
                  <a:pt x="833396" y="3702"/>
                </a:lnTo>
                <a:lnTo>
                  <a:pt x="847408" y="2380"/>
                </a:lnTo>
                <a:lnTo>
                  <a:pt x="861685" y="1586"/>
                </a:lnTo>
                <a:lnTo>
                  <a:pt x="876226" y="793"/>
                </a:lnTo>
                <a:lnTo>
                  <a:pt x="890502" y="264"/>
                </a:lnTo>
                <a:lnTo>
                  <a:pt x="904779" y="264"/>
                </a:lnTo>
                <a:lnTo>
                  <a:pt x="90689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306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CAA6F90-8A5E-CA41-968C-F62B17F0D341}"/>
              </a:ext>
            </a:extLst>
          </p:cNvPr>
          <p:cNvSpPr/>
          <p:nvPr/>
        </p:nvSpPr>
        <p:spPr>
          <a:xfrm>
            <a:off x="936104" y="469901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/>
              <a:t>&lt;</a:t>
            </a:r>
            <a:r>
              <a:rPr lang="en" altLang="zh-CN" b="1" dirty="0">
                <a:solidFill>
                  <a:srgbClr val="000080"/>
                </a:solidFill>
              </a:rPr>
              <a:t>dependency</a:t>
            </a:r>
            <a:r>
              <a:rPr lang="en" altLang="zh-CN" dirty="0"/>
              <a:t>&gt;</a:t>
            </a:r>
            <a:br>
              <a:rPr lang="en" altLang="zh-CN" dirty="0"/>
            </a:br>
            <a:r>
              <a:rPr lang="en" altLang="zh-CN" dirty="0"/>
              <a:t>    &lt;</a:t>
            </a:r>
            <a:r>
              <a:rPr lang="en" altLang="zh-CN" b="1" dirty="0" err="1">
                <a:solidFill>
                  <a:srgbClr val="000080"/>
                </a:solidFill>
              </a:rPr>
              <a:t>groupId</a:t>
            </a:r>
            <a:r>
              <a:rPr lang="en" altLang="zh-CN" dirty="0"/>
              <a:t>&gt;</a:t>
            </a:r>
            <a:r>
              <a:rPr lang="en" altLang="zh-CN" dirty="0" err="1"/>
              <a:t>org.mockito</a:t>
            </a:r>
            <a:r>
              <a:rPr lang="en" altLang="zh-CN" dirty="0"/>
              <a:t>&lt;/</a:t>
            </a:r>
            <a:r>
              <a:rPr lang="en" altLang="zh-CN" b="1" dirty="0" err="1">
                <a:solidFill>
                  <a:srgbClr val="000080"/>
                </a:solidFill>
              </a:rPr>
              <a:t>groupId</a:t>
            </a:r>
            <a:r>
              <a:rPr lang="en" altLang="zh-CN" dirty="0"/>
              <a:t>&gt;</a:t>
            </a:r>
            <a:br>
              <a:rPr lang="en" altLang="zh-CN" dirty="0"/>
            </a:br>
            <a:r>
              <a:rPr lang="en" altLang="zh-CN" dirty="0"/>
              <a:t>    &lt;</a:t>
            </a:r>
            <a:r>
              <a:rPr lang="en" altLang="zh-CN" b="1" dirty="0" err="1">
                <a:solidFill>
                  <a:srgbClr val="000080"/>
                </a:solidFill>
              </a:rPr>
              <a:t>artifactId</a:t>
            </a:r>
            <a:r>
              <a:rPr lang="en" altLang="zh-CN" dirty="0"/>
              <a:t>&gt;</a:t>
            </a:r>
            <a:r>
              <a:rPr lang="en" altLang="zh-CN" dirty="0" err="1"/>
              <a:t>mockito</a:t>
            </a:r>
            <a:r>
              <a:rPr lang="en" altLang="zh-CN" dirty="0"/>
              <a:t>-all&lt;/</a:t>
            </a:r>
            <a:r>
              <a:rPr lang="en" altLang="zh-CN" b="1" dirty="0" err="1">
                <a:solidFill>
                  <a:srgbClr val="000080"/>
                </a:solidFill>
              </a:rPr>
              <a:t>artifactId</a:t>
            </a:r>
            <a:r>
              <a:rPr lang="en" altLang="zh-CN" dirty="0"/>
              <a:t>&gt;</a:t>
            </a:r>
            <a:br>
              <a:rPr lang="en" altLang="zh-CN" dirty="0"/>
            </a:br>
            <a:r>
              <a:rPr lang="en" altLang="zh-CN" dirty="0"/>
              <a:t>    &lt;</a:t>
            </a:r>
            <a:r>
              <a:rPr lang="en" altLang="zh-CN" b="1" dirty="0">
                <a:solidFill>
                  <a:srgbClr val="000080"/>
                </a:solidFill>
              </a:rPr>
              <a:t>version</a:t>
            </a:r>
            <a:r>
              <a:rPr lang="en" altLang="zh-CN" dirty="0"/>
              <a:t>&gt;2.7.19&lt;/</a:t>
            </a:r>
            <a:r>
              <a:rPr lang="en" altLang="zh-CN" b="1" dirty="0">
                <a:solidFill>
                  <a:srgbClr val="000080"/>
                </a:solidFill>
              </a:rPr>
              <a:t>version</a:t>
            </a:r>
            <a:r>
              <a:rPr lang="en" altLang="zh-CN" dirty="0"/>
              <a:t>&gt;</a:t>
            </a:r>
            <a:br>
              <a:rPr lang="en" altLang="zh-CN" dirty="0"/>
            </a:br>
            <a:r>
              <a:rPr lang="en" altLang="zh-CN" dirty="0"/>
              <a:t>    &lt;</a:t>
            </a:r>
            <a:r>
              <a:rPr lang="en" altLang="zh-CN" b="1" dirty="0">
                <a:solidFill>
                  <a:srgbClr val="000080"/>
                </a:solidFill>
              </a:rPr>
              <a:t>scope</a:t>
            </a:r>
            <a:r>
              <a:rPr lang="en" altLang="zh-CN" dirty="0"/>
              <a:t>&gt;test&lt;/</a:t>
            </a:r>
            <a:r>
              <a:rPr lang="en" altLang="zh-CN" b="1" dirty="0">
                <a:solidFill>
                  <a:srgbClr val="000080"/>
                </a:solidFill>
              </a:rPr>
              <a:t>scope</a:t>
            </a:r>
            <a:r>
              <a:rPr lang="en" altLang="zh-CN" dirty="0"/>
              <a:t>&gt;</a:t>
            </a:r>
            <a:br>
              <a:rPr lang="en" altLang="zh-CN" dirty="0"/>
            </a:br>
            <a:r>
              <a:rPr lang="en" altLang="zh-CN" dirty="0"/>
              <a:t>&lt;/</a:t>
            </a:r>
            <a:r>
              <a:rPr lang="en" altLang="zh-CN" b="1" dirty="0">
                <a:solidFill>
                  <a:srgbClr val="000080"/>
                </a:solidFill>
              </a:rPr>
              <a:t>dependency</a:t>
            </a:r>
            <a:r>
              <a:rPr lang="en" altLang="zh-CN" dirty="0"/>
              <a:t>&gt;</a:t>
            </a:r>
            <a:endParaRPr lang="zh-CN" altLang="en-US" dirty="0"/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9C930556-ACB0-0B42-8F8D-54A4E562766A}"/>
              </a:ext>
            </a:extLst>
          </p:cNvPr>
          <p:cNvSpPr txBox="1"/>
          <p:nvPr/>
        </p:nvSpPr>
        <p:spPr>
          <a:xfrm>
            <a:off x="964838" y="535900"/>
            <a:ext cx="37266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Mockito——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入门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4B6BEA-7E18-2F41-80BD-FE62B3A9F3F9}"/>
              </a:ext>
            </a:extLst>
          </p:cNvPr>
          <p:cNvSpPr txBox="1"/>
          <p:nvPr/>
        </p:nvSpPr>
        <p:spPr>
          <a:xfrm>
            <a:off x="830803" y="1340768"/>
            <a:ext cx="8061677" cy="2998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Stub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对象的区别：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Stub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对象用来提供测试时所需的测试数据，对各种交互设置相应的回应。</a:t>
            </a:r>
            <a:endParaRPr kumimoji="1"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Mockito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when(…).</a:t>
            </a:r>
            <a:r>
              <a:rPr kumimoji="1"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thenReturn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(…)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这样的方法便是设置方法调用的返回值。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对象用来验证测试中所依赖的对象的交互是否能达到预期。</a:t>
            </a:r>
            <a:endParaRPr kumimoji="1"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Mockito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verify(…).</a:t>
            </a:r>
            <a:r>
              <a:rPr kumimoji="1"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methodXxx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(…)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验证</a:t>
            </a:r>
            <a:r>
              <a:rPr kumimoji="1"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methodXxx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方法是否按预期进行调用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Mockito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框架中所谓的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对象实际是作为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stub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对象和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mock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对象同时使用的</a:t>
            </a:r>
          </a:p>
        </p:txBody>
      </p:sp>
    </p:spTree>
    <p:extLst>
      <p:ext uri="{BB962C8B-B14F-4D97-AF65-F5344CB8AC3E}">
        <p14:creationId xmlns:p14="http://schemas.microsoft.com/office/powerpoint/2010/main" val="358736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5">
            <a:extLst>
              <a:ext uri="{FF2B5EF4-FFF2-40B4-BE49-F238E27FC236}">
                <a16:creationId xmlns:a16="http://schemas.microsoft.com/office/drawing/2014/main" id="{9E999854-892D-A140-A5AD-65D3743132D9}"/>
              </a:ext>
            </a:extLst>
          </p:cNvPr>
          <p:cNvSpPr txBox="1"/>
          <p:nvPr/>
        </p:nvSpPr>
        <p:spPr>
          <a:xfrm>
            <a:off x="964838" y="535900"/>
            <a:ext cx="37266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Mockito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常用方法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——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验证行为</a:t>
            </a:r>
          </a:p>
        </p:txBody>
      </p:sp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DDAB05-F75B-0440-AB0B-6818596FFF32}"/>
              </a:ext>
            </a:extLst>
          </p:cNvPr>
          <p:cNvSpPr txBox="1"/>
          <p:nvPr/>
        </p:nvSpPr>
        <p:spPr>
          <a:xfrm>
            <a:off x="964838" y="1484784"/>
            <a:ext cx="6919530" cy="3600986"/>
          </a:xfrm>
          <a:prstGeom prst="rect">
            <a:avLst/>
          </a:prstGeom>
          <a:solidFill>
            <a:srgbClr val="E8EAE9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dirty="0">
                <a:solidFill>
                  <a:srgbClr val="6A737D"/>
                </a:solidFill>
              </a:rPr>
              <a:t>// </a:t>
            </a:r>
            <a:r>
              <a:rPr lang="zh-CN" altLang="en-US" dirty="0">
                <a:solidFill>
                  <a:srgbClr val="6A737D"/>
                </a:solidFill>
              </a:rPr>
              <a:t>静态导入会使代码更简洁</a:t>
            </a:r>
            <a:endParaRPr lang="en-US" altLang="zh-CN" dirty="0">
              <a:solidFill>
                <a:srgbClr val="6A737D"/>
              </a:solidFill>
            </a:endParaRPr>
          </a:p>
          <a:p>
            <a:r>
              <a:rPr lang="zh-CN" altLang="en-US" dirty="0"/>
              <a:t> </a:t>
            </a:r>
            <a:r>
              <a:rPr lang="en" altLang="zh-CN" dirty="0">
                <a:solidFill>
                  <a:srgbClr val="D73A49"/>
                </a:solidFill>
              </a:rPr>
              <a:t>import static</a:t>
            </a:r>
            <a:r>
              <a:rPr lang="en" altLang="zh-CN" dirty="0"/>
              <a:t> </a:t>
            </a:r>
            <a:r>
              <a:rPr lang="en" altLang="zh-CN" dirty="0" err="1">
                <a:solidFill>
                  <a:srgbClr val="24292E"/>
                </a:solidFill>
              </a:rPr>
              <a:t>org.mockito.Mockito</a:t>
            </a:r>
            <a:r>
              <a:rPr lang="en" altLang="zh-CN" dirty="0">
                <a:solidFill>
                  <a:srgbClr val="24292E"/>
                </a:solidFill>
              </a:rPr>
              <a:t>.*</a:t>
            </a:r>
            <a:r>
              <a:rPr lang="en" altLang="zh-CN" dirty="0"/>
              <a:t>;</a:t>
            </a:r>
          </a:p>
          <a:p>
            <a:r>
              <a:rPr lang="en" altLang="zh-CN" dirty="0"/>
              <a:t> </a:t>
            </a:r>
          </a:p>
          <a:p>
            <a:r>
              <a:rPr lang="en" altLang="zh-CN" dirty="0">
                <a:solidFill>
                  <a:srgbClr val="6A737D"/>
                </a:solidFill>
              </a:rPr>
              <a:t>// mock creation </a:t>
            </a:r>
            <a:r>
              <a:rPr lang="zh-CN" altLang="en-US" dirty="0">
                <a:solidFill>
                  <a:srgbClr val="6A737D"/>
                </a:solidFill>
              </a:rPr>
              <a:t>创建</a:t>
            </a:r>
            <a:r>
              <a:rPr lang="en" altLang="zh-CN" dirty="0">
                <a:solidFill>
                  <a:srgbClr val="6A737D"/>
                </a:solidFill>
              </a:rPr>
              <a:t>mock</a:t>
            </a:r>
            <a:r>
              <a:rPr lang="zh-CN" altLang="en-US" dirty="0">
                <a:solidFill>
                  <a:srgbClr val="6A737D"/>
                </a:solidFill>
              </a:rPr>
              <a:t>对象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" altLang="zh-CN" dirty="0">
                <a:solidFill>
                  <a:srgbClr val="24292E"/>
                </a:solidFill>
              </a:rPr>
              <a:t>List</a:t>
            </a:r>
            <a:r>
              <a:rPr lang="en" altLang="zh-CN" dirty="0"/>
              <a:t> </a:t>
            </a:r>
            <a:r>
              <a:rPr lang="en" altLang="zh-CN" dirty="0" err="1"/>
              <a:t>mockedList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D73A49"/>
                </a:solidFill>
              </a:rPr>
              <a:t>=</a:t>
            </a:r>
            <a:r>
              <a:rPr lang="en" altLang="zh-CN" dirty="0"/>
              <a:t> mock(</a:t>
            </a:r>
            <a:r>
              <a:rPr lang="en" altLang="zh-CN" dirty="0" err="1">
                <a:solidFill>
                  <a:srgbClr val="24292E"/>
                </a:solidFill>
              </a:rPr>
              <a:t>List</a:t>
            </a:r>
            <a:r>
              <a:rPr lang="en" altLang="zh-CN" dirty="0" err="1">
                <a:solidFill>
                  <a:srgbClr val="D73A49"/>
                </a:solidFill>
              </a:rPr>
              <a:t>.</a:t>
            </a:r>
            <a:r>
              <a:rPr lang="en" altLang="zh-CN" dirty="0" err="1"/>
              <a:t>class</a:t>
            </a:r>
            <a:r>
              <a:rPr lang="en" altLang="zh-CN" dirty="0"/>
              <a:t>);</a:t>
            </a:r>
          </a:p>
          <a:p>
            <a:endParaRPr lang="en" altLang="zh-CN" dirty="0"/>
          </a:p>
          <a:p>
            <a:r>
              <a:rPr lang="en" altLang="zh-CN" dirty="0"/>
              <a:t> </a:t>
            </a:r>
            <a:r>
              <a:rPr lang="en" altLang="zh-CN" dirty="0">
                <a:solidFill>
                  <a:srgbClr val="6A737D"/>
                </a:solidFill>
              </a:rPr>
              <a:t>//using mock object </a:t>
            </a:r>
            <a:r>
              <a:rPr lang="zh-CN" altLang="en-US" dirty="0">
                <a:solidFill>
                  <a:srgbClr val="6A737D"/>
                </a:solidFill>
              </a:rPr>
              <a:t>使用</a:t>
            </a:r>
            <a:r>
              <a:rPr lang="en" altLang="zh-CN" dirty="0">
                <a:solidFill>
                  <a:srgbClr val="6A737D"/>
                </a:solidFill>
              </a:rPr>
              <a:t>mock</a:t>
            </a:r>
            <a:r>
              <a:rPr lang="zh-CN" altLang="en-US" dirty="0">
                <a:solidFill>
                  <a:srgbClr val="6A737D"/>
                </a:solidFill>
              </a:rPr>
              <a:t>对象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" altLang="zh-CN" dirty="0" err="1"/>
              <a:t>mockedList</a:t>
            </a:r>
            <a:r>
              <a:rPr lang="en" altLang="zh-CN" dirty="0" err="1">
                <a:solidFill>
                  <a:srgbClr val="D73A49"/>
                </a:solidFill>
              </a:rPr>
              <a:t>.</a:t>
            </a:r>
            <a:r>
              <a:rPr lang="en" altLang="zh-CN" dirty="0" err="1"/>
              <a:t>add</a:t>
            </a:r>
            <a:r>
              <a:rPr lang="en" altLang="zh-CN" dirty="0"/>
              <a:t>(</a:t>
            </a:r>
            <a:r>
              <a:rPr lang="en" altLang="zh-CN" dirty="0">
                <a:solidFill>
                  <a:srgbClr val="032F62"/>
                </a:solidFill>
              </a:rPr>
              <a:t>"one"</a:t>
            </a:r>
            <a:r>
              <a:rPr lang="en" altLang="zh-CN" dirty="0"/>
              <a:t>);</a:t>
            </a:r>
          </a:p>
          <a:p>
            <a:r>
              <a:rPr lang="en" altLang="zh-CN" dirty="0"/>
              <a:t> </a:t>
            </a:r>
            <a:r>
              <a:rPr lang="en" altLang="zh-CN" dirty="0" err="1"/>
              <a:t>mockedList</a:t>
            </a:r>
            <a:r>
              <a:rPr lang="en" altLang="zh-CN" dirty="0" err="1">
                <a:solidFill>
                  <a:srgbClr val="D73A49"/>
                </a:solidFill>
              </a:rPr>
              <a:t>.</a:t>
            </a:r>
            <a:r>
              <a:rPr lang="en" altLang="zh-CN" dirty="0" err="1"/>
              <a:t>clear</a:t>
            </a:r>
            <a:r>
              <a:rPr lang="en" altLang="zh-CN" dirty="0"/>
              <a:t>(); </a:t>
            </a:r>
          </a:p>
          <a:p>
            <a:endParaRPr lang="en" altLang="zh-CN" dirty="0"/>
          </a:p>
          <a:p>
            <a:r>
              <a:rPr lang="en" altLang="zh-CN" dirty="0">
                <a:solidFill>
                  <a:srgbClr val="6A737D"/>
                </a:solidFill>
              </a:rPr>
              <a:t>//verification </a:t>
            </a:r>
            <a:r>
              <a:rPr lang="zh-CN" altLang="en-US" dirty="0">
                <a:solidFill>
                  <a:srgbClr val="6A737D"/>
                </a:solidFill>
              </a:rPr>
              <a:t>验证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" altLang="zh-CN" dirty="0"/>
              <a:t>verify(</a:t>
            </a:r>
            <a:r>
              <a:rPr lang="en" altLang="zh-CN" dirty="0" err="1"/>
              <a:t>mockedList</a:t>
            </a:r>
            <a:r>
              <a:rPr lang="en" altLang="zh-CN" dirty="0"/>
              <a:t>)</a:t>
            </a:r>
            <a:r>
              <a:rPr lang="en" altLang="zh-CN" dirty="0">
                <a:solidFill>
                  <a:srgbClr val="D73A49"/>
                </a:solidFill>
              </a:rPr>
              <a:t>.</a:t>
            </a:r>
            <a:r>
              <a:rPr lang="en" altLang="zh-CN" dirty="0"/>
              <a:t>add(</a:t>
            </a:r>
            <a:r>
              <a:rPr lang="en" altLang="zh-CN" dirty="0">
                <a:solidFill>
                  <a:srgbClr val="032F62"/>
                </a:solidFill>
              </a:rPr>
              <a:t>"one"</a:t>
            </a:r>
            <a:r>
              <a:rPr lang="en" altLang="zh-CN" dirty="0"/>
              <a:t>); </a:t>
            </a:r>
          </a:p>
          <a:p>
            <a:r>
              <a:rPr lang="en" altLang="zh-CN" dirty="0"/>
              <a:t>verify(</a:t>
            </a:r>
            <a:r>
              <a:rPr lang="en" altLang="zh-CN" dirty="0" err="1"/>
              <a:t>mockedList</a:t>
            </a:r>
            <a:r>
              <a:rPr lang="en" altLang="zh-CN" dirty="0"/>
              <a:t>)</a:t>
            </a:r>
            <a:r>
              <a:rPr lang="en" altLang="zh-CN" dirty="0">
                <a:solidFill>
                  <a:srgbClr val="D73A49"/>
                </a:solidFill>
              </a:rPr>
              <a:t>.</a:t>
            </a:r>
            <a:r>
              <a:rPr lang="en" altLang="zh-CN" dirty="0"/>
              <a:t>clear();</a:t>
            </a:r>
            <a:endParaRPr kumimoji="1" lang="zh-CN" altLang="en-US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609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5">
            <a:extLst>
              <a:ext uri="{FF2B5EF4-FFF2-40B4-BE49-F238E27FC236}">
                <a16:creationId xmlns:a16="http://schemas.microsoft.com/office/drawing/2014/main" id="{9E999854-892D-A140-A5AD-65D3743132D9}"/>
              </a:ext>
            </a:extLst>
          </p:cNvPr>
          <p:cNvSpPr txBox="1"/>
          <p:nvPr/>
        </p:nvSpPr>
        <p:spPr>
          <a:xfrm>
            <a:off x="964838" y="548680"/>
            <a:ext cx="461527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Mockito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常用方法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——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测试桩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stub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DDAB05-F75B-0440-AB0B-6818596FFF32}"/>
              </a:ext>
            </a:extLst>
          </p:cNvPr>
          <p:cNvSpPr txBox="1"/>
          <p:nvPr/>
        </p:nvSpPr>
        <p:spPr>
          <a:xfrm>
            <a:off x="621894" y="1196752"/>
            <a:ext cx="7910546" cy="5539978"/>
          </a:xfrm>
          <a:prstGeom prst="rect">
            <a:avLst/>
          </a:prstGeom>
          <a:solidFill>
            <a:srgbClr val="E8EAE9"/>
          </a:solidFill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你可以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具体的类型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不仅只是接口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LinkedList 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mock(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LinkedList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class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测试桩</a:t>
            </a: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stubbing </a:t>
            </a: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）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when(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005CC5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en-US" altLang="zh-CN" kern="0" dirty="0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thenReturn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032F6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"first"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when(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005CC5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en-US" altLang="zh-CN" kern="0" dirty="0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thenThrow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zh-CN" altLang="en-US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RuntimeException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后面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输出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“first”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System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005CC5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后面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抛出异常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System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005CC5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en-US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因为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get(999) 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没有打桩，因此输出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System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 err="1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005CC5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999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验证</a:t>
            </a:r>
            <a:r>
              <a:rPr lang="en-US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get(0)</a:t>
            </a:r>
            <a:r>
              <a:rPr lang="zh-CN" altLang="zh-CN" kern="0" dirty="0">
                <a:solidFill>
                  <a:srgbClr val="6A737D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被调用的次数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verify(</a:t>
            </a:r>
            <a:r>
              <a:rPr lang="en-US" altLang="zh-CN" kern="0" dirty="0" err="1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mockedList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D73A49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get(</a:t>
            </a:r>
            <a:r>
              <a:rPr lang="en-US" altLang="zh-CN" kern="0" dirty="0">
                <a:solidFill>
                  <a:srgbClr val="005CC5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solidFill>
                  <a:srgbClr val="24292E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0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6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5">
            <a:extLst>
              <a:ext uri="{FF2B5EF4-FFF2-40B4-BE49-F238E27FC236}">
                <a16:creationId xmlns:a16="http://schemas.microsoft.com/office/drawing/2014/main" id="{9E999854-892D-A140-A5AD-65D3743132D9}"/>
              </a:ext>
            </a:extLst>
          </p:cNvPr>
          <p:cNvSpPr txBox="1"/>
          <p:nvPr/>
        </p:nvSpPr>
        <p:spPr>
          <a:xfrm>
            <a:off x="964838" y="476672"/>
            <a:ext cx="54793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Mockito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常用方法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——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参数匹配器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matchers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DDAB05-F75B-0440-AB0B-6818596FFF32}"/>
              </a:ext>
            </a:extLst>
          </p:cNvPr>
          <p:cNvSpPr txBox="1"/>
          <p:nvPr/>
        </p:nvSpPr>
        <p:spPr>
          <a:xfrm>
            <a:off x="141913" y="1268760"/>
            <a:ext cx="8822575" cy="3046988"/>
          </a:xfrm>
          <a:prstGeom prst="rect">
            <a:avLst/>
          </a:prstGeom>
          <a:solidFill>
            <a:srgbClr val="E8EAE9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测试桩使用内置的</a:t>
            </a:r>
            <a:r>
              <a:rPr lang="en-US" altLang="zh-CN" dirty="0" err="1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anyInt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参数匹配器</a:t>
            </a:r>
            <a:endParaRPr lang="zh-CN" altLang="en-US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when(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get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anyInt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()))</a:t>
            </a:r>
            <a:r>
              <a:rPr lang="en-US" altLang="zh-CN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thenReturn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“element”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endParaRPr lang="en-US" altLang="zh-CN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使用自定义的参数匹配器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 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在</a:t>
            </a:r>
            <a:r>
              <a:rPr lang="en-US" altLang="zh-CN" dirty="0" err="1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isValid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函数中返回你自己的匹配器实现 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</a:t>
            </a:r>
            <a:endParaRPr lang="zh-CN" altLang="en-US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when(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contains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argThat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isValid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())))</a:t>
            </a:r>
            <a:r>
              <a:rPr lang="en-US" altLang="zh-CN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thenReturn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"element"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endParaRPr lang="en-US" altLang="zh-CN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后面输出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element</a:t>
            </a:r>
            <a:endParaRPr lang="en-US" altLang="zh-CN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System</a:t>
            </a:r>
            <a:r>
              <a:rPr lang="en-US" altLang="zh-CN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out</a:t>
            </a:r>
            <a:r>
              <a:rPr lang="en-US" altLang="zh-CN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println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get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005CC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999</a:t>
            </a:r>
            <a:r>
              <a:rPr lang="en-US" altLang="zh-CN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));</a:t>
            </a:r>
          </a:p>
          <a:p>
            <a:endParaRPr lang="en-US" altLang="zh-CN" dirty="0">
              <a:solidFill>
                <a:srgbClr val="6A737D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 </a:t>
            </a:r>
            <a:r>
              <a:rPr lang="zh-CN" altLang="en-US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你也可以验证参数匹配器</a:t>
            </a:r>
            <a:endParaRPr lang="zh-CN" altLang="en-US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pPr algn="just"/>
            <a:r>
              <a:rPr lang="en-US" altLang="zh-CN" kern="100" dirty="0">
                <a:solidFill>
                  <a:srgbClr val="24292E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 verify(</a:t>
            </a:r>
            <a:r>
              <a:rPr lang="en-US" altLang="zh-CN" kern="100" dirty="0" err="1">
                <a:solidFill>
                  <a:srgbClr val="24292E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mockedList</a:t>
            </a:r>
            <a:r>
              <a:rPr lang="en-US" altLang="zh-CN" kern="100" dirty="0">
                <a:solidFill>
                  <a:srgbClr val="24292E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)</a:t>
            </a:r>
            <a:r>
              <a:rPr lang="en-US" altLang="zh-CN" kern="100" dirty="0">
                <a:solidFill>
                  <a:srgbClr val="D73A49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.</a:t>
            </a:r>
            <a:r>
              <a:rPr lang="en-US" altLang="zh-CN" kern="100" dirty="0">
                <a:solidFill>
                  <a:srgbClr val="24292E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get(</a:t>
            </a:r>
            <a:r>
              <a:rPr lang="en-US" altLang="zh-CN" kern="100" dirty="0" err="1">
                <a:solidFill>
                  <a:srgbClr val="24292E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anyInt</a:t>
            </a:r>
            <a:r>
              <a:rPr lang="en-US" altLang="zh-CN" kern="100" dirty="0">
                <a:solidFill>
                  <a:srgbClr val="24292E"/>
                </a:solidFill>
                <a:latin typeface="Consolas" panose="020B0609020204030204" pitchFamily="49" charset="0"/>
                <a:ea typeface="DengXian" panose="02010600030101010101" pitchFamily="2" charset="-122"/>
              </a:rPr>
              <a:t>());</a:t>
            </a:r>
            <a:endParaRPr lang="zh-CN" altLang="zh-CN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97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5">
            <a:extLst>
              <a:ext uri="{FF2B5EF4-FFF2-40B4-BE49-F238E27FC236}">
                <a16:creationId xmlns:a16="http://schemas.microsoft.com/office/drawing/2014/main" id="{9E999854-892D-A140-A5AD-65D3743132D9}"/>
              </a:ext>
            </a:extLst>
          </p:cNvPr>
          <p:cNvSpPr txBox="1"/>
          <p:nvPr/>
        </p:nvSpPr>
        <p:spPr>
          <a:xfrm>
            <a:off x="964838" y="456927"/>
            <a:ext cx="699153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Mockito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常用方法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——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</a:rPr>
              <a:t>验证函数的确切、最少、从未调用次数</a:t>
            </a:r>
          </a:p>
        </p:txBody>
      </p:sp>
      <p:pic>
        <p:nvPicPr>
          <p:cNvPr id="30" name="Picture 3" descr="C:\Users\Administrator\Desktop\微立体创业计划\005.png">
            <a:extLst>
              <a:ext uri="{FF2B5EF4-FFF2-40B4-BE49-F238E27FC236}">
                <a16:creationId xmlns:a16="http://schemas.microsoft.com/office/drawing/2014/main" id="{30DD5909-CBB7-734B-B178-97414158F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0" y="40466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:\Users\Administrator\Desktop\微立体创业计划\004.png">
            <a:extLst>
              <a:ext uri="{FF2B5EF4-FFF2-40B4-BE49-F238E27FC236}">
                <a16:creationId xmlns:a16="http://schemas.microsoft.com/office/drawing/2014/main" id="{4B39D199-7A86-6246-A5FD-370B13DD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64" y="411694"/>
            <a:ext cx="457260" cy="457260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EDDAB05-F75B-0440-AB0B-6818596FFF32}"/>
              </a:ext>
            </a:extLst>
          </p:cNvPr>
          <p:cNvSpPr txBox="1"/>
          <p:nvPr/>
        </p:nvSpPr>
        <p:spPr>
          <a:xfrm>
            <a:off x="160712" y="960983"/>
            <a:ext cx="8822575" cy="5755422"/>
          </a:xfrm>
          <a:prstGeom prst="rect">
            <a:avLst/>
          </a:prstGeom>
          <a:solidFill>
            <a:srgbClr val="E8EAE9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"once"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"twice"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"twice"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"three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"three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 err="1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"three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 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下面的两个验证函数效果一样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因为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verify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默认验证的就是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times(1)</a:t>
            </a:r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"once"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times(</a:t>
            </a:r>
            <a:r>
              <a:rPr lang="en-US" altLang="zh-CN" sz="1700" dirty="0">
                <a:solidFill>
                  <a:srgbClr val="005CC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1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"once"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 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验证具体的执行次数</a:t>
            </a:r>
            <a:endParaRPr lang="zh-CN" altLang="en-US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times(</a:t>
            </a:r>
            <a:r>
              <a:rPr lang="en-US" altLang="zh-CN" sz="1700" dirty="0">
                <a:solidFill>
                  <a:srgbClr val="005CC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2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"twice"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times(</a:t>
            </a:r>
            <a:r>
              <a:rPr lang="en-US" altLang="zh-CN" sz="1700" dirty="0">
                <a:solidFill>
                  <a:srgbClr val="005CC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3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"three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 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使用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never()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进行验证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,never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相当于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times(0)</a:t>
            </a:r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never())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"never happened"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// </a:t>
            </a:r>
            <a:r>
              <a:rPr lang="zh-CN" altLang="en-US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使用</a:t>
            </a:r>
            <a:r>
              <a:rPr lang="en-US" altLang="zh-CN" sz="1700" dirty="0" err="1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atLeast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()/</a:t>
            </a:r>
            <a:r>
              <a:rPr lang="en-US" altLang="zh-CN" sz="1700" dirty="0" err="1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atMost</a:t>
            </a:r>
            <a:r>
              <a:rPr lang="en-US" altLang="zh-CN" sz="1700" dirty="0">
                <a:solidFill>
                  <a:srgbClr val="6A737D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</a:t>
            </a:r>
            <a:endParaRPr lang="en-US" altLang="zh-CN" sz="1700" dirty="0">
              <a:solidFill>
                <a:srgbClr val="24292E"/>
              </a:solidFill>
              <a:latin typeface="Consolas" panose="020B0609020204030204" pitchFamily="49" charset="0"/>
              <a:ea typeface="SimSun" panose="02010600030101010101" pitchFamily="2" charset="-122"/>
            </a:endParaRP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atLeastOnce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"three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atLeast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05CC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2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"five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  <a:p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 verify(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mockedList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, </a:t>
            </a:r>
            <a:r>
              <a:rPr lang="en-US" altLang="zh-CN" sz="1700" dirty="0" err="1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atMost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05CC5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5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))</a:t>
            </a:r>
            <a:r>
              <a:rPr lang="en-US" altLang="zh-CN" sz="1700" dirty="0">
                <a:solidFill>
                  <a:srgbClr val="D73A49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.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add(</a:t>
            </a:r>
            <a:r>
              <a:rPr lang="en-US" altLang="zh-CN" sz="1700" dirty="0">
                <a:solidFill>
                  <a:srgbClr val="032F62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"three times"</a:t>
            </a:r>
            <a:r>
              <a:rPr lang="en-US" altLang="zh-CN" sz="1700" dirty="0">
                <a:solidFill>
                  <a:srgbClr val="24292E"/>
                </a:solidFill>
                <a:latin typeface="Consolas" panose="020B0609020204030204" pitchFamily="49" charset="0"/>
                <a:ea typeface="SimSun" panose="02010600030101010101" pitchFamily="2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7203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flip dir="r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矩形 1"/>
          <p:cNvSpPr>
            <a:spLocks noChangeArrowheads="1"/>
          </p:cNvSpPr>
          <p:nvPr/>
        </p:nvSpPr>
        <p:spPr bwMode="auto">
          <a:xfrm>
            <a:off x="3693074" y="1214897"/>
            <a:ext cx="2143276" cy="54061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 w="57150" algn="ctr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2032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6" name="文本框 7"/>
          <p:cNvSpPr txBox="1">
            <a:spLocks noChangeArrowheads="1"/>
          </p:cNvSpPr>
          <p:nvPr/>
        </p:nvSpPr>
        <p:spPr bwMode="auto">
          <a:xfrm>
            <a:off x="3748056" y="1196752"/>
            <a:ext cx="190259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latin typeface="方正正大黑简体" pitchFamily="2" charset="-122"/>
                <a:ea typeface="方正正大黑简体" pitchFamily="2" charset="-122"/>
              </a:rPr>
              <a:t>参考链接</a:t>
            </a:r>
          </a:p>
        </p:txBody>
      </p:sp>
      <p:sp>
        <p:nvSpPr>
          <p:cNvPr id="327" name="燕尾形 9"/>
          <p:cNvSpPr>
            <a:spLocks noChangeArrowheads="1"/>
          </p:cNvSpPr>
          <p:nvPr/>
        </p:nvSpPr>
        <p:spPr bwMode="auto">
          <a:xfrm>
            <a:off x="2951609" y="1214899"/>
            <a:ext cx="356043" cy="535851"/>
          </a:xfrm>
          <a:prstGeom prst="chevron">
            <a:avLst>
              <a:gd name="adj" fmla="val 50000"/>
            </a:avLst>
          </a:prstGeom>
          <a:solidFill>
            <a:srgbClr val="F17475"/>
          </a:solidFill>
          <a:ln w="38100" algn="ctr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2032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28" name="燕尾形 9"/>
          <p:cNvSpPr>
            <a:spLocks noChangeArrowheads="1"/>
          </p:cNvSpPr>
          <p:nvPr/>
        </p:nvSpPr>
        <p:spPr bwMode="auto">
          <a:xfrm>
            <a:off x="3246922" y="1214899"/>
            <a:ext cx="356043" cy="535851"/>
          </a:xfrm>
          <a:prstGeom prst="chevron">
            <a:avLst>
              <a:gd name="adj" fmla="val 50000"/>
            </a:avLst>
          </a:prstGeom>
          <a:solidFill>
            <a:srgbClr val="FFBF53"/>
          </a:solidFill>
          <a:ln w="38100" algn="ctr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2032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29" name="燕尾形 9"/>
          <p:cNvSpPr>
            <a:spLocks noChangeArrowheads="1"/>
          </p:cNvSpPr>
          <p:nvPr/>
        </p:nvSpPr>
        <p:spPr bwMode="auto">
          <a:xfrm rot="10800000">
            <a:off x="5889865" y="1214899"/>
            <a:ext cx="356043" cy="535851"/>
          </a:xfrm>
          <a:prstGeom prst="chevron">
            <a:avLst>
              <a:gd name="adj" fmla="val 50000"/>
            </a:avLst>
          </a:prstGeom>
          <a:solidFill>
            <a:srgbClr val="01B3C5"/>
          </a:solidFill>
          <a:ln w="38100" algn="ctr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203200" dist="127000" dir="2700000" algn="tl" rotWithShape="0">
              <a:prstClr val="black">
                <a:alpha val="40000"/>
              </a:prstClr>
            </a:outerShdw>
          </a:effectLst>
        </p:spPr>
        <p:txBody>
          <a:bodyPr rot="1080000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30" name="燕尾形 9"/>
          <p:cNvSpPr>
            <a:spLocks noChangeArrowheads="1"/>
          </p:cNvSpPr>
          <p:nvPr/>
        </p:nvSpPr>
        <p:spPr bwMode="auto">
          <a:xfrm rot="10800000">
            <a:off x="6160172" y="1214899"/>
            <a:ext cx="356044" cy="535851"/>
          </a:xfrm>
          <a:prstGeom prst="chevron">
            <a:avLst>
              <a:gd name="adj" fmla="val 50000"/>
            </a:avLst>
          </a:prstGeom>
          <a:solidFill>
            <a:srgbClr val="985CB0"/>
          </a:solidFill>
          <a:ln w="38100" algn="ctr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203200" dist="127000" dir="2700000" algn="tl" rotWithShape="0">
              <a:prstClr val="black">
                <a:alpha val="40000"/>
              </a:prstClr>
            </a:outerShdw>
          </a:effectLst>
        </p:spPr>
        <p:txBody>
          <a:bodyPr rot="1080000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C7117F-B1C4-1048-90E9-19BB805D30B5}"/>
              </a:ext>
            </a:extLst>
          </p:cNvPr>
          <p:cNvSpPr txBox="1"/>
          <p:nvPr/>
        </p:nvSpPr>
        <p:spPr>
          <a:xfrm>
            <a:off x="971600" y="2348880"/>
            <a:ext cx="72008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" altLang="zh-CN" sz="1600" b="1" dirty="0"/>
              <a:t>Mockito </a:t>
            </a:r>
            <a:r>
              <a:rPr lang="zh-CN" altLang="en-US" sz="1600" b="1" dirty="0"/>
              <a:t>中文文档</a:t>
            </a:r>
          </a:p>
          <a:p>
            <a:r>
              <a:rPr lang="e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https://github.com/hehonghui/mockito-doc-zh</a:t>
            </a:r>
            <a:endParaRPr lang="en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kumimoji="1"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68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doors dir="vert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49"/>
          <p:cNvSpPr txBox="1"/>
          <p:nvPr/>
        </p:nvSpPr>
        <p:spPr>
          <a:xfrm>
            <a:off x="1304211" y="2924944"/>
            <a:ext cx="6535577" cy="25545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EA5E66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Thank</a:t>
            </a:r>
            <a:r>
              <a:rPr lang="zh-CN" altLang="en-US" sz="8000" b="1" dirty="0">
                <a:solidFill>
                  <a:srgbClr val="EA5E66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lang="en-US" altLang="zh-CN" sz="8000" b="1" dirty="0">
                <a:solidFill>
                  <a:srgbClr val="EA5E66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you</a:t>
            </a:r>
          </a:p>
          <a:p>
            <a:pPr algn="ctr"/>
            <a:endParaRPr lang="zh-CN" altLang="en-US" sz="80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631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 advClick="0">
        <p14:switch dir="r"/>
      </p:transition>
    </mc:Choice>
    <mc:Fallback xmlns="">
      <p:transition spd="slow" advClick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6093208"/>
  <p:tag name="MH_LIBRARY" val="GRAPHIC"/>
  <p:tag name="MH_TYPE" val="Other"/>
  <p:tag name="MH_ORDER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6093208"/>
  <p:tag name="MH_LIBRARY" val="GRAPHIC"/>
  <p:tag name="MH_TYPE" val="Other"/>
  <p:tag name="MH_ORD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6093208"/>
  <p:tag name="MH_LIBRARY" val="GRAPHIC"/>
  <p:tag name="MH_TYPE" val="Other"/>
  <p:tag name="MH_ORD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6093208"/>
  <p:tag name="MH_LIBRARY" val="GRAPHIC"/>
  <p:tag name="MH_TYPE" val="Other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6093208"/>
  <p:tag name="MH_LIBRARY" val="GRAPHIC"/>
  <p:tag name="MH_TYPE" val="Other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6093208"/>
  <p:tag name="MH_LIBRARY" val="GRAPHIC"/>
  <p:tag name="MH_TYPE" val="Other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FFFFFF"/>
      </a:dk2>
      <a:lt2>
        <a:srgbClr val="FFFFFF"/>
      </a:lt2>
      <a:accent1>
        <a:srgbClr val="0E647C"/>
      </a:accent1>
      <a:accent2>
        <a:srgbClr val="2DB2A4"/>
      </a:accent2>
      <a:accent3>
        <a:srgbClr val="74AF47"/>
      </a:accent3>
      <a:accent4>
        <a:srgbClr val="755DA1"/>
      </a:accent4>
      <a:accent5>
        <a:srgbClr val="4BACC6"/>
      </a:accent5>
      <a:accent6>
        <a:srgbClr val="F87A08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9492</TotalTime>
  <Words>1042</Words>
  <Application>Microsoft Macintosh PowerPoint</Application>
  <PresentationFormat>全屏显示(4:3)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DengXian</vt:lpstr>
      <vt:lpstr>方正正大黑简体</vt:lpstr>
      <vt:lpstr>微软雅黑</vt:lpstr>
      <vt:lpstr>Heiti SC Medium</vt:lpstr>
      <vt:lpstr>Arial</vt:lpstr>
      <vt:lpstr>Calibri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hl81829782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hl81829782</dc:creator>
  <cp:keywords>hl81829782</cp:keywords>
  <cp:lastModifiedBy>Microsoft Office User</cp:lastModifiedBy>
  <cp:revision>848</cp:revision>
  <dcterms:created xsi:type="dcterms:W3CDTF">2015-04-24T01:01:13Z</dcterms:created>
  <dcterms:modified xsi:type="dcterms:W3CDTF">2020-01-29T03:59:13Z</dcterms:modified>
  <cp:category>hl81829782</cp:category>
  <cp:contentStatus>hl81829782</cp:contentStatus>
</cp:coreProperties>
</file>