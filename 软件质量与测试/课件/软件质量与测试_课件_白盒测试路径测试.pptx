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heme/theme2.xml" ContentType="application/vnd.openxmlformats-officedocument.theme+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60"/>
  </p:notesMasterIdLst>
  <p:sldIdLst>
    <p:sldId id="431" r:id="rId2"/>
    <p:sldId id="464" r:id="rId3"/>
    <p:sldId id="621" r:id="rId4"/>
    <p:sldId id="622" r:id="rId5"/>
    <p:sldId id="623" r:id="rId6"/>
    <p:sldId id="624" r:id="rId7"/>
    <p:sldId id="625" r:id="rId8"/>
    <p:sldId id="626" r:id="rId9"/>
    <p:sldId id="627" r:id="rId10"/>
    <p:sldId id="640" r:id="rId11"/>
    <p:sldId id="578" r:id="rId12"/>
    <p:sldId id="628" r:id="rId13"/>
    <p:sldId id="629" r:id="rId14"/>
    <p:sldId id="630" r:id="rId15"/>
    <p:sldId id="631" r:id="rId16"/>
    <p:sldId id="632" r:id="rId17"/>
    <p:sldId id="579" r:id="rId18"/>
    <p:sldId id="581" r:id="rId19"/>
    <p:sldId id="582" r:id="rId20"/>
    <p:sldId id="634" r:id="rId21"/>
    <p:sldId id="635" r:id="rId22"/>
    <p:sldId id="636" r:id="rId23"/>
    <p:sldId id="583" r:id="rId24"/>
    <p:sldId id="585" r:id="rId25"/>
    <p:sldId id="586" r:id="rId26"/>
    <p:sldId id="637" r:id="rId27"/>
    <p:sldId id="638" r:id="rId28"/>
    <p:sldId id="641" r:id="rId29"/>
    <p:sldId id="588" r:id="rId30"/>
    <p:sldId id="589" r:id="rId31"/>
    <p:sldId id="591" r:id="rId32"/>
    <p:sldId id="593" r:id="rId33"/>
    <p:sldId id="594" r:id="rId34"/>
    <p:sldId id="596" r:id="rId35"/>
    <p:sldId id="598" r:id="rId36"/>
    <p:sldId id="599" r:id="rId37"/>
    <p:sldId id="600" r:id="rId38"/>
    <p:sldId id="601" r:id="rId39"/>
    <p:sldId id="602" r:id="rId40"/>
    <p:sldId id="603" r:id="rId41"/>
    <p:sldId id="642" r:id="rId42"/>
    <p:sldId id="604" r:id="rId43"/>
    <p:sldId id="605" r:id="rId44"/>
    <p:sldId id="606" r:id="rId45"/>
    <p:sldId id="607" r:id="rId46"/>
    <p:sldId id="608" r:id="rId47"/>
    <p:sldId id="609" r:id="rId48"/>
    <p:sldId id="610" r:id="rId49"/>
    <p:sldId id="611" r:id="rId50"/>
    <p:sldId id="612" r:id="rId51"/>
    <p:sldId id="613" r:id="rId52"/>
    <p:sldId id="614" r:id="rId53"/>
    <p:sldId id="615" r:id="rId54"/>
    <p:sldId id="616" r:id="rId55"/>
    <p:sldId id="617" r:id="rId56"/>
    <p:sldId id="618" r:id="rId57"/>
    <p:sldId id="619" r:id="rId58"/>
    <p:sldId id="465" r:id="rId59"/>
  </p:sldIdLst>
  <p:sldSz cx="9144000" cy="6858000" type="screen4x3"/>
  <p:notesSz cx="6858000" cy="9144000"/>
  <p:custDataLst>
    <p:tags r:id="rId61"/>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9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ello" initials="n" lastIdx="2" clrIdx="0"/>
  <p:cmAuthor id="2" name="作者" initials="A" lastIdx="0" clrIdx="1"/>
  <p:cmAuthor id="3" name="HUAWEI" initials="H" lastIdx="1"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F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81" d="100"/>
          <a:sy n="81" d="100"/>
        </p:scale>
        <p:origin x="1498" y="67"/>
      </p:cViewPr>
      <p:guideLst>
        <p:guide orient="horz" pos="219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tags" Target="tags/tag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ln>
        </p:spPr>
        <p:txBody>
          <a:bodyPr vert="horz" wrap="square" lIns="91440" tIns="45720" rIns="91440" bIns="45720" numCol="1" anchor="t" anchorCtr="0" compatLnSpc="1"/>
          <a:lstStyle>
            <a:lvl1pPr>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3884613" y="0"/>
            <a:ext cx="2971800" cy="457200"/>
          </a:xfrm>
          <a:prstGeom prst="rect">
            <a:avLst/>
          </a:prstGeom>
          <a:noFill/>
          <a:ln w="9525">
            <a:noFill/>
            <a:miter lim="800000"/>
          </a:ln>
        </p:spPr>
        <p:txBody>
          <a:bodyPr vert="horz" wrap="square" lIns="91440" tIns="45720" rIns="91440" bIns="45720" numCol="1" anchor="t" anchorCtr="0" compatLnSpc="1"/>
          <a:lstStyle>
            <a:lvl1pPr algn="r">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988" name="Rectangle 4"/>
          <p:cNvSpPr>
            <a:spLocks noGrp="1" noRot="1" noChangeAspect="1"/>
          </p:cNvSpPr>
          <p:nvPr>
            <p:ph type="sldImg" idx="2"/>
          </p:nvPr>
        </p:nvSpPr>
        <p:spPr>
          <a:xfrm>
            <a:off x="1143000" y="685800"/>
            <a:ext cx="4572000" cy="3429000"/>
          </a:xfrm>
          <a:prstGeom prst="rect">
            <a:avLst/>
          </a:prstGeom>
          <a:noFill/>
          <a:ln w="9525">
            <a:noFill/>
          </a:ln>
        </p:spPr>
      </p:sp>
      <p:sp>
        <p:nvSpPr>
          <p:cNvPr id="3077" name="Rectangle 5"/>
          <p:cNvSpPr>
            <a:spLocks noGrp="1" noChangeArrowheads="1"/>
          </p:cNvSpPr>
          <p:nvPr>
            <p:ph type="body" sz="quarter" idx="3"/>
          </p:nvPr>
        </p:nvSpPr>
        <p:spPr bwMode="auto">
          <a:xfrm>
            <a:off x="685800" y="4343400"/>
            <a:ext cx="5486400" cy="4114800"/>
          </a:xfrm>
          <a:prstGeom prst="rect">
            <a:avLst/>
          </a:prstGeom>
          <a:noFill/>
          <a:ln w="9525" cmpd="sng">
            <a:noFill/>
            <a:miter lim="800000"/>
          </a:ln>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w="9525">
            <a:noFill/>
            <a:miter lim="800000"/>
          </a:ln>
        </p:spPr>
        <p:txBody>
          <a:bodyPr vert="horz" wrap="square" lIns="91440" tIns="45720" rIns="91440" bIns="45720" numCol="1" anchor="b" anchorCtr="0" compatLnSpc="1"/>
          <a:lstStyle>
            <a:lvl1pPr>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p:spPr>
        <p:txBody>
          <a:bodyPr vert="horz" wrap="square" lIns="91440" tIns="45720" rIns="91440" bIns="45720" numCol="1" anchor="b" anchorCtr="0" compatLnSpc="1"/>
          <a:lstStyle/>
          <a:p>
            <a:pPr lvl="0" algn="r" eaLnBrk="1" hangingPunct="1"/>
            <a:fld id="{9A0DB2DC-4C9A-4742-B13C-FB6460FD3503}" type="slidenum">
              <a:rPr lang="en-US" altLang="zh-CN" sz="1200" dirty="0">
                <a:latin typeface="Arial" panose="020B0604020202020204" pitchFamily="34" charset="0"/>
              </a:rPr>
              <a:t>‹#›</a:t>
            </a:fld>
            <a:endParaRPr lang="en-US" altLang="zh-CN" sz="1200" dirty="0">
              <a:latin typeface="Arial" panose="020B060402020202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1BAEF20-8040-4861-AE3B-16115F61F45E}"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just" eaLnBrk="1" hangingPunct="1">
              <a:lnSpc>
                <a:spcPct val="140000"/>
              </a:lnSpc>
              <a:buClrTx/>
              <a:buSzTx/>
            </a:pPr>
            <a:r>
              <a:rPr lang="zh-CN" altLang="en-US" b="1" dirty="0">
                <a:sym typeface="+mn-ea"/>
              </a:rPr>
              <a:t>静态结构分析局限性</a:t>
            </a:r>
            <a:endParaRPr b="1" dirty="0"/>
          </a:p>
          <a:p>
            <a:pPr lvl="1" algn="just" eaLnBrk="1" hangingPunct="1">
              <a:lnSpc>
                <a:spcPct val="140000"/>
              </a:lnSpc>
              <a:buClrTx/>
              <a:buSzTx/>
            </a:pPr>
            <a:r>
              <a:rPr lang="zh-CN" altLang="en-US" dirty="0">
                <a:sym typeface="+mn-ea"/>
              </a:rPr>
              <a:t>在远离代码的条件下对程序进行分析；</a:t>
            </a:r>
            <a:endParaRPr dirty="0"/>
          </a:p>
          <a:p>
            <a:pPr lvl="1" algn="just" eaLnBrk="1" hangingPunct="1">
              <a:lnSpc>
                <a:spcPct val="140000"/>
              </a:lnSpc>
              <a:buClrTx/>
              <a:buSzTx/>
            </a:pPr>
            <a:r>
              <a:rPr lang="zh-CN" altLang="en-US" dirty="0">
                <a:sym typeface="+mn-ea"/>
              </a:rPr>
              <a:t>需要通过源代码评审、后续的动态白盒测试来进一步对源代码进行测试覆盖，以期找到更多潜伏的软件缺陷。</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sym typeface="+mn-ea"/>
            </a:endParaRPr>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10.xml"/><Relationship Id="rId7"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9" Type="http://schemas.openxmlformats.org/officeDocument/2006/relationships/image" Target="file:///C:\Users\1V994W2\PycharmProjects\PPT_Background_Generation/pic_temp/pic_sup.png" TargetMode="External"/></Relationships>
</file>

<file path=ppt/slideLayouts/_rels/slideLayout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6.xml"/><Relationship Id="rId7" Type="http://schemas.openxmlformats.org/officeDocument/2006/relationships/tags" Target="../tags/tag20.xml"/><Relationship Id="rId12" Type="http://schemas.openxmlformats.org/officeDocument/2006/relationships/image" Target="file:///C:\Users\1V994W2\PycharmProjects\PPT_Background_Generation/pic_temp/1_pic_quater_left_down.png" TargetMode="Externa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image" Target="../media/image4.png"/><Relationship Id="rId5" Type="http://schemas.openxmlformats.org/officeDocument/2006/relationships/tags" Target="../tags/tag18.xml"/><Relationship Id="rId10" Type="http://schemas.openxmlformats.org/officeDocument/2006/relationships/image" Target="file:///C:\Users\1V994W2\PycharmProjects\PPT_Background_Generation/pic_temp/0_pic_quater_right_down.png" TargetMode="External"/><Relationship Id="rId4" Type="http://schemas.openxmlformats.org/officeDocument/2006/relationships/tags" Target="../tags/tag17.xml"/><Relationship Id="rId9"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3.xml"/><Relationship Id="rId7" Type="http://schemas.openxmlformats.org/officeDocument/2006/relationships/tags" Target="../tags/tag27.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tags" Target="../tags/tag26.xml"/><Relationship Id="rId5" Type="http://schemas.openxmlformats.org/officeDocument/2006/relationships/tags" Target="../tags/tag25.xml"/><Relationship Id="rId10" Type="http://schemas.openxmlformats.org/officeDocument/2006/relationships/image" Target="file:///C:\Users\1V994W2\PycharmProjects\PPT_Background_Generation/pic_temp/pic_half_top.png" TargetMode="External"/><Relationship Id="rId4" Type="http://schemas.openxmlformats.org/officeDocument/2006/relationships/tags" Target="../tags/tag24.xml"/><Relationship Id="rId9"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35.xml"/><Relationship Id="rId13"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30.xml"/><Relationship Id="rId7" Type="http://schemas.openxmlformats.org/officeDocument/2006/relationships/tags" Target="../tags/tag34.xml"/><Relationship Id="rId12" Type="http://schemas.openxmlformats.org/officeDocument/2006/relationships/image" Target="../media/image4.png"/><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32.xml"/><Relationship Id="rId10" Type="http://schemas.openxmlformats.org/officeDocument/2006/relationships/image" Target="../media/image3.png"/><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43.xml"/><Relationship Id="rId13" Type="http://schemas.openxmlformats.org/officeDocument/2006/relationships/image" Target="file:///C:\Users\1V994W2\PycharmProjects\PPT_Background_Generation/pic_temp/0_pic_quater_right_down.png" TargetMode="External"/><Relationship Id="rId3" Type="http://schemas.openxmlformats.org/officeDocument/2006/relationships/tags" Target="../tags/tag38.xml"/><Relationship Id="rId7" Type="http://schemas.openxmlformats.org/officeDocument/2006/relationships/tags" Target="../tags/tag42.xml"/><Relationship Id="rId12" Type="http://schemas.openxmlformats.org/officeDocument/2006/relationships/image" Target="../media/image3.png"/><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tags" Target="../tags/tag41.xml"/><Relationship Id="rId11" Type="http://schemas.openxmlformats.org/officeDocument/2006/relationships/slideMaster" Target="../slideMasters/slideMaster1.xml"/><Relationship Id="rId5" Type="http://schemas.openxmlformats.org/officeDocument/2006/relationships/tags" Target="../tags/tag40.xml"/><Relationship Id="rId15" Type="http://schemas.openxmlformats.org/officeDocument/2006/relationships/image" Target="file:///C:\Users\1V994W2\PycharmProjects\PPT_Background_Generation/pic_temp/1_pic_quater_left_down.png" TargetMode="External"/><Relationship Id="rId10" Type="http://schemas.openxmlformats.org/officeDocument/2006/relationships/tags" Target="../tags/tag45.xml"/><Relationship Id="rId4" Type="http://schemas.openxmlformats.org/officeDocument/2006/relationships/tags" Target="../tags/tag39.xml"/><Relationship Id="rId9" Type="http://schemas.openxmlformats.org/officeDocument/2006/relationships/tags" Target="../tags/tag44.xml"/><Relationship Id="rId1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48.xml"/><Relationship Id="rId7" Type="http://schemas.openxmlformats.org/officeDocument/2006/relationships/tags" Target="../tags/tag52.xml"/><Relationship Id="rId12" Type="http://schemas.openxmlformats.org/officeDocument/2006/relationships/image" Target="file:///C:\Users\1V994W2\PycharmProjects\PPT_Background_Generation/pic_temp/0_pic_quater_right_down.png" TargetMode="Externa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tags" Target="../tags/tag51.xml"/><Relationship Id="rId11" Type="http://schemas.openxmlformats.org/officeDocument/2006/relationships/image" Target="../media/image3.png"/><Relationship Id="rId5" Type="http://schemas.openxmlformats.org/officeDocument/2006/relationships/tags" Target="../tags/tag50.xml"/><Relationship Id="rId10" Type="http://schemas.openxmlformats.org/officeDocument/2006/relationships/image" Target="file:///C:\Users\1V994W2\Documents\Tencent%20Files\574576071\FileRecv\&#25340;&#35013;&#32032;&#26448;\&#20845;&#21313;\\60\subject_holdright_10,123,200_0_staid_full_0.png" TargetMode="External"/><Relationship Id="rId4" Type="http://schemas.openxmlformats.org/officeDocument/2006/relationships/tags" Target="../tags/tag49.xml"/><Relationship Id="rId9"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tags" Target="../tags/tag53.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63.xml"/><Relationship Id="rId13"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58.xml"/><Relationship Id="rId7" Type="http://schemas.openxmlformats.org/officeDocument/2006/relationships/tags" Target="../tags/tag62.xml"/><Relationship Id="rId12" Type="http://schemas.openxmlformats.org/officeDocument/2006/relationships/image" Target="../media/image4.png"/><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tags" Target="../tags/tag61.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60.xml"/><Relationship Id="rId10" Type="http://schemas.openxmlformats.org/officeDocument/2006/relationships/image" Target="../media/image3.png"/><Relationship Id="rId4" Type="http://schemas.openxmlformats.org/officeDocument/2006/relationships/tags" Target="../tags/tag59.xml"/><Relationship Id="rId9"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66.xml"/><Relationship Id="rId7" Type="http://schemas.openxmlformats.org/officeDocument/2006/relationships/tags" Target="../tags/tag70.xml"/><Relationship Id="rId12" Type="http://schemas.openxmlformats.org/officeDocument/2006/relationships/image" Target="file:///C:\Users\1V994W2\PycharmProjects\PPT_Background_Generation/pic_temp/1_pic_quater_left_down.png" TargetMode="External"/><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image" Target="../media/image4.png"/><Relationship Id="rId5" Type="http://schemas.openxmlformats.org/officeDocument/2006/relationships/tags" Target="../tags/tag68.xml"/><Relationship Id="rId10" Type="http://schemas.openxmlformats.org/officeDocument/2006/relationships/image" Target="file:///C:\Users\1V994W2\PycharmProjects\PPT_Background_Generation/pic_temp/0_pic_quater_right_down.png" TargetMode="External"/><Relationship Id="rId4" Type="http://schemas.openxmlformats.org/officeDocument/2006/relationships/tags" Target="../tags/tag67.xml"/><Relationship Id="rId9"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73.xml"/><Relationship Id="rId7" Type="http://schemas.openxmlformats.org/officeDocument/2006/relationships/slideMaster" Target="../slideMasters/slideMaster1.xml"/><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tags" Target="../tags/tag76.xml"/><Relationship Id="rId11" Type="http://schemas.openxmlformats.org/officeDocument/2006/relationships/image" Target="file:///C:\Users\1V994W2\PycharmProjects\PPT_Background_Generation/pic_temp/1_pic_quater_left_down.png" TargetMode="External"/><Relationship Id="rId5" Type="http://schemas.openxmlformats.org/officeDocument/2006/relationships/tags" Target="../tags/tag75.xml"/><Relationship Id="rId10" Type="http://schemas.openxmlformats.org/officeDocument/2006/relationships/image" Target="../media/image4.png"/><Relationship Id="rId4" Type="http://schemas.openxmlformats.org/officeDocument/2006/relationships/tags" Target="../tags/tag74.xml"/><Relationship Id="rId9" Type="http://schemas.openxmlformats.org/officeDocument/2006/relationships/image" Target="file:///C:\Users\1V994W2\PycharmProjects\PPT_Background_Generation/pic_temp/0_pic_quater_right_down.png" TargetMode="Externa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79.xml"/><Relationship Id="rId7" Type="http://schemas.openxmlformats.org/officeDocument/2006/relationships/slideMaster" Target="../slideMasters/slideMaster1.xml"/><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tags" Target="../tags/tag82.xml"/><Relationship Id="rId5" Type="http://schemas.openxmlformats.org/officeDocument/2006/relationships/tags" Target="../tags/tag81.xml"/><Relationship Id="rId10" Type="http://schemas.openxmlformats.org/officeDocument/2006/relationships/image" Target="../media/image1.png"/><Relationship Id="rId4" Type="http://schemas.openxmlformats.org/officeDocument/2006/relationships/tags" Target="../tags/tag80.xml"/><Relationship Id="rId9" Type="http://schemas.openxmlformats.org/officeDocument/2006/relationships/image" Target="file:///C:\Users\1V994W2\PycharmProjects\PPT_Background_Generation/pic_temp/pic_sup.png" TargetMode="Externa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85.xml"/><Relationship Id="rId7" Type="http://schemas.openxmlformats.org/officeDocument/2006/relationships/slideMaster" Target="../slideMasters/slideMaster1.xml"/><Relationship Id="rId2" Type="http://schemas.openxmlformats.org/officeDocument/2006/relationships/tags" Target="../tags/tag84.xml"/><Relationship Id="rId1" Type="http://schemas.openxmlformats.org/officeDocument/2006/relationships/tags" Target="../tags/tag83.xml"/><Relationship Id="rId6" Type="http://schemas.openxmlformats.org/officeDocument/2006/relationships/tags" Target="../tags/tag88.xml"/><Relationship Id="rId11" Type="http://schemas.openxmlformats.org/officeDocument/2006/relationships/image" Target="file:///C:\Users\1V994W2\PycharmProjects\PPT_Background_Generation/pic_temp/1_pic_quater_left_down.png" TargetMode="External"/><Relationship Id="rId5" Type="http://schemas.openxmlformats.org/officeDocument/2006/relationships/tags" Target="../tags/tag87.xml"/><Relationship Id="rId10" Type="http://schemas.openxmlformats.org/officeDocument/2006/relationships/image" Target="../media/image4.png"/><Relationship Id="rId4" Type="http://schemas.openxmlformats.org/officeDocument/2006/relationships/tags" Target="../tags/tag86.xml"/><Relationship Id="rId9" Type="http://schemas.openxmlformats.org/officeDocument/2006/relationships/image" Target="file:///C:\Users\1V994W2\PycharmProjects\PPT_Background_Generation/pic_temp/0_pic_quater_right_down.png" TargetMode="External"/></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96.xml"/><Relationship Id="rId13"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91.xml"/><Relationship Id="rId7" Type="http://schemas.openxmlformats.org/officeDocument/2006/relationships/tags" Target="../tags/tag95.xml"/><Relationship Id="rId12" Type="http://schemas.openxmlformats.org/officeDocument/2006/relationships/image" Target="../media/image4.png"/><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tags" Target="../tags/tag94.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93.xml"/><Relationship Id="rId10" Type="http://schemas.openxmlformats.org/officeDocument/2006/relationships/image" Target="../media/image3.png"/><Relationship Id="rId4" Type="http://schemas.openxmlformats.org/officeDocument/2006/relationships/tags" Target="../tags/tag92.xml"/><Relationship Id="rId9" Type="http://schemas.openxmlformats.org/officeDocument/2006/relationships/slideMaster" Target="../slideMasters/slideMaster1.xml"/><Relationship Id="rId14"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04.xml"/><Relationship Id="rId3" Type="http://schemas.openxmlformats.org/officeDocument/2006/relationships/tags" Target="../tags/tag99.xml"/><Relationship Id="rId7" Type="http://schemas.openxmlformats.org/officeDocument/2006/relationships/tags" Target="../tags/tag103.xml"/><Relationship Id="rId12" Type="http://schemas.openxmlformats.org/officeDocument/2006/relationships/image" Target="../media/image1.png"/><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101.xml"/><Relationship Id="rId10" Type="http://schemas.openxmlformats.org/officeDocument/2006/relationships/image" Target="../media/image3.png"/><Relationship Id="rId4" Type="http://schemas.openxmlformats.org/officeDocument/2006/relationships/tags" Target="../tags/tag100.xml"/><Relationship Id="rId9"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12.xml"/><Relationship Id="rId13" Type="http://schemas.openxmlformats.org/officeDocument/2006/relationships/image" Target="../media/image4.png"/><Relationship Id="rId3" Type="http://schemas.openxmlformats.org/officeDocument/2006/relationships/tags" Target="../tags/tag107.xml"/><Relationship Id="rId7" Type="http://schemas.openxmlformats.org/officeDocument/2006/relationships/tags" Target="../tags/tag111.xml"/><Relationship Id="rId12" Type="http://schemas.openxmlformats.org/officeDocument/2006/relationships/image" Target="file:///C:\Users\1V994W2\PycharmProjects\PPT_Background_Generation/pic_temp/0_pic_quater_right_down.png" TargetMode="External"/><Relationship Id="rId2" Type="http://schemas.openxmlformats.org/officeDocument/2006/relationships/tags" Target="../tags/tag106.xml"/><Relationship Id="rId1" Type="http://schemas.openxmlformats.org/officeDocument/2006/relationships/tags" Target="../tags/tag105.xml"/><Relationship Id="rId6" Type="http://schemas.openxmlformats.org/officeDocument/2006/relationships/tags" Target="../tags/tag110.xml"/><Relationship Id="rId11" Type="http://schemas.openxmlformats.org/officeDocument/2006/relationships/image" Target="../media/image3.png"/><Relationship Id="rId5" Type="http://schemas.openxmlformats.org/officeDocument/2006/relationships/tags" Target="../tags/tag109.xml"/><Relationship Id="rId10" Type="http://schemas.openxmlformats.org/officeDocument/2006/relationships/slideMaster" Target="../slideMasters/slideMaster1.xml"/><Relationship Id="rId4" Type="http://schemas.openxmlformats.org/officeDocument/2006/relationships/tags" Target="../tags/tag108.xml"/><Relationship Id="rId9" Type="http://schemas.openxmlformats.org/officeDocument/2006/relationships/tags" Target="../tags/tag113.xml"/><Relationship Id="rId14" Type="http://schemas.openxmlformats.org/officeDocument/2006/relationships/image" Target="file:///C:\Users\1V994W2\PycharmProjects\PPT_Background_Generation/pic_temp/1_pic_quater_left_down.png" TargetMode="Externa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21.xml"/><Relationship Id="rId13" Type="http://schemas.openxmlformats.org/officeDocument/2006/relationships/image" Target="../media/image4.png"/><Relationship Id="rId3" Type="http://schemas.openxmlformats.org/officeDocument/2006/relationships/tags" Target="../tags/tag116.xml"/><Relationship Id="rId7" Type="http://schemas.openxmlformats.org/officeDocument/2006/relationships/tags" Target="../tags/tag120.xml"/><Relationship Id="rId12" Type="http://schemas.openxmlformats.org/officeDocument/2006/relationships/image" Target="file:///C:\Users\1V994W2\PycharmProjects\PPT_Background_Generation/pic_temp/0_pic_quater_right_down.png" TargetMode="External"/><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tags" Target="../tags/tag119.xml"/><Relationship Id="rId11" Type="http://schemas.openxmlformats.org/officeDocument/2006/relationships/image" Target="../media/image3.png"/><Relationship Id="rId5" Type="http://schemas.openxmlformats.org/officeDocument/2006/relationships/tags" Target="../tags/tag118.xml"/><Relationship Id="rId15" Type="http://schemas.openxmlformats.org/officeDocument/2006/relationships/image" Target="../media/image1.png"/><Relationship Id="rId10" Type="http://schemas.openxmlformats.org/officeDocument/2006/relationships/slideMaster" Target="../slideMasters/slideMaster1.xml"/><Relationship Id="rId4" Type="http://schemas.openxmlformats.org/officeDocument/2006/relationships/tags" Target="../tags/tag117.xml"/><Relationship Id="rId9" Type="http://schemas.openxmlformats.org/officeDocument/2006/relationships/tags" Target="../tags/tag122.xml"/><Relationship Id="rId14" Type="http://schemas.openxmlformats.org/officeDocument/2006/relationships/image" Target="file:///C:\Users\1V994W2\PycharmProjects\PPT_Background_Generation/pic_temp/1_pic_quater_left_down.png" TargetMode="Externa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30.xml"/><Relationship Id="rId13" Type="http://schemas.openxmlformats.org/officeDocument/2006/relationships/image" Target="../media/image3.png"/><Relationship Id="rId3" Type="http://schemas.openxmlformats.org/officeDocument/2006/relationships/tags" Target="../tags/tag125.xml"/><Relationship Id="rId7" Type="http://schemas.openxmlformats.org/officeDocument/2006/relationships/tags" Target="../tags/tag129.xml"/><Relationship Id="rId12" Type="http://schemas.openxmlformats.org/officeDocument/2006/relationships/slideMaster" Target="../slideMasters/slideMaster1.xml"/><Relationship Id="rId17" Type="http://schemas.openxmlformats.org/officeDocument/2006/relationships/image" Target="../media/image1.png"/><Relationship Id="rId2" Type="http://schemas.openxmlformats.org/officeDocument/2006/relationships/tags" Target="../tags/tag124.xml"/><Relationship Id="rId16" Type="http://schemas.openxmlformats.org/officeDocument/2006/relationships/image" Target="file:///C:\Users\1V994W2\PycharmProjects\PPT_Background_Generation/pic_temp/1_pic_quater_left_down.png" TargetMode="External"/><Relationship Id="rId1" Type="http://schemas.openxmlformats.org/officeDocument/2006/relationships/tags" Target="../tags/tag123.xml"/><Relationship Id="rId6" Type="http://schemas.openxmlformats.org/officeDocument/2006/relationships/tags" Target="../tags/tag128.xml"/><Relationship Id="rId11" Type="http://schemas.openxmlformats.org/officeDocument/2006/relationships/tags" Target="../tags/tag133.xml"/><Relationship Id="rId5" Type="http://schemas.openxmlformats.org/officeDocument/2006/relationships/tags" Target="../tags/tag127.xml"/><Relationship Id="rId15" Type="http://schemas.openxmlformats.org/officeDocument/2006/relationships/image" Target="../media/image4.png"/><Relationship Id="rId10" Type="http://schemas.openxmlformats.org/officeDocument/2006/relationships/tags" Target="../tags/tag132.xml"/><Relationship Id="rId4" Type="http://schemas.openxmlformats.org/officeDocument/2006/relationships/tags" Target="../tags/tag126.xml"/><Relationship Id="rId9" Type="http://schemas.openxmlformats.org/officeDocument/2006/relationships/tags" Target="../tags/tag131.xml"/><Relationship Id="rId14" Type="http://schemas.openxmlformats.org/officeDocument/2006/relationships/image" Target="file:///C:\Users\1V994W2\PycharmProjects\PPT_Background_Generation/pic_temp/0_pic_quater_right_down.png" TargetMode="Externa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41.xml"/><Relationship Id="rId13"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136.xml"/><Relationship Id="rId7" Type="http://schemas.openxmlformats.org/officeDocument/2006/relationships/tags" Target="../tags/tag140.xml"/><Relationship Id="rId12" Type="http://schemas.openxmlformats.org/officeDocument/2006/relationships/image" Target="../media/image4.png"/><Relationship Id="rId2" Type="http://schemas.openxmlformats.org/officeDocument/2006/relationships/tags" Target="../tags/tag135.xml"/><Relationship Id="rId1" Type="http://schemas.openxmlformats.org/officeDocument/2006/relationships/tags" Target="../tags/tag134.xml"/><Relationship Id="rId6" Type="http://schemas.openxmlformats.org/officeDocument/2006/relationships/tags" Target="../tags/tag139.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138.xml"/><Relationship Id="rId10" Type="http://schemas.openxmlformats.org/officeDocument/2006/relationships/image" Target="../media/image3.png"/><Relationship Id="rId4" Type="http://schemas.openxmlformats.org/officeDocument/2006/relationships/tags" Target="../tags/tag137.xml"/><Relationship Id="rId9" Type="http://schemas.openxmlformats.org/officeDocument/2006/relationships/slideMaster" Target="../slideMasters/slideMaster1.xml"/><Relationship Id="rId14"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tx2"/>
        </a:solidFill>
        <a:effectLst/>
      </p:bgPr>
    </p:bg>
    <p:spTree>
      <p:nvGrpSpPr>
        <p:cNvPr id="1" name=""/>
        <p:cNvGrpSpPr/>
        <p:nvPr/>
      </p:nvGrpSpPr>
      <p:grpSpPr>
        <a:xfrm>
          <a:off x="0" y="0"/>
          <a:ext cx="0" cy="0"/>
          <a:chOff x="0" y="0"/>
          <a:chExt cx="0" cy="0"/>
        </a:xfrm>
      </p:grpSpPr>
      <p:pic>
        <p:nvPicPr>
          <p:cNvPr id="5" name="图片 5"/>
          <p:cNvPicPr/>
          <p:nvPr userDrawn="1">
            <p:custDataLst>
              <p:tags r:id="rId1"/>
            </p:custDataLst>
          </p:nvPr>
        </p:nvPicPr>
        <p:blipFill>
          <a:blip r:embed="rId8" r:link="rId9" cstate="email"/>
          <a:stretch>
            <a:fillRect/>
          </a:stretch>
        </p:blipFill>
        <p:spPr>
          <a:xfrm>
            <a:off x="0" y="0"/>
            <a:ext cx="9144000" cy="6858000"/>
          </a:xfrm>
          <a:prstGeom prst="rect">
            <a:avLst/>
          </a:prstGeom>
        </p:spPr>
      </p:pic>
      <p:sp>
        <p:nvSpPr>
          <p:cNvPr id="16" name="日期占位符 15"/>
          <p:cNvSpPr>
            <a:spLocks noGrp="1"/>
          </p:cNvSpPr>
          <p:nvPr>
            <p:ph type="dt" sz="half" idx="10"/>
            <p:custDataLst>
              <p:tags r:id="rId2"/>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2023/4/26</a:t>
            </a:fld>
            <a:endParaRPr lang="zh-CN" altLang="en-US"/>
          </a:p>
        </p:txBody>
      </p:sp>
      <p:sp>
        <p:nvSpPr>
          <p:cNvPr id="17" name="页脚占位符 16"/>
          <p:cNvSpPr>
            <a:spLocks noGrp="1"/>
          </p:cNvSpPr>
          <p:nvPr>
            <p:ph type="ftr" sz="quarter" idx="11"/>
            <p:custDataLst>
              <p:tags r:id="rId3"/>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18" name="灯片编号占位符 17"/>
          <p:cNvSpPr>
            <a:spLocks noGrp="1"/>
          </p:cNvSpPr>
          <p:nvPr>
            <p:ph type="sldNum" sz="quarter" idx="12"/>
            <p:custDataLst>
              <p:tags r:id="rId4"/>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2" name="Title 1"/>
          <p:cNvSpPr>
            <a:spLocks noGrp="1"/>
          </p:cNvSpPr>
          <p:nvPr>
            <p:ph type="ctrTitle" idx="13" hasCustomPrompt="1"/>
            <p:custDataLst>
              <p:tags r:id="rId5"/>
            </p:custDataLst>
          </p:nvPr>
        </p:nvSpPr>
        <p:spPr>
          <a:xfrm>
            <a:off x="2151757" y="2167732"/>
            <a:ext cx="4762500" cy="1006793"/>
          </a:xfrm>
        </p:spPr>
        <p:txBody>
          <a:bodyPr vert="horz" wrap="square" lIns="90170" tIns="46990" rIns="90170" bIns="46990" rtlCol="0" anchor="b" anchorCtr="0">
            <a:normAutofit/>
          </a:bodyPr>
          <a:lstStyle>
            <a:lvl1pPr>
              <a:defRPr lang="zh-CN" altLang="en-US" sz="5400" b="0" spc="700" baseline="0">
                <a:solidFill>
                  <a:schemeClr val="tx1">
                    <a:lumMod val="85000"/>
                    <a:lumOff val="15000"/>
                  </a:schemeClr>
                </a:solidFill>
                <a:latin typeface="Arial" panose="020B0604020202020204" pitchFamily="34" charset="0"/>
                <a:ea typeface="汉仪旗黑-85S" panose="00020600040101010101" pitchFamily="18" charset="-122"/>
              </a:defRPr>
            </a:lvl1pPr>
          </a:lstStyle>
          <a:p>
            <a:pPr marL="0" lvl="0" algn="dist">
              <a:buClrTx/>
              <a:buSzTx/>
              <a:buFontTx/>
            </a:pPr>
            <a:r>
              <a:rPr lang="zh-CN" altLang="en-US" dirty="0"/>
              <a:t>编辑标题</a:t>
            </a:r>
          </a:p>
        </p:txBody>
      </p:sp>
      <p:sp>
        <p:nvSpPr>
          <p:cNvPr id="3" name="Subtitle 2"/>
          <p:cNvSpPr>
            <a:spLocks noGrp="1"/>
          </p:cNvSpPr>
          <p:nvPr>
            <p:ph type="subTitle" idx="14" hasCustomPrompt="1"/>
            <p:custDataLst>
              <p:tags r:id="rId6"/>
            </p:custDataLst>
          </p:nvPr>
        </p:nvSpPr>
        <p:spPr>
          <a:xfrm>
            <a:off x="2152174" y="3664585"/>
            <a:ext cx="4762024" cy="426720"/>
          </a:xfrm>
        </p:spPr>
        <p:txBody>
          <a:bodyPr vert="horz" wrap="square" lIns="90170" tIns="46990" rIns="90170" bIns="46990" rtlCol="0" anchor="t">
            <a:normAutofit/>
          </a:bodyPr>
          <a:lstStyle>
            <a:lvl1pPr>
              <a:defRPr lang="zh-CN" altLang="en-US">
                <a:ln>
                  <a:noFill/>
                </a:ln>
                <a:solidFill>
                  <a:schemeClr val="tx1">
                    <a:lumMod val="65000"/>
                    <a:lumOff val="35000"/>
                  </a:schemeClr>
                </a:solidFill>
                <a:effectLst/>
                <a:uLnTx/>
                <a:latin typeface="Arial" panose="020B0604020202020204" pitchFamily="34" charset="0"/>
                <a:ea typeface="微软雅黑" panose="020B0503020204020204" charset="-122"/>
                <a:cs typeface="微软雅黑" panose="020B0503020204020204" charset="-122"/>
              </a:defRPr>
            </a:lvl1pPr>
          </a:lstStyle>
          <a:p>
            <a:pPr marL="0" lvl="0" indent="0" algn="ctr">
              <a:lnSpc>
                <a:spcPct val="120000"/>
              </a:lnSpc>
              <a:spcBef>
                <a:spcPts val="600"/>
              </a:spcBef>
              <a:spcAft>
                <a:spcPts val="0"/>
              </a:spcAft>
              <a:buClrTx/>
              <a:buSzTx/>
              <a:buNone/>
            </a:pPr>
            <a:r>
              <a:rPr lang="zh-CN" altLang="en-US" dirty="0"/>
              <a:t>单击此处编辑副标题</a:t>
            </a:r>
          </a:p>
        </p:txBody>
      </p:sp>
    </p:spTree>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pic>
        <p:nvPicPr>
          <p:cNvPr id="8" name="图片 5"/>
          <p:cNvPicPr/>
          <p:nvPr userDrawn="1">
            <p:custDataLst>
              <p:tags r:id="rId1"/>
            </p:custDataLst>
          </p:nvPr>
        </p:nvPicPr>
        <p:blipFill>
          <a:blip r:embed="rId9" r:link="rId10" cstate="email"/>
          <a:stretch>
            <a:fillRect/>
          </a:stretch>
        </p:blipFill>
        <p:spPr>
          <a:xfrm>
            <a:off x="0" y="0"/>
            <a:ext cx="540068" cy="486377"/>
          </a:xfrm>
          <a:prstGeom prst="rect">
            <a:avLst/>
          </a:prstGeom>
        </p:spPr>
      </p:pic>
      <p:pic>
        <p:nvPicPr>
          <p:cNvPr id="7" name="图片 7"/>
          <p:cNvPicPr/>
          <p:nvPr userDrawn="1">
            <p:custDataLst>
              <p:tags r:id="rId2"/>
            </p:custDataLst>
          </p:nvPr>
        </p:nvPicPr>
        <p:blipFill>
          <a:blip r:embed="rId11" r:link="rId12" cstate="email"/>
          <a:stretch>
            <a:fillRect/>
          </a:stretch>
        </p:blipFill>
        <p:spPr>
          <a:xfrm>
            <a:off x="8603932" y="0"/>
            <a:ext cx="540068" cy="629227"/>
          </a:xfrm>
          <a:prstGeom prst="rect">
            <a:avLst/>
          </a:prstGeom>
        </p:spPr>
      </p:pic>
      <p:sp>
        <p:nvSpPr>
          <p:cNvPr id="2" name="标题 1"/>
          <p:cNvSpPr>
            <a:spLocks noGrp="1"/>
          </p:cNvSpPr>
          <p:nvPr>
            <p:ph type="title"/>
            <p:custDataLst>
              <p:tags r:id="rId3"/>
            </p:custDataLst>
          </p:nvPr>
        </p:nvSpPr>
        <p:spPr>
          <a:xfrm>
            <a:off x="502285" y="414655"/>
            <a:ext cx="8139430"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4"/>
            </p:custDataLst>
          </p:nvPr>
        </p:nvSpPr>
        <p:spPr>
          <a:xfrm>
            <a:off x="502285" y="1287780"/>
            <a:ext cx="8139430" cy="4380230"/>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8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0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2023/4/26</a:t>
            </a:fld>
            <a:endParaRPr lang="zh-CN" altLang="en-US"/>
          </a:p>
        </p:txBody>
      </p:sp>
      <p:sp>
        <p:nvSpPr>
          <p:cNvPr id="5" name="页脚占位符 4"/>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tx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9" r:link="rId10" cstate="email"/>
          <a:stretch>
            <a:fillRect/>
          </a:stretch>
        </p:blipFill>
        <p:spPr>
          <a:xfrm>
            <a:off x="3048000" y="5716016"/>
            <a:ext cx="3048000" cy="1141984"/>
          </a:xfrm>
          <a:prstGeom prst="rect">
            <a:avLst/>
          </a:prstGeom>
        </p:spPr>
      </p:pic>
      <p:sp>
        <p:nvSpPr>
          <p:cNvPr id="4" name="日期占位符 3"/>
          <p:cNvSpPr>
            <a:spLocks noGrp="1"/>
          </p:cNvSpPr>
          <p:nvPr>
            <p:ph type="dt" sz="half" idx="10"/>
            <p:custDataLst>
              <p:tags r:id="rId2"/>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2023/4/26</a:t>
            </a:fld>
            <a:endParaRPr lang="zh-CN" altLang="en-US"/>
          </a:p>
        </p:txBody>
      </p:sp>
      <p:sp>
        <p:nvSpPr>
          <p:cNvPr id="5" name="页脚占位符 4"/>
          <p:cNvSpPr>
            <a:spLocks noGrp="1"/>
          </p:cNvSpPr>
          <p:nvPr>
            <p:ph type="ftr" sz="quarter" idx="11"/>
            <p:custDataLst>
              <p:tags r:id="rId3"/>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4"/>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cxnSp>
        <p:nvCxnSpPr>
          <p:cNvPr id="8" name="直接连接符 1"/>
          <p:cNvCxnSpPr/>
          <p:nvPr userDrawn="1">
            <p:custDataLst>
              <p:tags r:id="rId5"/>
            </p:custDataLst>
          </p:nvPr>
        </p:nvCxnSpPr>
        <p:spPr>
          <a:xfrm>
            <a:off x="1587341" y="2807653"/>
            <a:ext cx="4826318"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 name="Subtitle 1"/>
          <p:cNvSpPr>
            <a:spLocks noGrp="1"/>
          </p:cNvSpPr>
          <p:nvPr>
            <p:ph type="subTitle" idx="13" hasCustomPrompt="1"/>
            <p:custDataLst>
              <p:tags r:id="rId6"/>
            </p:custDataLst>
          </p:nvPr>
        </p:nvSpPr>
        <p:spPr>
          <a:xfrm>
            <a:off x="1587341" y="3025219"/>
            <a:ext cx="4325779" cy="331946"/>
          </a:xfrm>
        </p:spPr>
        <p:txBody>
          <a:bodyPr vert="horz" wrap="square" lIns="90170" tIns="46990" rIns="90170" bIns="46990" rtlCol="0" anchor="t" anchorCtr="0">
            <a:normAutofit/>
          </a:bodyPr>
          <a:lstStyle>
            <a:lvl1pPr>
              <a:defRPr kumimoji="0" lang="zh-CN" altLang="en-US" sz="1350" b="0" i="0" spc="200">
                <a:ln>
                  <a:noFill/>
                </a:ln>
                <a:solidFill>
                  <a:schemeClr val="tx1">
                    <a:lumMod val="65000"/>
                    <a:lumOff val="35000"/>
                  </a:schemeClr>
                </a:solidFill>
                <a:effectLst/>
                <a:uLnTx/>
                <a:latin typeface="Arial" panose="020B0604020202020204" pitchFamily="34" charset="0"/>
                <a:ea typeface="微软雅黑" panose="020B0503020204020204" charset="-122"/>
              </a:defRPr>
            </a:lvl1pPr>
          </a:lstStyle>
          <a:p>
            <a:pPr marL="0" marR="0" lvl="0" indent="0" algn="dist">
              <a:lnSpc>
                <a:spcPct val="100000"/>
              </a:lnSpc>
              <a:spcAft>
                <a:spcPts val="0"/>
              </a:spcAft>
              <a:buClrTx/>
              <a:buSzTx/>
              <a:buNone/>
            </a:pPr>
            <a:r>
              <a:rPr lang="zh-CN" altLang="en-US"/>
              <a:t>单击此处编辑副标题</a:t>
            </a:r>
          </a:p>
        </p:txBody>
      </p:sp>
      <p:sp>
        <p:nvSpPr>
          <p:cNvPr id="3" name="Title 2"/>
          <p:cNvSpPr>
            <a:spLocks noGrp="1"/>
          </p:cNvSpPr>
          <p:nvPr>
            <p:ph type="ctrTitle" idx="14" hasCustomPrompt="1"/>
            <p:custDataLst>
              <p:tags r:id="rId7"/>
            </p:custDataLst>
          </p:nvPr>
        </p:nvSpPr>
        <p:spPr>
          <a:xfrm>
            <a:off x="1587341" y="1866979"/>
            <a:ext cx="4325779" cy="667226"/>
          </a:xfrm>
        </p:spPr>
        <p:txBody>
          <a:bodyPr vert="horz" wrap="square" lIns="90170" tIns="46990" rIns="90170" bIns="0" rtlCol="0" anchor="b" anchorCtr="0">
            <a:normAutofit/>
          </a:bodyPr>
          <a:lstStyle>
            <a:lvl1pPr>
              <a:defRPr kumimoji="0" lang="zh-CN" altLang="en-US" sz="3300" b="0" i="0" spc="500" baseline="0">
                <a:ln>
                  <a:noFill/>
                </a:ln>
                <a:solidFill>
                  <a:schemeClr val="tx1">
                    <a:lumMod val="85000"/>
                    <a:lumOff val="15000"/>
                  </a:schemeClr>
                </a:solidFill>
                <a:effectLst/>
                <a:uLnTx/>
                <a:latin typeface="Arial" panose="020B0604020202020204" pitchFamily="34" charset="0"/>
                <a:ea typeface="汉仪旗黑-85S" panose="00020600040101010101" pitchFamily="18" charset="-122"/>
              </a:defRPr>
            </a:lvl1pPr>
          </a:lstStyle>
          <a:p>
            <a:pPr marL="0" marR="0" lvl="0" indent="0" algn="dist">
              <a:spcAft>
                <a:spcPts val="0"/>
              </a:spcAft>
              <a:buClrTx/>
              <a:buSzTx/>
              <a:buFontTx/>
            </a:pPr>
            <a:r>
              <a:rPr lang="zh-CN" altLang="en-US" dirty="0"/>
              <a:t>编辑标题</a:t>
            </a:r>
          </a:p>
        </p:txBody>
      </p:sp>
    </p:spTree>
  </p:cSld>
  <p:clrMapOvr>
    <a:masterClrMapping/>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pic>
        <p:nvPicPr>
          <p:cNvPr id="9" name="图片 5"/>
          <p:cNvPicPr/>
          <p:nvPr userDrawn="1">
            <p:custDataLst>
              <p:tags r:id="rId1"/>
            </p:custDataLst>
          </p:nvPr>
        </p:nvPicPr>
        <p:blipFill>
          <a:blip r:embed="rId10" r:link="rId11" cstate="email"/>
          <a:stretch>
            <a:fillRect/>
          </a:stretch>
        </p:blipFill>
        <p:spPr>
          <a:xfrm>
            <a:off x="0" y="0"/>
            <a:ext cx="540068" cy="486377"/>
          </a:xfrm>
          <a:prstGeom prst="rect">
            <a:avLst/>
          </a:prstGeom>
        </p:spPr>
      </p:pic>
      <p:pic>
        <p:nvPicPr>
          <p:cNvPr id="8" name="图片 7"/>
          <p:cNvPicPr/>
          <p:nvPr userDrawn="1">
            <p:custDataLst>
              <p:tags r:id="rId2"/>
            </p:custDataLst>
          </p:nvPr>
        </p:nvPicPr>
        <p:blipFill>
          <a:blip r:embed="rId12" r:link="rId13" cstate="email"/>
          <a:stretch>
            <a:fillRect/>
          </a:stretch>
        </p:blipFill>
        <p:spPr>
          <a:xfrm>
            <a:off x="8603932" y="0"/>
            <a:ext cx="540068" cy="629227"/>
          </a:xfrm>
          <a:prstGeom prst="rect">
            <a:avLst/>
          </a:prstGeom>
        </p:spPr>
      </p:pic>
      <p:sp>
        <p:nvSpPr>
          <p:cNvPr id="3" name="内容占位符 2"/>
          <p:cNvSpPr>
            <a:spLocks noGrp="1"/>
          </p:cNvSpPr>
          <p:nvPr>
            <p:ph sz="half" idx="1"/>
            <p:custDataLst>
              <p:tags r:id="rId3"/>
            </p:custDataLst>
          </p:nvPr>
        </p:nvSpPr>
        <p:spPr>
          <a:xfrm>
            <a:off x="502447" y="1626121"/>
            <a:ext cx="3962432" cy="4041680"/>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0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0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0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0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4"/>
            </p:custDataLst>
          </p:nvPr>
        </p:nvSpPr>
        <p:spPr>
          <a:xfrm>
            <a:off x="4679158" y="1626121"/>
            <a:ext cx="3962432" cy="4041680"/>
          </a:xfrm>
        </p:spPr>
        <p:txBody>
          <a:bodyPr wrap="square" lIns="90170" tIns="46990" rIns="90170" bIns="46990">
            <a:normAutofit/>
          </a:bodyPr>
          <a:lstStyle>
            <a:lvl1pPr eaLnBrk="1" fontAlgn="auto" latinLnBrk="0" hangingPunct="1">
              <a:defRPr sz="2000">
                <a:solidFill>
                  <a:schemeClr val="tx1"/>
                </a:solidFill>
                <a:latin typeface="Arial" panose="020B0604020202020204" pitchFamily="34" charset="0"/>
                <a:ea typeface="微软雅黑" panose="020B0503020204020204" charset="-122"/>
              </a:defRPr>
            </a:lvl1pPr>
            <a:lvl2pPr eaLnBrk="1" fontAlgn="auto" latinLnBrk="0" hangingPunct="1">
              <a:defRPr sz="2000">
                <a:solidFill>
                  <a:schemeClr val="tx1"/>
                </a:solidFill>
                <a:latin typeface="Arial" panose="020B0604020202020204" pitchFamily="34" charset="0"/>
                <a:ea typeface="微软雅黑" panose="020B0503020204020204" charset="-122"/>
              </a:defRPr>
            </a:lvl2pPr>
            <a:lvl3pPr eaLnBrk="1" fontAlgn="auto" latinLnBrk="0" hangingPunct="1">
              <a:defRPr sz="2000">
                <a:solidFill>
                  <a:schemeClr val="tx1"/>
                </a:solidFill>
                <a:latin typeface="Arial" panose="020B0604020202020204" pitchFamily="34" charset="0"/>
                <a:ea typeface="微软雅黑" panose="020B0503020204020204" charset="-122"/>
              </a:defRPr>
            </a:lvl3pPr>
            <a:lvl4pPr eaLnBrk="1" fontAlgn="auto" latinLnBrk="0" hangingPunct="1">
              <a:defRPr sz="2000">
                <a:solidFill>
                  <a:schemeClr val="tx1"/>
                </a:solidFill>
                <a:latin typeface="Arial" panose="020B0604020202020204" pitchFamily="34" charset="0"/>
                <a:ea typeface="微软雅黑" panose="020B0503020204020204" charset="-122"/>
              </a:defRPr>
            </a:lvl4pPr>
            <a:lvl5pPr eaLnBrk="1" fontAlgn="auto" latinLnBrk="0" hangingPunct="1">
              <a:defRPr sz="160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2023/4/26</a:t>
            </a:fld>
            <a:endParaRPr lang="zh-CN" altLang="en-US"/>
          </a:p>
        </p:txBody>
      </p:sp>
      <p:sp>
        <p:nvSpPr>
          <p:cNvPr id="6" name="页脚占位符 5"/>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7" name="灯片编号占位符 6"/>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10" name="标题 9"/>
          <p:cNvSpPr>
            <a:spLocks noGrp="1"/>
          </p:cNvSpPr>
          <p:nvPr>
            <p:ph type="title"/>
            <p:custDataLst>
              <p:tags r:id="rId8"/>
            </p:custDataLst>
          </p:nvPr>
        </p:nvSpPr>
        <p:spPr>
          <a:xfrm>
            <a:off x="502285" y="414655"/>
            <a:ext cx="8139430"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Tree>
  </p:cSld>
  <p:clrMapOvr>
    <a:masterClrMapping/>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pic>
        <p:nvPicPr>
          <p:cNvPr id="11" name="图片 5"/>
          <p:cNvPicPr/>
          <p:nvPr userDrawn="1">
            <p:custDataLst>
              <p:tags r:id="rId1"/>
            </p:custDataLst>
          </p:nvPr>
        </p:nvPicPr>
        <p:blipFill>
          <a:blip r:embed="rId12" r:link="rId13" cstate="email"/>
          <a:stretch>
            <a:fillRect/>
          </a:stretch>
        </p:blipFill>
        <p:spPr>
          <a:xfrm>
            <a:off x="0" y="0"/>
            <a:ext cx="540068" cy="486377"/>
          </a:xfrm>
          <a:prstGeom prst="rect">
            <a:avLst/>
          </a:prstGeom>
        </p:spPr>
      </p:pic>
      <p:pic>
        <p:nvPicPr>
          <p:cNvPr id="10" name="图片 7"/>
          <p:cNvPicPr/>
          <p:nvPr userDrawn="1">
            <p:custDataLst>
              <p:tags r:id="rId2"/>
            </p:custDataLst>
          </p:nvPr>
        </p:nvPicPr>
        <p:blipFill>
          <a:blip r:embed="rId14" r:link="rId15" cstate="email"/>
          <a:stretch>
            <a:fillRect/>
          </a:stretch>
        </p:blipFill>
        <p:spPr>
          <a:xfrm>
            <a:off x="8603932" y="0"/>
            <a:ext cx="540068" cy="629227"/>
          </a:xfrm>
          <a:prstGeom prst="rect">
            <a:avLst/>
          </a:prstGeom>
        </p:spPr>
      </p:pic>
      <p:sp>
        <p:nvSpPr>
          <p:cNvPr id="3" name="文本占位符 2"/>
          <p:cNvSpPr>
            <a:spLocks noGrp="1"/>
          </p:cNvSpPr>
          <p:nvPr>
            <p:ph type="body" idx="1" hasCustomPrompt="1"/>
            <p:custDataLst>
              <p:tags r:id="rId3"/>
            </p:custDataLst>
          </p:nvPr>
        </p:nvSpPr>
        <p:spPr>
          <a:xfrm>
            <a:off x="502447" y="1386213"/>
            <a:ext cx="3962432" cy="285752"/>
          </a:xfrm>
        </p:spPr>
        <p:txBody>
          <a:bodyPr wrap="square" lIns="90170" tIns="46990" rIns="90170" bIns="46990" anchor="ctr" anchorCtr="0">
            <a:normAutofit/>
          </a:bodyPr>
          <a:lstStyle>
            <a:lvl1pPr marL="0" indent="0" eaLnBrk="1" fontAlgn="auto" latinLnBrk="0" hangingPunct="1">
              <a:lnSpc>
                <a:spcPct val="100000"/>
              </a:lnSpc>
              <a:spcAft>
                <a:spcPts val="0"/>
              </a:spcAft>
              <a:buNone/>
              <a:defRPr sz="1500" b="0" u="none" strike="noStrike" kern="1200" cap="none" spc="200" normalizeH="0" baseline="0">
                <a:solidFill>
                  <a:schemeClr val="tx1"/>
                </a:solidFill>
                <a:uFillTx/>
                <a:latin typeface="Arial" panose="020B0604020202020204" pitchFamily="34" charset="0"/>
                <a:ea typeface="微软雅黑" panose="020B050302020402020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单击此处编辑文本</a:t>
            </a:r>
          </a:p>
        </p:txBody>
      </p:sp>
      <p:sp>
        <p:nvSpPr>
          <p:cNvPr id="4" name="内容占位符 3"/>
          <p:cNvSpPr>
            <a:spLocks noGrp="1"/>
          </p:cNvSpPr>
          <p:nvPr>
            <p:ph sz="half" idx="2"/>
            <p:custDataLst>
              <p:tags r:id="rId4"/>
            </p:custDataLst>
          </p:nvPr>
        </p:nvSpPr>
        <p:spPr>
          <a:xfrm>
            <a:off x="502285" y="1797685"/>
            <a:ext cx="3962400" cy="3926205"/>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5"/>
            </p:custDataLst>
          </p:nvPr>
        </p:nvSpPr>
        <p:spPr>
          <a:xfrm>
            <a:off x="4686337" y="1386213"/>
            <a:ext cx="3962432" cy="285752"/>
          </a:xfrm>
        </p:spPr>
        <p:txBody>
          <a:bodyPr vert="horz" wrap="square" lIns="90170" tIns="46990" rIns="90170" bIns="46990" rtlCol="0" anchor="ctr"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1500" b="0"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a:sym typeface="+mn-ea"/>
              </a:rPr>
              <a:t>单击此处编辑文本</a:t>
            </a:r>
          </a:p>
        </p:txBody>
      </p:sp>
      <p:sp>
        <p:nvSpPr>
          <p:cNvPr id="6" name="内容占位符 5"/>
          <p:cNvSpPr>
            <a:spLocks noGrp="1"/>
          </p:cNvSpPr>
          <p:nvPr>
            <p:ph sz="quarter" idx="4"/>
            <p:custDataLst>
              <p:tags r:id="rId6"/>
            </p:custDataLst>
          </p:nvPr>
        </p:nvSpPr>
        <p:spPr>
          <a:xfrm>
            <a:off x="4676775" y="1797685"/>
            <a:ext cx="3962400" cy="3926205"/>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7"/>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2023/4/26</a:t>
            </a:fld>
            <a:endParaRPr lang="zh-CN" altLang="en-US"/>
          </a:p>
        </p:txBody>
      </p:sp>
      <p:sp>
        <p:nvSpPr>
          <p:cNvPr id="8" name="页脚占位符 7"/>
          <p:cNvSpPr>
            <a:spLocks noGrp="1"/>
          </p:cNvSpPr>
          <p:nvPr>
            <p:ph type="ftr" sz="quarter" idx="11"/>
            <p:custDataLst>
              <p:tags r:id="rId8"/>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9" name="灯片编号占位符 8"/>
          <p:cNvSpPr>
            <a:spLocks noGrp="1"/>
          </p:cNvSpPr>
          <p:nvPr>
            <p:ph type="sldNum" sz="quarter" idx="12"/>
            <p:custDataLst>
              <p:tags r:id="rId9"/>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12" name="标题 11"/>
          <p:cNvSpPr>
            <a:spLocks noGrp="1"/>
          </p:cNvSpPr>
          <p:nvPr>
            <p:ph type="title"/>
            <p:custDataLst>
              <p:tags r:id="rId10"/>
            </p:custDataLst>
          </p:nvPr>
        </p:nvSpPr>
        <p:spPr>
          <a:xfrm>
            <a:off x="511810" y="414655"/>
            <a:ext cx="8139430"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Tree>
  </p:cSld>
  <p:clrMapOvr>
    <a:masterClrMapping/>
  </p:clrMapOvr>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pic>
        <p:nvPicPr>
          <p:cNvPr id="8" name="图片 5"/>
          <p:cNvPicPr/>
          <p:nvPr userDrawn="1">
            <p:custDataLst>
              <p:tags r:id="rId1"/>
            </p:custDataLst>
          </p:nvPr>
        </p:nvPicPr>
        <p:blipFill>
          <a:blip r:embed="rId9" r:link="rId10" cstate="email"/>
          <a:stretch>
            <a:fillRect/>
          </a:stretch>
        </p:blipFill>
        <p:spPr>
          <a:xfrm>
            <a:off x="228600" y="2503170"/>
            <a:ext cx="3291840" cy="1851660"/>
          </a:xfrm>
          <a:prstGeom prst="rect">
            <a:avLst/>
          </a:prstGeom>
        </p:spPr>
      </p:pic>
      <p:sp>
        <p:nvSpPr>
          <p:cNvPr id="7" name="任意多边形 6"/>
          <p:cNvSpPr/>
          <p:nvPr userDrawn="1">
            <p:custDataLst>
              <p:tags r:id="rId2"/>
            </p:custDataLst>
          </p:nvPr>
        </p:nvSpPr>
        <p:spPr>
          <a:xfrm>
            <a:off x="3658500" y="0"/>
            <a:ext cx="5485500" cy="6858000"/>
          </a:xfrm>
          <a:custGeom>
            <a:avLst/>
            <a:gdLst>
              <a:gd name="connsiteX0" fmla="*/ 1714500 w 7314000"/>
              <a:gd name="connsiteY0" fmla="*/ 0 h 6858000"/>
              <a:gd name="connsiteX1" fmla="*/ 7314000 w 7314000"/>
              <a:gd name="connsiteY1" fmla="*/ 0 h 6858000"/>
              <a:gd name="connsiteX2" fmla="*/ 7314000 w 7314000"/>
              <a:gd name="connsiteY2" fmla="*/ 6858000 h 6858000"/>
              <a:gd name="connsiteX3" fmla="*/ 0 w 7314000"/>
              <a:gd name="connsiteY3" fmla="*/ 6858000 h 6858000"/>
              <a:gd name="connsiteX4" fmla="*/ 1714500 w 7314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14000" h="6858000">
                <a:moveTo>
                  <a:pt x="1714500" y="0"/>
                </a:moveTo>
                <a:lnTo>
                  <a:pt x="7314000" y="0"/>
                </a:lnTo>
                <a:lnTo>
                  <a:pt x="7314000" y="6858000"/>
                </a:lnTo>
                <a:lnTo>
                  <a:pt x="0" y="6858000"/>
                </a:lnTo>
                <a:lnTo>
                  <a:pt x="1714500" y="0"/>
                </a:lnTo>
                <a:close/>
              </a:path>
            </a:pathLst>
          </a:cu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p>
        </p:txBody>
      </p:sp>
      <p:pic>
        <p:nvPicPr>
          <p:cNvPr id="6" name="图片 8"/>
          <p:cNvPicPr/>
          <p:nvPr userDrawn="1">
            <p:custDataLst>
              <p:tags r:id="rId3"/>
            </p:custDataLst>
          </p:nvPr>
        </p:nvPicPr>
        <p:blipFill>
          <a:blip r:embed="rId11" r:link="rId12" cstate="email"/>
          <a:stretch>
            <a:fillRect/>
          </a:stretch>
        </p:blipFill>
        <p:spPr>
          <a:xfrm>
            <a:off x="8603932" y="6371623"/>
            <a:ext cx="540068" cy="486377"/>
          </a:xfrm>
          <a:prstGeom prst="rect">
            <a:avLst/>
          </a:prstGeom>
        </p:spPr>
      </p:pic>
      <p:sp>
        <p:nvSpPr>
          <p:cNvPr id="3" name="日期占位符 2"/>
          <p:cNvSpPr>
            <a:spLocks noGrp="1"/>
          </p:cNvSpPr>
          <p:nvPr>
            <p:ph type="dt" sz="half" idx="10"/>
            <p:custDataLst>
              <p:tags r:id="rId4"/>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2023/4/26</a:t>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6"/>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9" name="标题 8"/>
          <p:cNvSpPr>
            <a:spLocks noGrp="1"/>
          </p:cNvSpPr>
          <p:nvPr>
            <p:ph type="title"/>
            <p:custDataLst>
              <p:tags r:id="rId7"/>
            </p:custDataLst>
          </p:nvPr>
        </p:nvSpPr>
        <p:spPr>
          <a:xfrm>
            <a:off x="502285" y="414655"/>
            <a:ext cx="8139430"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Tree>
  </p:cSld>
  <p:clrMapOvr>
    <a:masterClrMapping/>
  </p:clrMapOvr>
  <p:hf hdr="0" ft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2023/4/26</a:t>
            </a:fld>
            <a:endParaRPr lang="zh-CN" altLang="en-US"/>
          </a:p>
        </p:txBody>
      </p:sp>
      <p:sp>
        <p:nvSpPr>
          <p:cNvPr id="3" name="页脚占位符 2"/>
          <p:cNvSpPr>
            <a:spLocks noGrp="1"/>
          </p:cNvSpPr>
          <p:nvPr>
            <p:ph type="ftr" sz="quarter" idx="11"/>
            <p:custDataLst>
              <p:tags r:id="rId2"/>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4" name="灯片编号占位符 3"/>
          <p:cNvSpPr>
            <a:spLocks noGrp="1"/>
          </p:cNvSpPr>
          <p:nvPr>
            <p:ph type="sldNum" sz="quarter" idx="12"/>
            <p:custDataLst>
              <p:tags r:id="rId3"/>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pic>
        <p:nvPicPr>
          <p:cNvPr id="9" name="图片 5"/>
          <p:cNvPicPr/>
          <p:nvPr userDrawn="1">
            <p:custDataLst>
              <p:tags r:id="rId1"/>
            </p:custDataLst>
          </p:nvPr>
        </p:nvPicPr>
        <p:blipFill>
          <a:blip r:embed="rId10" r:link="rId11" cstate="email"/>
          <a:stretch>
            <a:fillRect/>
          </a:stretch>
        </p:blipFill>
        <p:spPr>
          <a:xfrm>
            <a:off x="0" y="0"/>
            <a:ext cx="540068" cy="486377"/>
          </a:xfrm>
          <a:prstGeom prst="rect">
            <a:avLst/>
          </a:prstGeom>
        </p:spPr>
      </p:pic>
      <p:pic>
        <p:nvPicPr>
          <p:cNvPr id="8" name="图片 7"/>
          <p:cNvPicPr/>
          <p:nvPr userDrawn="1">
            <p:custDataLst>
              <p:tags r:id="rId2"/>
            </p:custDataLst>
          </p:nvPr>
        </p:nvPicPr>
        <p:blipFill>
          <a:blip r:embed="rId12" r:link="rId13" cstate="email"/>
          <a:stretch>
            <a:fillRect/>
          </a:stretch>
        </p:blipFill>
        <p:spPr>
          <a:xfrm>
            <a:off x="8603932" y="0"/>
            <a:ext cx="540068" cy="629227"/>
          </a:xfrm>
          <a:prstGeom prst="rect">
            <a:avLst/>
          </a:prstGeom>
        </p:spPr>
      </p:pic>
      <p:sp>
        <p:nvSpPr>
          <p:cNvPr id="3" name="图片占位符 2"/>
          <p:cNvSpPr>
            <a:spLocks noGrp="1"/>
          </p:cNvSpPr>
          <p:nvPr>
            <p:ph type="pic" idx="1"/>
            <p:custDataLst>
              <p:tags r:id="rId3"/>
            </p:custDataLst>
          </p:nvPr>
        </p:nvSpPr>
        <p:spPr>
          <a:xfrm>
            <a:off x="502447" y="1626121"/>
            <a:ext cx="3962432" cy="4041680"/>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mn-lt"/>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4679194" y="1626121"/>
            <a:ext cx="3962432" cy="4041680"/>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9EFD9D74-47D9-4702-A33C-335B63B48DBF}" type="datetime1">
              <a:rPr lang="zh-CN" altLang="en-US" smtClean="0"/>
              <a:t>2023/4/26</a:t>
            </a:fld>
            <a:endParaRPr lang="zh-CN" altLang="en-US" dirty="0"/>
          </a:p>
        </p:txBody>
      </p:sp>
      <p:sp>
        <p:nvSpPr>
          <p:cNvPr id="6" name="页脚占位符 5"/>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7" name="灯片编号占位符 6"/>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FABC47A4-756D-490B-A52F-7D9E2C9FC05F}" type="slidenum">
              <a:rPr lang="zh-CN" altLang="en-US" smtClean="0"/>
              <a:t>‹#›</a:t>
            </a:fld>
            <a:endParaRPr lang="zh-CN" altLang="en-US"/>
          </a:p>
        </p:txBody>
      </p:sp>
      <p:sp>
        <p:nvSpPr>
          <p:cNvPr id="10" name="标题 9"/>
          <p:cNvSpPr>
            <a:spLocks noGrp="1"/>
          </p:cNvSpPr>
          <p:nvPr>
            <p:ph type="title"/>
            <p:custDataLst>
              <p:tags r:id="rId8"/>
            </p:custDataLst>
          </p:nvPr>
        </p:nvSpPr>
        <p:spPr>
          <a:xfrm>
            <a:off x="502285" y="414655"/>
            <a:ext cx="8139430"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Tree>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pic>
        <p:nvPicPr>
          <p:cNvPr id="8" name="图片 5"/>
          <p:cNvPicPr/>
          <p:nvPr userDrawn="1">
            <p:custDataLst>
              <p:tags r:id="rId1"/>
            </p:custDataLst>
          </p:nvPr>
        </p:nvPicPr>
        <p:blipFill>
          <a:blip r:embed="rId9" r:link="rId10" cstate="email"/>
          <a:stretch>
            <a:fillRect/>
          </a:stretch>
        </p:blipFill>
        <p:spPr>
          <a:xfrm>
            <a:off x="0" y="0"/>
            <a:ext cx="540068" cy="486377"/>
          </a:xfrm>
          <a:prstGeom prst="rect">
            <a:avLst/>
          </a:prstGeom>
        </p:spPr>
      </p:pic>
      <p:pic>
        <p:nvPicPr>
          <p:cNvPr id="7" name="图片 7"/>
          <p:cNvPicPr/>
          <p:nvPr userDrawn="1">
            <p:custDataLst>
              <p:tags r:id="rId2"/>
            </p:custDataLst>
          </p:nvPr>
        </p:nvPicPr>
        <p:blipFill>
          <a:blip r:embed="rId11" r:link="rId12" cstate="email"/>
          <a:stretch>
            <a:fillRect/>
          </a:stretch>
        </p:blipFill>
        <p:spPr>
          <a:xfrm>
            <a:off x="8603932" y="0"/>
            <a:ext cx="540068" cy="629227"/>
          </a:xfrm>
          <a:prstGeom prst="rect">
            <a:avLst/>
          </a:prstGeom>
        </p:spPr>
      </p:pic>
      <p:sp>
        <p:nvSpPr>
          <p:cNvPr id="2" name="竖排标题 1"/>
          <p:cNvSpPr>
            <a:spLocks noGrp="1"/>
          </p:cNvSpPr>
          <p:nvPr>
            <p:ph type="title" orient="vert"/>
            <p:custDataLst>
              <p:tags r:id="rId3"/>
            </p:custDataLst>
          </p:nvPr>
        </p:nvSpPr>
        <p:spPr>
          <a:xfrm>
            <a:off x="7928351" y="1626121"/>
            <a:ext cx="713238" cy="4041680"/>
          </a:xfrm>
        </p:spPr>
        <p:txBody>
          <a:bodyPr vert="eaVert" wrap="square"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18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4"/>
            </p:custDataLst>
          </p:nvPr>
        </p:nvSpPr>
        <p:spPr>
          <a:xfrm>
            <a:off x="502444" y="1626113"/>
            <a:ext cx="7371076" cy="4041680"/>
          </a:xfrm>
        </p:spPr>
        <p:txBody>
          <a:bodyPr vert="eaVert" wrap="square">
            <a:normAutofit/>
          </a:bodyPr>
          <a:lstStyle>
            <a:lvl1pPr indent="0" eaLnBrk="1" fontAlgn="auto" latinLnBrk="0" hangingPunct="1">
              <a:defRPr>
                <a:solidFill>
                  <a:schemeClr val="tx1"/>
                </a:solidFill>
                <a:latin typeface="Arial" panose="020B0604020202020204" pitchFamily="34" charset="0"/>
                <a:ea typeface="微软雅黑" panose="020B0503020204020204" charset="-122"/>
              </a:defRPr>
            </a:lvl1pPr>
            <a:lvl2pPr indent="0" eaLnBrk="1" fontAlgn="auto" latinLnBrk="0" hangingPunct="1">
              <a:defRPr>
                <a:solidFill>
                  <a:schemeClr val="tx1"/>
                </a:solidFill>
                <a:latin typeface="Arial" panose="020B0604020202020204" pitchFamily="34" charset="0"/>
                <a:ea typeface="微软雅黑" panose="020B0503020204020204" charset="-122"/>
              </a:defRPr>
            </a:lvl2pPr>
            <a:lvl3pPr indent="0" eaLnBrk="1" fontAlgn="auto" latinLnBrk="0" hangingPunct="1">
              <a:defRPr>
                <a:solidFill>
                  <a:schemeClr val="tx1"/>
                </a:solidFill>
                <a:latin typeface="Arial" panose="020B0604020202020204" pitchFamily="34" charset="0"/>
                <a:ea typeface="微软雅黑" panose="020B0503020204020204" charset="-122"/>
              </a:defRPr>
            </a:lvl3pPr>
            <a:lvl4pPr indent="0" eaLnBrk="1" fontAlgn="auto" latinLnBrk="0" hangingPunct="1">
              <a:defRPr>
                <a:solidFill>
                  <a:schemeClr val="tx1"/>
                </a:solidFill>
                <a:latin typeface="Arial" panose="020B0604020202020204" pitchFamily="34" charset="0"/>
                <a:ea typeface="微软雅黑" panose="020B0503020204020204" charset="-122"/>
              </a:defRPr>
            </a:lvl4pPr>
            <a:lvl5pPr indent="0" eaLnBrk="1" fontAlgn="auto" latinLnBrk="0" hangingPunct="1">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2023/4/26</a:t>
            </a:fld>
            <a:endParaRPr lang="zh-CN" altLang="en-US"/>
          </a:p>
        </p:txBody>
      </p:sp>
      <p:sp>
        <p:nvSpPr>
          <p:cNvPr id="5" name="页脚占位符 4"/>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pic>
        <p:nvPicPr>
          <p:cNvPr id="8" name="图片 5"/>
          <p:cNvPicPr/>
          <p:nvPr userDrawn="1">
            <p:custDataLst>
              <p:tags r:id="rId1"/>
            </p:custDataLst>
          </p:nvPr>
        </p:nvPicPr>
        <p:blipFill>
          <a:blip r:embed="rId8" r:link="rId9" cstate="email"/>
          <a:stretch>
            <a:fillRect/>
          </a:stretch>
        </p:blipFill>
        <p:spPr>
          <a:xfrm>
            <a:off x="0" y="0"/>
            <a:ext cx="540068" cy="486377"/>
          </a:xfrm>
          <a:prstGeom prst="rect">
            <a:avLst/>
          </a:prstGeom>
        </p:spPr>
      </p:pic>
      <p:pic>
        <p:nvPicPr>
          <p:cNvPr id="6" name="图片 7"/>
          <p:cNvPicPr/>
          <p:nvPr userDrawn="1">
            <p:custDataLst>
              <p:tags r:id="rId2"/>
            </p:custDataLst>
          </p:nvPr>
        </p:nvPicPr>
        <p:blipFill>
          <a:blip r:embed="rId10" r:link="rId11" cstate="email"/>
          <a:stretch>
            <a:fillRect/>
          </a:stretch>
        </p:blipFill>
        <p:spPr>
          <a:xfrm>
            <a:off x="8603932" y="0"/>
            <a:ext cx="540068" cy="629227"/>
          </a:xfrm>
          <a:prstGeom prst="rect">
            <a:avLst/>
          </a:prstGeom>
        </p:spPr>
      </p:pic>
      <p:sp>
        <p:nvSpPr>
          <p:cNvPr id="3" name="日期占位符 2"/>
          <p:cNvSpPr>
            <a:spLocks noGrp="1"/>
          </p:cNvSpPr>
          <p:nvPr>
            <p:ph type="dt" sz="half" idx="10"/>
            <p:custDataLst>
              <p:tags r:id="rId3"/>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2023/4/26</a:t>
            </a:fld>
            <a:endParaRPr lang="zh-CN" altLang="en-US"/>
          </a:p>
        </p:txBody>
      </p:sp>
      <p:sp>
        <p:nvSpPr>
          <p:cNvPr id="4" name="页脚占位符 3"/>
          <p:cNvSpPr>
            <a:spLocks noGrp="1"/>
          </p:cNvSpPr>
          <p:nvPr>
            <p:ph type="ftr" sz="quarter" idx="11"/>
            <p:custDataLst>
              <p:tags r:id="rId4"/>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5"/>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6"/>
            </p:custDataLst>
          </p:nvPr>
        </p:nvSpPr>
        <p:spPr>
          <a:xfrm>
            <a:off x="502447" y="1626121"/>
            <a:ext cx="8139178" cy="4041680"/>
          </a:xfrm>
        </p:spPr>
        <p:txBody>
          <a:bodyPr wrap="square">
            <a:normAutofit/>
          </a:bodyPr>
          <a:lstStyle>
            <a:lvl1pPr>
              <a:defRPr>
                <a:solidFill>
                  <a:schemeClr val="tx1"/>
                </a:solidFill>
                <a:latin typeface="Arial" panose="020B0604020202020204" pitchFamily="34" charset="0"/>
                <a:ea typeface="微软雅黑" panose="020B0503020204020204" charset="-122"/>
              </a:defRPr>
            </a:lvl1pPr>
            <a:lvl2pPr>
              <a:defRPr>
                <a:solidFill>
                  <a:schemeClr val="tx1"/>
                </a:solidFill>
                <a:latin typeface="Arial" panose="020B0604020202020204" pitchFamily="34" charset="0"/>
                <a:ea typeface="微软雅黑" panose="020B0503020204020204" charset="-122"/>
              </a:defRPr>
            </a:lvl2pPr>
            <a:lvl3pPr>
              <a:defRPr>
                <a:solidFill>
                  <a:schemeClr val="tx1"/>
                </a:solidFill>
                <a:latin typeface="Arial" panose="020B0604020202020204" pitchFamily="34" charset="0"/>
                <a:ea typeface="微软雅黑" panose="020B0503020204020204" charset="-122"/>
              </a:defRPr>
            </a:lvl3pPr>
            <a:lvl4pPr>
              <a:defRPr>
                <a:solidFill>
                  <a:schemeClr val="tx1"/>
                </a:solidFill>
                <a:latin typeface="Arial" panose="020B0604020202020204" pitchFamily="34" charset="0"/>
                <a:ea typeface="微软雅黑" panose="020B0503020204020204" charset="-122"/>
              </a:defRPr>
            </a:lvl4pPr>
            <a:lvl5pPr>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tx2"/>
        </a:solidFill>
        <a:effectLst/>
      </p:bgPr>
    </p:bg>
    <p:spTree>
      <p:nvGrpSpPr>
        <p:cNvPr id="1" name=""/>
        <p:cNvGrpSpPr/>
        <p:nvPr/>
      </p:nvGrpSpPr>
      <p:grpSpPr>
        <a:xfrm>
          <a:off x="0" y="0"/>
          <a:ext cx="0" cy="0"/>
          <a:chOff x="0" y="0"/>
          <a:chExt cx="0" cy="0"/>
        </a:xfrm>
      </p:grpSpPr>
      <p:pic>
        <p:nvPicPr>
          <p:cNvPr id="6" name="图片 5"/>
          <p:cNvPicPr/>
          <p:nvPr userDrawn="1">
            <p:custDataLst>
              <p:tags r:id="rId1"/>
            </p:custDataLst>
          </p:nvPr>
        </p:nvPicPr>
        <p:blipFill>
          <a:blip r:embed="rId8" r:link="rId9" cstate="email"/>
          <a:stretch>
            <a:fillRect/>
          </a:stretch>
        </p:blipFill>
        <p:spPr>
          <a:xfrm>
            <a:off x="0" y="0"/>
            <a:ext cx="9144000" cy="6858000"/>
          </a:xfrm>
          <a:prstGeom prst="rect">
            <a:avLst/>
          </a:prstGeom>
        </p:spPr>
      </p:pic>
      <p:sp>
        <p:nvSpPr>
          <p:cNvPr id="3" name="日期占位符 2"/>
          <p:cNvSpPr>
            <a:spLocks noGrp="1"/>
          </p:cNvSpPr>
          <p:nvPr>
            <p:ph type="dt" sz="half" idx="10"/>
            <p:custDataLst>
              <p:tags r:id="rId2"/>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2023/4/26</a:t>
            </a:fld>
            <a:endParaRPr lang="zh-CN" altLang="en-US"/>
          </a:p>
        </p:txBody>
      </p:sp>
      <p:sp>
        <p:nvSpPr>
          <p:cNvPr id="4" name="页脚占位符 3"/>
          <p:cNvSpPr>
            <a:spLocks noGrp="1"/>
          </p:cNvSpPr>
          <p:nvPr>
            <p:ph type="ftr" sz="quarter" idx="11"/>
            <p:custDataLst>
              <p:tags r:id="rId3"/>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4"/>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2" name="Title 1"/>
          <p:cNvSpPr>
            <a:spLocks noGrp="1"/>
          </p:cNvSpPr>
          <p:nvPr>
            <p:ph type="title" idx="13" hasCustomPrompt="1"/>
            <p:custDataLst>
              <p:tags r:id="rId5"/>
            </p:custDataLst>
          </p:nvPr>
        </p:nvSpPr>
        <p:spPr>
          <a:xfrm>
            <a:off x="2496929" y="2148126"/>
            <a:ext cx="4024313" cy="1049179"/>
          </a:xfrm>
        </p:spPr>
        <p:txBody>
          <a:bodyPr vert="horz" wrap="square" lIns="90170" tIns="46990" rIns="90170" bIns="46990" rtlCol="0" anchor="b" anchorCtr="0">
            <a:normAutofit/>
          </a:bodyPr>
          <a:lstStyle>
            <a:lvl1pPr>
              <a:defRPr lang="zh-CN" altLang="en-US" sz="6000" b="0" spc="1000" baseline="0">
                <a:solidFill>
                  <a:schemeClr val="tx1">
                    <a:lumMod val="85000"/>
                    <a:lumOff val="15000"/>
                  </a:schemeClr>
                </a:solidFill>
                <a:latin typeface="Arial" panose="020B0604020202020204" pitchFamily="34" charset="0"/>
                <a:ea typeface="汉仪旗黑-85S" panose="00020600040101010101" pitchFamily="18" charset="-122"/>
              </a:defRPr>
            </a:lvl1pPr>
          </a:lstStyle>
          <a:p>
            <a:pPr marL="0" lvl="0" algn="dist"/>
            <a:r>
              <a:rPr lang="zh-CN" altLang="en-US" dirty="0"/>
              <a:t>编辑标题</a:t>
            </a:r>
          </a:p>
        </p:txBody>
      </p:sp>
      <p:sp>
        <p:nvSpPr>
          <p:cNvPr id="7" name="Text Placeholder 6"/>
          <p:cNvSpPr>
            <a:spLocks noGrp="1"/>
          </p:cNvSpPr>
          <p:nvPr>
            <p:ph type="body" idx="14" hasCustomPrompt="1"/>
            <p:custDataLst>
              <p:tags r:id="rId6"/>
            </p:custDataLst>
          </p:nvPr>
        </p:nvSpPr>
        <p:spPr>
          <a:xfrm>
            <a:off x="2496979" y="3710067"/>
            <a:ext cx="4024313" cy="379571"/>
          </a:xfrm>
        </p:spPr>
        <p:txBody>
          <a:bodyPr vert="horz" wrap="square" lIns="90170" tIns="0" rIns="90170" bIns="46990" rtlCol="0" anchor="t" anchorCtr="0">
            <a:normAutofit/>
          </a:bodyPr>
          <a:lstStyle>
            <a:lvl1pPr>
              <a:defRPr lang="zh-CN" altLang="en-US" sz="1350" spc="200">
                <a:ln>
                  <a:noFill/>
                </a:ln>
                <a:solidFill>
                  <a:schemeClr val="tx1">
                    <a:lumMod val="65000"/>
                    <a:lumOff val="35000"/>
                  </a:schemeClr>
                </a:solidFill>
                <a:effectLst/>
                <a:uLnTx/>
                <a:latin typeface="Arial" panose="020B0604020202020204" pitchFamily="34" charset="0"/>
                <a:ea typeface="微软雅黑" panose="020B0503020204020204" charset="-122"/>
                <a:cs typeface="微软雅黑" panose="020B0503020204020204" charset="-122"/>
              </a:defRPr>
            </a:lvl1pPr>
          </a:lstStyle>
          <a:p>
            <a:pPr marL="0" lvl="0" indent="0" algn="ctr">
              <a:lnSpc>
                <a:spcPct val="120000"/>
              </a:lnSpc>
              <a:spcAft>
                <a:spcPts val="0"/>
              </a:spcAft>
              <a:buClrTx/>
              <a:buSzTx/>
              <a:buNone/>
            </a:pPr>
            <a:r>
              <a:rPr lang="zh-CN" altLang="en-US" dirty="0"/>
              <a:t>单击此处编辑文本</a:t>
            </a:r>
          </a:p>
        </p:txBody>
      </p:sp>
      <p:pic>
        <p:nvPicPr>
          <p:cNvPr id="1033" name="图片 8"/>
          <p:cNvPicPr>
            <a:picLocks noChangeAspect="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113665" y="6012180"/>
            <a:ext cx="75438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8" r:link="rId9" cstate="email"/>
          <a:stretch>
            <a:fillRect/>
          </a:stretch>
        </p:blipFill>
        <p:spPr>
          <a:xfrm>
            <a:off x="0" y="0"/>
            <a:ext cx="540068" cy="486377"/>
          </a:xfrm>
          <a:prstGeom prst="rect">
            <a:avLst/>
          </a:prstGeom>
        </p:spPr>
      </p:pic>
      <p:pic>
        <p:nvPicPr>
          <p:cNvPr id="6" name="图片 7"/>
          <p:cNvPicPr/>
          <p:nvPr userDrawn="1">
            <p:custDataLst>
              <p:tags r:id="rId2"/>
            </p:custDataLst>
          </p:nvPr>
        </p:nvPicPr>
        <p:blipFill>
          <a:blip r:embed="rId10" r:link="rId11" cstate="email"/>
          <a:stretch>
            <a:fillRect/>
          </a:stretch>
        </p:blipFill>
        <p:spPr>
          <a:xfrm>
            <a:off x="8603932" y="0"/>
            <a:ext cx="540068" cy="629227"/>
          </a:xfrm>
          <a:prstGeom prst="rect">
            <a:avLst/>
          </a:prstGeom>
        </p:spPr>
      </p:pic>
      <p:sp>
        <p:nvSpPr>
          <p:cNvPr id="2" name="标题 1"/>
          <p:cNvSpPr>
            <a:spLocks noGrp="1"/>
          </p:cNvSpPr>
          <p:nvPr>
            <p:ph type="title"/>
            <p:custDataLst>
              <p:tags r:id="rId3"/>
            </p:custDataLst>
          </p:nvPr>
        </p:nvSpPr>
        <p:spPr>
          <a:xfrm>
            <a:off x="502411" y="498476"/>
            <a:ext cx="8139178" cy="331473"/>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2023/4/26</a:t>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Tree>
  </p:cSld>
  <p:clrMapOvr>
    <a:masterClrMapping/>
  </p:clrMapOvr>
  <p:hf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bg2"/>
        </a:solidFill>
        <a:effectLst/>
      </p:bgPr>
    </p:bg>
    <p:spTree>
      <p:nvGrpSpPr>
        <p:cNvPr id="1" name=""/>
        <p:cNvGrpSpPr/>
        <p:nvPr/>
      </p:nvGrpSpPr>
      <p:grpSpPr>
        <a:xfrm>
          <a:off x="0" y="0"/>
          <a:ext cx="0" cy="0"/>
          <a:chOff x="0" y="0"/>
          <a:chExt cx="0" cy="0"/>
        </a:xfrm>
      </p:grpSpPr>
      <p:sp>
        <p:nvSpPr>
          <p:cNvPr id="10" name="矩形 4"/>
          <p:cNvSpPr/>
          <p:nvPr userDrawn="1">
            <p:custDataLst>
              <p:tags r:id="rId1"/>
            </p:custDataLst>
          </p:nvPr>
        </p:nvSpPr>
        <p:spPr>
          <a:xfrm>
            <a:off x="219056" y="303809"/>
            <a:ext cx="8705888" cy="6250382"/>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9" name="图片 6"/>
          <p:cNvPicPr/>
          <p:nvPr userDrawn="1">
            <p:custDataLst>
              <p:tags r:id="rId2"/>
            </p:custDataLst>
          </p:nvPr>
        </p:nvPicPr>
        <p:blipFill>
          <a:blip r:embed="rId10" r:link="rId11" cstate="email"/>
          <a:stretch>
            <a:fillRect/>
          </a:stretch>
        </p:blipFill>
        <p:spPr>
          <a:xfrm>
            <a:off x="0" y="0"/>
            <a:ext cx="540068" cy="486377"/>
          </a:xfrm>
          <a:prstGeom prst="rect">
            <a:avLst/>
          </a:prstGeom>
        </p:spPr>
      </p:pic>
      <p:pic>
        <p:nvPicPr>
          <p:cNvPr id="8" name="图片 8"/>
          <p:cNvPicPr/>
          <p:nvPr userDrawn="1">
            <p:custDataLst>
              <p:tags r:id="rId3"/>
            </p:custDataLst>
          </p:nvPr>
        </p:nvPicPr>
        <p:blipFill>
          <a:blip r:embed="rId12" r:link="rId13" cstate="email"/>
          <a:stretch>
            <a:fillRect/>
          </a:stretch>
        </p:blipFill>
        <p:spPr>
          <a:xfrm>
            <a:off x="8603932" y="0"/>
            <a:ext cx="540068" cy="629227"/>
          </a:xfrm>
          <a:prstGeom prst="rect">
            <a:avLst/>
          </a:prstGeom>
        </p:spPr>
      </p:pic>
      <p:sp>
        <p:nvSpPr>
          <p:cNvPr id="7" name="内容占位符 6"/>
          <p:cNvSpPr>
            <a:spLocks noGrp="1"/>
          </p:cNvSpPr>
          <p:nvPr>
            <p:ph sz="quarter" idx="13"/>
            <p:custDataLst>
              <p:tags r:id="rId4"/>
            </p:custDataLst>
          </p:nvPr>
        </p:nvSpPr>
        <p:spPr>
          <a:xfrm>
            <a:off x="659765" y="1378585"/>
            <a:ext cx="7943850" cy="475107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2023/4/26</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6" name="标题 5"/>
          <p:cNvSpPr>
            <a:spLocks noGrp="1"/>
          </p:cNvSpPr>
          <p:nvPr>
            <p:ph type="title"/>
            <p:custDataLst>
              <p:tags r:id="rId8"/>
            </p:custDataLst>
          </p:nvPr>
        </p:nvSpPr>
        <p:spPr>
          <a:xfrm>
            <a:off x="502285" y="414655"/>
            <a:ext cx="8139430"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pic>
        <p:nvPicPr>
          <p:cNvPr id="1033" name="图片 8"/>
          <p:cNvPicPr>
            <a:picLocks noChangeAspect="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113665" y="6012180"/>
            <a:ext cx="75438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hf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10" name="矩形 4"/>
          <p:cNvSpPr/>
          <p:nvPr userDrawn="1">
            <p:custDataLst>
              <p:tags r:id="rId1"/>
            </p:custDataLst>
          </p:nvPr>
        </p:nvSpPr>
        <p:spPr>
          <a:xfrm>
            <a:off x="0" y="0"/>
            <a:ext cx="3618452" cy="68580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8" name="图片 6"/>
          <p:cNvPicPr/>
          <p:nvPr userDrawn="1">
            <p:custDataLst>
              <p:tags r:id="rId2"/>
            </p:custDataLst>
          </p:nvPr>
        </p:nvPicPr>
        <p:blipFill>
          <a:blip r:embed="rId10" r:link="rId11" cstate="email"/>
          <a:stretch>
            <a:fillRect/>
          </a:stretch>
        </p:blipFill>
        <p:spPr>
          <a:xfrm>
            <a:off x="8603932" y="0"/>
            <a:ext cx="540068" cy="486377"/>
          </a:xfrm>
          <a:prstGeom prst="rect">
            <a:avLst/>
          </a:prstGeom>
        </p:spPr>
      </p:pic>
      <p:sp>
        <p:nvSpPr>
          <p:cNvPr id="2" name="标题 1"/>
          <p:cNvSpPr>
            <a:spLocks noGrp="1"/>
          </p:cNvSpPr>
          <p:nvPr>
            <p:ph type="title" hasCustomPrompt="1"/>
            <p:custDataLst>
              <p:tags r:id="rId3"/>
            </p:custDataLst>
          </p:nvPr>
        </p:nvSpPr>
        <p:spPr>
          <a:xfrm>
            <a:off x="437400" y="880650"/>
            <a:ext cx="2970000" cy="661500"/>
          </a:xfrm>
        </p:spPr>
        <p:txBody>
          <a:bodyPr wrap="square" anchor="ctr" anchorCtr="0">
            <a:normAutofit/>
          </a:bodyPr>
          <a:lstStyle>
            <a:lvl1pPr>
              <a:defRPr sz="2700" baseline="0">
                <a:solidFill>
                  <a:schemeClr val="tx1"/>
                </a:solidFill>
                <a:latin typeface="Arial" panose="020B0604020202020204" pitchFamily="34" charset="0"/>
                <a:ea typeface="微软雅黑" panose="020B0503020204020204"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2023/4/26</a:t>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440100" y="2275650"/>
            <a:ext cx="2967300" cy="30699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3825900" y="1405930"/>
            <a:ext cx="4860000" cy="3815953"/>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1033" name="图片 8"/>
          <p:cNvPicPr>
            <a:picLocks noChangeAspect="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113665" y="6012180"/>
            <a:ext cx="75438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hf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1" name="矩形 4"/>
          <p:cNvSpPr/>
          <p:nvPr userDrawn="1">
            <p:custDataLst>
              <p:tags r:id="rId1"/>
            </p:custDataLst>
          </p:nvPr>
        </p:nvSpPr>
        <p:spPr>
          <a:xfrm>
            <a:off x="0" y="0"/>
            <a:ext cx="9144000" cy="2664333"/>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10" name="图片 6"/>
          <p:cNvPicPr/>
          <p:nvPr userDrawn="1">
            <p:custDataLst>
              <p:tags r:id="rId2"/>
            </p:custDataLst>
          </p:nvPr>
        </p:nvPicPr>
        <p:blipFill>
          <a:blip r:embed="rId11" r:link="rId12" cstate="email"/>
          <a:stretch>
            <a:fillRect/>
          </a:stretch>
        </p:blipFill>
        <p:spPr>
          <a:xfrm>
            <a:off x="0" y="0"/>
            <a:ext cx="540068" cy="486377"/>
          </a:xfrm>
          <a:prstGeom prst="rect">
            <a:avLst/>
          </a:prstGeom>
        </p:spPr>
      </p:pic>
      <p:pic>
        <p:nvPicPr>
          <p:cNvPr id="8" name="图片 8"/>
          <p:cNvPicPr/>
          <p:nvPr userDrawn="1">
            <p:custDataLst>
              <p:tags r:id="rId3"/>
            </p:custDataLst>
          </p:nvPr>
        </p:nvPicPr>
        <p:blipFill>
          <a:blip r:embed="rId13" r:link="rId14" cstate="email"/>
          <a:stretch>
            <a:fillRect/>
          </a:stretch>
        </p:blipFill>
        <p:spPr>
          <a:xfrm>
            <a:off x="8603932" y="0"/>
            <a:ext cx="540068" cy="629227"/>
          </a:xfrm>
          <a:prstGeom prst="rect">
            <a:avLst/>
          </a:prstGeom>
        </p:spPr>
      </p:pic>
      <p:sp>
        <p:nvSpPr>
          <p:cNvPr id="2" name="标题 1"/>
          <p:cNvSpPr>
            <a:spLocks noGrp="1"/>
          </p:cNvSpPr>
          <p:nvPr>
            <p:ph type="title"/>
            <p:custDataLst>
              <p:tags r:id="rId4"/>
            </p:custDataLst>
          </p:nvPr>
        </p:nvSpPr>
        <p:spPr>
          <a:xfrm>
            <a:off x="459105" y="485775"/>
            <a:ext cx="8232140" cy="843915"/>
          </a:xfrm>
        </p:spPr>
        <p:txBody>
          <a:bodyPr wrap="square" anchor="ctr">
            <a:noAutofit/>
          </a:bodyPr>
          <a:lstStyle>
            <a:lvl1pPr algn="ctr">
              <a:defRPr sz="3200" baseline="0">
                <a:solidFill>
                  <a:schemeClr val="tx1"/>
                </a:solidFill>
                <a:latin typeface="Arial" panose="020B0604020202020204" pitchFamily="34" charset="0"/>
                <a:ea typeface="微软雅黑" panose="020B0503020204020204" charset="-122"/>
              </a:defRPr>
            </a:lvl1pPr>
          </a:lstStyle>
          <a:p>
            <a:r>
              <a:rPr lang="zh-CN" altLang="en-US"/>
              <a:t>单击此处编辑母版标题样式</a:t>
            </a:r>
          </a:p>
        </p:txBody>
      </p:sp>
      <p:sp>
        <p:nvSpPr>
          <p:cNvPr id="3" name="日期占位符 2"/>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2023/4/26</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459000" y="1763100"/>
            <a:ext cx="8231981" cy="621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459740" y="2664460"/>
            <a:ext cx="8223885" cy="3145155"/>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hf hdr="0" ft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11" name="矩形 4"/>
          <p:cNvSpPr/>
          <p:nvPr userDrawn="1">
            <p:custDataLst>
              <p:tags r:id="rId1"/>
            </p:custDataLst>
          </p:nvPr>
        </p:nvSpPr>
        <p:spPr>
          <a:xfrm>
            <a:off x="0" y="5038725"/>
            <a:ext cx="9144000" cy="1819275"/>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10" name="图片 6"/>
          <p:cNvPicPr/>
          <p:nvPr userDrawn="1">
            <p:custDataLst>
              <p:tags r:id="rId2"/>
            </p:custDataLst>
          </p:nvPr>
        </p:nvPicPr>
        <p:blipFill>
          <a:blip r:embed="rId11" r:link="rId12" cstate="email"/>
          <a:stretch>
            <a:fillRect/>
          </a:stretch>
        </p:blipFill>
        <p:spPr>
          <a:xfrm>
            <a:off x="0" y="0"/>
            <a:ext cx="540068" cy="486377"/>
          </a:xfrm>
          <a:prstGeom prst="rect">
            <a:avLst/>
          </a:prstGeom>
        </p:spPr>
      </p:pic>
      <p:pic>
        <p:nvPicPr>
          <p:cNvPr id="8" name="图片 8"/>
          <p:cNvPicPr/>
          <p:nvPr userDrawn="1">
            <p:custDataLst>
              <p:tags r:id="rId3"/>
            </p:custDataLst>
          </p:nvPr>
        </p:nvPicPr>
        <p:blipFill>
          <a:blip r:embed="rId13" r:link="rId14" cstate="email"/>
          <a:stretch>
            <a:fillRect/>
          </a:stretch>
        </p:blipFill>
        <p:spPr>
          <a:xfrm>
            <a:off x="8603932" y="0"/>
            <a:ext cx="540068" cy="629227"/>
          </a:xfrm>
          <a:prstGeom prst="rect">
            <a:avLst/>
          </a:prstGeom>
        </p:spPr>
      </p:pic>
      <p:sp>
        <p:nvSpPr>
          <p:cNvPr id="3" name="日期占位符 2"/>
          <p:cNvSpPr>
            <a:spLocks noGrp="1"/>
          </p:cNvSpPr>
          <p:nvPr>
            <p:ph type="dt" sz="half" idx="10"/>
            <p:custDataLst>
              <p:tags r:id="rId4"/>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2023/4/26</a:t>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453390" y="1444625"/>
            <a:ext cx="8242935" cy="352679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445500" y="5306850"/>
            <a:ext cx="8251200" cy="7587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6" name="标题 5"/>
          <p:cNvSpPr>
            <a:spLocks noGrp="1"/>
          </p:cNvSpPr>
          <p:nvPr>
            <p:ph type="title"/>
            <p:custDataLst>
              <p:tags r:id="rId9"/>
            </p:custDataLst>
          </p:nvPr>
        </p:nvSpPr>
        <p:spPr>
          <a:xfrm>
            <a:off x="502285" y="414655"/>
            <a:ext cx="8139430"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pic>
        <p:nvPicPr>
          <p:cNvPr id="1033" name="图片 8"/>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113665" y="6012180"/>
            <a:ext cx="75438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hf hdr="0" ft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4" name="矩形 4"/>
          <p:cNvSpPr/>
          <p:nvPr userDrawn="1">
            <p:custDataLst>
              <p:tags r:id="rId1"/>
            </p:custDataLst>
          </p:nvPr>
        </p:nvSpPr>
        <p:spPr>
          <a:xfrm>
            <a:off x="0" y="0"/>
            <a:ext cx="9144000" cy="9144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12" name="图片 6"/>
          <p:cNvPicPr/>
          <p:nvPr userDrawn="1">
            <p:custDataLst>
              <p:tags r:id="rId2"/>
            </p:custDataLst>
          </p:nvPr>
        </p:nvPicPr>
        <p:blipFill>
          <a:blip r:embed="rId13" r:link="rId14" cstate="email"/>
          <a:stretch>
            <a:fillRect/>
          </a:stretch>
        </p:blipFill>
        <p:spPr>
          <a:xfrm>
            <a:off x="8603932" y="6371623"/>
            <a:ext cx="540068" cy="486377"/>
          </a:xfrm>
          <a:prstGeom prst="rect">
            <a:avLst/>
          </a:prstGeom>
        </p:spPr>
      </p:pic>
      <p:pic>
        <p:nvPicPr>
          <p:cNvPr id="10" name="图片 8"/>
          <p:cNvPicPr/>
          <p:nvPr userDrawn="1">
            <p:custDataLst>
              <p:tags r:id="rId3"/>
            </p:custDataLst>
          </p:nvPr>
        </p:nvPicPr>
        <p:blipFill>
          <a:blip r:embed="rId15" r:link="rId16" cstate="email"/>
          <a:stretch>
            <a:fillRect/>
          </a:stretch>
        </p:blipFill>
        <p:spPr>
          <a:xfrm>
            <a:off x="0" y="6228773"/>
            <a:ext cx="540068" cy="629227"/>
          </a:xfrm>
          <a:prstGeom prst="rect">
            <a:avLst/>
          </a:prstGeom>
        </p:spPr>
      </p:pic>
      <p:sp>
        <p:nvSpPr>
          <p:cNvPr id="2" name="标题 1"/>
          <p:cNvSpPr>
            <a:spLocks noGrp="1"/>
          </p:cNvSpPr>
          <p:nvPr>
            <p:ph type="title"/>
            <p:custDataLst>
              <p:tags r:id="rId4"/>
            </p:custDataLst>
          </p:nvPr>
        </p:nvSpPr>
        <p:spPr>
          <a:xfrm>
            <a:off x="434700" y="292846"/>
            <a:ext cx="8278200" cy="331473"/>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2023/4/26</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434975" y="980440"/>
            <a:ext cx="4006850" cy="321564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4681855" y="980440"/>
            <a:ext cx="4025900" cy="321564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10"/>
            </p:custDataLst>
          </p:nvPr>
        </p:nvSpPr>
        <p:spPr>
          <a:xfrm>
            <a:off x="429300" y="4914450"/>
            <a:ext cx="4006800" cy="5859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1"/>
            </p:custDataLst>
          </p:nvPr>
        </p:nvSpPr>
        <p:spPr>
          <a:xfrm>
            <a:off x="4689900" y="4910850"/>
            <a:ext cx="4025700" cy="5859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pic>
        <p:nvPicPr>
          <p:cNvPr id="1033" name="图片 8"/>
          <p:cNvPicPr>
            <a:picLocks noChangeAspect="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113665" y="6012180"/>
            <a:ext cx="75438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hf hdr="0" ft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bg2"/>
        </a:solidFill>
        <a:effectLst/>
      </p:bgPr>
    </p:bg>
    <p:spTree>
      <p:nvGrpSpPr>
        <p:cNvPr id="1" name=""/>
        <p:cNvGrpSpPr/>
        <p:nvPr/>
      </p:nvGrpSpPr>
      <p:grpSpPr>
        <a:xfrm>
          <a:off x="0" y="0"/>
          <a:ext cx="0" cy="0"/>
          <a:chOff x="0" y="0"/>
          <a:chExt cx="0" cy="0"/>
        </a:xfrm>
      </p:grpSpPr>
      <p:sp>
        <p:nvSpPr>
          <p:cNvPr id="10" name="矩形 4"/>
          <p:cNvSpPr/>
          <p:nvPr userDrawn="1">
            <p:custDataLst>
              <p:tags r:id="rId1"/>
            </p:custDataLst>
          </p:nvPr>
        </p:nvSpPr>
        <p:spPr>
          <a:xfrm>
            <a:off x="0" y="1572518"/>
            <a:ext cx="9144000" cy="3712964"/>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9" name="图片 6"/>
          <p:cNvPicPr/>
          <p:nvPr userDrawn="1">
            <p:custDataLst>
              <p:tags r:id="rId2"/>
            </p:custDataLst>
          </p:nvPr>
        </p:nvPicPr>
        <p:blipFill>
          <a:blip r:embed="rId10" r:link="rId11" cstate="email"/>
          <a:stretch>
            <a:fillRect/>
          </a:stretch>
        </p:blipFill>
        <p:spPr>
          <a:xfrm>
            <a:off x="7928848" y="5763653"/>
            <a:ext cx="1215152" cy="1094347"/>
          </a:xfrm>
          <a:prstGeom prst="rect">
            <a:avLst/>
          </a:prstGeom>
        </p:spPr>
      </p:pic>
      <p:pic>
        <p:nvPicPr>
          <p:cNvPr id="8" name="图片 8"/>
          <p:cNvPicPr/>
          <p:nvPr userDrawn="1">
            <p:custDataLst>
              <p:tags r:id="rId3"/>
            </p:custDataLst>
          </p:nvPr>
        </p:nvPicPr>
        <p:blipFill>
          <a:blip r:embed="rId12" r:link="rId13" cstate="email"/>
          <a:stretch>
            <a:fillRect/>
          </a:stretch>
        </p:blipFill>
        <p:spPr>
          <a:xfrm>
            <a:off x="0" y="5442240"/>
            <a:ext cx="1215152" cy="1415761"/>
          </a:xfrm>
          <a:prstGeom prst="rect">
            <a:avLst/>
          </a:prstGeom>
        </p:spPr>
      </p:pic>
      <p:sp>
        <p:nvSpPr>
          <p:cNvPr id="2" name="标题 1"/>
          <p:cNvSpPr>
            <a:spLocks noGrp="1"/>
          </p:cNvSpPr>
          <p:nvPr>
            <p:ph type="title" hasCustomPrompt="1"/>
            <p:custDataLst>
              <p:tags r:id="rId4"/>
            </p:custDataLst>
          </p:nvPr>
        </p:nvSpPr>
        <p:spPr>
          <a:xfrm>
            <a:off x="1142100" y="1637550"/>
            <a:ext cx="6858000" cy="1790100"/>
          </a:xfrm>
        </p:spPr>
        <p:txBody>
          <a:bodyPr wrap="square" anchor="b">
            <a:normAutofit/>
          </a:bodyPr>
          <a:lstStyle>
            <a:lvl1pPr algn="ctr">
              <a:defRPr sz="45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2023/4/26</a:t>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141810" y="4069800"/>
            <a:ext cx="6858000" cy="1242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pic>
        <p:nvPicPr>
          <p:cNvPr id="1033" name="图片 8"/>
          <p:cNvPicPr>
            <a:picLocks noChangeAspect="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113665" y="6012180"/>
            <a:ext cx="75438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hf hdr="0" ft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hf hdr="0" ft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9" name="矩形 8"/>
          <p:cNvSpPr/>
          <p:nvPr userDrawn="1"/>
        </p:nvSpPr>
        <p:spPr>
          <a:xfrm>
            <a:off x="0" y="5620987"/>
            <a:ext cx="9144000" cy="11715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3" name="Date Placeholder 2"/>
          <p:cNvSpPr>
            <a:spLocks noGrp="1"/>
          </p:cNvSpPr>
          <p:nvPr>
            <p:ph type="dt" sz="half" idx="10"/>
          </p:nvPr>
        </p:nvSpPr>
        <p:spPr/>
        <p:txBody>
          <a:bodyPr/>
          <a:lstStyle>
            <a:lvl1pPr algn="ctr">
              <a:defRPr sz="2135">
                <a:solidFill>
                  <a:schemeClr val="accent1">
                    <a:lumMod val="50000"/>
                  </a:schemeClr>
                </a:solidFill>
                <a:latin typeface="+mn-lt"/>
              </a:defRPr>
            </a:lvl1pPr>
          </a:lstStyle>
          <a:p>
            <a:fld id="{2FF0ACE2-4501-45AB-B004-C7F07999D2EC}" type="datetime1">
              <a:rPr lang="zh-CN" altLang="en-US" smtClean="0"/>
              <a:t>2023/4/26</a:t>
            </a:fld>
            <a:endParaRPr lang="zh-CN" altLang="en-US" dirty="0"/>
          </a:p>
        </p:txBody>
      </p:sp>
      <p:sp>
        <p:nvSpPr>
          <p:cNvPr id="4" name="Footer Placeholder 3"/>
          <p:cNvSpPr>
            <a:spLocks noGrp="1"/>
          </p:cNvSpPr>
          <p:nvPr>
            <p:ph type="ftr" sz="quarter" idx="11"/>
          </p:nvPr>
        </p:nvSpPr>
        <p:spPr>
          <a:xfrm>
            <a:off x="2383703" y="6470704"/>
            <a:ext cx="5674590" cy="274320"/>
          </a:xfrm>
        </p:spPr>
        <p:txBody>
          <a:bodyPr/>
          <a:lstStyle>
            <a:lvl1pPr algn="ctr">
              <a:defRPr sz="2135">
                <a:solidFill>
                  <a:schemeClr val="accent1">
                    <a:lumMod val="50000"/>
                  </a:schemeClr>
                </a:solidFill>
                <a:latin typeface="+mn-lt"/>
              </a:defRPr>
            </a:lvl1pPr>
          </a:lstStyle>
          <a:p>
            <a:r>
              <a:rPr lang="zh-CN" altLang="en-US" dirty="0"/>
              <a:t>软件质量与测试</a:t>
            </a:r>
          </a:p>
        </p:txBody>
      </p:sp>
      <p:sp>
        <p:nvSpPr>
          <p:cNvPr id="5" name="Slide Number Placeholder 4"/>
          <p:cNvSpPr>
            <a:spLocks noGrp="1"/>
          </p:cNvSpPr>
          <p:nvPr>
            <p:ph type="sldNum" sz="quarter" idx="12"/>
          </p:nvPr>
        </p:nvSpPr>
        <p:spPr/>
        <p:txBody>
          <a:bodyPr/>
          <a:lstStyle>
            <a:lvl1pPr algn="ctr">
              <a:defRPr sz="2135">
                <a:solidFill>
                  <a:schemeClr val="accent1">
                    <a:lumMod val="50000"/>
                  </a:schemeClr>
                </a:solidFill>
                <a:latin typeface="+mn-lt"/>
              </a:defRPr>
            </a:lvl1pPr>
          </a:lstStyle>
          <a:p>
            <a:fld id="{F528F39D-B5E5-4CA7-906C-979D5A62978D}" type="slidenum">
              <a:rPr lang="zh-CN" altLang="en-US" smtClean="0"/>
              <a:t>‹#›</a:t>
            </a:fld>
            <a:endParaRPr lang="zh-CN" altLang="en-US"/>
          </a:p>
        </p:txBody>
      </p:sp>
      <p:sp>
        <p:nvSpPr>
          <p:cNvPr id="6" name="矩形 5"/>
          <p:cNvSpPr/>
          <p:nvPr userDrawn="1"/>
        </p:nvSpPr>
        <p:spPr>
          <a:xfrm>
            <a:off x="0" y="15833"/>
            <a:ext cx="9144000" cy="18525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cxnSp>
        <p:nvCxnSpPr>
          <p:cNvPr id="8" name="Straight Connector 6"/>
          <p:cNvCxnSpPr/>
          <p:nvPr userDrawn="1"/>
        </p:nvCxnSpPr>
        <p:spPr>
          <a:xfrm flipV="1">
            <a:off x="5715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p14:dur="10">
        <p14:vortex dir="r"/>
      </p:transition>
    </mc:Choice>
    <mc:Fallback xmlns="">
      <p:transition>
        <p:fade/>
      </p:transition>
    </mc:Fallback>
  </mc:AlternateContent>
  <p:hf hdr="0" ftr="0"/>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grpSp>
        <p:nvGrpSpPr>
          <p:cNvPr id="2" name="组合 1"/>
          <p:cNvGrpSpPr/>
          <p:nvPr userDrawn="1"/>
        </p:nvGrpSpPr>
        <p:grpSpPr>
          <a:xfrm>
            <a:off x="6322219" y="247650"/>
            <a:ext cx="2593181" cy="809625"/>
            <a:chOff x="8429625" y="247650"/>
            <a:chExt cx="3457575" cy="809625"/>
          </a:xfrm>
        </p:grpSpPr>
        <p:sp>
          <p:nvSpPr>
            <p:cNvPr id="3" name="矩形 2"/>
            <p:cNvSpPr/>
            <p:nvPr userDrawn="1"/>
          </p:nvSpPr>
          <p:spPr>
            <a:xfrm>
              <a:off x="8429625" y="247650"/>
              <a:ext cx="3457575" cy="8096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48674" y="477694"/>
              <a:ext cx="3091500" cy="482544"/>
            </a:xfrm>
            <a:prstGeom prst="rect">
              <a:avLst/>
            </a:prstGeom>
          </p:spPr>
        </p:pic>
      </p:grpSp>
      <p:pic>
        <p:nvPicPr>
          <p:cNvPr id="5" name="图片 4"/>
          <p:cNvPicPr>
            <a:picLocks noChangeAspect="1"/>
          </p:cNvPicPr>
          <p:nvPr userDrawn="1"/>
        </p:nvPicPr>
        <p:blipFill>
          <a:blip r:embed="rId3"/>
          <a:stretch>
            <a:fillRect/>
          </a:stretch>
        </p:blipFill>
        <p:spPr>
          <a:xfrm>
            <a:off x="103607" y="6517809"/>
            <a:ext cx="1817528" cy="266723"/>
          </a:xfrm>
          <a:prstGeom prst="rect">
            <a:avLst/>
          </a:prstGeom>
        </p:spPr>
      </p:pic>
      <p:sp>
        <p:nvSpPr>
          <p:cNvPr id="6" name="TextBox 4"/>
          <p:cNvSpPr txBox="1"/>
          <p:nvPr userDrawn="1"/>
        </p:nvSpPr>
        <p:spPr>
          <a:xfrm>
            <a:off x="307181" y="6526138"/>
            <a:ext cx="1136264" cy="229870"/>
          </a:xfrm>
          <a:prstGeom prst="rect">
            <a:avLst/>
          </a:prstGeom>
          <a:noFill/>
        </p:spPr>
        <p:txBody>
          <a:bodyPr wrap="square" rtlCol="0">
            <a:spAutoFit/>
          </a:bodyPr>
          <a:lstStyle/>
          <a:p>
            <a:r>
              <a:rPr lang="en-US" altLang="zh-CN" sz="900" b="1" dirty="0" err="1">
                <a:solidFill>
                  <a:schemeClr val="bg1"/>
                </a:solidFill>
                <a:latin typeface="微软雅黑" panose="020B0503020204020204" charset="-122"/>
                <a:ea typeface="微软雅黑" panose="020B0503020204020204" charset="-122"/>
              </a:rPr>
              <a:t>yx.ityxb.com</a:t>
            </a:r>
            <a:endParaRPr lang="zh-CN" altLang="en-US" sz="900" b="1" dirty="0">
              <a:solidFill>
                <a:schemeClr val="bg1"/>
              </a:solidFill>
              <a:latin typeface="微软雅黑" panose="020B0503020204020204" charset="-122"/>
              <a:ea typeface="微软雅黑" panose="020B0503020204020204" charset="-122"/>
            </a:endParaRPr>
          </a:p>
        </p:txBody>
      </p:sp>
    </p:spTree>
  </p:cSld>
  <p:clrMapOvr>
    <a:masterClrMapping/>
  </p:clrMapOvr>
  <p:hf hdr="0" ft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ags" Target="../tags/tag5.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4.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3.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2.xml"/><Relationship Id="rId28" Type="http://schemas.openxmlformats.org/officeDocument/2006/relationships/tags" Target="../tags/tag7.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 Id="rId27" Type="http://schemas.openxmlformats.org/officeDocument/2006/relationships/tags" Target="../tags/tag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3"/>
            </p:custDataLst>
          </p:nvPr>
        </p:nvSpPr>
        <p:spPr>
          <a:xfrm>
            <a:off x="502285" y="427990"/>
            <a:ext cx="8139430" cy="660400"/>
          </a:xfrm>
          <a:prstGeom prst="rect">
            <a:avLst/>
          </a:prstGeom>
        </p:spPr>
        <p:txBody>
          <a:bodyPr vert="horz" wrap="square"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24"/>
            </p:custDataLst>
          </p:nvPr>
        </p:nvSpPr>
        <p:spPr>
          <a:xfrm>
            <a:off x="502285" y="1239520"/>
            <a:ext cx="8139430" cy="4380865"/>
          </a:xfrm>
          <a:prstGeom prst="rect">
            <a:avLst/>
          </a:prstGeom>
        </p:spPr>
        <p:txBody>
          <a:bodyPr vert="horz" wrap="square" lIns="90170" tIns="46990" rIns="90170" bIns="4699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5"/>
            </p:custDataLst>
          </p:nvPr>
        </p:nvSpPr>
        <p:spPr>
          <a:xfrm>
            <a:off x="678222" y="6270500"/>
            <a:ext cx="2025000" cy="237600"/>
          </a:xfrm>
          <a:prstGeom prst="rect">
            <a:avLst/>
          </a:prstGeom>
        </p:spPr>
        <p:txBody>
          <a:bodyPr vert="horz" wrap="square" lIns="91440" tIns="45720" rIns="91440" bIns="45720" rtlCol="0" anchor="ctr">
            <a:normAutofit/>
          </a:bodyPr>
          <a:lstStyle>
            <a:lvl1pPr algn="ctr">
              <a:defRPr sz="900">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1">
              <a:rPr lang="zh-CN" altLang="en-US" smtClean="0"/>
              <a:t>2023/4/26</a:t>
            </a:fld>
            <a:endParaRPr lang="zh-CN" altLang="en-US"/>
          </a:p>
        </p:txBody>
      </p:sp>
      <p:sp>
        <p:nvSpPr>
          <p:cNvPr id="5" name="页脚占位符 4"/>
          <p:cNvSpPr>
            <a:spLocks noGrp="1"/>
          </p:cNvSpPr>
          <p:nvPr>
            <p:ph type="ftr" sz="quarter" idx="3"/>
            <p:custDataLst>
              <p:tags r:id="rId26"/>
            </p:custDataLst>
          </p:nvPr>
        </p:nvSpPr>
        <p:spPr>
          <a:xfrm>
            <a:off x="3105415" y="6270500"/>
            <a:ext cx="2970000" cy="237600"/>
          </a:xfrm>
          <a:prstGeom prst="rect">
            <a:avLst/>
          </a:prstGeom>
        </p:spPr>
        <p:txBody>
          <a:bodyPr vert="horz" wrap="square" lIns="91440" tIns="45720" rIns="91440" bIns="45720" rtlCol="0" anchor="ctr">
            <a:normAutofit/>
          </a:bodyPr>
          <a:lstStyle>
            <a:lvl1pPr algn="ctr">
              <a:defRPr sz="900">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7"/>
            </p:custDataLst>
          </p:nvPr>
        </p:nvSpPr>
        <p:spPr>
          <a:xfrm>
            <a:off x="6476365" y="6270500"/>
            <a:ext cx="2025000" cy="237600"/>
          </a:xfrm>
          <a:prstGeom prst="rect">
            <a:avLst/>
          </a:prstGeom>
        </p:spPr>
        <p:txBody>
          <a:bodyPr vert="horz" wrap="square" lIns="91440" tIns="45720" rIns="91440" bIns="45720" rtlCol="0" anchor="ctr">
            <a:normAutofit/>
          </a:bodyPr>
          <a:lstStyle>
            <a:lvl1pPr algn="r">
              <a:defRPr sz="900">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KSO_TEMPLATE" hidden="1"/>
          <p:cNvSpPr/>
          <p:nvPr userDrawn="1">
            <p:custDataLst>
              <p:tags r:id="rId28"/>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lt1"/>
              </a:solidFill>
            </a:endParaRPr>
          </a:p>
        </p:txBody>
      </p:sp>
      <p:pic>
        <p:nvPicPr>
          <p:cNvPr id="1033" name="图片 8"/>
          <p:cNvPicPr>
            <a:picLocks noChangeAspect="1"/>
          </p:cNvPicPr>
          <p:nvPr userDrawn="1"/>
        </p:nvPicPr>
        <p:blipFill>
          <a:blip r:embed="rId29" cstate="print">
            <a:extLst>
              <a:ext uri="{28A0092B-C50C-407E-A947-70E740481C1C}">
                <a14:useLocalDpi xmlns:a14="http://schemas.microsoft.com/office/drawing/2010/main" val="0"/>
              </a:ext>
            </a:extLst>
          </a:blip>
          <a:srcRect/>
          <a:stretch>
            <a:fillRect/>
          </a:stretch>
        </p:blipFill>
        <p:spPr bwMode="auto">
          <a:xfrm>
            <a:off x="113665" y="6012180"/>
            <a:ext cx="75438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hdr="0" ftr="0"/>
  <p:txStyles>
    <p:titleStyle>
      <a:lvl1pPr algn="l" defTabSz="685800" rtl="0" eaLnBrk="1" fontAlgn="auto" latinLnBrk="0" hangingPunct="1">
        <a:lnSpc>
          <a:spcPct val="100000"/>
        </a:lnSpc>
        <a:spcBef>
          <a:spcPct val="0"/>
        </a:spcBef>
        <a:buNone/>
        <a:defRPr sz="3200" b="1" u="none" strike="noStrike" kern="1200" cap="none" spc="200" normalizeH="0">
          <a:solidFill>
            <a:schemeClr val="tx1"/>
          </a:solidFill>
          <a:uFillTx/>
          <a:latin typeface="Arial" panose="020B0604020202020204" pitchFamily="34" charset="0"/>
          <a:ea typeface="微软雅黑" panose="020B0503020204020204" charset="-122"/>
          <a:cs typeface="+mj-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28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20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4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tags" Target="../tags/tag144.xml"/><Relationship Id="rId7" Type="http://schemas.openxmlformats.org/officeDocument/2006/relationships/notesSlide" Target="../notesSlides/notesSlide1.xml"/><Relationship Id="rId2" Type="http://schemas.openxmlformats.org/officeDocument/2006/relationships/tags" Target="../tags/tag143.xml"/><Relationship Id="rId1" Type="http://schemas.openxmlformats.org/officeDocument/2006/relationships/tags" Target="../tags/tag142.xml"/><Relationship Id="rId6" Type="http://schemas.openxmlformats.org/officeDocument/2006/relationships/slideLayout" Target="../slideLayouts/slideLayout20.xml"/><Relationship Id="rId11" Type="http://schemas.openxmlformats.org/officeDocument/2006/relationships/image" Target="../media/image12.png"/><Relationship Id="rId5" Type="http://schemas.openxmlformats.org/officeDocument/2006/relationships/tags" Target="../tags/tag146.xml"/><Relationship Id="rId10" Type="http://schemas.openxmlformats.org/officeDocument/2006/relationships/image" Target="../media/image11.jpeg"/><Relationship Id="rId4" Type="http://schemas.openxmlformats.org/officeDocument/2006/relationships/tags" Target="../tags/tag145.xml"/><Relationship Id="rId9" Type="http://schemas.openxmlformats.org/officeDocument/2006/relationships/image" Target="../media/image10.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8.xml"/><Relationship Id="rId1" Type="http://schemas.openxmlformats.org/officeDocument/2006/relationships/tags" Target="../tags/tag14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7.wmf"/><Relationship Id="rId2" Type="http://schemas.openxmlformats.org/officeDocument/2006/relationships/tags" Target="../tags/tag150.xml"/><Relationship Id="rId1" Type="http://schemas.openxmlformats.org/officeDocument/2006/relationships/tags" Target="../tags/tag149.xml"/><Relationship Id="rId6" Type="http://schemas.openxmlformats.org/officeDocument/2006/relationships/oleObject" Target="../embeddings/oleObject1.bin"/><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tags" Target="../tags/tag153.xml"/><Relationship Id="rId7" Type="http://schemas.openxmlformats.org/officeDocument/2006/relationships/image" Target="../media/image15.png"/><Relationship Id="rId2" Type="http://schemas.openxmlformats.org/officeDocument/2006/relationships/tags" Target="../tags/tag152.xml"/><Relationship Id="rId1" Type="http://schemas.openxmlformats.org/officeDocument/2006/relationships/tags" Target="../tags/tag15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tags" Target="../tags/tag156.xml"/><Relationship Id="rId7" Type="http://schemas.openxmlformats.org/officeDocument/2006/relationships/image" Target="../media/image21.png"/><Relationship Id="rId2" Type="http://schemas.openxmlformats.org/officeDocument/2006/relationships/tags" Target="../tags/tag155.xml"/><Relationship Id="rId1" Type="http://schemas.openxmlformats.org/officeDocument/2006/relationships/tags" Target="../tags/tag154.xml"/><Relationship Id="rId6" Type="http://schemas.openxmlformats.org/officeDocument/2006/relationships/image" Target="../media/image20.png"/><Relationship Id="rId5" Type="http://schemas.openxmlformats.org/officeDocument/2006/relationships/image" Target="../media/image15.png"/><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tags" Target="../tags/tag159.xml"/><Relationship Id="rId7" Type="http://schemas.openxmlformats.org/officeDocument/2006/relationships/image" Target="../media/image23.png"/><Relationship Id="rId2" Type="http://schemas.openxmlformats.org/officeDocument/2006/relationships/tags" Target="../tags/tag158.xml"/><Relationship Id="rId1" Type="http://schemas.openxmlformats.org/officeDocument/2006/relationships/tags" Target="../tags/tag157.xml"/><Relationship Id="rId6" Type="http://schemas.openxmlformats.org/officeDocument/2006/relationships/image" Target="../media/image22.png"/><Relationship Id="rId5" Type="http://schemas.openxmlformats.org/officeDocument/2006/relationships/image" Target="../media/image15.png"/><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tags" Target="../tags/tag162.xml"/><Relationship Id="rId2" Type="http://schemas.openxmlformats.org/officeDocument/2006/relationships/tags" Target="../tags/tag161.xml"/><Relationship Id="rId1" Type="http://schemas.openxmlformats.org/officeDocument/2006/relationships/tags" Target="../tags/tag160.xml"/><Relationship Id="rId6" Type="http://schemas.openxmlformats.org/officeDocument/2006/relationships/image" Target="../media/image24.png"/><Relationship Id="rId5" Type="http://schemas.openxmlformats.org/officeDocument/2006/relationships/image" Target="../media/image15.png"/><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2.xml"/><Relationship Id="rId1" Type="http://schemas.openxmlformats.org/officeDocument/2006/relationships/tags" Target="../tags/tag163.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2.xml"/><Relationship Id="rId1" Type="http://schemas.openxmlformats.org/officeDocument/2006/relationships/tags" Target="../tags/tag16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2.xml"/><Relationship Id="rId1" Type="http://schemas.openxmlformats.org/officeDocument/2006/relationships/tags" Target="../tags/tag165.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2.xml"/><Relationship Id="rId1" Type="http://schemas.openxmlformats.org/officeDocument/2006/relationships/tags" Target="../tags/tag166.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Layout" Target="../slideLayouts/slideLayout2.xml"/><Relationship Id="rId1" Type="http://schemas.openxmlformats.org/officeDocument/2006/relationships/tags" Target="../tags/tag167.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Layout" Target="../slideLayouts/slideLayout2.xml"/><Relationship Id="rId1" Type="http://schemas.openxmlformats.org/officeDocument/2006/relationships/tags" Target="../tags/tag168.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0.xml"/><Relationship Id="rId1" Type="http://schemas.openxmlformats.org/officeDocument/2006/relationships/tags" Target="../tags/tag169.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slideLayout" Target="../slideLayouts/slideLayout2.xml"/><Relationship Id="rId1" Type="http://schemas.openxmlformats.org/officeDocument/2006/relationships/tags" Target="../tags/tag171.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tags" Target="../tags/tag172.xml"/><Relationship Id="rId6" Type="http://schemas.openxmlformats.org/officeDocument/2006/relationships/image" Target="../media/image36.wmf"/><Relationship Id="rId5" Type="http://schemas.openxmlformats.org/officeDocument/2006/relationships/oleObject" Target="../embeddings/oleObject3.bin"/><Relationship Id="rId4" Type="http://schemas.openxmlformats.org/officeDocument/2006/relationships/image" Target="../media/image35.wmf"/></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4.xml"/><Relationship Id="rId1" Type="http://schemas.openxmlformats.org/officeDocument/2006/relationships/tags" Target="../tags/tag173.xml"/><Relationship Id="rId6" Type="http://schemas.openxmlformats.org/officeDocument/2006/relationships/image" Target="../media/image34.png"/><Relationship Id="rId5" Type="http://schemas.openxmlformats.org/officeDocument/2006/relationships/image" Target="../media/image35.wmf"/><Relationship Id="rId4" Type="http://schemas.openxmlformats.org/officeDocument/2006/relationships/oleObject" Target="../embeddings/oleObject4.bin"/></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6.xml"/><Relationship Id="rId1" Type="http://schemas.openxmlformats.org/officeDocument/2006/relationships/tags" Target="../tags/tag175.xml"/><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8.xml"/><Relationship Id="rId1" Type="http://schemas.openxmlformats.org/officeDocument/2006/relationships/tags" Target="../tags/tag177.xml"/><Relationship Id="rId5" Type="http://schemas.openxmlformats.org/officeDocument/2006/relationships/image" Target="../media/image36.wmf"/><Relationship Id="rId4" Type="http://schemas.openxmlformats.org/officeDocument/2006/relationships/oleObject" Target="../embeddings/oleObject5.bin"/></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slideLayout" Target="../slideLayouts/slideLayout2.xml"/><Relationship Id="rId1" Type="http://schemas.openxmlformats.org/officeDocument/2006/relationships/tags" Target="../tags/tag179.xml"/><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slideLayout" Target="../slideLayouts/slideLayout2.xml"/><Relationship Id="rId1" Type="http://schemas.openxmlformats.org/officeDocument/2006/relationships/tags" Target="../tags/tag180.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1.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2.xml"/></Relationships>
</file>

<file path=ppt/slides/_rels/slide2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slideLayout" Target="../slideLayouts/slideLayout2.xml"/><Relationship Id="rId1" Type="http://schemas.openxmlformats.org/officeDocument/2006/relationships/tags" Target="../tags/tag183.xml"/></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slideLayout" Target="../slideLayouts/slideLayout2.xml"/><Relationship Id="rId1" Type="http://schemas.openxmlformats.org/officeDocument/2006/relationships/tags" Target="../tags/tag184.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5.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6.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7.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8.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9.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slideLayout" Target="../slideLayouts/slideLayout2.xml"/><Relationship Id="rId1" Type="http://schemas.openxmlformats.org/officeDocument/2006/relationships/tags" Target="../tags/tag190.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1.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3.xml"/></Relationships>
</file>

<file path=ppt/slides/_rels/slide3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slideLayout" Target="../slideLayouts/slideLayout2.xml"/><Relationship Id="rId1" Type="http://schemas.openxmlformats.org/officeDocument/2006/relationships/tags" Target="../tags/tag194.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5.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6.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7.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8.xml"/></Relationships>
</file>

<file path=ppt/slides/_rels/slide4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slideLayout" Target="../slideLayouts/slideLayout2.xml"/><Relationship Id="rId1" Type="http://schemas.openxmlformats.org/officeDocument/2006/relationships/tags" Target="../tags/tag199.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0.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1.xml"/></Relationships>
</file>

<file path=ppt/slides/_rels/slide4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slideLayout" Target="../slideLayouts/slideLayout2.xml"/><Relationship Id="rId1" Type="http://schemas.openxmlformats.org/officeDocument/2006/relationships/tags" Target="../tags/tag202.xml"/></Relationships>
</file>

<file path=ppt/slides/_rels/slide4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slideLayout" Target="../slideLayouts/slideLayout2.xml"/><Relationship Id="rId1" Type="http://schemas.openxmlformats.org/officeDocument/2006/relationships/tags" Target="../tags/tag203.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4.xml"/></Relationships>
</file>

<file path=ppt/slides/_rels/slide4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slideLayout" Target="../slideLayouts/slideLayout2.xml"/><Relationship Id="rId1" Type="http://schemas.openxmlformats.org/officeDocument/2006/relationships/tags" Target="../tags/tag205.xml"/></Relationships>
</file>

<file path=ppt/slides/_rels/slide4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slideLayout" Target="../slideLayouts/slideLayout2.xml"/><Relationship Id="rId1" Type="http://schemas.openxmlformats.org/officeDocument/2006/relationships/tags" Target="../tags/tag206.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7.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slideLayout" Target="../slideLayouts/slideLayout7.xml"/><Relationship Id="rId1" Type="http://schemas.openxmlformats.org/officeDocument/2006/relationships/tags" Target="../tags/tag209.xml"/></Relationships>
</file>

<file path=ppt/slides/_rels/slide54.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slideLayout" Target="../slideLayouts/slideLayout12.xml"/><Relationship Id="rId1" Type="http://schemas.openxmlformats.org/officeDocument/2006/relationships/tags" Target="../tags/tag210.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1.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2.xml"/></Relationships>
</file>

<file path=ppt/slides/_rels/slide57.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slideLayout" Target="../slideLayouts/slideLayout12.xml"/><Relationship Id="rId1" Type="http://schemas.openxmlformats.org/officeDocument/2006/relationships/tags" Target="../tags/tag213.xml"/><Relationship Id="rId4" Type="http://schemas.openxmlformats.org/officeDocument/2006/relationships/image" Target="../media/image52.jpeg"/></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215.xml"/><Relationship Id="rId1" Type="http://schemas.openxmlformats.org/officeDocument/2006/relationships/tags" Target="../tags/tag214.xml"/><Relationship Id="rId5" Type="http://schemas.openxmlformats.org/officeDocument/2006/relationships/image" Target="../media/image53.GIF"/><Relationship Id="rId4"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custDataLst>
              <p:tags r:id="rId1"/>
            </p:custDataLst>
          </p:nvPr>
        </p:nvPicPr>
        <p:blipFill rotWithShape="1">
          <a:blip r:embed="rId8" cstate="print">
            <a:extLst>
              <a:ext uri="{28A0092B-C50C-407E-A947-70E740481C1C}">
                <a14:useLocalDpi xmlns:a14="http://schemas.microsoft.com/office/drawing/2010/main" val="0"/>
              </a:ext>
            </a:extLst>
          </a:blip>
          <a:srcRect l="401" r="39372"/>
          <a:stretch>
            <a:fillRect/>
          </a:stretch>
        </p:blipFill>
        <p:spPr>
          <a:xfrm>
            <a:off x="0" y="1428218"/>
            <a:ext cx="5507178" cy="4055553"/>
          </a:xfrm>
          <a:prstGeom prst="rect">
            <a:avLst/>
          </a:prstGeom>
        </p:spPr>
      </p:pic>
      <p:sp>
        <p:nvSpPr>
          <p:cNvPr id="37" name="矩形 36"/>
          <p:cNvSpPr/>
          <p:nvPr>
            <p:custDataLst>
              <p:tags r:id="rId2"/>
            </p:custDataLst>
          </p:nvPr>
        </p:nvSpPr>
        <p:spPr>
          <a:xfrm>
            <a:off x="188368" y="2187185"/>
            <a:ext cx="8955633" cy="2537621"/>
          </a:xfrm>
          <a:custGeom>
            <a:avLst/>
            <a:gdLst>
              <a:gd name="connsiteX0" fmla="*/ 0 w 11858228"/>
              <a:gd name="connsiteY0" fmla="*/ 0 h 3384376"/>
              <a:gd name="connsiteX1" fmla="*/ 11858228 w 11858228"/>
              <a:gd name="connsiteY1" fmla="*/ 0 h 3384376"/>
              <a:gd name="connsiteX2" fmla="*/ 11858228 w 11858228"/>
              <a:gd name="connsiteY2" fmla="*/ 3384376 h 3384376"/>
              <a:gd name="connsiteX3" fmla="*/ 0 w 11858228"/>
              <a:gd name="connsiteY3" fmla="*/ 3384376 h 3384376"/>
              <a:gd name="connsiteX4" fmla="*/ 0 w 11858228"/>
              <a:gd name="connsiteY4" fmla="*/ 0 h 3384376"/>
              <a:gd name="connsiteX0-1" fmla="*/ 1482278 w 13340506"/>
              <a:gd name="connsiteY0-2" fmla="*/ 423047 h 3807423"/>
              <a:gd name="connsiteX1-3" fmla="*/ 13340506 w 13340506"/>
              <a:gd name="connsiteY1-4" fmla="*/ 423047 h 3807423"/>
              <a:gd name="connsiteX2-5" fmla="*/ 13340506 w 13340506"/>
              <a:gd name="connsiteY2-6" fmla="*/ 3807423 h 3807423"/>
              <a:gd name="connsiteX3-7" fmla="*/ 1482278 w 13340506"/>
              <a:gd name="connsiteY3-8" fmla="*/ 3807423 h 3807423"/>
              <a:gd name="connsiteX4-9" fmla="*/ 1482278 w 13340506"/>
              <a:gd name="connsiteY4-10" fmla="*/ 423047 h 3807423"/>
              <a:gd name="connsiteX0-11" fmla="*/ 1514684 w 13372912"/>
              <a:gd name="connsiteY0-12" fmla="*/ 423047 h 3807423"/>
              <a:gd name="connsiteX1-13" fmla="*/ 13372912 w 13372912"/>
              <a:gd name="connsiteY1-14" fmla="*/ 423047 h 3807423"/>
              <a:gd name="connsiteX2-15" fmla="*/ 13372912 w 13372912"/>
              <a:gd name="connsiteY2-16" fmla="*/ 3807423 h 3807423"/>
              <a:gd name="connsiteX3-17" fmla="*/ 1457534 w 13372912"/>
              <a:gd name="connsiteY3-18" fmla="*/ 3807423 h 3807423"/>
              <a:gd name="connsiteX4-19" fmla="*/ 1514684 w 13372912"/>
              <a:gd name="connsiteY4-20" fmla="*/ 423047 h 3807423"/>
              <a:gd name="connsiteX0-21" fmla="*/ 887945 w 12746173"/>
              <a:gd name="connsiteY0-22" fmla="*/ 423047 h 3807423"/>
              <a:gd name="connsiteX1-23" fmla="*/ 12746173 w 12746173"/>
              <a:gd name="connsiteY1-24" fmla="*/ 423047 h 3807423"/>
              <a:gd name="connsiteX2-25" fmla="*/ 12746173 w 12746173"/>
              <a:gd name="connsiteY2-26" fmla="*/ 3807423 h 3807423"/>
              <a:gd name="connsiteX3-27" fmla="*/ 830795 w 12746173"/>
              <a:gd name="connsiteY3-28" fmla="*/ 3807423 h 3807423"/>
              <a:gd name="connsiteX4-29" fmla="*/ 887945 w 12746173"/>
              <a:gd name="connsiteY4-30" fmla="*/ 423047 h 3807423"/>
              <a:gd name="connsiteX0-31" fmla="*/ 2257425 w 11915378"/>
              <a:gd name="connsiteY0-32" fmla="*/ 382618 h 3852719"/>
              <a:gd name="connsiteX1-33" fmla="*/ 11915378 w 11915378"/>
              <a:gd name="connsiteY1-34" fmla="*/ 468343 h 3852719"/>
              <a:gd name="connsiteX2-35" fmla="*/ 11915378 w 11915378"/>
              <a:gd name="connsiteY2-36" fmla="*/ 3852719 h 3852719"/>
              <a:gd name="connsiteX3-37" fmla="*/ 0 w 11915378"/>
              <a:gd name="connsiteY3-38" fmla="*/ 3852719 h 3852719"/>
              <a:gd name="connsiteX4-39" fmla="*/ 2257425 w 11915378"/>
              <a:gd name="connsiteY4-40" fmla="*/ 382618 h 3852719"/>
              <a:gd name="connsiteX0-41" fmla="*/ 2257425 w 11915378"/>
              <a:gd name="connsiteY0-42" fmla="*/ 205282 h 3675383"/>
              <a:gd name="connsiteX1-43" fmla="*/ 11915378 w 11915378"/>
              <a:gd name="connsiteY1-44" fmla="*/ 291007 h 3675383"/>
              <a:gd name="connsiteX2-45" fmla="*/ 11915378 w 11915378"/>
              <a:gd name="connsiteY2-46" fmla="*/ 3675383 h 3675383"/>
              <a:gd name="connsiteX3-47" fmla="*/ 0 w 11915378"/>
              <a:gd name="connsiteY3-48" fmla="*/ 3675383 h 3675383"/>
              <a:gd name="connsiteX4-49" fmla="*/ 2257425 w 11915378"/>
              <a:gd name="connsiteY4-50" fmla="*/ 205282 h 3675383"/>
              <a:gd name="connsiteX0-51" fmla="*/ 2257425 w 11915378"/>
              <a:gd name="connsiteY0-52" fmla="*/ 16776 h 3486877"/>
              <a:gd name="connsiteX1-53" fmla="*/ 11915378 w 11915378"/>
              <a:gd name="connsiteY1-54" fmla="*/ 102501 h 3486877"/>
              <a:gd name="connsiteX2-55" fmla="*/ 11915378 w 11915378"/>
              <a:gd name="connsiteY2-56" fmla="*/ 3486877 h 3486877"/>
              <a:gd name="connsiteX3-57" fmla="*/ 0 w 11915378"/>
              <a:gd name="connsiteY3-58" fmla="*/ 3486877 h 3486877"/>
              <a:gd name="connsiteX4-59" fmla="*/ 2257425 w 11915378"/>
              <a:gd name="connsiteY4-60" fmla="*/ 16776 h 3486877"/>
              <a:gd name="connsiteX0-61" fmla="*/ 2247900 w 11915378"/>
              <a:gd name="connsiteY0-62" fmla="*/ 43334 h 3408660"/>
              <a:gd name="connsiteX1-63" fmla="*/ 11915378 w 11915378"/>
              <a:gd name="connsiteY1-64" fmla="*/ 24284 h 3408660"/>
              <a:gd name="connsiteX2-65" fmla="*/ 11915378 w 11915378"/>
              <a:gd name="connsiteY2-66" fmla="*/ 3408660 h 3408660"/>
              <a:gd name="connsiteX3-67" fmla="*/ 0 w 11915378"/>
              <a:gd name="connsiteY3-68" fmla="*/ 3408660 h 3408660"/>
              <a:gd name="connsiteX4-69" fmla="*/ 2247900 w 11915378"/>
              <a:gd name="connsiteY4-70" fmla="*/ 43334 h 3408660"/>
              <a:gd name="connsiteX0-71" fmla="*/ 2247900 w 11915378"/>
              <a:gd name="connsiteY0-72" fmla="*/ 34525 h 3418901"/>
              <a:gd name="connsiteX1-73" fmla="*/ 11915378 w 11915378"/>
              <a:gd name="connsiteY1-74" fmla="*/ 34525 h 3418901"/>
              <a:gd name="connsiteX2-75" fmla="*/ 11915378 w 11915378"/>
              <a:gd name="connsiteY2-76" fmla="*/ 3418901 h 3418901"/>
              <a:gd name="connsiteX3-77" fmla="*/ 0 w 11915378"/>
              <a:gd name="connsiteY3-78" fmla="*/ 3418901 h 3418901"/>
              <a:gd name="connsiteX4-79" fmla="*/ 2247900 w 11915378"/>
              <a:gd name="connsiteY4-80" fmla="*/ 34525 h 3418901"/>
              <a:gd name="connsiteX0-81" fmla="*/ 2247900 w 11915378"/>
              <a:gd name="connsiteY0-82" fmla="*/ 19587 h 3403963"/>
              <a:gd name="connsiteX1-83" fmla="*/ 11915378 w 11915378"/>
              <a:gd name="connsiteY1-84" fmla="*/ 19587 h 3403963"/>
              <a:gd name="connsiteX2-85" fmla="*/ 11915378 w 11915378"/>
              <a:gd name="connsiteY2-86" fmla="*/ 3403963 h 3403963"/>
              <a:gd name="connsiteX3-87" fmla="*/ 0 w 11915378"/>
              <a:gd name="connsiteY3-88" fmla="*/ 3403963 h 3403963"/>
              <a:gd name="connsiteX4-89" fmla="*/ 2247900 w 11915378"/>
              <a:gd name="connsiteY4-90" fmla="*/ 19587 h 3403963"/>
              <a:gd name="connsiteX0-91" fmla="*/ 2247900 w 11915378"/>
              <a:gd name="connsiteY0-92" fmla="*/ 312656 h 3697032"/>
              <a:gd name="connsiteX1-93" fmla="*/ 11915378 w 11915378"/>
              <a:gd name="connsiteY1-94" fmla="*/ 312656 h 3697032"/>
              <a:gd name="connsiteX2-95" fmla="*/ 11915378 w 11915378"/>
              <a:gd name="connsiteY2-96" fmla="*/ 3697032 h 3697032"/>
              <a:gd name="connsiteX3-97" fmla="*/ 0 w 11915378"/>
              <a:gd name="connsiteY3-98" fmla="*/ 3697032 h 3697032"/>
              <a:gd name="connsiteX4-99" fmla="*/ 2247900 w 11915378"/>
              <a:gd name="connsiteY4-100" fmla="*/ 312656 h 3697032"/>
              <a:gd name="connsiteX0-101" fmla="*/ 2247900 w 11915378"/>
              <a:gd name="connsiteY0-102" fmla="*/ 0 h 3384376"/>
              <a:gd name="connsiteX1-103" fmla="*/ 11915378 w 11915378"/>
              <a:gd name="connsiteY1-104" fmla="*/ 0 h 3384376"/>
              <a:gd name="connsiteX2-105" fmla="*/ 11915378 w 11915378"/>
              <a:gd name="connsiteY2-106" fmla="*/ 3384376 h 3384376"/>
              <a:gd name="connsiteX3-107" fmla="*/ 0 w 11915378"/>
              <a:gd name="connsiteY3-108" fmla="*/ 3384376 h 3384376"/>
              <a:gd name="connsiteX4-109" fmla="*/ 2247900 w 11915378"/>
              <a:gd name="connsiteY4-110" fmla="*/ 0 h 3384376"/>
              <a:gd name="connsiteX0-111" fmla="*/ 2247900 w 11915378"/>
              <a:gd name="connsiteY0-112" fmla="*/ 364892 h 3749268"/>
              <a:gd name="connsiteX1-113" fmla="*/ 11915378 w 11915378"/>
              <a:gd name="connsiteY1-114" fmla="*/ 364892 h 3749268"/>
              <a:gd name="connsiteX2-115" fmla="*/ 11915378 w 11915378"/>
              <a:gd name="connsiteY2-116" fmla="*/ 3749268 h 3749268"/>
              <a:gd name="connsiteX3-117" fmla="*/ 0 w 11915378"/>
              <a:gd name="connsiteY3-118" fmla="*/ 3749268 h 3749268"/>
              <a:gd name="connsiteX4-119" fmla="*/ 2247900 w 11915378"/>
              <a:gd name="connsiteY4-120" fmla="*/ 364892 h 3749268"/>
              <a:gd name="connsiteX0-121" fmla="*/ 2247900 w 11915378"/>
              <a:gd name="connsiteY0-122" fmla="*/ 20 h 3384396"/>
              <a:gd name="connsiteX1-123" fmla="*/ 11915378 w 11915378"/>
              <a:gd name="connsiteY1-124" fmla="*/ 20 h 3384396"/>
              <a:gd name="connsiteX2-125" fmla="*/ 11915378 w 11915378"/>
              <a:gd name="connsiteY2-126" fmla="*/ 3384396 h 3384396"/>
              <a:gd name="connsiteX3-127" fmla="*/ 0 w 11915378"/>
              <a:gd name="connsiteY3-128" fmla="*/ 3384396 h 3384396"/>
              <a:gd name="connsiteX4-129" fmla="*/ 2247900 w 11915378"/>
              <a:gd name="connsiteY4-130" fmla="*/ 20 h 3384396"/>
              <a:gd name="connsiteX0-131" fmla="*/ 2247900 w 11915378"/>
              <a:gd name="connsiteY0-132" fmla="*/ 0 h 3384376"/>
              <a:gd name="connsiteX1-133" fmla="*/ 11915378 w 11915378"/>
              <a:gd name="connsiteY1-134" fmla="*/ 0 h 3384376"/>
              <a:gd name="connsiteX2-135" fmla="*/ 11915378 w 11915378"/>
              <a:gd name="connsiteY2-136" fmla="*/ 3384376 h 3384376"/>
              <a:gd name="connsiteX3-137" fmla="*/ 0 w 11915378"/>
              <a:gd name="connsiteY3-138" fmla="*/ 3384376 h 3384376"/>
              <a:gd name="connsiteX4-139" fmla="*/ 2247900 w 11915378"/>
              <a:gd name="connsiteY4-140" fmla="*/ 0 h 3384376"/>
              <a:gd name="connsiteX0-141" fmla="*/ 2247900 w 11915378"/>
              <a:gd name="connsiteY0-142" fmla="*/ 0 h 3384376"/>
              <a:gd name="connsiteX1-143" fmla="*/ 11915378 w 11915378"/>
              <a:gd name="connsiteY1-144" fmla="*/ 0 h 3384376"/>
              <a:gd name="connsiteX2-145" fmla="*/ 11915378 w 11915378"/>
              <a:gd name="connsiteY2-146" fmla="*/ 3384376 h 3384376"/>
              <a:gd name="connsiteX3-147" fmla="*/ 0 w 11915378"/>
              <a:gd name="connsiteY3-148" fmla="*/ 3384376 h 3384376"/>
              <a:gd name="connsiteX4-149" fmla="*/ 2247900 w 11915378"/>
              <a:gd name="connsiteY4-150" fmla="*/ 0 h 3384376"/>
              <a:gd name="connsiteX0-151" fmla="*/ 2247900 w 11915378"/>
              <a:gd name="connsiteY0-152" fmla="*/ 0 h 3384376"/>
              <a:gd name="connsiteX1-153" fmla="*/ 11915378 w 11915378"/>
              <a:gd name="connsiteY1-154" fmla="*/ 0 h 3384376"/>
              <a:gd name="connsiteX2-155" fmla="*/ 11915378 w 11915378"/>
              <a:gd name="connsiteY2-156" fmla="*/ 3384376 h 3384376"/>
              <a:gd name="connsiteX3-157" fmla="*/ 0 w 11915378"/>
              <a:gd name="connsiteY3-158" fmla="*/ 3384376 h 3384376"/>
              <a:gd name="connsiteX4-159" fmla="*/ 2247900 w 11915378"/>
              <a:gd name="connsiteY4-160" fmla="*/ 0 h 3384376"/>
              <a:gd name="connsiteX0-161" fmla="*/ 2247900 w 11915378"/>
              <a:gd name="connsiteY0-162" fmla="*/ 0 h 3384376"/>
              <a:gd name="connsiteX1-163" fmla="*/ 11915378 w 11915378"/>
              <a:gd name="connsiteY1-164" fmla="*/ 0 h 3384376"/>
              <a:gd name="connsiteX2-165" fmla="*/ 11915378 w 11915378"/>
              <a:gd name="connsiteY2-166" fmla="*/ 3384376 h 3384376"/>
              <a:gd name="connsiteX3-167" fmla="*/ 0 w 11915378"/>
              <a:gd name="connsiteY3-168" fmla="*/ 3384376 h 3384376"/>
              <a:gd name="connsiteX4-169" fmla="*/ 2247900 w 11915378"/>
              <a:gd name="connsiteY4-170" fmla="*/ 0 h 3384376"/>
              <a:gd name="connsiteX0-171" fmla="*/ 2276475 w 11943953"/>
              <a:gd name="connsiteY0-172" fmla="*/ 0 h 3384376"/>
              <a:gd name="connsiteX1-173" fmla="*/ 11943953 w 11943953"/>
              <a:gd name="connsiteY1-174" fmla="*/ 0 h 3384376"/>
              <a:gd name="connsiteX2-175" fmla="*/ 11943953 w 11943953"/>
              <a:gd name="connsiteY2-176" fmla="*/ 3384376 h 3384376"/>
              <a:gd name="connsiteX3-177" fmla="*/ 0 w 11943953"/>
              <a:gd name="connsiteY3-178" fmla="*/ 3384376 h 3384376"/>
              <a:gd name="connsiteX4-179" fmla="*/ 2276475 w 11943953"/>
              <a:gd name="connsiteY4-180" fmla="*/ 0 h 3384376"/>
            </a:gdLst>
            <a:ahLst/>
            <a:cxnLst>
              <a:cxn ang="0">
                <a:pos x="connsiteX0-171" y="connsiteY0-172"/>
              </a:cxn>
              <a:cxn ang="0">
                <a:pos x="connsiteX1-173" y="connsiteY1-174"/>
              </a:cxn>
              <a:cxn ang="0">
                <a:pos x="connsiteX2-175" y="connsiteY2-176"/>
              </a:cxn>
              <a:cxn ang="0">
                <a:pos x="connsiteX3-177" y="connsiteY3-178"/>
              </a:cxn>
              <a:cxn ang="0">
                <a:pos x="connsiteX4-179" y="connsiteY4-180"/>
              </a:cxn>
            </a:cxnLst>
            <a:rect l="l" t="t" r="r" b="b"/>
            <a:pathLst>
              <a:path w="11943953" h="3384376">
                <a:moveTo>
                  <a:pt x="2276475" y="0"/>
                </a:moveTo>
                <a:lnTo>
                  <a:pt x="11943953" y="0"/>
                </a:lnTo>
                <a:lnTo>
                  <a:pt x="11943953" y="3384376"/>
                </a:lnTo>
                <a:lnTo>
                  <a:pt x="0" y="3384376"/>
                </a:lnTo>
                <a:cubicBezTo>
                  <a:pt x="328679" y="2534563"/>
                  <a:pt x="1214116" y="582532"/>
                  <a:pt x="2276475" y="0"/>
                </a:cubicBezTo>
                <a:close/>
              </a:path>
            </a:pathLst>
          </a:custGeom>
          <a:solidFill>
            <a:schemeClr val="l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lt1"/>
              </a:solidFill>
            </a:endParaRPr>
          </a:p>
        </p:txBody>
      </p:sp>
      <p:pic>
        <p:nvPicPr>
          <p:cNvPr id="38" name="图片 37"/>
          <p:cNvPicPr>
            <a:picLocks noChangeAspect="1"/>
          </p:cNvPicPr>
          <p:nvPr>
            <p:custDataLst>
              <p:tags r:id="rId3"/>
            </p:custDataLst>
          </p:nvPr>
        </p:nvPicPr>
        <p:blipFill rotWithShape="1">
          <a:blip r:embed="rId9" cstate="print">
            <a:extLst>
              <a:ext uri="{28A0092B-C50C-407E-A947-70E740481C1C}">
                <a14:useLocalDpi xmlns:a14="http://schemas.microsoft.com/office/drawing/2010/main" val="0"/>
              </a:ext>
            </a:extLst>
          </a:blip>
          <a:srcRect l="67714" r="15753" b="50000"/>
          <a:stretch>
            <a:fillRect/>
          </a:stretch>
        </p:blipFill>
        <p:spPr>
          <a:xfrm rot="16200000" flipH="1">
            <a:off x="6871988" y="3714536"/>
            <a:ext cx="1888974" cy="2655052"/>
          </a:xfrm>
          <a:prstGeom prst="rect">
            <a:avLst/>
          </a:prstGeom>
        </p:spPr>
      </p:pic>
      <p:pic>
        <p:nvPicPr>
          <p:cNvPr id="28" name="图片 27"/>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2860" y="-69850"/>
            <a:ext cx="9166225" cy="6928485"/>
          </a:xfrm>
          <a:prstGeom prst="rect">
            <a:avLst/>
          </a:prstGeom>
        </p:spPr>
      </p:pic>
      <p:grpSp>
        <p:nvGrpSpPr>
          <p:cNvPr id="7" name="组合 6"/>
          <p:cNvGrpSpPr/>
          <p:nvPr/>
        </p:nvGrpSpPr>
        <p:grpSpPr>
          <a:xfrm>
            <a:off x="2506039" y="2588626"/>
            <a:ext cx="5278676" cy="1017909"/>
            <a:chOff x="6143457" y="2714735"/>
            <a:chExt cx="5193268" cy="1001440"/>
          </a:xfrm>
          <a:solidFill>
            <a:srgbClr val="0070C0"/>
          </a:solidFill>
        </p:grpSpPr>
        <p:sp>
          <p:nvSpPr>
            <p:cNvPr id="54" name="圆角淘宝网Chenying0907出品 6"/>
            <p:cNvSpPr/>
            <p:nvPr>
              <p:custDataLst>
                <p:tags r:id="rId5"/>
              </p:custDataLst>
            </p:nvPr>
          </p:nvSpPr>
          <p:spPr>
            <a:xfrm>
              <a:off x="6143457" y="2714735"/>
              <a:ext cx="5193268" cy="1001440"/>
            </a:xfrm>
            <a:prstGeom prst="roundRect">
              <a:avLst>
                <a:gd name="adj" fmla="val 9976"/>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lt1"/>
                </a:solidFill>
              </a:endParaRPr>
            </a:p>
          </p:txBody>
        </p:sp>
        <p:sp>
          <p:nvSpPr>
            <p:cNvPr id="64" name="淘宝网Chenying0907出品 40"/>
            <p:cNvSpPr txBox="1"/>
            <p:nvPr/>
          </p:nvSpPr>
          <p:spPr>
            <a:xfrm>
              <a:off x="6488303" y="2894854"/>
              <a:ext cx="4633908" cy="634722"/>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zh-CN" altLang="en-US" sz="3600" dirty="0">
                  <a:solidFill>
                    <a:schemeClr val="lt1"/>
                  </a:solidFill>
                  <a:latin typeface="Arial" panose="020B0604020202020204" pitchFamily="34" charset="0"/>
                  <a:ea typeface="汉仪文黑-85W" panose="00020600040101010101" charset="-122"/>
                </a:rPr>
                <a:t>软件质量与测试</a:t>
              </a:r>
            </a:p>
          </p:txBody>
        </p:sp>
      </p:grpSp>
      <p:sp>
        <p:nvSpPr>
          <p:cNvPr id="69" name="淘宝网Chenying0907出品 7"/>
          <p:cNvSpPr txBox="1"/>
          <p:nvPr>
            <p:custDataLst>
              <p:tags r:id="rId4"/>
            </p:custDataLst>
          </p:nvPr>
        </p:nvSpPr>
        <p:spPr>
          <a:xfrm>
            <a:off x="2753919" y="3854195"/>
            <a:ext cx="4782909" cy="417743"/>
          </a:xfrm>
          <a:prstGeom prst="rect">
            <a:avLst/>
          </a:prstGeom>
          <a:noFill/>
        </p:spPr>
        <p:txBody>
          <a:bodyPr wrap="square" rtlCol="0">
            <a:spAutoFit/>
          </a:bodyPr>
          <a:lstStyle/>
          <a:p>
            <a:pPr algn="ctr">
              <a:lnSpc>
                <a:spcPct val="150000"/>
              </a:lnSpc>
            </a:pPr>
            <a:r>
              <a:rPr lang="zh-CN" altLang="en-US" sz="1600" dirty="0">
                <a:solidFill>
                  <a:schemeClr val="dk1">
                    <a:lumMod val="75000"/>
                    <a:lumOff val="25000"/>
                  </a:schemeClr>
                </a:solidFill>
                <a:latin typeface="Arial" panose="020B0604020202020204" pitchFamily="34" charset="0"/>
                <a:ea typeface="汉仪旗黑-55简" panose="00020600040101010101" charset="-122"/>
              </a:rPr>
              <a:t>河南大学软件学院</a:t>
            </a:r>
            <a:r>
              <a:rPr lang="en-US" altLang="zh-CN" sz="1600" dirty="0">
                <a:solidFill>
                  <a:schemeClr val="dk1">
                    <a:lumMod val="75000"/>
                    <a:lumOff val="25000"/>
                  </a:schemeClr>
                </a:solidFill>
                <a:latin typeface="Arial" panose="020B0604020202020204" pitchFamily="34" charset="0"/>
                <a:ea typeface="汉仪旗黑-55简" panose="00020600040101010101" charset="-122"/>
              </a:rPr>
              <a:t>    </a:t>
            </a:r>
            <a:r>
              <a:rPr lang="zh-CN" altLang="en-US" sz="1600" dirty="0">
                <a:solidFill>
                  <a:schemeClr val="dk1">
                    <a:lumMod val="75000"/>
                    <a:lumOff val="25000"/>
                  </a:schemeClr>
                </a:solidFill>
                <a:latin typeface="Arial" panose="020B0604020202020204" pitchFamily="34" charset="0"/>
                <a:ea typeface="汉仪旗黑-55简" panose="00020600040101010101" charset="-122"/>
              </a:rPr>
              <a:t>冯东栋</a:t>
            </a:r>
          </a:p>
        </p:txBody>
      </p:sp>
      <p:pic>
        <p:nvPicPr>
          <p:cNvPr id="29" name="图片 28" descr="河南大学logo"/>
          <p:cNvPicPr>
            <a:picLocks noChangeAspect="1"/>
          </p:cNvPicPr>
          <p:nvPr/>
        </p:nvPicPr>
        <p:blipFill>
          <a:blip r:embed="rId11"/>
          <a:stretch>
            <a:fillRect/>
          </a:stretch>
        </p:blipFill>
        <p:spPr>
          <a:xfrm>
            <a:off x="8181975" y="0"/>
            <a:ext cx="902335" cy="89789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14:vortex dir="r"/>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pPr algn="l">
              <a:buClrTx/>
              <a:buSzTx/>
              <a:buFontTx/>
            </a:pPr>
            <a:r>
              <a:rPr lang="en-US" altLang="zh-CN" sz="4400" b="0">
                <a:solidFill>
                  <a:schemeClr val="accent1"/>
                </a:solidFill>
                <a:ea typeface="汉仪文黑-85W" panose="00020600040101010101" charset="-122"/>
              </a:rPr>
              <a:t>上节回顾</a:t>
            </a:r>
          </a:p>
        </p:txBody>
      </p:sp>
      <p:sp>
        <p:nvSpPr>
          <p:cNvPr id="8" name="内容占位符 7"/>
          <p:cNvSpPr>
            <a:spLocks noGrp="1"/>
          </p:cNvSpPr>
          <p:nvPr>
            <p:ph idx="1"/>
          </p:nvPr>
        </p:nvSpPr>
        <p:spPr>
          <a:xfrm>
            <a:off x="502285" y="1272540"/>
            <a:ext cx="8139430" cy="5116195"/>
          </a:xfrm>
        </p:spPr>
        <p:txBody>
          <a:bodyPr>
            <a:normAutofit lnSpcReduction="10000"/>
          </a:bodyPr>
          <a:lstStyle/>
          <a:p>
            <a:r>
              <a:rPr lang="zh-CN" altLang="en-US" sz="3200" b="1"/>
              <a:t>对判定的测试：</a:t>
            </a:r>
            <a:r>
              <a:rPr sz="2000">
                <a:sym typeface="+mn-ea"/>
              </a:rPr>
              <a:t>考察源代码中复合判定表达式或构成复合判定表达式的各简单判定条件的所有取值情况。</a:t>
            </a:r>
            <a:endParaRPr lang="zh-CN" altLang="en-US" sz="4000" b="1"/>
          </a:p>
          <a:p>
            <a:pPr lvl="1" algn="just" eaLnBrk="1" hangingPunct="1">
              <a:lnSpc>
                <a:spcPct val="120000"/>
              </a:lnSpc>
              <a:buClrTx/>
              <a:buSzTx/>
            </a:pPr>
            <a:r>
              <a:rPr>
                <a:sym typeface="+mn-ea"/>
              </a:rPr>
              <a:t>语句覆盖</a:t>
            </a:r>
          </a:p>
          <a:p>
            <a:pPr lvl="1" algn="just" eaLnBrk="1" hangingPunct="1">
              <a:lnSpc>
                <a:spcPct val="120000"/>
              </a:lnSpc>
              <a:buClrTx/>
              <a:buSzTx/>
            </a:pPr>
            <a:r>
              <a:rPr>
                <a:sym typeface="+mn-ea"/>
              </a:rPr>
              <a:t>判定覆盖</a:t>
            </a:r>
          </a:p>
          <a:p>
            <a:pPr lvl="1" algn="just" eaLnBrk="1" hangingPunct="1">
              <a:lnSpc>
                <a:spcPct val="120000"/>
              </a:lnSpc>
            </a:pPr>
            <a:r>
              <a:rPr>
                <a:sym typeface="+mn-ea"/>
              </a:rPr>
              <a:t>条件覆盖</a:t>
            </a:r>
            <a:endParaRPr lang="en-US" altLang="zh-CN" dirty="0"/>
          </a:p>
          <a:p>
            <a:pPr lvl="1" algn="just" eaLnBrk="1" hangingPunct="1">
              <a:lnSpc>
                <a:spcPct val="120000"/>
              </a:lnSpc>
            </a:pPr>
            <a:r>
              <a:rPr>
                <a:sym typeface="+mn-ea"/>
              </a:rPr>
              <a:t>判定</a:t>
            </a:r>
            <a:r>
              <a:rPr lang="en-US" altLang="zh-CN">
                <a:sym typeface="+mn-ea"/>
              </a:rPr>
              <a:t>-</a:t>
            </a:r>
            <a:r>
              <a:rPr>
                <a:sym typeface="+mn-ea"/>
              </a:rPr>
              <a:t>条件覆盖（条件</a:t>
            </a:r>
            <a:r>
              <a:rPr lang="en-US" altLang="zh-CN">
                <a:sym typeface="+mn-ea"/>
              </a:rPr>
              <a:t>+</a:t>
            </a:r>
            <a:r>
              <a:rPr>
                <a:sym typeface="+mn-ea"/>
              </a:rPr>
              <a:t>组合）</a:t>
            </a:r>
          </a:p>
          <a:p>
            <a:pPr lvl="1" algn="just" eaLnBrk="1" hangingPunct="1">
              <a:lnSpc>
                <a:spcPct val="120000"/>
              </a:lnSpc>
            </a:pPr>
            <a:r>
              <a:rPr>
                <a:sym typeface="+mn-ea"/>
              </a:rPr>
              <a:t>条件组合覆盖（全组合）</a:t>
            </a:r>
            <a:endParaRPr lang="zh-CN" altLang="en-US"/>
          </a:p>
          <a:p>
            <a:pPr lvl="0" algn="just" eaLnBrk="1" hangingPunct="1">
              <a:lnSpc>
                <a:spcPct val="130000"/>
              </a:lnSpc>
            </a:pPr>
            <a:r>
              <a:rPr sz="2240" b="1" dirty="0"/>
              <a:t>注意事项：</a:t>
            </a:r>
            <a:endParaRPr lang="en-US" altLang="zh-CN" sz="2240" b="1" dirty="0"/>
          </a:p>
          <a:p>
            <a:pPr lvl="1" algn="just" eaLnBrk="1" hangingPunct="1">
              <a:lnSpc>
                <a:spcPct val="110000"/>
              </a:lnSpc>
            </a:pPr>
            <a:r>
              <a:rPr>
                <a:sym typeface="+mn-ea"/>
              </a:rPr>
              <a:t>避免测试数据受到复合判定表达式中的“与”、“或”关系的屏蔽效应。</a:t>
            </a:r>
            <a:endParaRPr lang="zh-CN" altLang="en-US" dirty="0"/>
          </a:p>
          <a:p>
            <a:pPr lvl="1" algn="just" eaLnBrk="1" hangingPunct="1">
              <a:lnSpc>
                <a:spcPct val="110000"/>
              </a:lnSpc>
            </a:pPr>
            <a:r>
              <a:rPr>
                <a:sym typeface="+mn-ea"/>
              </a:rPr>
              <a:t>尽量结合边界值选择测试数据。</a:t>
            </a:r>
            <a:endParaRPr lang="zh-CN" altLang="en-US"/>
          </a:p>
        </p:txBody>
      </p:sp>
      <p:sp>
        <p:nvSpPr>
          <p:cNvPr id="5" name="日期占位符 4"/>
          <p:cNvSpPr>
            <a:spLocks noGrp="1"/>
          </p:cNvSpPr>
          <p:nvPr>
            <p:ph type="dt" sz="half" idx="10"/>
          </p:nvPr>
        </p:nvSpPr>
        <p:spPr/>
        <p:txBody>
          <a:bodyPr/>
          <a:lstStyle/>
          <a:p>
            <a:fld id="{9EFD9D74-47D9-4702-A33C-335B63B48DBF}" type="datetime1">
              <a:rPr lang="zh-CN" altLang="en-US" smtClean="0"/>
              <a:t>2023/4/26</a:t>
            </a:fld>
            <a:endParaRPr lang="zh-CN" altLang="en-US" dirty="0"/>
          </a:p>
        </p:txBody>
      </p:sp>
      <p:sp>
        <p:nvSpPr>
          <p:cNvPr id="6" name="灯片编号占位符 5"/>
          <p:cNvSpPr>
            <a:spLocks noGrp="1"/>
          </p:cNvSpPr>
          <p:nvPr>
            <p:ph type="sldNum" sz="quarter" idx="12"/>
          </p:nvPr>
        </p:nvSpPr>
        <p:spPr/>
        <p:txBody>
          <a:bodyPr/>
          <a:lstStyle/>
          <a:p>
            <a:fld id="{FABC47A4-756D-490B-A52F-7D9E2C9FC05F}" type="slidenum">
              <a:rPr lang="zh-CN" altLang="en-US" smtClean="0"/>
              <a:t>2</a:t>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案例</a:t>
            </a:r>
            <a:r>
              <a:rPr lang="en-US" altLang="zh-CN"/>
              <a:t>——</a:t>
            </a:r>
            <a:r>
              <a:t>逻辑覆盖法测试</a:t>
            </a:r>
          </a:p>
        </p:txBody>
      </p:sp>
      <p:sp>
        <p:nvSpPr>
          <p:cNvPr id="4" name="日期占位符 3"/>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3</a:t>
            </a:fld>
            <a:endParaRPr lang="zh-CN" altLang="en-US"/>
          </a:p>
        </p:txBody>
      </p:sp>
      <p:pic>
        <p:nvPicPr>
          <p:cNvPr id="6" name="内容占位符 5"/>
          <p:cNvPicPr>
            <a:picLocks noGrp="1" noChangeAspect="1"/>
          </p:cNvPicPr>
          <p:nvPr>
            <p:ph idx="1"/>
            <p:custDataLst>
              <p:tags r:id="rId1"/>
            </p:custDataLst>
          </p:nvPr>
        </p:nvPicPr>
        <p:blipFill>
          <a:blip r:embed="rId4"/>
          <a:stretch>
            <a:fillRect/>
          </a:stretch>
        </p:blipFill>
        <p:spPr>
          <a:xfrm>
            <a:off x="539115" y="1917065"/>
            <a:ext cx="4254500" cy="3784600"/>
          </a:xfrm>
          <a:prstGeom prst="rect">
            <a:avLst/>
          </a:prstGeom>
        </p:spPr>
      </p:pic>
      <p:pic>
        <p:nvPicPr>
          <p:cNvPr id="8" name="图片 7"/>
          <p:cNvPicPr>
            <a:picLocks noChangeAspect="1"/>
          </p:cNvPicPr>
          <p:nvPr/>
        </p:nvPicPr>
        <p:blipFill>
          <a:blip r:embed="rId5"/>
          <a:stretch>
            <a:fillRect/>
          </a:stretch>
        </p:blipFill>
        <p:spPr>
          <a:xfrm>
            <a:off x="4356100" y="3140710"/>
            <a:ext cx="1067435" cy="809625"/>
          </a:xfrm>
          <a:prstGeom prst="rect">
            <a:avLst/>
          </a:prstGeom>
        </p:spPr>
      </p:pic>
      <p:pic>
        <p:nvPicPr>
          <p:cNvPr id="9" name="图片 8"/>
          <p:cNvPicPr>
            <a:picLocks noChangeAspect="1"/>
          </p:cNvPicPr>
          <p:nvPr>
            <p:custDataLst>
              <p:tags r:id="rId2"/>
            </p:custDataLst>
          </p:nvPr>
        </p:nvPicPr>
        <p:blipFill>
          <a:blip r:embed="rId6"/>
          <a:stretch>
            <a:fillRect/>
          </a:stretch>
        </p:blipFill>
        <p:spPr>
          <a:xfrm>
            <a:off x="5767705" y="328930"/>
            <a:ext cx="3376295" cy="6124575"/>
          </a:xfrm>
          <a:prstGeom prst="rect">
            <a:avLst/>
          </a:prstGeom>
        </p:spPr>
      </p:pic>
      <p:sp>
        <p:nvSpPr>
          <p:cNvPr id="10" name="文本框 9"/>
          <p:cNvSpPr txBox="1"/>
          <p:nvPr/>
        </p:nvSpPr>
        <p:spPr>
          <a:xfrm>
            <a:off x="971550" y="1464945"/>
            <a:ext cx="1642110" cy="444500"/>
          </a:xfrm>
          <a:prstGeom prst="rect">
            <a:avLst/>
          </a:prstGeom>
          <a:noFill/>
        </p:spPr>
        <p:txBody>
          <a:bodyPr wrap="square" rtlCol="0">
            <a:noAutofit/>
          </a:bodyPr>
          <a:lstStyle/>
          <a:p>
            <a:r>
              <a:rPr lang="zh-CN" altLang="en-US" sz="2000" b="1">
                <a:latin typeface="微软雅黑" panose="020B0503020204020204" charset="-122"/>
                <a:ea typeface="微软雅黑" panose="020B0503020204020204" charset="-122"/>
              </a:rPr>
              <a:t>如下代码：</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custDataLst>
              <p:tags r:id="rId1"/>
            </p:custDataLst>
          </p:nvPr>
        </p:nvPicPr>
        <p:blipFill>
          <a:blip r:embed="rId4"/>
          <a:stretch>
            <a:fillRect/>
          </a:stretch>
        </p:blipFill>
        <p:spPr>
          <a:xfrm>
            <a:off x="5767705" y="328930"/>
            <a:ext cx="3376295" cy="6124575"/>
          </a:xfrm>
          <a:prstGeom prst="rect">
            <a:avLst/>
          </a:prstGeom>
        </p:spPr>
      </p:pic>
      <p:sp>
        <p:nvSpPr>
          <p:cNvPr id="2" name="标题 1"/>
          <p:cNvSpPr>
            <a:spLocks noGrp="1"/>
          </p:cNvSpPr>
          <p:nvPr>
            <p:ph type="title"/>
          </p:nvPr>
        </p:nvSpPr>
        <p:spPr/>
        <p:txBody>
          <a:bodyPr/>
          <a:lstStyle/>
          <a:p>
            <a:r>
              <a:rPr>
                <a:sym typeface="+mn-ea"/>
              </a:rPr>
              <a:t>案例</a:t>
            </a:r>
            <a:r>
              <a:rPr lang="en-US" altLang="zh-CN">
                <a:sym typeface="+mn-ea"/>
              </a:rPr>
              <a:t>——</a:t>
            </a:r>
            <a:r>
              <a:rPr>
                <a:sym typeface="+mn-ea"/>
              </a:rPr>
              <a:t>逻辑覆盖法测试</a:t>
            </a:r>
            <a:endParaRPr lang="zh-CN" altLang="en-US"/>
          </a:p>
        </p:txBody>
      </p:sp>
      <p:sp>
        <p:nvSpPr>
          <p:cNvPr id="4" name="日期占位符 3"/>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4</a:t>
            </a:fld>
            <a:endParaRPr lang="zh-CN" altLang="en-US"/>
          </a:p>
        </p:txBody>
      </p:sp>
      <p:pic>
        <p:nvPicPr>
          <p:cNvPr id="6" name="内容占位符 5"/>
          <p:cNvPicPr>
            <a:picLocks noGrp="1" noChangeAspect="1"/>
          </p:cNvPicPr>
          <p:nvPr>
            <p:ph idx="1"/>
          </p:nvPr>
        </p:nvPicPr>
        <p:blipFill>
          <a:blip r:embed="rId5"/>
          <a:stretch>
            <a:fillRect/>
          </a:stretch>
        </p:blipFill>
        <p:spPr>
          <a:xfrm>
            <a:off x="1187450" y="1868805"/>
            <a:ext cx="3804285" cy="1198245"/>
          </a:xfrm>
          <a:prstGeom prst="rect">
            <a:avLst/>
          </a:prstGeom>
        </p:spPr>
      </p:pic>
      <p:sp>
        <p:nvSpPr>
          <p:cNvPr id="8" name="文本框 7"/>
          <p:cNvSpPr txBox="1"/>
          <p:nvPr/>
        </p:nvSpPr>
        <p:spPr>
          <a:xfrm>
            <a:off x="572770" y="1426210"/>
            <a:ext cx="2604135" cy="594995"/>
          </a:xfrm>
          <a:prstGeom prst="rect">
            <a:avLst/>
          </a:prstGeom>
          <a:noFill/>
        </p:spPr>
        <p:txBody>
          <a:bodyPr wrap="square" rtlCol="0">
            <a:noAutofit/>
          </a:bodyPr>
          <a:lstStyle/>
          <a:p>
            <a:r>
              <a:rPr lang="zh-CN" altLang="en-US" sz="2800" b="1">
                <a:latin typeface="微软雅黑" panose="020B0503020204020204" charset="-122"/>
                <a:ea typeface="微软雅黑" panose="020B0503020204020204" charset="-122"/>
              </a:rPr>
              <a:t>语句覆盖：</a:t>
            </a:r>
          </a:p>
        </p:txBody>
      </p:sp>
      <p:sp>
        <p:nvSpPr>
          <p:cNvPr id="9" name="文本框 8"/>
          <p:cNvSpPr txBox="1"/>
          <p:nvPr/>
        </p:nvSpPr>
        <p:spPr>
          <a:xfrm>
            <a:off x="2699385" y="1548765"/>
            <a:ext cx="1889125" cy="368300"/>
          </a:xfrm>
          <a:prstGeom prst="rect">
            <a:avLst/>
          </a:prstGeom>
          <a:noFill/>
        </p:spPr>
        <p:txBody>
          <a:bodyPr wrap="square" rtlCol="0" anchor="t">
            <a:spAutoFit/>
          </a:bodyPr>
          <a:lstStyle/>
          <a:p>
            <a:r>
              <a:rPr lang="zh-CN" altLang="en-US" b="1">
                <a:latin typeface="微软雅黑" panose="020B0503020204020204" charset="-122"/>
                <a:ea typeface="微软雅黑" panose="020B0503020204020204" charset="-122"/>
                <a:cs typeface="微软雅黑" panose="020B0503020204020204" charset="-122"/>
              </a:rPr>
              <a:t>100%语句覆盖</a:t>
            </a:r>
          </a:p>
        </p:txBody>
      </p:sp>
      <p:sp>
        <p:nvSpPr>
          <p:cNvPr id="11" name="文本框 10"/>
          <p:cNvSpPr txBox="1"/>
          <p:nvPr/>
        </p:nvSpPr>
        <p:spPr>
          <a:xfrm>
            <a:off x="611505" y="3077845"/>
            <a:ext cx="2604135" cy="594995"/>
          </a:xfrm>
          <a:prstGeom prst="rect">
            <a:avLst/>
          </a:prstGeom>
          <a:noFill/>
        </p:spPr>
        <p:txBody>
          <a:bodyPr wrap="square" rtlCol="0">
            <a:noAutofit/>
          </a:bodyPr>
          <a:lstStyle/>
          <a:p>
            <a:r>
              <a:rPr lang="zh-CN" altLang="en-US" sz="2800" b="1">
                <a:latin typeface="微软雅黑" panose="020B0503020204020204" charset="-122"/>
                <a:ea typeface="微软雅黑" panose="020B0503020204020204" charset="-122"/>
              </a:rPr>
              <a:t>判定覆盖：</a:t>
            </a:r>
          </a:p>
        </p:txBody>
      </p:sp>
      <p:sp>
        <p:nvSpPr>
          <p:cNvPr id="12" name="文本框 11"/>
          <p:cNvSpPr txBox="1"/>
          <p:nvPr/>
        </p:nvSpPr>
        <p:spPr>
          <a:xfrm>
            <a:off x="2699385" y="3191510"/>
            <a:ext cx="1889125" cy="368300"/>
          </a:xfrm>
          <a:prstGeom prst="rect">
            <a:avLst/>
          </a:prstGeom>
          <a:noFill/>
        </p:spPr>
        <p:txBody>
          <a:bodyPr wrap="square" rtlCol="0" anchor="t">
            <a:spAutoFit/>
          </a:bodyPr>
          <a:lstStyle/>
          <a:p>
            <a:r>
              <a:rPr lang="zh-CN" altLang="en-US" b="1">
                <a:latin typeface="微软雅黑" panose="020B0503020204020204" charset="-122"/>
                <a:ea typeface="微软雅黑" panose="020B0503020204020204" charset="-122"/>
                <a:cs typeface="微软雅黑" panose="020B0503020204020204" charset="-122"/>
              </a:rPr>
              <a:t>100%判定覆盖</a:t>
            </a:r>
          </a:p>
        </p:txBody>
      </p:sp>
      <p:sp>
        <p:nvSpPr>
          <p:cNvPr id="13" name="文本框 12"/>
          <p:cNvSpPr txBox="1"/>
          <p:nvPr/>
        </p:nvSpPr>
        <p:spPr>
          <a:xfrm>
            <a:off x="1475740" y="6453505"/>
            <a:ext cx="5322570" cy="368300"/>
          </a:xfrm>
          <a:prstGeom prst="rect">
            <a:avLst/>
          </a:prstGeom>
        </p:spPr>
        <p:style>
          <a:lnRef idx="2">
            <a:schemeClr val="accent1"/>
          </a:lnRef>
          <a:fillRef idx="1">
            <a:schemeClr val="lt1"/>
          </a:fillRef>
          <a:effectRef idx="0">
            <a:schemeClr val="accent1"/>
          </a:effectRef>
          <a:fontRef idx="minor">
            <a:schemeClr val="dk1"/>
          </a:fontRef>
        </p:style>
        <p:txBody>
          <a:bodyPr wrap="square" rtlCol="0" anchor="t">
            <a:spAutoFit/>
          </a:bodyPr>
          <a:lstStyle/>
          <a:p>
            <a:r>
              <a:rPr lang="zh-CN" altLang="en-US" b="1">
                <a:latin typeface="微软雅黑" panose="020B0503020204020204" charset="-122"/>
                <a:ea typeface="微软雅黑" panose="020B0503020204020204" charset="-122"/>
              </a:rPr>
              <a:t>只要满足了判定覆盖标准就一定满足语句覆盖标准。</a:t>
            </a:r>
          </a:p>
        </p:txBody>
      </p:sp>
      <p:graphicFrame>
        <p:nvGraphicFramePr>
          <p:cNvPr id="14" name="对象 13"/>
          <p:cNvGraphicFramePr/>
          <p:nvPr>
            <p:custDataLst>
              <p:tags r:id="rId2"/>
            </p:custDataLst>
          </p:nvPr>
        </p:nvGraphicFramePr>
        <p:xfrm>
          <a:off x="1259205" y="3606165"/>
          <a:ext cx="3990975" cy="2840990"/>
        </p:xfrm>
        <a:graphic>
          <a:graphicData uri="http://schemas.openxmlformats.org/presentationml/2006/ole">
            <mc:AlternateContent xmlns:mc="http://schemas.openxmlformats.org/markup-compatibility/2006">
              <mc:Choice xmlns:v="urn:schemas-microsoft-com:vml" Requires="v">
                <p:oleObj r:id="rId6" imgW="3987800" imgH="2838450" progId="Paint.Picture">
                  <p:embed/>
                </p:oleObj>
              </mc:Choice>
              <mc:Fallback>
                <p:oleObj r:id="rId6" imgW="3987800" imgH="2838450" progId="Paint.Picture">
                  <p:embed/>
                  <p:pic>
                    <p:nvPicPr>
                      <p:cNvPr id="0" name="图片 14"/>
                      <p:cNvPicPr/>
                      <p:nvPr/>
                    </p:nvPicPr>
                    <p:blipFill>
                      <a:blip r:embed="rId7"/>
                      <a:stretch>
                        <a:fillRect/>
                      </a:stretch>
                    </p:blipFill>
                    <p:spPr>
                      <a:xfrm>
                        <a:off x="1259205" y="3606165"/>
                        <a:ext cx="3990975" cy="284099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dissolve">
                                      <p:cBhvr>
                                        <p:cTn id="10" dur="500"/>
                                        <p:tgtEl>
                                          <p:spTgt spid="12"/>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dissolve">
                                      <p:cBhvr>
                                        <p:cTn id="1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12" grpId="0"/>
      <p:bldP spid="12" grpId="1"/>
      <p:bldP spid="13" grpId="0" animBg="1"/>
      <p:bldP spid="13"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案例</a:t>
            </a:r>
            <a:r>
              <a:rPr lang="en-US" altLang="zh-CN">
                <a:sym typeface="+mn-ea"/>
              </a:rPr>
              <a:t>——</a:t>
            </a:r>
            <a:r>
              <a:rPr>
                <a:sym typeface="+mn-ea"/>
              </a:rPr>
              <a:t>逻辑覆盖法测试</a:t>
            </a:r>
            <a:endParaRPr lang="zh-CN" altLang="en-US"/>
          </a:p>
        </p:txBody>
      </p:sp>
      <p:sp>
        <p:nvSpPr>
          <p:cNvPr id="4" name="日期占位符 3"/>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5</a:t>
            </a:fld>
            <a:endParaRPr lang="zh-CN" altLang="en-US"/>
          </a:p>
        </p:txBody>
      </p:sp>
      <p:pic>
        <p:nvPicPr>
          <p:cNvPr id="6" name="内容占位符 5"/>
          <p:cNvPicPr>
            <a:picLocks noGrp="1" noChangeAspect="1"/>
          </p:cNvPicPr>
          <p:nvPr>
            <p:ph idx="1"/>
          </p:nvPr>
        </p:nvPicPr>
        <p:blipFill>
          <a:blip r:embed="rId5"/>
          <a:stretch>
            <a:fillRect/>
          </a:stretch>
        </p:blipFill>
        <p:spPr>
          <a:xfrm>
            <a:off x="467360" y="4177030"/>
            <a:ext cx="5227955" cy="1440180"/>
          </a:xfrm>
          <a:prstGeom prst="rect">
            <a:avLst/>
          </a:prstGeom>
        </p:spPr>
      </p:pic>
      <p:pic>
        <p:nvPicPr>
          <p:cNvPr id="8" name="图片 7"/>
          <p:cNvPicPr>
            <a:picLocks noChangeAspect="1"/>
          </p:cNvPicPr>
          <p:nvPr/>
        </p:nvPicPr>
        <p:blipFill>
          <a:blip r:embed="rId6"/>
          <a:stretch>
            <a:fillRect/>
          </a:stretch>
        </p:blipFill>
        <p:spPr>
          <a:xfrm>
            <a:off x="1187450" y="1961515"/>
            <a:ext cx="3271520" cy="2215515"/>
          </a:xfrm>
          <a:prstGeom prst="rect">
            <a:avLst/>
          </a:prstGeom>
        </p:spPr>
      </p:pic>
      <p:sp>
        <p:nvSpPr>
          <p:cNvPr id="9" name="文本框 8"/>
          <p:cNvSpPr txBox="1"/>
          <p:nvPr>
            <p:custDataLst>
              <p:tags r:id="rId1"/>
            </p:custDataLst>
          </p:nvPr>
        </p:nvSpPr>
        <p:spPr>
          <a:xfrm>
            <a:off x="572770" y="1426210"/>
            <a:ext cx="2604135" cy="594995"/>
          </a:xfrm>
          <a:prstGeom prst="rect">
            <a:avLst/>
          </a:prstGeom>
          <a:noFill/>
        </p:spPr>
        <p:txBody>
          <a:bodyPr wrap="square" rtlCol="0">
            <a:noAutofit/>
          </a:bodyPr>
          <a:lstStyle/>
          <a:p>
            <a:r>
              <a:rPr lang="zh-CN" altLang="en-US" sz="2800" b="1">
                <a:latin typeface="微软雅黑" panose="020B0503020204020204" charset="-122"/>
                <a:ea typeface="微软雅黑" panose="020B0503020204020204" charset="-122"/>
              </a:rPr>
              <a:t>条件覆盖：</a:t>
            </a:r>
          </a:p>
        </p:txBody>
      </p:sp>
      <p:sp>
        <p:nvSpPr>
          <p:cNvPr id="10" name="文本框 9"/>
          <p:cNvSpPr txBox="1"/>
          <p:nvPr>
            <p:custDataLst>
              <p:tags r:id="rId2"/>
            </p:custDataLst>
          </p:nvPr>
        </p:nvSpPr>
        <p:spPr>
          <a:xfrm>
            <a:off x="2699385" y="1548765"/>
            <a:ext cx="1889125" cy="368300"/>
          </a:xfrm>
          <a:prstGeom prst="rect">
            <a:avLst/>
          </a:prstGeom>
          <a:noFill/>
        </p:spPr>
        <p:txBody>
          <a:bodyPr wrap="square" rtlCol="0" anchor="t">
            <a:spAutoFit/>
          </a:bodyPr>
          <a:lstStyle/>
          <a:p>
            <a:r>
              <a:rPr lang="zh-CN" altLang="en-US" b="1">
                <a:latin typeface="微软雅黑" panose="020B0503020204020204" charset="-122"/>
                <a:ea typeface="微软雅黑" panose="020B0503020204020204" charset="-122"/>
                <a:cs typeface="微软雅黑" panose="020B0503020204020204" charset="-122"/>
              </a:rPr>
              <a:t>100%条件覆盖</a:t>
            </a:r>
          </a:p>
        </p:txBody>
      </p:sp>
      <p:sp>
        <p:nvSpPr>
          <p:cNvPr id="11" name="文本框 10"/>
          <p:cNvSpPr txBox="1"/>
          <p:nvPr/>
        </p:nvSpPr>
        <p:spPr>
          <a:xfrm>
            <a:off x="1115695" y="5661025"/>
            <a:ext cx="3768725" cy="444500"/>
          </a:xfrm>
          <a:prstGeom prst="rect">
            <a:avLst/>
          </a:prstGeom>
        </p:spPr>
        <p:style>
          <a:lnRef idx="2">
            <a:schemeClr val="accent1"/>
          </a:lnRef>
          <a:fillRef idx="1">
            <a:schemeClr val="lt1"/>
          </a:fillRef>
          <a:effectRef idx="0">
            <a:schemeClr val="accent1"/>
          </a:effectRef>
          <a:fontRef idx="minor">
            <a:schemeClr val="dk1"/>
          </a:fontRef>
        </p:style>
        <p:txBody>
          <a:bodyPr wrap="square" rtlCol="0" anchor="t">
            <a:noAutofit/>
          </a:bodyPr>
          <a:lstStyle/>
          <a:p>
            <a:r>
              <a:rPr lang="zh-CN" altLang="en-US" sz="2000" b="1">
                <a:latin typeface="微软雅黑" panose="020B0503020204020204" charset="-122"/>
                <a:ea typeface="微软雅黑" panose="020B0503020204020204" charset="-122"/>
              </a:rPr>
              <a:t>条件覆盖并不能保证判定覆盖。</a:t>
            </a:r>
          </a:p>
        </p:txBody>
      </p:sp>
      <p:pic>
        <p:nvPicPr>
          <p:cNvPr id="12" name="图片 11"/>
          <p:cNvPicPr>
            <a:picLocks noChangeAspect="1"/>
          </p:cNvPicPr>
          <p:nvPr>
            <p:custDataLst>
              <p:tags r:id="rId3"/>
            </p:custDataLst>
          </p:nvPr>
        </p:nvPicPr>
        <p:blipFill>
          <a:blip r:embed="rId7"/>
          <a:stretch>
            <a:fillRect/>
          </a:stretch>
        </p:blipFill>
        <p:spPr>
          <a:xfrm>
            <a:off x="5767705" y="328930"/>
            <a:ext cx="3376295" cy="6124575"/>
          </a:xfrm>
          <a:prstGeom prst="rect">
            <a:avLst/>
          </a:prstGeom>
        </p:spPr>
      </p:pic>
      <p:sp>
        <p:nvSpPr>
          <p:cNvPr id="13" name="圆角矩形 12"/>
          <p:cNvSpPr/>
          <p:nvPr/>
        </p:nvSpPr>
        <p:spPr>
          <a:xfrm>
            <a:off x="3059430" y="4528185"/>
            <a:ext cx="1080135" cy="1008380"/>
          </a:xfrm>
          <a:prstGeom prst="round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custDataLst>
              <p:tags r:id="rId1"/>
            </p:custDataLst>
          </p:nvPr>
        </p:nvPicPr>
        <p:blipFill>
          <a:blip r:embed="rId5"/>
          <a:stretch>
            <a:fillRect/>
          </a:stretch>
        </p:blipFill>
        <p:spPr>
          <a:xfrm>
            <a:off x="5767705" y="328930"/>
            <a:ext cx="3376295" cy="6124575"/>
          </a:xfrm>
          <a:prstGeom prst="rect">
            <a:avLst/>
          </a:prstGeom>
        </p:spPr>
      </p:pic>
      <p:sp>
        <p:nvSpPr>
          <p:cNvPr id="2" name="标题 1"/>
          <p:cNvSpPr>
            <a:spLocks noGrp="1"/>
          </p:cNvSpPr>
          <p:nvPr>
            <p:ph type="title"/>
          </p:nvPr>
        </p:nvSpPr>
        <p:spPr/>
        <p:txBody>
          <a:bodyPr/>
          <a:lstStyle/>
          <a:p>
            <a:r>
              <a:t>案例</a:t>
            </a:r>
            <a:r>
              <a:rPr lang="en-US" altLang="zh-CN">
                <a:sym typeface="+mn-ea"/>
              </a:rPr>
              <a:t>——</a:t>
            </a:r>
            <a:r>
              <a:rPr>
                <a:sym typeface="+mn-ea"/>
              </a:rPr>
              <a:t>逻辑覆盖法测试</a:t>
            </a:r>
          </a:p>
        </p:txBody>
      </p:sp>
      <p:sp>
        <p:nvSpPr>
          <p:cNvPr id="4" name="日期占位符 3"/>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6</a:t>
            </a:fld>
            <a:endParaRPr lang="zh-CN" altLang="en-US"/>
          </a:p>
        </p:txBody>
      </p:sp>
      <p:sp>
        <p:nvSpPr>
          <p:cNvPr id="6" name="文本框 5"/>
          <p:cNvSpPr txBox="1"/>
          <p:nvPr/>
        </p:nvSpPr>
        <p:spPr>
          <a:xfrm>
            <a:off x="3131820" y="1539875"/>
            <a:ext cx="2487295" cy="368300"/>
          </a:xfrm>
          <a:prstGeom prst="rect">
            <a:avLst/>
          </a:prstGeom>
          <a:noFill/>
        </p:spPr>
        <p:txBody>
          <a:bodyPr wrap="square" rtlCol="0" anchor="t">
            <a:spAutoFit/>
          </a:bodyPr>
          <a:lstStyle/>
          <a:p>
            <a:r>
              <a:rPr lang="zh-CN" altLang="en-US" b="1">
                <a:latin typeface="微软雅黑" panose="020B0503020204020204" charset="-122"/>
                <a:ea typeface="微软雅黑" panose="020B0503020204020204" charset="-122"/>
                <a:cs typeface="微软雅黑" panose="020B0503020204020204" charset="-122"/>
              </a:rPr>
              <a:t>100%判定</a:t>
            </a:r>
            <a:r>
              <a:rPr lang="en-US" altLang="zh-CN" b="1">
                <a:latin typeface="微软雅黑" panose="020B0503020204020204" charset="-122"/>
                <a:ea typeface="微软雅黑" panose="020B0503020204020204" charset="-122"/>
                <a:cs typeface="微软雅黑" panose="020B0503020204020204" charset="-122"/>
              </a:rPr>
              <a:t>-</a:t>
            </a:r>
            <a:r>
              <a:rPr lang="zh-CN" altLang="en-US" b="1">
                <a:latin typeface="微软雅黑" panose="020B0503020204020204" charset="-122"/>
                <a:ea typeface="微软雅黑" panose="020B0503020204020204" charset="-122"/>
                <a:cs typeface="微软雅黑" panose="020B0503020204020204" charset="-122"/>
              </a:rPr>
              <a:t>条件覆盖</a:t>
            </a:r>
          </a:p>
        </p:txBody>
      </p:sp>
      <p:sp>
        <p:nvSpPr>
          <p:cNvPr id="9" name="文本框 8"/>
          <p:cNvSpPr txBox="1"/>
          <p:nvPr>
            <p:custDataLst>
              <p:tags r:id="rId2"/>
            </p:custDataLst>
          </p:nvPr>
        </p:nvSpPr>
        <p:spPr>
          <a:xfrm>
            <a:off x="572770" y="1426210"/>
            <a:ext cx="2604135" cy="594995"/>
          </a:xfrm>
          <a:prstGeom prst="rect">
            <a:avLst/>
          </a:prstGeom>
          <a:noFill/>
        </p:spPr>
        <p:txBody>
          <a:bodyPr wrap="square" rtlCol="0">
            <a:noAutofit/>
          </a:bodyPr>
          <a:lstStyle/>
          <a:p>
            <a:r>
              <a:rPr lang="zh-CN" altLang="en-US" sz="2800" b="1">
                <a:latin typeface="微软雅黑" panose="020B0503020204020204" charset="-122"/>
                <a:ea typeface="微软雅黑" panose="020B0503020204020204" charset="-122"/>
              </a:rPr>
              <a:t>判定</a:t>
            </a:r>
            <a:r>
              <a:rPr lang="en-US" altLang="zh-CN" sz="2800" b="1">
                <a:latin typeface="微软雅黑" panose="020B0503020204020204" charset="-122"/>
                <a:ea typeface="微软雅黑" panose="020B0503020204020204" charset="-122"/>
              </a:rPr>
              <a:t>-</a:t>
            </a:r>
            <a:r>
              <a:rPr lang="zh-CN" altLang="en-US" sz="2800" b="1">
                <a:latin typeface="微软雅黑" panose="020B0503020204020204" charset="-122"/>
                <a:ea typeface="微软雅黑" panose="020B0503020204020204" charset="-122"/>
              </a:rPr>
              <a:t>条件覆盖：</a:t>
            </a:r>
          </a:p>
        </p:txBody>
      </p:sp>
      <p:pic>
        <p:nvPicPr>
          <p:cNvPr id="8" name="内容占位符 7"/>
          <p:cNvPicPr>
            <a:picLocks noGrp="1" noChangeAspect="1"/>
          </p:cNvPicPr>
          <p:nvPr>
            <p:ph idx="1"/>
          </p:nvPr>
        </p:nvPicPr>
        <p:blipFill>
          <a:blip r:embed="rId6"/>
          <a:stretch>
            <a:fillRect/>
          </a:stretch>
        </p:blipFill>
        <p:spPr>
          <a:xfrm>
            <a:off x="107315" y="4038600"/>
            <a:ext cx="5648325" cy="1401445"/>
          </a:xfrm>
          <a:prstGeom prst="rect">
            <a:avLst/>
          </a:prstGeom>
        </p:spPr>
      </p:pic>
      <p:pic>
        <p:nvPicPr>
          <p:cNvPr id="10" name="图片 9"/>
          <p:cNvPicPr>
            <a:picLocks noChangeAspect="1"/>
          </p:cNvPicPr>
          <p:nvPr/>
        </p:nvPicPr>
        <p:blipFill>
          <a:blip r:embed="rId7"/>
          <a:stretch>
            <a:fillRect/>
          </a:stretch>
        </p:blipFill>
        <p:spPr>
          <a:xfrm>
            <a:off x="1547495" y="1917065"/>
            <a:ext cx="3456305" cy="2129790"/>
          </a:xfrm>
          <a:prstGeom prst="rect">
            <a:avLst/>
          </a:prstGeom>
        </p:spPr>
      </p:pic>
      <p:sp>
        <p:nvSpPr>
          <p:cNvPr id="11" name="文本框 10"/>
          <p:cNvSpPr txBox="1"/>
          <p:nvPr/>
        </p:nvSpPr>
        <p:spPr>
          <a:xfrm>
            <a:off x="827405" y="5527040"/>
            <a:ext cx="4992370" cy="700405"/>
          </a:xfrm>
          <a:prstGeom prst="rect">
            <a:avLst/>
          </a:prstGeom>
        </p:spPr>
        <p:style>
          <a:lnRef idx="2">
            <a:schemeClr val="accent1"/>
          </a:lnRef>
          <a:fillRef idx="1">
            <a:schemeClr val="lt1"/>
          </a:fillRef>
          <a:effectRef idx="0">
            <a:schemeClr val="accent1"/>
          </a:effectRef>
          <a:fontRef idx="minor">
            <a:schemeClr val="dk1"/>
          </a:fontRef>
        </p:style>
        <p:txBody>
          <a:bodyPr wrap="square" rtlCol="0" anchor="t">
            <a:spAutoFit/>
          </a:bodyPr>
          <a:lstStyle/>
          <a:p>
            <a:pPr>
              <a:lnSpc>
                <a:spcPct val="110000"/>
              </a:lnSpc>
            </a:pPr>
            <a:r>
              <a:rPr lang="zh-CN" altLang="en-US" b="1">
                <a:latin typeface="微软雅黑" panose="020B0503020204020204" charset="-122"/>
                <a:ea typeface="微软雅黑" panose="020B0503020204020204" charset="-122"/>
                <a:cs typeface="微软雅黑" panose="020B0503020204020204" charset="-122"/>
              </a:rPr>
              <a:t>满足判定-条件覆盖标准一定能够满足条件覆盖、判定覆盖和语句覆盖。</a:t>
            </a:r>
          </a:p>
        </p:txBody>
      </p:sp>
      <p:sp>
        <p:nvSpPr>
          <p:cNvPr id="13" name="圆角矩形 12"/>
          <p:cNvSpPr/>
          <p:nvPr>
            <p:custDataLst>
              <p:tags r:id="rId3"/>
            </p:custDataLst>
          </p:nvPr>
        </p:nvSpPr>
        <p:spPr>
          <a:xfrm>
            <a:off x="2898775" y="4431665"/>
            <a:ext cx="1169035" cy="1008380"/>
          </a:xfrm>
          <a:prstGeom prst="round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custDataLst>
              <p:tags r:id="rId1"/>
            </p:custDataLst>
          </p:nvPr>
        </p:nvPicPr>
        <p:blipFill>
          <a:blip r:embed="rId5"/>
          <a:stretch>
            <a:fillRect/>
          </a:stretch>
        </p:blipFill>
        <p:spPr>
          <a:xfrm>
            <a:off x="5767705" y="328930"/>
            <a:ext cx="3376295" cy="6124575"/>
          </a:xfrm>
          <a:prstGeom prst="rect">
            <a:avLst/>
          </a:prstGeom>
        </p:spPr>
      </p:pic>
      <p:sp>
        <p:nvSpPr>
          <p:cNvPr id="2" name="标题 1"/>
          <p:cNvSpPr>
            <a:spLocks noGrp="1"/>
          </p:cNvSpPr>
          <p:nvPr>
            <p:ph type="title"/>
          </p:nvPr>
        </p:nvSpPr>
        <p:spPr/>
        <p:txBody>
          <a:bodyPr/>
          <a:lstStyle/>
          <a:p>
            <a:r>
              <a:rPr lang="zh-CN" altLang="en-US"/>
              <a:t>案例</a:t>
            </a:r>
            <a:r>
              <a:rPr lang="en-US" altLang="zh-CN">
                <a:sym typeface="+mn-ea"/>
              </a:rPr>
              <a:t>——</a:t>
            </a:r>
            <a:r>
              <a:rPr>
                <a:sym typeface="+mn-ea"/>
              </a:rPr>
              <a:t>逻辑覆盖法测试</a:t>
            </a:r>
            <a:endParaRPr lang="zh-CN" altLang="en-US"/>
          </a:p>
        </p:txBody>
      </p:sp>
      <p:sp>
        <p:nvSpPr>
          <p:cNvPr id="4" name="日期占位符 3"/>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7</a:t>
            </a:fld>
            <a:endParaRPr lang="zh-CN" altLang="en-US"/>
          </a:p>
        </p:txBody>
      </p:sp>
      <p:sp>
        <p:nvSpPr>
          <p:cNvPr id="6" name="文本框 5"/>
          <p:cNvSpPr txBox="1"/>
          <p:nvPr/>
        </p:nvSpPr>
        <p:spPr>
          <a:xfrm>
            <a:off x="3203575" y="1557020"/>
            <a:ext cx="2538095" cy="368300"/>
          </a:xfrm>
          <a:prstGeom prst="rect">
            <a:avLst/>
          </a:prstGeom>
          <a:noFill/>
        </p:spPr>
        <p:txBody>
          <a:bodyPr wrap="square" rtlCol="0" anchor="t">
            <a:spAutoFit/>
          </a:bodyPr>
          <a:lstStyle/>
          <a:p>
            <a:r>
              <a:rPr lang="zh-CN" altLang="en-US" b="1">
                <a:latin typeface="微软雅黑" panose="020B0503020204020204" charset="-122"/>
                <a:ea typeface="微软雅黑" panose="020B0503020204020204" charset="-122"/>
                <a:cs typeface="微软雅黑" panose="020B0503020204020204" charset="-122"/>
              </a:rPr>
              <a:t>100%条件组合覆盖</a:t>
            </a:r>
          </a:p>
        </p:txBody>
      </p:sp>
      <p:pic>
        <p:nvPicPr>
          <p:cNvPr id="9" name="图片 8"/>
          <p:cNvPicPr>
            <a:picLocks noChangeAspect="1"/>
          </p:cNvPicPr>
          <p:nvPr/>
        </p:nvPicPr>
        <p:blipFill>
          <a:blip r:embed="rId6"/>
          <a:stretch>
            <a:fillRect/>
          </a:stretch>
        </p:blipFill>
        <p:spPr>
          <a:xfrm>
            <a:off x="1331595" y="1936750"/>
            <a:ext cx="3266440" cy="2009775"/>
          </a:xfrm>
          <a:prstGeom prst="rect">
            <a:avLst/>
          </a:prstGeom>
        </p:spPr>
      </p:pic>
      <p:pic>
        <p:nvPicPr>
          <p:cNvPr id="8" name="内容占位符 7"/>
          <p:cNvPicPr>
            <a:picLocks noGrp="1" noChangeAspect="1"/>
          </p:cNvPicPr>
          <p:nvPr>
            <p:ph idx="1"/>
          </p:nvPr>
        </p:nvPicPr>
        <p:blipFill>
          <a:blip r:embed="rId7"/>
          <a:stretch>
            <a:fillRect/>
          </a:stretch>
        </p:blipFill>
        <p:spPr>
          <a:xfrm>
            <a:off x="611505" y="3883025"/>
            <a:ext cx="4615180" cy="1797050"/>
          </a:xfrm>
          <a:prstGeom prst="rect">
            <a:avLst/>
          </a:prstGeom>
        </p:spPr>
      </p:pic>
      <p:sp>
        <p:nvSpPr>
          <p:cNvPr id="10" name="文本框 9"/>
          <p:cNvSpPr txBox="1"/>
          <p:nvPr>
            <p:custDataLst>
              <p:tags r:id="rId2"/>
            </p:custDataLst>
          </p:nvPr>
        </p:nvSpPr>
        <p:spPr>
          <a:xfrm>
            <a:off x="572770" y="1426210"/>
            <a:ext cx="2604135" cy="594995"/>
          </a:xfrm>
          <a:prstGeom prst="rect">
            <a:avLst/>
          </a:prstGeom>
          <a:noFill/>
        </p:spPr>
        <p:txBody>
          <a:bodyPr wrap="square" rtlCol="0">
            <a:noAutofit/>
          </a:bodyPr>
          <a:lstStyle/>
          <a:p>
            <a:r>
              <a:rPr lang="zh-CN" altLang="en-US" sz="2800" b="1">
                <a:latin typeface="微软雅黑" panose="020B0503020204020204" charset="-122"/>
                <a:ea typeface="微软雅黑" panose="020B0503020204020204" charset="-122"/>
              </a:rPr>
              <a:t>条件组合覆盖：</a:t>
            </a:r>
          </a:p>
        </p:txBody>
      </p:sp>
      <p:sp>
        <p:nvSpPr>
          <p:cNvPr id="11" name="文本框 10"/>
          <p:cNvSpPr txBox="1"/>
          <p:nvPr/>
        </p:nvSpPr>
        <p:spPr>
          <a:xfrm>
            <a:off x="969010" y="5733415"/>
            <a:ext cx="4862195" cy="1004570"/>
          </a:xfrm>
          <a:prstGeom prst="rect">
            <a:avLst/>
          </a:prstGeom>
        </p:spPr>
        <p:style>
          <a:lnRef idx="2">
            <a:schemeClr val="accent1"/>
          </a:lnRef>
          <a:fillRef idx="1">
            <a:schemeClr val="lt1"/>
          </a:fillRef>
          <a:effectRef idx="0">
            <a:schemeClr val="accent1"/>
          </a:effectRef>
          <a:fontRef idx="minor">
            <a:schemeClr val="dk1"/>
          </a:fontRef>
        </p:style>
        <p:txBody>
          <a:bodyPr wrap="square" rtlCol="0" anchor="t">
            <a:spAutoFit/>
          </a:bodyPr>
          <a:lstStyle/>
          <a:p>
            <a:pPr>
              <a:lnSpc>
                <a:spcPct val="110000"/>
              </a:lnSpc>
            </a:pPr>
            <a:r>
              <a:rPr lang="zh-CN" altLang="en-US" b="1">
                <a:latin typeface="微软雅黑" panose="020B0503020204020204" charset="-122"/>
                <a:ea typeface="微软雅黑" panose="020B0503020204020204" charset="-122"/>
                <a:cs typeface="微软雅黑" panose="020B0503020204020204" charset="-122"/>
              </a:rPr>
              <a:t>条件组合覆盖能满足判定覆盖、条件覆盖判定-条件覆盖，也就包括语句覆盖。但</a:t>
            </a:r>
            <a:r>
              <a:rPr lang="zh-CN" altLang="en-US" b="1">
                <a:latin typeface="微软雅黑" panose="020B0503020204020204" charset="-122"/>
                <a:ea typeface="微软雅黑" panose="020B0503020204020204" charset="-122"/>
                <a:sym typeface="+mn-ea"/>
              </a:rPr>
              <a:t>条件组合覆盖不能保证所有路径被执行。</a:t>
            </a:r>
            <a:endParaRPr lang="zh-CN" altLang="en-US" b="1">
              <a:latin typeface="微软雅黑" panose="020B0503020204020204" charset="-122"/>
              <a:ea typeface="微软雅黑" panose="020B0503020204020204" charset="-122"/>
              <a:cs typeface="微软雅黑" panose="020B0503020204020204" charset="-122"/>
            </a:endParaRPr>
          </a:p>
        </p:txBody>
      </p:sp>
      <p:sp>
        <p:nvSpPr>
          <p:cNvPr id="14" name="圆角矩形 13"/>
          <p:cNvSpPr/>
          <p:nvPr>
            <p:custDataLst>
              <p:tags r:id="rId3"/>
            </p:custDataLst>
          </p:nvPr>
        </p:nvSpPr>
        <p:spPr>
          <a:xfrm>
            <a:off x="2879725" y="4258310"/>
            <a:ext cx="964565" cy="1391920"/>
          </a:xfrm>
          <a:prstGeom prst="round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custDataLst>
              <p:tags r:id="rId1"/>
            </p:custDataLst>
          </p:nvPr>
        </p:nvPicPr>
        <p:blipFill>
          <a:blip r:embed="rId5"/>
          <a:stretch>
            <a:fillRect/>
          </a:stretch>
        </p:blipFill>
        <p:spPr>
          <a:xfrm>
            <a:off x="5767705" y="328930"/>
            <a:ext cx="3376295" cy="6124575"/>
          </a:xfrm>
          <a:prstGeom prst="rect">
            <a:avLst/>
          </a:prstGeom>
        </p:spPr>
      </p:pic>
      <p:sp>
        <p:nvSpPr>
          <p:cNvPr id="2" name="标题 1"/>
          <p:cNvSpPr>
            <a:spLocks noGrp="1"/>
          </p:cNvSpPr>
          <p:nvPr>
            <p:ph type="title"/>
          </p:nvPr>
        </p:nvSpPr>
        <p:spPr/>
        <p:txBody>
          <a:bodyPr/>
          <a:lstStyle/>
          <a:p>
            <a:r>
              <a:rPr lang="zh-CN" altLang="en-US"/>
              <a:t>案例</a:t>
            </a:r>
            <a:r>
              <a:rPr lang="en-US" altLang="zh-CN">
                <a:sym typeface="+mn-ea"/>
              </a:rPr>
              <a:t>——</a:t>
            </a:r>
            <a:r>
              <a:rPr>
                <a:sym typeface="+mn-ea"/>
              </a:rPr>
              <a:t>逻辑覆盖法测试</a:t>
            </a:r>
            <a:endParaRPr lang="zh-CN" altLang="en-US"/>
          </a:p>
        </p:txBody>
      </p:sp>
      <p:sp>
        <p:nvSpPr>
          <p:cNvPr id="4" name="日期占位符 3"/>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8</a:t>
            </a:fld>
            <a:endParaRPr lang="zh-CN" altLang="en-US"/>
          </a:p>
        </p:txBody>
      </p:sp>
      <p:pic>
        <p:nvPicPr>
          <p:cNvPr id="6" name="内容占位符 5"/>
          <p:cNvPicPr>
            <a:picLocks noGrp="1" noChangeAspect="1"/>
          </p:cNvPicPr>
          <p:nvPr>
            <p:ph idx="1"/>
          </p:nvPr>
        </p:nvPicPr>
        <p:blipFill>
          <a:blip r:embed="rId6"/>
          <a:stretch>
            <a:fillRect/>
          </a:stretch>
        </p:blipFill>
        <p:spPr>
          <a:xfrm>
            <a:off x="971550" y="1844675"/>
            <a:ext cx="4344670" cy="3912870"/>
          </a:xfrm>
          <a:prstGeom prst="rect">
            <a:avLst/>
          </a:prstGeom>
        </p:spPr>
      </p:pic>
      <p:sp>
        <p:nvSpPr>
          <p:cNvPr id="8" name="文本框 7"/>
          <p:cNvSpPr txBox="1"/>
          <p:nvPr/>
        </p:nvSpPr>
        <p:spPr>
          <a:xfrm>
            <a:off x="3059430" y="1408430"/>
            <a:ext cx="2140585" cy="368300"/>
          </a:xfrm>
          <a:prstGeom prst="rect">
            <a:avLst/>
          </a:prstGeom>
          <a:noFill/>
        </p:spPr>
        <p:txBody>
          <a:bodyPr wrap="square" rtlCol="0" anchor="t">
            <a:spAutoFit/>
          </a:bodyPr>
          <a:lstStyle/>
          <a:p>
            <a:r>
              <a:rPr lang="zh-CN" altLang="en-US" b="1">
                <a:latin typeface="微软雅黑" panose="020B0503020204020204" charset="-122"/>
                <a:ea typeface="微软雅黑" panose="020B0503020204020204" charset="-122"/>
                <a:cs typeface="微软雅黑" panose="020B0503020204020204" charset="-122"/>
              </a:rPr>
              <a:t>100%路径覆盖</a:t>
            </a:r>
          </a:p>
        </p:txBody>
      </p:sp>
      <p:sp>
        <p:nvSpPr>
          <p:cNvPr id="10" name="文本框 9"/>
          <p:cNvSpPr txBox="1"/>
          <p:nvPr>
            <p:custDataLst>
              <p:tags r:id="rId2"/>
            </p:custDataLst>
          </p:nvPr>
        </p:nvSpPr>
        <p:spPr>
          <a:xfrm>
            <a:off x="659765" y="1340485"/>
            <a:ext cx="2411730" cy="594995"/>
          </a:xfrm>
          <a:prstGeom prst="rect">
            <a:avLst/>
          </a:prstGeom>
          <a:noFill/>
        </p:spPr>
        <p:txBody>
          <a:bodyPr wrap="square" rtlCol="0">
            <a:noAutofit/>
          </a:bodyPr>
          <a:lstStyle/>
          <a:p>
            <a:r>
              <a:rPr lang="zh-CN" altLang="en-US" sz="2800" b="1">
                <a:latin typeface="微软雅黑" panose="020B0503020204020204" charset="-122"/>
                <a:ea typeface="微软雅黑" panose="020B0503020204020204" charset="-122"/>
              </a:rPr>
              <a:t>路径覆盖：</a:t>
            </a:r>
          </a:p>
        </p:txBody>
      </p:sp>
      <p:sp>
        <p:nvSpPr>
          <p:cNvPr id="9" name="文本框 8"/>
          <p:cNvSpPr txBox="1"/>
          <p:nvPr/>
        </p:nvSpPr>
        <p:spPr>
          <a:xfrm>
            <a:off x="899160" y="5744210"/>
            <a:ext cx="5033645" cy="922020"/>
          </a:xfrm>
          <a:prstGeom prst="rect">
            <a:avLst/>
          </a:prstGeom>
        </p:spPr>
        <p:style>
          <a:lnRef idx="2">
            <a:schemeClr val="accent1"/>
          </a:lnRef>
          <a:fillRef idx="1">
            <a:schemeClr val="lt1"/>
          </a:fillRef>
          <a:effectRef idx="0">
            <a:schemeClr val="accent1"/>
          </a:effectRef>
          <a:fontRef idx="minor">
            <a:schemeClr val="dk1"/>
          </a:fontRef>
        </p:style>
        <p:txBody>
          <a:bodyPr wrap="square" rtlCol="0" anchor="t">
            <a:spAutoFit/>
          </a:bodyPr>
          <a:lstStyle/>
          <a:p>
            <a:r>
              <a:rPr lang="zh-CN" altLang="en-US" b="1"/>
              <a:t>路径覆盖可以对程序进行彻底的测试，比前面五种覆盖面都广。但是满足路径覆盖，并不一定能满足条件覆盖，也就不能满足条件组合覆盖。</a:t>
            </a:r>
          </a:p>
        </p:txBody>
      </p:sp>
      <p:sp>
        <p:nvSpPr>
          <p:cNvPr id="13" name="圆角矩形 12"/>
          <p:cNvSpPr/>
          <p:nvPr>
            <p:custDataLst>
              <p:tags r:id="rId3"/>
            </p:custDataLst>
          </p:nvPr>
        </p:nvSpPr>
        <p:spPr>
          <a:xfrm>
            <a:off x="3058795" y="4401185"/>
            <a:ext cx="419735" cy="1265555"/>
          </a:xfrm>
          <a:prstGeom prst="round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思考</a:t>
            </a:r>
          </a:p>
        </p:txBody>
      </p:sp>
      <p:sp>
        <p:nvSpPr>
          <p:cNvPr id="4" name="日期占位符 3"/>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9</a:t>
            </a:fld>
            <a:endParaRPr lang="zh-CN" altLang="en-US"/>
          </a:p>
        </p:txBody>
      </p:sp>
      <p:pic>
        <p:nvPicPr>
          <p:cNvPr id="6" name="内容占位符 5"/>
          <p:cNvPicPr>
            <a:picLocks noGrp="1" noChangeAspect="1"/>
          </p:cNvPicPr>
          <p:nvPr>
            <p:ph idx="1"/>
            <p:custDataLst>
              <p:tags r:id="rId1"/>
            </p:custDataLst>
          </p:nvPr>
        </p:nvPicPr>
        <p:blipFill>
          <a:blip r:embed="rId3"/>
          <a:stretch>
            <a:fillRect/>
          </a:stretch>
        </p:blipFill>
        <p:spPr>
          <a:xfrm>
            <a:off x="251460" y="1628775"/>
            <a:ext cx="8745855" cy="4058285"/>
          </a:xfrm>
          <a:prstGeom prst="rect">
            <a:avLst/>
          </a:prstGeom>
        </p:spPr>
      </p:pic>
      <p:sp>
        <p:nvSpPr>
          <p:cNvPr id="7" name="文本框 6"/>
          <p:cNvSpPr txBox="1"/>
          <p:nvPr/>
        </p:nvSpPr>
        <p:spPr>
          <a:xfrm>
            <a:off x="732155" y="1269365"/>
            <a:ext cx="2014220" cy="445135"/>
          </a:xfrm>
          <a:prstGeom prst="rect">
            <a:avLst/>
          </a:prstGeom>
          <a:noFill/>
        </p:spPr>
        <p:txBody>
          <a:bodyPr wrap="square" rtlCol="0">
            <a:noAutofit/>
          </a:bodyPr>
          <a:lstStyle/>
          <a:p>
            <a:r>
              <a:rPr lang="zh-CN" altLang="en-US" sz="2000" b="1">
                <a:latin typeface="微软雅黑" panose="020B0503020204020204" charset="-122"/>
                <a:ea typeface="微软雅黑" panose="020B0503020204020204" charset="-122"/>
              </a:rPr>
              <a:t>当分支很多时：</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p:cNvSpPr txBox="1">
            <a:spLocks noGrp="1"/>
          </p:cNvSpPr>
          <p:nvPr>
            <p:ph type="sldNum" sz="quarter" idx="12"/>
          </p:nvPr>
        </p:nvSpPr>
        <p:spPr/>
        <p:txBody>
          <a:bodyPr>
            <a:normAutofit fontScale="85000" lnSpcReduction="10000"/>
          </a:bodyPr>
          <a:lstStyle/>
          <a:p>
            <a:pPr marL="0" indent="0" algn="r" eaLnBrk="1" hangingPunct="1">
              <a:spcBef>
                <a:spcPct val="0"/>
              </a:spcBef>
              <a:buClrTx/>
              <a:buFontTx/>
              <a:buNone/>
            </a:pPr>
            <a:fld id="{9A0DB2DC-4C9A-4742-B13C-FB6460FD3503}" type="slidenum">
              <a:rPr lang="en-US" altLang="zh-CN" sz="1200" dirty="0"/>
              <a:t>10</a:t>
            </a:fld>
            <a:endParaRPr lang="en-US" altLang="zh-CN" sz="1200" dirty="0"/>
          </a:p>
        </p:txBody>
      </p:sp>
      <p:sp>
        <p:nvSpPr>
          <p:cNvPr id="14340" name="Rectangle 3"/>
          <p:cNvSpPr>
            <a:spLocks noGrp="1"/>
          </p:cNvSpPr>
          <p:nvPr>
            <p:ph idx="1"/>
          </p:nvPr>
        </p:nvSpPr>
        <p:spPr/>
        <p:txBody>
          <a:bodyPr vert="horz" wrap="square" lIns="91440" tIns="45720" rIns="91440" bIns="45720" anchor="t" anchorCtr="0"/>
          <a:lstStyle/>
          <a:p>
            <a:pPr eaLnBrk="1" hangingPunct="1"/>
            <a:r>
              <a:rPr lang="zh-CN" altLang="en-US" sz="3400" b="1" dirty="0"/>
              <a:t>基本原理</a:t>
            </a:r>
            <a:endParaRPr lang="en-US" altLang="zh-CN" sz="3100" b="1" dirty="0"/>
          </a:p>
        </p:txBody>
      </p:sp>
      <p:pic>
        <p:nvPicPr>
          <p:cNvPr id="14341" name="Picture 6" descr="5t22"/>
          <p:cNvPicPr>
            <a:picLocks noChangeAspect="1"/>
          </p:cNvPicPr>
          <p:nvPr/>
        </p:nvPicPr>
        <p:blipFill>
          <a:blip r:embed="rId3"/>
          <a:stretch>
            <a:fillRect/>
          </a:stretch>
        </p:blipFill>
        <p:spPr>
          <a:xfrm>
            <a:off x="106998" y="2428875"/>
            <a:ext cx="8847137" cy="2643188"/>
          </a:xfrm>
          <a:prstGeom prst="rect">
            <a:avLst/>
          </a:prstGeom>
          <a:noFill/>
          <a:ln w="9525">
            <a:noFill/>
          </a:ln>
        </p:spPr>
      </p:pic>
      <p:sp>
        <p:nvSpPr>
          <p:cNvPr id="5123" name="Rectangle 2"/>
          <p:cNvSpPr>
            <a:spLocks noGrp="1"/>
          </p:cNvSpPr>
          <p:nvPr>
            <p:ph type="title"/>
            <p:custDataLst>
              <p:tags r:id="rId1"/>
            </p:custDataLst>
          </p:nvPr>
        </p:nvSpPr>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对路径的测试</a:t>
            </a:r>
          </a:p>
        </p:txBody>
      </p:sp>
      <p:sp>
        <p:nvSpPr>
          <p:cNvPr id="6" name="日期占位符 5"/>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2" name="文本框 1"/>
          <p:cNvSpPr txBox="1"/>
          <p:nvPr/>
        </p:nvSpPr>
        <p:spPr>
          <a:xfrm>
            <a:off x="1315720" y="5306695"/>
            <a:ext cx="7019925" cy="838200"/>
          </a:xfrm>
          <a:prstGeom prst="rect">
            <a:avLst/>
          </a:prstGeom>
        </p:spPr>
        <p:style>
          <a:lnRef idx="2">
            <a:schemeClr val="accent1"/>
          </a:lnRef>
          <a:fillRef idx="1">
            <a:schemeClr val="lt1"/>
          </a:fillRef>
          <a:effectRef idx="0">
            <a:schemeClr val="accent1"/>
          </a:effectRef>
          <a:fontRef idx="minor">
            <a:schemeClr val="dk1"/>
          </a:fontRef>
        </p:style>
        <p:txBody>
          <a:bodyPr wrap="square" rtlCol="0">
            <a:noAutofit/>
          </a:bodyPr>
          <a:lstStyle/>
          <a:p>
            <a:pPr>
              <a:lnSpc>
                <a:spcPct val="120000"/>
              </a:lnSpc>
            </a:pPr>
            <a:r>
              <a:rPr lang="zh-CN" altLang="en-US" b="1">
                <a:latin typeface="微软雅黑" panose="020B0503020204020204" charset="-122"/>
                <a:ea typeface="微软雅黑" panose="020B0503020204020204" charset="-122"/>
              </a:rPr>
              <a:t>非独立路径可由独立路径的某种组合方式来遍历，只要对这组独立路径进行测试即可。</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5"/>
          <p:cNvSpPr txBox="1">
            <a:spLocks noGrp="1"/>
          </p:cNvSpPr>
          <p:nvPr>
            <p:ph type="sldNum" sz="quarter" idx="12"/>
          </p:nvPr>
        </p:nvSpPr>
        <p:spPr/>
        <p:txBody>
          <a:bodyPr>
            <a:noAutofit/>
          </a:bodyPr>
          <a:lstStyle/>
          <a:p>
            <a:pPr marL="0" indent="0" algn="r" eaLnBrk="1" hangingPunct="1">
              <a:spcBef>
                <a:spcPct val="0"/>
              </a:spcBef>
              <a:buClrTx/>
              <a:buFontTx/>
              <a:buNone/>
            </a:pPr>
            <a:fld id="{9A0DB2DC-4C9A-4742-B13C-FB6460FD3503}" type="slidenum">
              <a:rPr lang="en-US" altLang="zh-CN" dirty="0"/>
              <a:t>11</a:t>
            </a:fld>
            <a:endParaRPr lang="en-US" altLang="zh-CN" dirty="0"/>
          </a:p>
        </p:txBody>
      </p:sp>
      <p:sp>
        <p:nvSpPr>
          <p:cNvPr id="5123" name="Rectangle 2"/>
          <p:cNvSpPr>
            <a:spLocks noGrp="1"/>
          </p:cNvSpPr>
          <p:nvPr>
            <p:ph type="title"/>
          </p:nvPr>
        </p:nvSpPr>
        <p:spPr/>
        <p:txBody>
          <a:bodyPr vert="horz" wrap="square" lIns="91440" tIns="45720" rIns="91440" bIns="45720" anchor="b" anchorCtr="0"/>
          <a:lstStyle/>
          <a:p>
            <a:pPr algn="l" eaLnBrk="1" hangingPunct="1">
              <a:buClrTx/>
              <a:buSzTx/>
              <a:buFontTx/>
            </a:pPr>
            <a:r>
              <a:rPr lang="en-US" altLang="zh-CN" sz="3800" b="0">
                <a:solidFill>
                  <a:schemeClr val="accent1"/>
                </a:solidFill>
                <a:ea typeface="汉仪文黑-85W" panose="00020600040101010101" charset="-122"/>
              </a:rPr>
              <a:t>对路径的测试——</a:t>
            </a:r>
            <a:r>
              <a:rPr sz="3800" b="0">
                <a:solidFill>
                  <a:schemeClr val="accent1"/>
                </a:solidFill>
                <a:ea typeface="汉仪文黑-85W" panose="00020600040101010101" charset="-122"/>
              </a:rPr>
              <a:t>基本路径测试法</a:t>
            </a:r>
          </a:p>
        </p:txBody>
      </p:sp>
      <p:sp>
        <p:nvSpPr>
          <p:cNvPr id="5124" name="Rectangle 3"/>
          <p:cNvSpPr>
            <a:spLocks noGrp="1"/>
          </p:cNvSpPr>
          <p:nvPr>
            <p:ph idx="1"/>
          </p:nvPr>
        </p:nvSpPr>
        <p:spPr>
          <a:xfrm>
            <a:off x="502285" y="1452245"/>
            <a:ext cx="8139430" cy="4215765"/>
          </a:xfrm>
        </p:spPr>
        <p:txBody>
          <a:bodyPr vert="horz" wrap="square" lIns="91440" tIns="45720" rIns="91440" bIns="45720" anchor="t" anchorCtr="0"/>
          <a:lstStyle/>
          <a:p>
            <a:pPr eaLnBrk="1" hangingPunct="1"/>
            <a:r>
              <a:rPr lang="zh-CN" altLang="en-US" sz="3400" b="1" dirty="0"/>
              <a:t>相关概念</a:t>
            </a:r>
          </a:p>
          <a:p>
            <a:pPr lvl="1" eaLnBrk="1" hangingPunct="1"/>
            <a:r>
              <a:rPr lang="zh-CN" altLang="en-US" sz="2400" dirty="0">
                <a:solidFill>
                  <a:srgbClr val="0000FF"/>
                </a:solidFill>
              </a:rPr>
              <a:t>程序图</a:t>
            </a:r>
            <a:endParaRPr lang="en-US" altLang="zh-CN" sz="2400" dirty="0">
              <a:solidFill>
                <a:srgbClr val="0000FF"/>
              </a:solidFill>
            </a:endParaRPr>
          </a:p>
          <a:p>
            <a:pPr lvl="1" eaLnBrk="1" hangingPunct="1"/>
            <a:r>
              <a:rPr lang="zh-CN" altLang="en-US" sz="2400" dirty="0"/>
              <a:t>环复杂度</a:t>
            </a:r>
            <a:endParaRPr lang="en-US" altLang="zh-CN" sz="2400" dirty="0"/>
          </a:p>
          <a:p>
            <a:pPr lvl="1" eaLnBrk="1" hangingPunct="1"/>
            <a:r>
              <a:rPr lang="zh-CN" altLang="en-US" sz="2400" dirty="0"/>
              <a:t>基本复杂度</a:t>
            </a:r>
          </a:p>
        </p:txBody>
      </p:sp>
      <p:sp>
        <p:nvSpPr>
          <p:cNvPr id="2" name="日期占位符 1"/>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3" name="文本框 2"/>
          <p:cNvSpPr txBox="1"/>
          <p:nvPr/>
        </p:nvSpPr>
        <p:spPr>
          <a:xfrm>
            <a:off x="3491865" y="1898650"/>
            <a:ext cx="4824095" cy="3710940"/>
          </a:xfrm>
          <a:prstGeom prst="rect">
            <a:avLst/>
          </a:prstGeom>
        </p:spPr>
        <p:style>
          <a:lnRef idx="2">
            <a:schemeClr val="accent1"/>
          </a:lnRef>
          <a:fillRef idx="1">
            <a:schemeClr val="lt1"/>
          </a:fillRef>
          <a:effectRef idx="0">
            <a:schemeClr val="accent1"/>
          </a:effectRef>
          <a:fontRef idx="minor">
            <a:schemeClr val="dk1"/>
          </a:fontRef>
        </p:style>
        <p:txBody>
          <a:bodyPr wrap="square" rtlCol="0" anchor="t">
            <a:noAutofit/>
          </a:bodyPr>
          <a:lstStyle/>
          <a:p>
            <a:r>
              <a:rPr lang="zh-CN" altLang="en-US" b="1">
                <a:latin typeface="微软雅黑" panose="020B0503020204020204" charset="-122"/>
                <a:ea typeface="微软雅黑" panose="020B0503020204020204" charset="-122"/>
              </a:rPr>
              <a:t>void Sort(int iRecordNum,int iType){</a:t>
            </a:r>
          </a:p>
          <a:p>
            <a:pPr indent="457200"/>
            <a:r>
              <a:rPr lang="zh-CN" altLang="en-US" b="1">
                <a:latin typeface="微软雅黑" panose="020B0503020204020204" charset="-122"/>
                <a:ea typeface="微软雅黑" panose="020B0503020204020204" charset="-122"/>
              </a:rPr>
              <a:t>int x=0;</a:t>
            </a:r>
          </a:p>
          <a:p>
            <a:pPr indent="457200"/>
            <a:r>
              <a:rPr lang="zh-CN" altLang="en-US" b="1">
                <a:latin typeface="微软雅黑" panose="020B0503020204020204" charset="-122"/>
                <a:ea typeface="微软雅黑" panose="020B0503020204020204" charset="-122"/>
              </a:rPr>
              <a:t>int y=0;</a:t>
            </a:r>
          </a:p>
          <a:p>
            <a:pPr indent="457200"/>
            <a:r>
              <a:rPr lang="zh-CN" altLang="en-US" b="1">
                <a:latin typeface="微软雅黑" panose="020B0503020204020204" charset="-122"/>
                <a:ea typeface="微软雅黑" panose="020B0503020204020204" charset="-122"/>
              </a:rPr>
              <a:t>while(iRecordNum-- &gt;0)</a:t>
            </a:r>
            <a:r>
              <a:rPr lang="en-US" altLang="zh-CN" b="1">
                <a:latin typeface="微软雅黑" panose="020B0503020204020204" charset="-122"/>
                <a:ea typeface="微软雅黑" panose="020B0503020204020204" charset="-122"/>
              </a:rPr>
              <a:t>{</a:t>
            </a:r>
            <a:endParaRPr lang="zh-CN" altLang="en-US" b="1">
              <a:latin typeface="微软雅黑" panose="020B0503020204020204" charset="-122"/>
              <a:ea typeface="微软雅黑" panose="020B0503020204020204" charset="-122"/>
            </a:endParaRPr>
          </a:p>
          <a:p>
            <a:pPr marL="457200" lvl="1" indent="457200"/>
            <a:r>
              <a:rPr lang="zh-CN" altLang="en-US" b="1">
                <a:latin typeface="微软雅黑" panose="020B0503020204020204" charset="-122"/>
                <a:ea typeface="微软雅黑" panose="020B0503020204020204" charset="-122"/>
              </a:rPr>
              <a:t>if(0==iType)</a:t>
            </a:r>
          </a:p>
          <a:p>
            <a:pPr marL="914400" lvl="2" indent="457200"/>
            <a:r>
              <a:rPr lang="en-US" altLang="zh-CN" b="1">
                <a:latin typeface="微软雅黑" panose="020B0503020204020204" charset="-122"/>
                <a:ea typeface="微软雅黑" panose="020B0503020204020204" charset="-122"/>
              </a:rPr>
              <a:t>{</a:t>
            </a:r>
            <a:r>
              <a:rPr lang="zh-CN" altLang="en-US" b="1">
                <a:latin typeface="微软雅黑" panose="020B0503020204020204" charset="-122"/>
                <a:ea typeface="微软雅黑" panose="020B0503020204020204" charset="-122"/>
              </a:rPr>
              <a:t>x=y+2; break;</a:t>
            </a:r>
            <a:r>
              <a:rPr lang="en-US" altLang="zh-CN" b="1">
                <a:latin typeface="微软雅黑" panose="020B0503020204020204" charset="-122"/>
                <a:ea typeface="微软雅黑" panose="020B0503020204020204" charset="-122"/>
              </a:rPr>
              <a:t>}</a:t>
            </a:r>
            <a:endParaRPr lang="zh-CN" altLang="en-US" b="1">
              <a:latin typeface="微软雅黑" panose="020B0503020204020204" charset="-122"/>
              <a:ea typeface="微软雅黑" panose="020B0503020204020204" charset="-122"/>
            </a:endParaRPr>
          </a:p>
          <a:p>
            <a:pPr marL="457200" lvl="1" indent="457200"/>
            <a:r>
              <a:rPr lang="zh-CN" altLang="en-US" b="1">
                <a:latin typeface="微软雅黑" panose="020B0503020204020204" charset="-122"/>
                <a:ea typeface="微软雅黑" panose="020B0503020204020204" charset="-122"/>
              </a:rPr>
              <a:t>else</a:t>
            </a:r>
          </a:p>
          <a:p>
            <a:pPr marL="914400" lvl="2" indent="457200"/>
            <a:r>
              <a:rPr lang="zh-CN" altLang="en-US" b="1">
                <a:latin typeface="微软雅黑" panose="020B0503020204020204" charset="-122"/>
                <a:ea typeface="微软雅黑" panose="020B0503020204020204" charset="-122"/>
              </a:rPr>
              <a:t>if(l==iType)</a:t>
            </a:r>
          </a:p>
          <a:p>
            <a:pPr marL="1371600" lvl="3" indent="457200"/>
            <a:r>
              <a:rPr lang="zh-CN" altLang="en-US" b="1">
                <a:latin typeface="微软雅黑" panose="020B0503020204020204" charset="-122"/>
                <a:ea typeface="微软雅黑" panose="020B0503020204020204" charset="-122"/>
              </a:rPr>
              <a:t>x=y+10;</a:t>
            </a:r>
          </a:p>
          <a:p>
            <a:pPr marL="914400" lvl="2" indent="457200"/>
            <a:r>
              <a:rPr lang="zh-CN" altLang="en-US" b="1">
                <a:latin typeface="微软雅黑" panose="020B0503020204020204" charset="-122"/>
                <a:ea typeface="微软雅黑" panose="020B0503020204020204" charset="-122"/>
              </a:rPr>
              <a:t>else</a:t>
            </a:r>
          </a:p>
          <a:p>
            <a:pPr marL="1371600" lvl="3" indent="457200"/>
            <a:r>
              <a:rPr lang="zh-CN" altLang="en-US" b="1">
                <a:latin typeface="微软雅黑" panose="020B0503020204020204" charset="-122"/>
                <a:ea typeface="微软雅黑" panose="020B0503020204020204" charset="-122"/>
              </a:rPr>
              <a:t>x=y+20;</a:t>
            </a:r>
          </a:p>
          <a:p>
            <a:pPr indent="457200"/>
            <a:r>
              <a:rPr lang="en-US" altLang="zh-CN" b="1">
                <a:latin typeface="微软雅黑" panose="020B0503020204020204" charset="-122"/>
                <a:ea typeface="微软雅黑" panose="020B0503020204020204" charset="-122"/>
              </a:rPr>
              <a:t>}</a:t>
            </a:r>
          </a:p>
          <a:p>
            <a:r>
              <a:rPr lang="en-US" altLang="zh-CN" b="1">
                <a:latin typeface="微软雅黑" panose="020B0503020204020204" charset="-122"/>
                <a:ea typeface="微软雅黑" panose="020B0503020204020204" charset="-122"/>
              </a:rPr>
              <a:t>}</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内容占位符 6"/>
          <p:cNvPicPr>
            <a:picLocks noGrp="1" noChangeAspect="1"/>
          </p:cNvPicPr>
          <p:nvPr>
            <p:ph idx="1"/>
          </p:nvPr>
        </p:nvPicPr>
        <p:blipFill>
          <a:blip r:embed="rId3"/>
          <a:stretch>
            <a:fillRect/>
          </a:stretch>
        </p:blipFill>
        <p:spPr>
          <a:xfrm>
            <a:off x="3807460" y="1340485"/>
            <a:ext cx="5104130" cy="4680585"/>
          </a:xfrm>
          <a:prstGeom prst="rect">
            <a:avLst/>
          </a:prstGeom>
        </p:spPr>
      </p:pic>
      <p:sp>
        <p:nvSpPr>
          <p:cNvPr id="2" name="标题 1"/>
          <p:cNvSpPr>
            <a:spLocks noGrp="1"/>
          </p:cNvSpPr>
          <p:nvPr>
            <p:ph type="title"/>
          </p:nvPr>
        </p:nvSpPr>
        <p:spPr/>
        <p:txBody>
          <a:bodyPr/>
          <a:lstStyle/>
          <a:p>
            <a:r>
              <a:rPr lang="en-US" altLang="zh-CN" sz="4400" b="0">
                <a:solidFill>
                  <a:schemeClr val="accent1"/>
                </a:solidFill>
                <a:ea typeface="汉仪文黑-85W" panose="00020600040101010101" charset="-122"/>
                <a:sym typeface="+mn-ea"/>
              </a:rPr>
              <a:t>对路径的测试</a:t>
            </a:r>
          </a:p>
        </p:txBody>
      </p:sp>
      <p:sp>
        <p:nvSpPr>
          <p:cNvPr id="4" name="日期占位符 3"/>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12</a:t>
            </a:fld>
            <a:endParaRPr lang="zh-CN" altLang="en-US"/>
          </a:p>
        </p:txBody>
      </p:sp>
      <p:sp>
        <p:nvSpPr>
          <p:cNvPr id="6" name="文本框 5"/>
          <p:cNvSpPr txBox="1"/>
          <p:nvPr>
            <p:custDataLst>
              <p:tags r:id="rId1"/>
            </p:custDataLst>
          </p:nvPr>
        </p:nvSpPr>
        <p:spPr>
          <a:xfrm>
            <a:off x="179705" y="1917065"/>
            <a:ext cx="4572000" cy="3692525"/>
          </a:xfrm>
          <a:prstGeom prst="rect">
            <a:avLst/>
          </a:prstGeom>
          <a:noFill/>
        </p:spPr>
        <p:txBody>
          <a:bodyPr wrap="square" rtlCol="0" anchor="t">
            <a:spAutoFit/>
          </a:bodyPr>
          <a:lstStyle/>
          <a:p>
            <a:r>
              <a:rPr lang="zh-CN" altLang="en-US"/>
              <a:t>void Sort(int iRecordNum,int iType){</a:t>
            </a:r>
          </a:p>
          <a:p>
            <a:pPr indent="457200"/>
            <a:r>
              <a:rPr lang="zh-CN" altLang="en-US"/>
              <a:t>int x=0;</a:t>
            </a:r>
          </a:p>
          <a:p>
            <a:pPr indent="457200"/>
            <a:r>
              <a:rPr lang="zh-CN" altLang="en-US"/>
              <a:t>int y=0;</a:t>
            </a:r>
          </a:p>
          <a:p>
            <a:pPr indent="457200"/>
            <a:r>
              <a:rPr lang="zh-CN" altLang="en-US"/>
              <a:t>while(iRecordNum-- &gt;0)</a:t>
            </a:r>
            <a:r>
              <a:rPr lang="en-US" altLang="zh-CN"/>
              <a:t>{</a:t>
            </a:r>
            <a:endParaRPr lang="zh-CN" altLang="en-US"/>
          </a:p>
          <a:p>
            <a:pPr marL="457200" lvl="1" indent="457200"/>
            <a:r>
              <a:rPr lang="zh-CN" altLang="en-US"/>
              <a:t>if(0==iType)</a:t>
            </a:r>
          </a:p>
          <a:p>
            <a:pPr marL="914400" lvl="2" indent="457200"/>
            <a:r>
              <a:rPr lang="en-US" altLang="zh-CN"/>
              <a:t>{</a:t>
            </a:r>
            <a:r>
              <a:rPr lang="zh-CN" altLang="en-US"/>
              <a:t>x=y+2; break;</a:t>
            </a:r>
            <a:r>
              <a:rPr lang="en-US" altLang="zh-CN"/>
              <a:t>}</a:t>
            </a:r>
            <a:endParaRPr lang="zh-CN" altLang="en-US"/>
          </a:p>
          <a:p>
            <a:pPr marL="457200" lvl="1" indent="457200"/>
            <a:r>
              <a:rPr lang="zh-CN" altLang="en-US"/>
              <a:t>else</a:t>
            </a:r>
          </a:p>
          <a:p>
            <a:pPr marL="914400" lvl="2" indent="457200"/>
            <a:r>
              <a:rPr lang="zh-CN" altLang="en-US"/>
              <a:t>if(l==iType)</a:t>
            </a:r>
          </a:p>
          <a:p>
            <a:pPr marL="1371600" lvl="3" indent="457200"/>
            <a:r>
              <a:rPr lang="zh-CN" altLang="en-US"/>
              <a:t>x=y+10;</a:t>
            </a:r>
          </a:p>
          <a:p>
            <a:pPr marL="914400" lvl="2" indent="457200"/>
            <a:r>
              <a:rPr lang="zh-CN" altLang="en-US"/>
              <a:t>else</a:t>
            </a:r>
          </a:p>
          <a:p>
            <a:pPr marL="1371600" lvl="3" indent="457200"/>
            <a:r>
              <a:rPr lang="zh-CN" altLang="en-US"/>
              <a:t>x=y+20;</a:t>
            </a:r>
          </a:p>
          <a:p>
            <a:pPr indent="457200"/>
            <a:r>
              <a:rPr lang="en-US" altLang="zh-CN"/>
              <a:t>}</a:t>
            </a:r>
          </a:p>
          <a:p>
            <a:r>
              <a:rPr lang="en-US" altLang="zh-CN"/>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13</a:t>
            </a:fld>
            <a:endParaRPr lang="zh-CN" altLang="en-US"/>
          </a:p>
        </p:txBody>
      </p:sp>
      <p:pic>
        <p:nvPicPr>
          <p:cNvPr id="6" name="内容占位符 5"/>
          <p:cNvPicPr>
            <a:picLocks noGrp="1" noChangeAspect="1"/>
          </p:cNvPicPr>
          <p:nvPr>
            <p:ph idx="1"/>
          </p:nvPr>
        </p:nvPicPr>
        <p:blipFill>
          <a:blip r:embed="rId3"/>
          <a:srcRect b="1605"/>
          <a:stretch>
            <a:fillRect/>
          </a:stretch>
        </p:blipFill>
        <p:spPr>
          <a:xfrm>
            <a:off x="156210" y="1772920"/>
            <a:ext cx="8831580" cy="4320540"/>
          </a:xfrm>
          <a:prstGeom prst="rect">
            <a:avLst/>
          </a:prstGeom>
        </p:spPr>
      </p:pic>
      <p:sp>
        <p:nvSpPr>
          <p:cNvPr id="7" name="标题 6"/>
          <p:cNvSpPr>
            <a:spLocks noGrp="1"/>
          </p:cNvSpPr>
          <p:nvPr>
            <p:ph type="title"/>
            <p:custDataLst>
              <p:tags r:id="rId1"/>
            </p:custDataLst>
          </p:nvPr>
        </p:nvSpPr>
        <p:spPr/>
        <p:txBody>
          <a:bodyPr/>
          <a:lstStyle/>
          <a:p>
            <a:r>
              <a:rPr lang="en-US" altLang="zh-CN" sz="4400" b="0">
                <a:solidFill>
                  <a:schemeClr val="accent1"/>
                </a:solidFill>
                <a:ea typeface="汉仪文黑-85W" panose="00020600040101010101" charset="-122"/>
                <a:sym typeface="+mn-ea"/>
              </a:rPr>
              <a:t>对路径的测试</a:t>
            </a:r>
          </a:p>
        </p:txBody>
      </p:sp>
      <p:sp>
        <p:nvSpPr>
          <p:cNvPr id="8" name="文本框 7"/>
          <p:cNvSpPr txBox="1"/>
          <p:nvPr/>
        </p:nvSpPr>
        <p:spPr>
          <a:xfrm>
            <a:off x="502285" y="1374140"/>
            <a:ext cx="4572000" cy="398780"/>
          </a:xfrm>
          <a:prstGeom prst="rect">
            <a:avLst/>
          </a:prstGeom>
          <a:noFill/>
        </p:spPr>
        <p:txBody>
          <a:bodyPr wrap="square" rtlCol="0" anchor="t">
            <a:spAutoFit/>
          </a:bodyPr>
          <a:lstStyle/>
          <a:p>
            <a:r>
              <a:rPr lang="zh-CN" altLang="en-US" sz="2000">
                <a:latin typeface="微软雅黑" panose="020B0503020204020204" charset="-122"/>
                <a:ea typeface="微软雅黑" panose="020B0503020204020204" charset="-122"/>
                <a:cs typeface="微软雅黑" panose="020B0503020204020204" charset="-122"/>
              </a:rPr>
              <a:t>(1) 根据代码画出程序控制流图</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14</a:t>
            </a:fld>
            <a:endParaRPr lang="zh-CN" altLang="en-US"/>
          </a:p>
        </p:txBody>
      </p:sp>
      <p:pic>
        <p:nvPicPr>
          <p:cNvPr id="6" name="内容占位符 5"/>
          <p:cNvPicPr>
            <a:picLocks noGrp="1" noChangeAspect="1"/>
          </p:cNvPicPr>
          <p:nvPr>
            <p:ph idx="1"/>
          </p:nvPr>
        </p:nvPicPr>
        <p:blipFill>
          <a:blip r:embed="rId3"/>
          <a:stretch>
            <a:fillRect/>
          </a:stretch>
        </p:blipFill>
        <p:spPr>
          <a:xfrm>
            <a:off x="179705" y="1557020"/>
            <a:ext cx="8785860" cy="4345940"/>
          </a:xfrm>
          <a:prstGeom prst="rect">
            <a:avLst/>
          </a:prstGeom>
        </p:spPr>
      </p:pic>
      <p:sp>
        <p:nvSpPr>
          <p:cNvPr id="7" name="标题 6"/>
          <p:cNvSpPr>
            <a:spLocks noGrp="1"/>
          </p:cNvSpPr>
          <p:nvPr>
            <p:ph type="title"/>
            <p:custDataLst>
              <p:tags r:id="rId1"/>
            </p:custDataLst>
          </p:nvPr>
        </p:nvSpPr>
        <p:spPr/>
        <p:txBody>
          <a:bodyPr/>
          <a:lstStyle/>
          <a:p>
            <a:r>
              <a:rPr lang="en-US" altLang="zh-CN" sz="4400" b="0">
                <a:solidFill>
                  <a:schemeClr val="accent1"/>
                </a:solidFill>
                <a:ea typeface="汉仪文黑-85W" panose="00020600040101010101" charset="-122"/>
                <a:sym typeface="+mn-ea"/>
              </a:rPr>
              <a:t>对路径的测试</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15</a:t>
            </a:fld>
            <a:endParaRPr lang="zh-CN" altLang="en-US"/>
          </a:p>
        </p:txBody>
      </p:sp>
      <p:pic>
        <p:nvPicPr>
          <p:cNvPr id="6" name="内容占位符 5"/>
          <p:cNvPicPr>
            <a:picLocks noGrp="1" noChangeAspect="1"/>
          </p:cNvPicPr>
          <p:nvPr>
            <p:ph idx="1"/>
          </p:nvPr>
        </p:nvPicPr>
        <p:blipFill>
          <a:blip r:embed="rId3"/>
          <a:stretch>
            <a:fillRect/>
          </a:stretch>
        </p:blipFill>
        <p:spPr>
          <a:xfrm>
            <a:off x="323215" y="1557020"/>
            <a:ext cx="8390890" cy="4553585"/>
          </a:xfrm>
          <a:prstGeom prst="rect">
            <a:avLst/>
          </a:prstGeom>
        </p:spPr>
      </p:pic>
      <p:sp>
        <p:nvSpPr>
          <p:cNvPr id="5123" name="Rectangle 2"/>
          <p:cNvSpPr>
            <a:spLocks noGrp="1"/>
          </p:cNvSpPr>
          <p:nvPr>
            <p:ph type="title"/>
            <p:custDataLst>
              <p:tags r:id="rId1"/>
            </p:custDataLst>
          </p:nvPr>
        </p:nvSpPr>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对路径的测试</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16</a:t>
            </a:fld>
            <a:endParaRPr lang="zh-CN" altLang="en-US"/>
          </a:p>
        </p:txBody>
      </p:sp>
      <p:sp>
        <p:nvSpPr>
          <p:cNvPr id="5123" name="Rectangle 2"/>
          <p:cNvSpPr>
            <a:spLocks noGrp="1"/>
          </p:cNvSpPr>
          <p:nvPr>
            <p:ph type="title"/>
            <p:custDataLst>
              <p:tags r:id="rId1"/>
            </p:custDataLst>
          </p:nvPr>
        </p:nvSpPr>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对路径的测试</a:t>
            </a:r>
          </a:p>
        </p:txBody>
      </p:sp>
      <p:pic>
        <p:nvPicPr>
          <p:cNvPr id="6" name="内容占位符 5"/>
          <p:cNvPicPr>
            <a:picLocks noGrp="1" noChangeAspect="1"/>
          </p:cNvPicPr>
          <p:nvPr>
            <p:ph idx="1"/>
            <p:custDataLst>
              <p:tags r:id="rId2"/>
            </p:custDataLst>
          </p:nvPr>
        </p:nvPicPr>
        <p:blipFill>
          <a:blip r:embed="rId4"/>
          <a:stretch>
            <a:fillRect/>
          </a:stretch>
        </p:blipFill>
        <p:spPr>
          <a:xfrm>
            <a:off x="395605" y="1772920"/>
            <a:ext cx="3664585" cy="2625725"/>
          </a:xfrm>
          <a:prstGeom prst="rect">
            <a:avLst/>
          </a:prstGeom>
        </p:spPr>
      </p:pic>
      <p:pic>
        <p:nvPicPr>
          <p:cNvPr id="7" name="图片 6"/>
          <p:cNvPicPr>
            <a:picLocks noChangeAspect="1"/>
          </p:cNvPicPr>
          <p:nvPr/>
        </p:nvPicPr>
        <p:blipFill>
          <a:blip r:embed="rId5"/>
          <a:stretch>
            <a:fillRect/>
          </a:stretch>
        </p:blipFill>
        <p:spPr>
          <a:xfrm>
            <a:off x="1331595" y="4437380"/>
            <a:ext cx="5184140" cy="1822450"/>
          </a:xfrm>
          <a:prstGeom prst="rect">
            <a:avLst/>
          </a:prstGeom>
        </p:spPr>
      </p:pic>
      <p:pic>
        <p:nvPicPr>
          <p:cNvPr id="9" name="图片 8"/>
          <p:cNvPicPr>
            <a:picLocks noChangeAspect="1"/>
          </p:cNvPicPr>
          <p:nvPr/>
        </p:nvPicPr>
        <p:blipFill>
          <a:blip r:embed="rId6"/>
          <a:stretch>
            <a:fillRect/>
          </a:stretch>
        </p:blipFill>
        <p:spPr>
          <a:xfrm>
            <a:off x="4067810" y="1119505"/>
            <a:ext cx="4932680" cy="324040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5"/>
          <p:cNvSpPr txBox="1">
            <a:spLocks noGrp="1"/>
          </p:cNvSpPr>
          <p:nvPr>
            <p:ph type="sldNum" sz="quarter" idx="12"/>
          </p:nvPr>
        </p:nvSpPr>
        <p:spPr/>
        <p:txBody>
          <a:bodyPr>
            <a:noAutofit/>
          </a:bodyPr>
          <a:lstStyle/>
          <a:p>
            <a:pPr marL="0" indent="0" algn="r" eaLnBrk="1" hangingPunct="1">
              <a:spcBef>
                <a:spcPct val="0"/>
              </a:spcBef>
              <a:buClrTx/>
              <a:buFontTx/>
              <a:buNone/>
            </a:pPr>
            <a:fld id="{9A0DB2DC-4C9A-4742-B13C-FB6460FD3503}" type="slidenum">
              <a:rPr lang="en-US" altLang="zh-CN" dirty="0"/>
              <a:t>17</a:t>
            </a:fld>
            <a:endParaRPr lang="en-US" altLang="zh-CN" dirty="0"/>
          </a:p>
        </p:txBody>
      </p:sp>
      <p:sp>
        <p:nvSpPr>
          <p:cNvPr id="6148" name="Rectangle 3"/>
          <p:cNvSpPr>
            <a:spLocks noGrp="1"/>
          </p:cNvSpPr>
          <p:nvPr>
            <p:ph idx="1"/>
          </p:nvPr>
        </p:nvSpPr>
        <p:spPr>
          <a:xfrm>
            <a:off x="502285" y="1543050"/>
            <a:ext cx="8139430" cy="4124960"/>
          </a:xfrm>
        </p:spPr>
        <p:txBody>
          <a:bodyPr vert="horz" wrap="square" lIns="91440" tIns="45720" rIns="91440" bIns="45720" anchor="t" anchorCtr="0"/>
          <a:lstStyle/>
          <a:p>
            <a:pPr eaLnBrk="1" hangingPunct="1"/>
            <a:r>
              <a:rPr sz="3100" b="1">
                <a:sym typeface="+mn-ea"/>
              </a:rPr>
              <a:t>程序图</a:t>
            </a:r>
            <a:r>
              <a:rPr lang="zh-CN" altLang="en-US" sz="3100" b="1" dirty="0"/>
              <a:t>压缩的原则</a:t>
            </a:r>
            <a:endParaRPr lang="en-US" altLang="zh-CN" sz="3100" b="1" dirty="0"/>
          </a:p>
          <a:p>
            <a:pPr lvl="1" eaLnBrk="1" hangingPunct="1"/>
            <a:r>
              <a:rPr lang="zh-CN" altLang="en-US" sz="2400" dirty="0"/>
              <a:t>剔除注释语句</a:t>
            </a:r>
            <a:endParaRPr lang="en-US" altLang="zh-CN" sz="2400" dirty="0"/>
          </a:p>
          <a:p>
            <a:pPr lvl="1" eaLnBrk="1" hangingPunct="1"/>
            <a:r>
              <a:rPr lang="zh-CN" altLang="en-US" sz="2400" dirty="0"/>
              <a:t>剔除数据变量的声明语句</a:t>
            </a:r>
            <a:endParaRPr lang="en-US" altLang="zh-CN" sz="2400" dirty="0"/>
          </a:p>
          <a:p>
            <a:pPr lvl="1" eaLnBrk="1" hangingPunct="1"/>
            <a:r>
              <a:rPr lang="zh-CN" altLang="en-US" sz="2400" dirty="0"/>
              <a:t>所有连续的串行语句压缩为一个节点</a:t>
            </a:r>
            <a:endParaRPr lang="en-US" altLang="zh-CN" sz="2400" dirty="0"/>
          </a:p>
          <a:p>
            <a:pPr lvl="1" eaLnBrk="1" hangingPunct="1"/>
            <a:r>
              <a:rPr lang="zh-CN" altLang="en-US" sz="2400" dirty="0"/>
              <a:t>所有循环次数压缩为一次循环</a:t>
            </a:r>
            <a:endParaRPr lang="en-US" altLang="zh-CN" sz="3100" b="1" dirty="0">
              <a:solidFill>
                <a:srgbClr val="FF0000"/>
              </a:solidFill>
            </a:endParaRPr>
          </a:p>
        </p:txBody>
      </p:sp>
      <p:pic>
        <p:nvPicPr>
          <p:cNvPr id="6149" name="Picture 2" descr="5t15"/>
          <p:cNvPicPr>
            <a:picLocks noChangeAspect="1"/>
          </p:cNvPicPr>
          <p:nvPr/>
        </p:nvPicPr>
        <p:blipFill>
          <a:blip r:embed="rId3"/>
          <a:stretch>
            <a:fillRect/>
          </a:stretch>
        </p:blipFill>
        <p:spPr>
          <a:xfrm>
            <a:off x="5498148" y="404495"/>
            <a:ext cx="3143250" cy="3106738"/>
          </a:xfrm>
          <a:prstGeom prst="rect">
            <a:avLst/>
          </a:prstGeom>
          <a:noFill/>
          <a:ln w="9525">
            <a:noFill/>
          </a:ln>
        </p:spPr>
      </p:pic>
      <p:sp>
        <p:nvSpPr>
          <p:cNvPr id="5123" name="Rectangle 2"/>
          <p:cNvSpPr>
            <a:spLocks noGrp="1"/>
          </p:cNvSpPr>
          <p:nvPr>
            <p:ph type="title"/>
            <p:custDataLst>
              <p:tags r:id="rId1"/>
            </p:custDataLst>
          </p:nvPr>
        </p:nvSpPr>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对路径的测试</a:t>
            </a:r>
          </a:p>
        </p:txBody>
      </p:sp>
      <p:sp>
        <p:nvSpPr>
          <p:cNvPr id="3" name="日期占位符 2"/>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2" name="文本框 1"/>
          <p:cNvSpPr txBox="1"/>
          <p:nvPr/>
        </p:nvSpPr>
        <p:spPr>
          <a:xfrm>
            <a:off x="1691640" y="5013325"/>
            <a:ext cx="2859405" cy="521970"/>
          </a:xfrm>
          <a:prstGeom prst="rect">
            <a:avLst/>
          </a:prstGeom>
          <a:noFill/>
        </p:spPr>
        <p:txBody>
          <a:bodyPr wrap="square" rtlCol="0" anchor="t">
            <a:spAutoFit/>
          </a:bodyPr>
          <a:lstStyle/>
          <a:p>
            <a:pPr marL="0" lvl="0" eaLnBrk="1" hangingPunct="1"/>
            <a:r>
              <a:rPr lang="zh-CN" altLang="en-US" sz="2800" b="1" dirty="0">
                <a:solidFill>
                  <a:srgbClr val="FF0000"/>
                </a:solidFill>
                <a:latin typeface="微软雅黑" panose="020B0503020204020204" charset="-122"/>
                <a:ea typeface="微软雅黑" panose="020B0503020204020204" charset="-122"/>
                <a:sym typeface="+mn-ea"/>
              </a:rPr>
              <a:t>关注分支情况！</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5"/>
          <p:cNvSpPr txBox="1">
            <a:spLocks noGrp="1"/>
          </p:cNvSpPr>
          <p:nvPr>
            <p:ph type="sldNum" sz="quarter" idx="12"/>
          </p:nvPr>
        </p:nvSpPr>
        <p:spPr/>
        <p:txBody>
          <a:bodyPr>
            <a:noAutofit/>
          </a:bodyPr>
          <a:lstStyle/>
          <a:p>
            <a:pPr marL="0" indent="0" algn="r" eaLnBrk="1" hangingPunct="1">
              <a:spcBef>
                <a:spcPct val="0"/>
              </a:spcBef>
              <a:buClrTx/>
              <a:buFontTx/>
              <a:buNone/>
            </a:pPr>
            <a:fld id="{9A0DB2DC-4C9A-4742-B13C-FB6460FD3503}" type="slidenum">
              <a:rPr lang="en-US" altLang="zh-CN" dirty="0"/>
              <a:t>18</a:t>
            </a:fld>
            <a:endParaRPr lang="en-US" altLang="zh-CN" dirty="0"/>
          </a:p>
        </p:txBody>
      </p:sp>
      <p:sp>
        <p:nvSpPr>
          <p:cNvPr id="8196" name="Rectangle 3"/>
          <p:cNvSpPr>
            <a:spLocks noGrp="1"/>
          </p:cNvSpPr>
          <p:nvPr>
            <p:ph idx="1"/>
          </p:nvPr>
        </p:nvSpPr>
        <p:spPr>
          <a:xfrm>
            <a:off x="502285" y="1287780"/>
            <a:ext cx="8139430" cy="5003800"/>
          </a:xfrm>
        </p:spPr>
        <p:txBody>
          <a:bodyPr vert="horz" wrap="square" lIns="91440" tIns="45720" rIns="91440" bIns="45720" anchor="t" anchorCtr="0">
            <a:normAutofit fontScale="77500" lnSpcReduction="10000"/>
          </a:bodyPr>
          <a:lstStyle/>
          <a:p>
            <a:pPr algn="just">
              <a:buClrTx/>
              <a:buSzTx/>
            </a:pPr>
            <a:r>
              <a:rPr sz="4600" b="1">
                <a:sym typeface="+mn-ea"/>
              </a:rPr>
              <a:t>环复杂度</a:t>
            </a:r>
            <a:endParaRPr lang="zh-CN" altLang="en-US" sz="4600" b="1"/>
          </a:p>
          <a:p>
            <a:pPr lvl="1" algn="just"/>
            <a:r>
              <a:rPr sz="3400">
                <a:sym typeface="+mn-ea"/>
              </a:rPr>
              <a:t>通过判定节点对程序图封闭环数目造成的影响来衡量程序的复杂程度。</a:t>
            </a:r>
          </a:p>
          <a:p>
            <a:pPr lvl="0" algn="just"/>
            <a:r>
              <a:rPr lang="zh-CN" altLang="en-US" sz="4600" b="1" dirty="0"/>
              <a:t>环复杂度计算</a:t>
            </a:r>
            <a:endParaRPr lang="en-US" altLang="zh-CN" sz="4600" b="1" dirty="0"/>
          </a:p>
          <a:p>
            <a:pPr marL="800100" lvl="1" indent="-457200" algn="just" eaLnBrk="1" hangingPunct="1">
              <a:lnSpc>
                <a:spcPct val="140000"/>
              </a:lnSpc>
              <a:spcAft>
                <a:spcPts val="600"/>
              </a:spcAft>
              <a:buAutoNum type="arabicPeriod"/>
            </a:pPr>
            <a:r>
              <a:rPr lang="zh-CN" altLang="en-US" sz="3400" dirty="0"/>
              <a:t>直观观察法：程序图将二维平面分隔为封闭区域和开放区域的个数。</a:t>
            </a:r>
            <a:endParaRPr lang="en-US" altLang="zh-CN" sz="3400" dirty="0"/>
          </a:p>
          <a:p>
            <a:pPr marL="800100" lvl="1" indent="-457200" eaLnBrk="1" hangingPunct="1">
              <a:lnSpc>
                <a:spcPct val="140000"/>
              </a:lnSpc>
              <a:spcAft>
                <a:spcPts val="600"/>
              </a:spcAft>
              <a:buAutoNum type="arabicPeriod"/>
            </a:pPr>
            <a:r>
              <a:rPr lang="zh-CN" altLang="en-US" sz="3400" dirty="0"/>
              <a:t>公式计算法：</a:t>
            </a:r>
            <a:endParaRPr lang="en-US" altLang="zh-CN" sz="3400" dirty="0"/>
          </a:p>
          <a:p>
            <a:pPr marL="800100" lvl="1" indent="-457200" eaLnBrk="1" hangingPunct="1">
              <a:lnSpc>
                <a:spcPct val="140000"/>
              </a:lnSpc>
              <a:spcAft>
                <a:spcPts val="600"/>
              </a:spcAft>
              <a:buAutoNum type="arabicPeriod"/>
            </a:pPr>
            <a:r>
              <a:rPr lang="zh-CN" altLang="en-US" sz="3400" dirty="0"/>
              <a:t>判定节点法：</a:t>
            </a:r>
          </a:p>
        </p:txBody>
      </p:sp>
      <p:sp>
        <p:nvSpPr>
          <p:cNvPr id="8197" name="Rectangle 2"/>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endParaRPr lang="zh-CN" altLang="en-US" sz="1800" dirty="0"/>
          </a:p>
        </p:txBody>
      </p:sp>
      <p:graphicFrame>
        <p:nvGraphicFramePr>
          <p:cNvPr id="8198" name="Object 1"/>
          <p:cNvGraphicFramePr>
            <a:graphicFrameLocks noChangeAspect="1"/>
          </p:cNvGraphicFramePr>
          <p:nvPr/>
        </p:nvGraphicFramePr>
        <p:xfrm>
          <a:off x="4067810" y="4973955"/>
          <a:ext cx="3016250" cy="685800"/>
        </p:xfrm>
        <a:graphic>
          <a:graphicData uri="http://schemas.openxmlformats.org/presentationml/2006/ole">
            <mc:AlternateContent xmlns:mc="http://schemas.openxmlformats.org/markup-compatibility/2006">
              <mc:Choice xmlns:v="urn:schemas-microsoft-com:vml" Requires="v">
                <p:oleObj r:id="rId3" imgW="838200" imgH="190500" progId="Equation.DSMT4">
                  <p:embed/>
                </p:oleObj>
              </mc:Choice>
              <mc:Fallback>
                <p:oleObj r:id="rId3" imgW="838200" imgH="190500" progId="Equation.DSMT4">
                  <p:embed/>
                  <p:pic>
                    <p:nvPicPr>
                      <p:cNvPr id="0" name="图片 3077"/>
                      <p:cNvPicPr/>
                      <p:nvPr/>
                    </p:nvPicPr>
                    <p:blipFill>
                      <a:blip r:embed="rId4"/>
                      <a:stretch>
                        <a:fillRect/>
                      </a:stretch>
                    </p:blipFill>
                    <p:spPr>
                      <a:xfrm>
                        <a:off x="4067810" y="4973955"/>
                        <a:ext cx="3016250" cy="685800"/>
                      </a:xfrm>
                      <a:prstGeom prst="rect">
                        <a:avLst/>
                      </a:prstGeom>
                      <a:noFill/>
                      <a:ln w="38100">
                        <a:noFill/>
                        <a:miter/>
                      </a:ln>
                    </p:spPr>
                  </p:pic>
                </p:oleObj>
              </mc:Fallback>
            </mc:AlternateContent>
          </a:graphicData>
        </a:graphic>
      </p:graphicFrame>
      <p:sp>
        <p:nvSpPr>
          <p:cNvPr id="8199" name="Rectangle 4"/>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endParaRPr lang="zh-CN" altLang="en-US" sz="1800" dirty="0"/>
          </a:p>
        </p:txBody>
      </p:sp>
      <p:graphicFrame>
        <p:nvGraphicFramePr>
          <p:cNvPr id="8200" name="Object 3"/>
          <p:cNvGraphicFramePr>
            <a:graphicFrameLocks noChangeAspect="1"/>
          </p:cNvGraphicFramePr>
          <p:nvPr/>
        </p:nvGraphicFramePr>
        <p:xfrm>
          <a:off x="4067810" y="5661025"/>
          <a:ext cx="2444750" cy="678815"/>
        </p:xfrm>
        <a:graphic>
          <a:graphicData uri="http://schemas.openxmlformats.org/presentationml/2006/ole">
            <mc:AlternateContent xmlns:mc="http://schemas.openxmlformats.org/markup-compatibility/2006">
              <mc:Choice xmlns:v="urn:schemas-microsoft-com:vml" Requires="v">
                <p:oleObj r:id="rId5" imgW="685800" imgH="190500" progId="Equation.DSMT4">
                  <p:embed/>
                </p:oleObj>
              </mc:Choice>
              <mc:Fallback>
                <p:oleObj r:id="rId5" imgW="685800" imgH="190500" progId="Equation.DSMT4">
                  <p:embed/>
                  <p:pic>
                    <p:nvPicPr>
                      <p:cNvPr id="0" name="图片 3075"/>
                      <p:cNvPicPr/>
                      <p:nvPr/>
                    </p:nvPicPr>
                    <p:blipFill>
                      <a:blip r:embed="rId6"/>
                      <a:stretch>
                        <a:fillRect/>
                      </a:stretch>
                    </p:blipFill>
                    <p:spPr>
                      <a:xfrm>
                        <a:off x="4067810" y="5661025"/>
                        <a:ext cx="2444750" cy="678815"/>
                      </a:xfrm>
                      <a:prstGeom prst="rect">
                        <a:avLst/>
                      </a:prstGeom>
                      <a:noFill/>
                      <a:ln w="38100">
                        <a:noFill/>
                        <a:miter/>
                      </a:ln>
                    </p:spPr>
                  </p:pic>
                </p:oleObj>
              </mc:Fallback>
            </mc:AlternateContent>
          </a:graphicData>
        </a:graphic>
      </p:graphicFrame>
      <p:sp>
        <p:nvSpPr>
          <p:cNvPr id="5123" name="Rectangle 2"/>
          <p:cNvSpPr>
            <a:spLocks noGrp="1"/>
          </p:cNvSpPr>
          <p:nvPr>
            <p:ph type="title"/>
            <p:custDataLst>
              <p:tags r:id="rId1"/>
            </p:custDataLst>
          </p:nvPr>
        </p:nvSpPr>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对路径的测试</a:t>
            </a:r>
          </a:p>
        </p:txBody>
      </p:sp>
      <p:sp>
        <p:nvSpPr>
          <p:cNvPr id="3" name="日期占位符 2"/>
          <p:cNvSpPr>
            <a:spLocks noGrp="1"/>
          </p:cNvSpPr>
          <p:nvPr>
            <p:ph type="dt" sz="half" idx="10"/>
          </p:nvPr>
        </p:nvSpPr>
        <p:spPr/>
        <p:txBody>
          <a:bodyPr/>
          <a:lstStyle/>
          <a:p>
            <a:fld id="{760FBDFE-C587-4B4C-A407-44438C67B59E}" type="datetime1">
              <a:rPr lang="zh-CN" altLang="en-US" smtClean="0"/>
              <a:t>2023/4/26</a:t>
            </a:fld>
            <a:endParaRPr lang="zh-CN" altLang="en-US"/>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5"/>
          <p:cNvSpPr txBox="1">
            <a:spLocks noGrp="1"/>
          </p:cNvSpPr>
          <p:nvPr>
            <p:ph type="sldNum" sz="quarter" idx="12"/>
          </p:nvPr>
        </p:nvSpPr>
        <p:spPr/>
        <p:txBody>
          <a:bodyPr>
            <a:noAutofit/>
          </a:bodyPr>
          <a:lstStyle/>
          <a:p>
            <a:pPr marL="0" indent="0" algn="r" eaLnBrk="1" hangingPunct="1">
              <a:spcBef>
                <a:spcPct val="0"/>
              </a:spcBef>
              <a:buClrTx/>
              <a:buFontTx/>
              <a:buNone/>
            </a:pPr>
            <a:fld id="{9A0DB2DC-4C9A-4742-B13C-FB6460FD3503}" type="slidenum">
              <a:rPr lang="en-US" altLang="zh-CN" dirty="0"/>
              <a:t>19</a:t>
            </a:fld>
            <a:endParaRPr lang="en-US" altLang="zh-CN" dirty="0"/>
          </a:p>
        </p:txBody>
      </p:sp>
      <p:sp>
        <p:nvSpPr>
          <p:cNvPr id="9220" name="Rectangle 3"/>
          <p:cNvSpPr>
            <a:spLocks noGrp="1"/>
          </p:cNvSpPr>
          <p:nvPr>
            <p:ph idx="1"/>
          </p:nvPr>
        </p:nvSpPr>
        <p:spPr>
          <a:xfrm>
            <a:off x="502285" y="1287780"/>
            <a:ext cx="8139430" cy="4857115"/>
          </a:xfrm>
        </p:spPr>
        <p:txBody>
          <a:bodyPr vert="horz" wrap="square" lIns="91440" tIns="45720" rIns="91440" bIns="45720" anchor="t" anchorCtr="0">
            <a:normAutofit/>
          </a:bodyPr>
          <a:lstStyle/>
          <a:p>
            <a:pPr eaLnBrk="1" hangingPunct="1"/>
            <a:r>
              <a:rPr lang="zh-CN" altLang="en-US" sz="3400" b="1" dirty="0"/>
              <a:t>环复杂度计算</a:t>
            </a:r>
            <a:r>
              <a:rPr lang="en-US" altLang="zh-CN" sz="2000" b="1" dirty="0"/>
              <a:t>——</a:t>
            </a:r>
            <a:r>
              <a:rPr sz="2400" b="1" dirty="0"/>
              <a:t>公式计算法</a:t>
            </a:r>
            <a:endParaRPr lang="zh-CN" altLang="en-US" sz="2400" b="1" dirty="0"/>
          </a:p>
          <a:p>
            <a:pPr eaLnBrk="1" hangingPunct="1"/>
            <a:endParaRPr lang="en-US" altLang="zh-CN" sz="3400" b="1" dirty="0"/>
          </a:p>
          <a:p>
            <a:pPr lvl="1" eaLnBrk="1" hangingPunct="1">
              <a:lnSpc>
                <a:spcPct val="150000"/>
              </a:lnSpc>
            </a:pPr>
            <a:r>
              <a:rPr lang="en-US" altLang="zh-CN" dirty="0"/>
              <a:t>e(edge)</a:t>
            </a:r>
            <a:r>
              <a:rPr dirty="0"/>
              <a:t>表示图中边的数目</a:t>
            </a:r>
          </a:p>
          <a:p>
            <a:pPr lvl="1" eaLnBrk="1" hangingPunct="1">
              <a:lnSpc>
                <a:spcPct val="150000"/>
              </a:lnSpc>
            </a:pPr>
            <a:r>
              <a:rPr lang="en-US" altLang="zh-CN" dirty="0"/>
              <a:t>n(node)</a:t>
            </a:r>
            <a:r>
              <a:rPr dirty="0"/>
              <a:t>表示图中节点的总数</a:t>
            </a:r>
          </a:p>
          <a:p>
            <a:pPr lvl="0" eaLnBrk="1" hangingPunct="1">
              <a:lnSpc>
                <a:spcPct val="160000"/>
              </a:lnSpc>
            </a:pPr>
            <a:r>
              <a:rPr b="1" dirty="0"/>
              <a:t>需要满足两个条件：</a:t>
            </a:r>
            <a:endParaRPr sz="2400" b="1" dirty="0"/>
          </a:p>
          <a:p>
            <a:pPr marL="800100" lvl="1" indent="-457200" eaLnBrk="1" hangingPunct="1">
              <a:buAutoNum type="arabicPeriod"/>
            </a:pPr>
            <a:r>
              <a:rPr dirty="0"/>
              <a:t>程序图中不包含孤立节点；</a:t>
            </a:r>
          </a:p>
          <a:p>
            <a:pPr marL="800100" lvl="1" indent="-457200" eaLnBrk="1" hangingPunct="1">
              <a:buAutoNum type="arabicPeriod"/>
            </a:pPr>
            <a:r>
              <a:rPr dirty="0"/>
              <a:t>程序图必须是一个强（双向）连通图。</a:t>
            </a:r>
          </a:p>
        </p:txBody>
      </p:sp>
      <p:sp>
        <p:nvSpPr>
          <p:cNvPr id="9221" name="Rectangle 2"/>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endParaRPr lang="zh-CN" altLang="en-US" sz="1800" dirty="0"/>
          </a:p>
        </p:txBody>
      </p:sp>
      <p:graphicFrame>
        <p:nvGraphicFramePr>
          <p:cNvPr id="9222" name="Object 1"/>
          <p:cNvGraphicFramePr>
            <a:graphicFrameLocks noChangeAspect="1"/>
          </p:cNvGraphicFramePr>
          <p:nvPr/>
        </p:nvGraphicFramePr>
        <p:xfrm>
          <a:off x="1043305" y="2132965"/>
          <a:ext cx="3292475" cy="748665"/>
        </p:xfrm>
        <a:graphic>
          <a:graphicData uri="http://schemas.openxmlformats.org/presentationml/2006/ole">
            <mc:AlternateContent xmlns:mc="http://schemas.openxmlformats.org/markup-compatibility/2006">
              <mc:Choice xmlns:v="urn:schemas-microsoft-com:vml" Requires="v">
                <p:oleObj r:id="rId4" imgW="838200" imgH="190500" progId="Equation.DSMT4">
                  <p:embed/>
                </p:oleObj>
              </mc:Choice>
              <mc:Fallback>
                <p:oleObj r:id="rId4" imgW="838200" imgH="190500" progId="Equation.DSMT4">
                  <p:embed/>
                  <p:pic>
                    <p:nvPicPr>
                      <p:cNvPr id="0" name="图片 3076"/>
                      <p:cNvPicPr/>
                      <p:nvPr/>
                    </p:nvPicPr>
                    <p:blipFill>
                      <a:blip r:embed="rId5"/>
                      <a:stretch>
                        <a:fillRect/>
                      </a:stretch>
                    </p:blipFill>
                    <p:spPr>
                      <a:xfrm>
                        <a:off x="1043305" y="2132965"/>
                        <a:ext cx="3292475" cy="748665"/>
                      </a:xfrm>
                      <a:prstGeom prst="rect">
                        <a:avLst/>
                      </a:prstGeom>
                      <a:noFill/>
                      <a:ln w="38100">
                        <a:noFill/>
                        <a:miter/>
                      </a:ln>
                    </p:spPr>
                  </p:pic>
                </p:oleObj>
              </mc:Fallback>
            </mc:AlternateContent>
          </a:graphicData>
        </a:graphic>
      </p:graphicFrame>
      <p:sp>
        <p:nvSpPr>
          <p:cNvPr id="9223" name="Rectangle 4"/>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endParaRPr lang="zh-CN" altLang="en-US" sz="1800" dirty="0"/>
          </a:p>
        </p:txBody>
      </p:sp>
      <p:sp>
        <p:nvSpPr>
          <p:cNvPr id="5123" name="Rectangle 2"/>
          <p:cNvSpPr>
            <a:spLocks noGrp="1"/>
          </p:cNvSpPr>
          <p:nvPr>
            <p:ph type="title"/>
            <p:custDataLst>
              <p:tags r:id="rId1"/>
            </p:custDataLst>
          </p:nvPr>
        </p:nvSpPr>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对路径的测试</a:t>
            </a:r>
          </a:p>
        </p:txBody>
      </p:sp>
      <p:sp>
        <p:nvSpPr>
          <p:cNvPr id="3" name="日期占位符 2"/>
          <p:cNvSpPr>
            <a:spLocks noGrp="1"/>
          </p:cNvSpPr>
          <p:nvPr>
            <p:ph type="dt" sz="half" idx="10"/>
          </p:nvPr>
        </p:nvSpPr>
        <p:spPr/>
        <p:txBody>
          <a:bodyPr/>
          <a:lstStyle/>
          <a:p>
            <a:fld id="{760FBDFE-C587-4B4C-A407-44438C67B59E}" type="datetime1">
              <a:rPr lang="zh-CN" altLang="en-US" smtClean="0"/>
              <a:t>2023/4/26</a:t>
            </a:fld>
            <a:endParaRPr lang="zh-CN" altLang="en-US"/>
          </a:p>
        </p:txBody>
      </p:sp>
      <p:pic>
        <p:nvPicPr>
          <p:cNvPr id="6149" name="Picture 2" descr="5t15"/>
          <p:cNvPicPr>
            <a:picLocks noChangeAspect="1"/>
          </p:cNvPicPr>
          <p:nvPr>
            <p:custDataLst>
              <p:tags r:id="rId2"/>
            </p:custDataLst>
          </p:nvPr>
        </p:nvPicPr>
        <p:blipFill>
          <a:blip r:embed="rId6"/>
          <a:stretch>
            <a:fillRect/>
          </a:stretch>
        </p:blipFill>
        <p:spPr>
          <a:xfrm>
            <a:off x="5292090" y="1917065"/>
            <a:ext cx="3286760" cy="3249295"/>
          </a:xfrm>
          <a:prstGeom prst="rect">
            <a:avLst/>
          </a:prstGeom>
          <a:noFill/>
          <a:ln w="9525">
            <a:noFill/>
          </a:ln>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4" name="Picture 4" descr="5t16"/>
          <p:cNvPicPr>
            <a:picLocks noChangeAspect="1"/>
          </p:cNvPicPr>
          <p:nvPr>
            <p:custDataLst>
              <p:tags r:id="rId1"/>
            </p:custDataLst>
          </p:nvPr>
        </p:nvPicPr>
        <p:blipFill>
          <a:blip r:embed="rId4"/>
          <a:stretch>
            <a:fillRect/>
          </a:stretch>
        </p:blipFill>
        <p:spPr>
          <a:xfrm>
            <a:off x="5003800" y="2708910"/>
            <a:ext cx="3930650" cy="3152140"/>
          </a:xfrm>
          <a:prstGeom prst="rect">
            <a:avLst/>
          </a:prstGeom>
          <a:noFill/>
          <a:ln w="9525">
            <a:noFill/>
          </a:ln>
        </p:spPr>
      </p:pic>
      <p:sp>
        <p:nvSpPr>
          <p:cNvPr id="3" name="内容占位符 2"/>
          <p:cNvSpPr>
            <a:spLocks noGrp="1"/>
          </p:cNvSpPr>
          <p:nvPr>
            <p:ph idx="1"/>
          </p:nvPr>
        </p:nvSpPr>
        <p:spPr>
          <a:xfrm>
            <a:off x="502285" y="1448435"/>
            <a:ext cx="4943475" cy="4219575"/>
          </a:xfrm>
        </p:spPr>
        <p:txBody>
          <a:bodyPr>
            <a:noAutofit/>
          </a:bodyPr>
          <a:lstStyle/>
          <a:p>
            <a:r>
              <a:rPr sz="3200" b="1">
                <a:sym typeface="+mn-ea"/>
              </a:rPr>
              <a:t>环复杂度计算</a:t>
            </a:r>
            <a:r>
              <a:rPr lang="en-US" altLang="zh-CN" b="1">
                <a:sym typeface="+mn-ea"/>
              </a:rPr>
              <a:t>—</a:t>
            </a:r>
            <a:r>
              <a:rPr sz="2400" b="1">
                <a:sym typeface="+mn-ea"/>
              </a:rPr>
              <a:t>公式计算法</a:t>
            </a:r>
            <a:endParaRPr lang="zh-CN" altLang="en-US" sz="2400" b="1" dirty="0"/>
          </a:p>
          <a:p>
            <a:r>
              <a:rPr lang="zh-CN" altLang="en-US" sz="3200" b="1"/>
              <a:t>非强连通图的改造</a:t>
            </a:r>
          </a:p>
          <a:p>
            <a:pPr lvl="1">
              <a:lnSpc>
                <a:spcPct val="170000"/>
              </a:lnSpc>
            </a:pPr>
            <a:r>
              <a:rPr lang="zh-CN" altLang="en-US"/>
              <a:t>在程序出口节点处增加一条指向程序入口节点的有向边，强制生成一个死循环程序。</a:t>
            </a:r>
          </a:p>
          <a:p>
            <a:pPr lvl="1">
              <a:lnSpc>
                <a:spcPct val="170000"/>
              </a:lnSpc>
            </a:pPr>
            <a:r>
              <a:rPr lang="zh-CN" altLang="en-US"/>
              <a:t>不需要修改源代码，不具备程序执行的实际意义。</a:t>
            </a:r>
          </a:p>
        </p:txBody>
      </p:sp>
      <p:sp>
        <p:nvSpPr>
          <p:cNvPr id="4" name="日期占位符 3"/>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20</a:t>
            </a:fld>
            <a:endParaRPr lang="zh-CN" altLang="en-US"/>
          </a:p>
        </p:txBody>
      </p:sp>
      <p:sp>
        <p:nvSpPr>
          <p:cNvPr id="5123" name="Rectangle 2"/>
          <p:cNvSpPr>
            <a:spLocks noGrp="1"/>
          </p:cNvSpPr>
          <p:nvPr>
            <p:ph type="title"/>
            <p:custDataLst>
              <p:tags r:id="rId2"/>
            </p:custDataLst>
          </p:nvPr>
        </p:nvSpPr>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对路径的测试</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02285" y="1287780"/>
            <a:ext cx="8139430" cy="4975860"/>
          </a:xfrm>
        </p:spPr>
        <p:txBody>
          <a:bodyPr>
            <a:normAutofit/>
          </a:bodyPr>
          <a:lstStyle/>
          <a:p>
            <a:r>
              <a:rPr sz="3600" b="1">
                <a:sym typeface="+mn-ea"/>
              </a:rPr>
              <a:t>环复杂度计算</a:t>
            </a:r>
            <a:r>
              <a:rPr lang="en-US" altLang="zh-CN" b="1">
                <a:sym typeface="+mn-ea"/>
              </a:rPr>
              <a:t>—</a:t>
            </a:r>
            <a:r>
              <a:rPr b="1">
                <a:sym typeface="+mn-ea"/>
              </a:rPr>
              <a:t>判定节点法</a:t>
            </a:r>
          </a:p>
          <a:p>
            <a:pPr lvl="1"/>
            <a:endParaRPr lang="zh-CN" altLang="en-US"/>
          </a:p>
          <a:p>
            <a:pPr lvl="1">
              <a:lnSpc>
                <a:spcPct val="260000"/>
              </a:lnSpc>
            </a:pPr>
            <a:r>
              <a:rPr lang="en-US" altLang="zh-CN"/>
              <a:t>P</a:t>
            </a:r>
            <a:r>
              <a:t>表示图中独立判定节点的数目；</a:t>
            </a:r>
          </a:p>
          <a:p>
            <a:pPr lvl="1"/>
            <a:r>
              <a:t>且要求图中不包含孤立节点。</a:t>
            </a:r>
          </a:p>
          <a:p>
            <a:pPr lvl="1">
              <a:lnSpc>
                <a:spcPct val="150000"/>
              </a:lnSpc>
            </a:pPr>
            <a:r>
              <a:rPr lang="en-US" altLang="zh-CN"/>
              <a:t>Switch</a:t>
            </a:r>
            <a:r>
              <a:t>语句引起的多分支的程序可以修改为</a:t>
            </a:r>
            <a:r>
              <a:rPr lang="en-US" altLang="zh-CN"/>
              <a:t>if…else if…else</a:t>
            </a:r>
            <a:r>
              <a:t>形式的判定结构。</a:t>
            </a:r>
          </a:p>
          <a:p>
            <a:pPr lvl="1">
              <a:lnSpc>
                <a:spcPct val="150000"/>
              </a:lnSpc>
            </a:pPr>
            <a:r>
              <a:t>当程序的判定节点均为两个分支时（包括循环节点），每个判定节点视为一个独立判定节点。</a:t>
            </a:r>
          </a:p>
        </p:txBody>
      </p:sp>
      <p:sp>
        <p:nvSpPr>
          <p:cNvPr id="4" name="日期占位符 3"/>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21</a:t>
            </a:fld>
            <a:endParaRPr lang="zh-CN" altLang="en-US"/>
          </a:p>
        </p:txBody>
      </p:sp>
      <p:sp>
        <p:nvSpPr>
          <p:cNvPr id="5123" name="Rectangle 2"/>
          <p:cNvSpPr>
            <a:spLocks noGrp="1"/>
          </p:cNvSpPr>
          <p:nvPr>
            <p:ph type="title"/>
            <p:custDataLst>
              <p:tags r:id="rId1"/>
            </p:custDataLst>
          </p:nvPr>
        </p:nvSpPr>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对路径的测试</a:t>
            </a:r>
          </a:p>
        </p:txBody>
      </p:sp>
      <p:graphicFrame>
        <p:nvGraphicFramePr>
          <p:cNvPr id="8200" name="Object 3"/>
          <p:cNvGraphicFramePr>
            <a:graphicFrameLocks noChangeAspect="1"/>
          </p:cNvGraphicFramePr>
          <p:nvPr>
            <p:custDataLst>
              <p:tags r:id="rId2"/>
            </p:custDataLst>
          </p:nvPr>
        </p:nvGraphicFramePr>
        <p:xfrm>
          <a:off x="1475740" y="2204720"/>
          <a:ext cx="2444750" cy="678815"/>
        </p:xfrm>
        <a:graphic>
          <a:graphicData uri="http://schemas.openxmlformats.org/presentationml/2006/ole">
            <mc:AlternateContent xmlns:mc="http://schemas.openxmlformats.org/markup-compatibility/2006">
              <mc:Choice xmlns:v="urn:schemas-microsoft-com:vml" Requires="v">
                <p:oleObj r:id="rId4" imgW="685800" imgH="190500" progId="Equation.DSMT4">
                  <p:embed/>
                </p:oleObj>
              </mc:Choice>
              <mc:Fallback>
                <p:oleObj r:id="rId4" imgW="685800" imgH="190500" progId="Equation.DSMT4">
                  <p:embed/>
                  <p:pic>
                    <p:nvPicPr>
                      <p:cNvPr id="0" name="图片 3075"/>
                      <p:cNvPicPr/>
                      <p:nvPr/>
                    </p:nvPicPr>
                    <p:blipFill>
                      <a:blip r:embed="rId5"/>
                      <a:stretch>
                        <a:fillRect/>
                      </a:stretch>
                    </p:blipFill>
                    <p:spPr>
                      <a:xfrm>
                        <a:off x="1475740" y="2204720"/>
                        <a:ext cx="2444750" cy="678815"/>
                      </a:xfrm>
                      <a:prstGeom prst="rect">
                        <a:avLst/>
                      </a:prstGeom>
                      <a:noFill/>
                      <a:ln w="38100">
                        <a:noFill/>
                        <a:miter/>
                      </a:ln>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22</a:t>
            </a:fld>
            <a:endParaRPr lang="zh-CN" altLang="en-US"/>
          </a:p>
        </p:txBody>
      </p:sp>
      <p:pic>
        <p:nvPicPr>
          <p:cNvPr id="7" name="图片 6"/>
          <p:cNvPicPr>
            <a:picLocks noChangeAspect="1"/>
          </p:cNvPicPr>
          <p:nvPr/>
        </p:nvPicPr>
        <p:blipFill>
          <a:blip r:embed="rId3"/>
          <a:stretch>
            <a:fillRect/>
          </a:stretch>
        </p:blipFill>
        <p:spPr>
          <a:xfrm>
            <a:off x="899795" y="1624330"/>
            <a:ext cx="2749550" cy="4337050"/>
          </a:xfrm>
          <a:prstGeom prst="rect">
            <a:avLst/>
          </a:prstGeom>
        </p:spPr>
      </p:pic>
      <p:pic>
        <p:nvPicPr>
          <p:cNvPr id="9" name="内容占位符 8"/>
          <p:cNvPicPr>
            <a:picLocks noGrp="1" noChangeAspect="1"/>
          </p:cNvPicPr>
          <p:nvPr>
            <p:ph idx="1"/>
          </p:nvPr>
        </p:nvPicPr>
        <p:blipFill>
          <a:blip r:embed="rId4">
            <a:clrChange>
              <a:clrFrom>
                <a:srgbClr val="FFFFFF">
                  <a:alpha val="100000"/>
                </a:srgbClr>
              </a:clrFrom>
              <a:clrTo>
                <a:srgbClr val="FFFFFF">
                  <a:alpha val="100000"/>
                  <a:alpha val="0"/>
                </a:srgbClr>
              </a:clrTo>
            </a:clrChange>
          </a:blip>
          <a:stretch>
            <a:fillRect/>
          </a:stretch>
        </p:blipFill>
        <p:spPr>
          <a:xfrm>
            <a:off x="4211955" y="1628775"/>
            <a:ext cx="4184650" cy="4349750"/>
          </a:xfrm>
          <a:prstGeom prst="rect">
            <a:avLst/>
          </a:prstGeom>
        </p:spPr>
      </p:pic>
      <p:sp>
        <p:nvSpPr>
          <p:cNvPr id="5123" name="Rectangle 2"/>
          <p:cNvSpPr>
            <a:spLocks noGrp="1"/>
          </p:cNvSpPr>
          <p:nvPr>
            <p:ph type="title"/>
            <p:custDataLst>
              <p:tags r:id="rId1"/>
            </p:custDataLst>
          </p:nvPr>
        </p:nvSpPr>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对路径的测试</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p:cNvSpPr txBox="1">
            <a:spLocks noGrp="1"/>
          </p:cNvSpPr>
          <p:nvPr>
            <p:ph type="sldNum" sz="quarter" idx="12"/>
          </p:nvPr>
        </p:nvSpPr>
        <p:spPr/>
        <p:txBody>
          <a:bodyPr>
            <a:noAutofit/>
          </a:bodyPr>
          <a:lstStyle/>
          <a:p>
            <a:pPr marL="0" indent="0" algn="r" eaLnBrk="1" hangingPunct="1">
              <a:spcBef>
                <a:spcPct val="0"/>
              </a:spcBef>
              <a:buClrTx/>
              <a:buFontTx/>
              <a:buNone/>
            </a:pPr>
            <a:fld id="{9A0DB2DC-4C9A-4742-B13C-FB6460FD3503}" type="slidenum">
              <a:rPr lang="en-US" altLang="zh-CN" dirty="0"/>
              <a:t>23</a:t>
            </a:fld>
            <a:endParaRPr lang="en-US" altLang="zh-CN" dirty="0"/>
          </a:p>
        </p:txBody>
      </p:sp>
      <p:sp>
        <p:nvSpPr>
          <p:cNvPr id="10244" name="Rectangle 3"/>
          <p:cNvSpPr>
            <a:spLocks noGrp="1"/>
          </p:cNvSpPr>
          <p:nvPr>
            <p:ph idx="1"/>
          </p:nvPr>
        </p:nvSpPr>
        <p:spPr/>
        <p:txBody>
          <a:bodyPr vert="horz" wrap="square" lIns="91440" tIns="45720" rIns="91440" bIns="45720" anchor="t" anchorCtr="0"/>
          <a:lstStyle/>
          <a:p>
            <a:pPr eaLnBrk="1" hangingPunct="1"/>
            <a:r>
              <a:rPr lang="zh-CN" altLang="en-US" sz="3400" b="1" dirty="0"/>
              <a:t>环复杂度计算</a:t>
            </a:r>
            <a:r>
              <a:rPr lang="en-US" altLang="zh-CN" sz="3400" b="1" dirty="0"/>
              <a:t>——</a:t>
            </a:r>
            <a:r>
              <a:rPr b="1" dirty="0"/>
              <a:t>多出口程序的处理</a:t>
            </a:r>
          </a:p>
        </p:txBody>
      </p:sp>
      <p:sp>
        <p:nvSpPr>
          <p:cNvPr id="10245" name="Rectangle 2"/>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endParaRPr lang="zh-CN" altLang="en-US" sz="1800" dirty="0"/>
          </a:p>
        </p:txBody>
      </p:sp>
      <p:sp>
        <p:nvSpPr>
          <p:cNvPr id="10246" name="Rectangle 4"/>
          <p:cNvSpPr/>
          <p:nvPr/>
        </p:nvSpPr>
        <p:spPr>
          <a:xfrm>
            <a:off x="0" y="0"/>
            <a:ext cx="9144000" cy="0"/>
          </a:xfrm>
          <a:prstGeom prst="rect">
            <a:avLst/>
          </a:prstGeom>
          <a:noFill/>
          <a:ln w="9525">
            <a:noFill/>
          </a:ln>
        </p:spPr>
        <p:txBody>
          <a:bodyPr wrap="none" anchor="ctr" anchorCtr="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endParaRPr lang="zh-CN" altLang="en-US" sz="1800" dirty="0"/>
          </a:p>
        </p:txBody>
      </p:sp>
      <p:pic>
        <p:nvPicPr>
          <p:cNvPr id="10247" name="Picture 3" descr="5t19"/>
          <p:cNvPicPr>
            <a:picLocks noChangeAspect="1"/>
          </p:cNvPicPr>
          <p:nvPr/>
        </p:nvPicPr>
        <p:blipFill>
          <a:blip r:embed="rId3"/>
          <a:stretch>
            <a:fillRect/>
          </a:stretch>
        </p:blipFill>
        <p:spPr>
          <a:xfrm>
            <a:off x="103188" y="2493010"/>
            <a:ext cx="8826500" cy="3286125"/>
          </a:xfrm>
          <a:prstGeom prst="rect">
            <a:avLst/>
          </a:prstGeom>
          <a:noFill/>
          <a:ln w="9525">
            <a:noFill/>
          </a:ln>
        </p:spPr>
      </p:pic>
      <p:sp>
        <p:nvSpPr>
          <p:cNvPr id="5123" name="Rectangle 2"/>
          <p:cNvSpPr>
            <a:spLocks noGrp="1"/>
          </p:cNvSpPr>
          <p:nvPr>
            <p:ph type="title"/>
            <p:custDataLst>
              <p:tags r:id="rId1"/>
            </p:custDataLst>
          </p:nvPr>
        </p:nvSpPr>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对路径的测试</a:t>
            </a:r>
          </a:p>
        </p:txBody>
      </p:sp>
      <p:sp>
        <p:nvSpPr>
          <p:cNvPr id="3" name="日期占位符 2"/>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2" name="文本框 1"/>
          <p:cNvSpPr txBox="1"/>
          <p:nvPr/>
        </p:nvSpPr>
        <p:spPr>
          <a:xfrm>
            <a:off x="3563620" y="6018530"/>
            <a:ext cx="1687830" cy="3683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CN" altLang="en-US" b="1">
                <a:latin typeface="微软雅黑" panose="020B0503020204020204" charset="-122"/>
                <a:ea typeface="微软雅黑" panose="020B0503020204020204" charset="-122"/>
                <a:cs typeface="微软雅黑" panose="020B0503020204020204" charset="-122"/>
              </a:rPr>
              <a:t>环复杂度为</a:t>
            </a:r>
            <a:r>
              <a:rPr lang="en-US" altLang="zh-CN" b="1">
                <a:latin typeface="微软雅黑" panose="020B0503020204020204" charset="-122"/>
                <a:ea typeface="微软雅黑" panose="020B0503020204020204" charset="-122"/>
                <a:cs typeface="微软雅黑" panose="020B0503020204020204" charset="-122"/>
              </a:rPr>
              <a:t>5</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5"/>
          <p:cNvSpPr txBox="1">
            <a:spLocks noGrp="1"/>
          </p:cNvSpPr>
          <p:nvPr>
            <p:ph type="sldNum" sz="quarter" idx="12"/>
          </p:nvPr>
        </p:nvSpPr>
        <p:spPr/>
        <p:txBody>
          <a:bodyPr>
            <a:noAutofit/>
          </a:bodyPr>
          <a:lstStyle/>
          <a:p>
            <a:pPr marL="0" indent="0" algn="r" eaLnBrk="1" hangingPunct="1">
              <a:spcBef>
                <a:spcPct val="0"/>
              </a:spcBef>
              <a:buClrTx/>
              <a:buFontTx/>
              <a:buNone/>
            </a:pPr>
            <a:fld id="{9A0DB2DC-4C9A-4742-B13C-FB6460FD3503}" type="slidenum">
              <a:rPr lang="en-US" altLang="zh-CN" dirty="0"/>
              <a:t>24</a:t>
            </a:fld>
            <a:endParaRPr lang="en-US" altLang="zh-CN" dirty="0"/>
          </a:p>
        </p:txBody>
      </p:sp>
      <p:sp>
        <p:nvSpPr>
          <p:cNvPr id="12292" name="Rectangle 3"/>
          <p:cNvSpPr>
            <a:spLocks noGrp="1"/>
          </p:cNvSpPr>
          <p:nvPr>
            <p:ph idx="1"/>
          </p:nvPr>
        </p:nvSpPr>
        <p:spPr/>
        <p:txBody>
          <a:bodyPr vert="horz" wrap="square" lIns="91440" tIns="45720" rIns="91440" bIns="45720" anchor="t" anchorCtr="0"/>
          <a:lstStyle/>
          <a:p>
            <a:pPr eaLnBrk="1" hangingPunct="1"/>
            <a:r>
              <a:rPr lang="zh-CN" altLang="en-US" sz="3400" b="1" dirty="0"/>
              <a:t>基本复杂度</a:t>
            </a:r>
            <a:endParaRPr lang="en-US" altLang="zh-CN" sz="3400" b="1" dirty="0"/>
          </a:p>
          <a:p>
            <a:pPr lvl="1" eaLnBrk="1" hangingPunct="1">
              <a:lnSpc>
                <a:spcPct val="170000"/>
              </a:lnSpc>
            </a:pPr>
            <a:r>
              <a:rPr lang="zh-CN" altLang="en-US" sz="2400" dirty="0"/>
              <a:t>通过对程序图中的结构化设计节点进行不断压缩，最终得到一个无法压缩的程序图，该图的环复杂度就称为</a:t>
            </a:r>
            <a:r>
              <a:rPr lang="zh-CN" altLang="en-US" sz="2400" b="1" dirty="0">
                <a:solidFill>
                  <a:srgbClr val="FF0000"/>
                </a:solidFill>
              </a:rPr>
              <a:t>基本复杂度</a:t>
            </a:r>
            <a:r>
              <a:rPr sz="2400" dirty="0"/>
              <a:t>。</a:t>
            </a:r>
          </a:p>
        </p:txBody>
      </p:sp>
      <p:sp>
        <p:nvSpPr>
          <p:cNvPr id="5123" name="Rectangle 2"/>
          <p:cNvSpPr>
            <a:spLocks noGrp="1"/>
          </p:cNvSpPr>
          <p:nvPr>
            <p:ph type="title"/>
            <p:custDataLst>
              <p:tags r:id="rId1"/>
            </p:custDataLst>
          </p:nvPr>
        </p:nvSpPr>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对路径的测试</a:t>
            </a:r>
          </a:p>
        </p:txBody>
      </p:sp>
      <p:sp>
        <p:nvSpPr>
          <p:cNvPr id="3" name="日期占位符 2"/>
          <p:cNvSpPr>
            <a:spLocks noGrp="1"/>
          </p:cNvSpPr>
          <p:nvPr>
            <p:ph type="dt" sz="half" idx="10"/>
          </p:nvPr>
        </p:nvSpPr>
        <p:spPr/>
        <p:txBody>
          <a:bodyPr/>
          <a:lstStyle/>
          <a:p>
            <a:fld id="{760FBDFE-C587-4B4C-A407-44438C67B59E}" type="datetime1">
              <a:rPr lang="zh-CN" altLang="en-US" smtClean="0"/>
              <a:t>2023/4/26</a:t>
            </a:fld>
            <a:endParaRPr lang="zh-CN" altLang="en-US"/>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5"/>
          <p:cNvSpPr txBox="1">
            <a:spLocks noGrp="1"/>
          </p:cNvSpPr>
          <p:nvPr>
            <p:ph type="sldNum" sz="quarter" idx="12"/>
          </p:nvPr>
        </p:nvSpPr>
        <p:spPr/>
        <p:txBody>
          <a:bodyPr>
            <a:noAutofit/>
          </a:bodyPr>
          <a:lstStyle/>
          <a:p>
            <a:pPr marL="0" indent="0" algn="r" eaLnBrk="1" hangingPunct="1">
              <a:spcBef>
                <a:spcPct val="0"/>
              </a:spcBef>
              <a:buClrTx/>
              <a:buFontTx/>
              <a:buNone/>
            </a:pPr>
            <a:fld id="{9A0DB2DC-4C9A-4742-B13C-FB6460FD3503}" type="slidenum">
              <a:rPr lang="en-US" altLang="zh-CN" sz="1200" dirty="0"/>
              <a:t>25</a:t>
            </a:fld>
            <a:endParaRPr lang="en-US" altLang="zh-CN" sz="1200" dirty="0"/>
          </a:p>
        </p:txBody>
      </p:sp>
      <p:sp>
        <p:nvSpPr>
          <p:cNvPr id="13316" name="Rectangle 3"/>
          <p:cNvSpPr>
            <a:spLocks noGrp="1"/>
          </p:cNvSpPr>
          <p:nvPr>
            <p:ph idx="1"/>
          </p:nvPr>
        </p:nvSpPr>
        <p:spPr/>
        <p:txBody>
          <a:bodyPr vert="horz" wrap="square" lIns="91440" tIns="45720" rIns="91440" bIns="45720" anchor="t" anchorCtr="0">
            <a:normAutofit/>
          </a:bodyPr>
          <a:lstStyle/>
          <a:p>
            <a:pPr algn="l" eaLnBrk="1" hangingPunct="1">
              <a:buClrTx/>
              <a:buSzTx/>
            </a:pPr>
            <a:r>
              <a:rPr sz="3400" b="1">
                <a:sym typeface="+mn-ea"/>
              </a:rPr>
              <a:t>基本复杂度</a:t>
            </a:r>
            <a:endParaRPr sz="3400" b="1" dirty="0"/>
          </a:p>
          <a:p>
            <a:pPr lvl="1" eaLnBrk="1" hangingPunct="1">
              <a:lnSpc>
                <a:spcPct val="160000"/>
              </a:lnSpc>
            </a:pPr>
            <a:r>
              <a:rPr lang="zh-CN" altLang="en-US" sz="2285" dirty="0"/>
              <a:t>基本复杂度关注的是程序中所有非结构化设计的代码，包含测试优化和设计优化的思想。</a:t>
            </a:r>
            <a:endParaRPr lang="en-US" altLang="zh-CN" sz="2285" dirty="0"/>
          </a:p>
          <a:p>
            <a:pPr lvl="1" eaLnBrk="1" hangingPunct="1">
              <a:lnSpc>
                <a:spcPct val="160000"/>
              </a:lnSpc>
            </a:pPr>
            <a:r>
              <a:rPr lang="zh-CN" altLang="en-US" sz="2285" dirty="0"/>
              <a:t>即使程序环复杂度较高，但若基本复杂度不高，则说明该程序多为结构化的设计，设计本身较优，引入缺陷的风险更低，也更利于分别针对被压缩的结构化设计展开独立测试。</a:t>
            </a:r>
          </a:p>
        </p:txBody>
      </p:sp>
      <p:sp>
        <p:nvSpPr>
          <p:cNvPr id="5123" name="Rectangle 2"/>
          <p:cNvSpPr>
            <a:spLocks noGrp="1"/>
          </p:cNvSpPr>
          <p:nvPr>
            <p:ph type="title"/>
            <p:custDataLst>
              <p:tags r:id="rId1"/>
            </p:custDataLst>
          </p:nvPr>
        </p:nvSpPr>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对路径的测试</a:t>
            </a:r>
          </a:p>
        </p:txBody>
      </p:sp>
      <p:sp>
        <p:nvSpPr>
          <p:cNvPr id="3" name="日期占位符 2"/>
          <p:cNvSpPr>
            <a:spLocks noGrp="1"/>
          </p:cNvSpPr>
          <p:nvPr>
            <p:ph type="dt" sz="half" idx="10"/>
          </p:nvPr>
        </p:nvSpPr>
        <p:spPr/>
        <p:txBody>
          <a:bodyPr/>
          <a:lstStyle/>
          <a:p>
            <a:fld id="{760FBDFE-C587-4B4C-A407-44438C67B59E}" type="datetime1">
              <a:rPr lang="zh-CN" altLang="en-US" smtClean="0"/>
              <a:t>2023/4/26</a:t>
            </a:fld>
            <a:endParaRPr lang="zh-CN" altLang="en-US"/>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26</a:t>
            </a:fld>
            <a:endParaRPr lang="zh-CN" altLang="en-US"/>
          </a:p>
        </p:txBody>
      </p:sp>
      <p:pic>
        <p:nvPicPr>
          <p:cNvPr id="6" name="内容占位符 5"/>
          <p:cNvPicPr>
            <a:picLocks noGrp="1" noChangeAspect="1"/>
          </p:cNvPicPr>
          <p:nvPr>
            <p:ph idx="1"/>
          </p:nvPr>
        </p:nvPicPr>
        <p:blipFill>
          <a:blip r:embed="rId3"/>
          <a:stretch>
            <a:fillRect/>
          </a:stretch>
        </p:blipFill>
        <p:spPr>
          <a:xfrm>
            <a:off x="395605" y="2418080"/>
            <a:ext cx="8383270" cy="2813050"/>
          </a:xfrm>
          <a:prstGeom prst="rect">
            <a:avLst/>
          </a:prstGeom>
        </p:spPr>
      </p:pic>
      <p:sp>
        <p:nvSpPr>
          <p:cNvPr id="5123" name="Rectangle 2"/>
          <p:cNvSpPr>
            <a:spLocks noGrp="1"/>
          </p:cNvSpPr>
          <p:nvPr>
            <p:ph type="title"/>
            <p:custDataLst>
              <p:tags r:id="rId1"/>
            </p:custDataLst>
          </p:nvPr>
        </p:nvSpPr>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对路径的测试</a:t>
            </a:r>
          </a:p>
        </p:txBody>
      </p:sp>
      <p:sp>
        <p:nvSpPr>
          <p:cNvPr id="7" name="文本框 6"/>
          <p:cNvSpPr txBox="1"/>
          <p:nvPr/>
        </p:nvSpPr>
        <p:spPr>
          <a:xfrm>
            <a:off x="659765" y="1484630"/>
            <a:ext cx="4572000" cy="614045"/>
          </a:xfrm>
          <a:prstGeom prst="rect">
            <a:avLst/>
          </a:prstGeom>
          <a:noFill/>
        </p:spPr>
        <p:txBody>
          <a:bodyPr wrap="square" rtlCol="0" anchor="t">
            <a:spAutoFit/>
          </a:bodyPr>
          <a:lstStyle/>
          <a:p>
            <a:pPr algn="l" eaLnBrk="1" hangingPunct="1">
              <a:buClrTx/>
              <a:buSzTx/>
            </a:pPr>
            <a:r>
              <a:rPr lang="zh-CN" sz="3400" b="1">
                <a:latin typeface="微软雅黑" panose="020B0503020204020204" charset="-122"/>
                <a:ea typeface="微软雅黑" panose="020B0503020204020204" charset="-122"/>
                <a:sym typeface="+mn-ea"/>
              </a:rPr>
              <a:t>非结构化程序结构</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4139565" y="1484630"/>
            <a:ext cx="4871085" cy="4562475"/>
          </a:xfrm>
          <a:prstGeom prst="rect">
            <a:avLst/>
          </a:prstGeom>
        </p:spPr>
      </p:pic>
      <p:sp>
        <p:nvSpPr>
          <p:cNvPr id="4" name="日期占位符 3"/>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27</a:t>
            </a:fld>
            <a:endParaRPr lang="zh-CN" altLang="en-US"/>
          </a:p>
        </p:txBody>
      </p:sp>
      <p:sp>
        <p:nvSpPr>
          <p:cNvPr id="5123" name="Rectangle 2"/>
          <p:cNvSpPr>
            <a:spLocks noGrp="1"/>
          </p:cNvSpPr>
          <p:nvPr>
            <p:ph type="title"/>
            <p:custDataLst>
              <p:tags r:id="rId1"/>
            </p:custDataLst>
          </p:nvPr>
        </p:nvSpPr>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对路径的测试</a:t>
            </a:r>
          </a:p>
        </p:txBody>
      </p:sp>
      <p:sp>
        <p:nvSpPr>
          <p:cNvPr id="7" name="文本框 6"/>
          <p:cNvSpPr txBox="1"/>
          <p:nvPr/>
        </p:nvSpPr>
        <p:spPr>
          <a:xfrm>
            <a:off x="502285" y="1912620"/>
            <a:ext cx="3657600" cy="2544445"/>
          </a:xfrm>
          <a:prstGeom prst="rect">
            <a:avLst/>
          </a:prstGeom>
          <a:noFill/>
        </p:spPr>
        <p:txBody>
          <a:bodyPr wrap="square" rtlCol="0" anchor="t">
            <a:noAutofit/>
          </a:bodyPr>
          <a:lstStyle/>
          <a:p>
            <a:pPr algn="l" eaLnBrk="1" hangingPunct="1">
              <a:buClrTx/>
              <a:buSzTx/>
            </a:pPr>
            <a:r>
              <a:rPr lang="zh-CN" sz="3400" b="1">
                <a:latin typeface="微软雅黑" panose="020B0503020204020204" charset="-122"/>
                <a:ea typeface="微软雅黑" panose="020B0503020204020204" charset="-122"/>
                <a:sym typeface="+mn-ea"/>
              </a:rPr>
              <a:t>结构化程序结构</a:t>
            </a:r>
            <a:endParaRPr lang="zh-CN" sz="2400">
              <a:latin typeface="微软雅黑" panose="020B0503020204020204" charset="-122"/>
              <a:ea typeface="微软雅黑" panose="020B0503020204020204" charset="-122"/>
              <a:sym typeface="+mn-ea"/>
            </a:endParaRPr>
          </a:p>
          <a:p>
            <a:pPr algn="l" eaLnBrk="1" hangingPunct="1">
              <a:buClrTx/>
              <a:buSzTx/>
            </a:pPr>
            <a:endParaRPr lang="zh-CN" sz="2400">
              <a:latin typeface="微软雅黑" panose="020B0503020204020204" charset="-122"/>
              <a:ea typeface="微软雅黑" panose="020B0503020204020204" charset="-122"/>
              <a:sym typeface="+mn-ea"/>
            </a:endParaRPr>
          </a:p>
          <a:p>
            <a:pPr algn="l" eaLnBrk="1" hangingPunct="1">
              <a:lnSpc>
                <a:spcPct val="140000"/>
              </a:lnSpc>
              <a:buClrTx/>
              <a:buSzTx/>
            </a:pPr>
            <a:r>
              <a:rPr lang="zh-CN" sz="2400">
                <a:latin typeface="微软雅黑" panose="020B0503020204020204" charset="-122"/>
                <a:ea typeface="微软雅黑" panose="020B0503020204020204" charset="-122"/>
                <a:sym typeface="+mn-ea"/>
              </a:rPr>
              <a:t>可将所有分支压缩为一个节点，则基本复杂度为</a:t>
            </a:r>
            <a:r>
              <a:rPr lang="en-US" altLang="zh-CN" sz="2400">
                <a:latin typeface="微软雅黑" panose="020B0503020204020204" charset="-122"/>
                <a:ea typeface="微软雅黑" panose="020B0503020204020204" charset="-122"/>
                <a:sym typeface="+mn-ea"/>
              </a:rPr>
              <a:t>1</a:t>
            </a:r>
            <a:r>
              <a:rPr lang="zh-CN" altLang="en-US" sz="2400">
                <a:latin typeface="微软雅黑" panose="020B0503020204020204" charset="-122"/>
                <a:ea typeface="微软雅黑" panose="020B0503020204020204" charset="-122"/>
                <a:sym typeface="+mn-ea"/>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2430" y="1287780"/>
            <a:ext cx="8249285" cy="4950460"/>
          </a:xfrm>
        </p:spPr>
        <p:txBody>
          <a:bodyPr>
            <a:normAutofit lnSpcReduction="10000"/>
          </a:bodyPr>
          <a:lstStyle/>
          <a:p>
            <a:r>
              <a:rPr lang="zh-CN" altLang="en-US" sz="3200" b="1"/>
              <a:t>基本路径测试法的目标：</a:t>
            </a:r>
          </a:p>
          <a:p>
            <a:pPr lvl="1">
              <a:lnSpc>
                <a:spcPct val="150000"/>
              </a:lnSpc>
            </a:pPr>
            <a:r>
              <a:rPr lang="zh-CN" altLang="en-US" sz="2400"/>
              <a:t>测试的完备性：通过对独立路径的测试达到对所有路径的覆盖。</a:t>
            </a:r>
          </a:p>
          <a:p>
            <a:pPr lvl="1">
              <a:lnSpc>
                <a:spcPct val="150000"/>
              </a:lnSpc>
            </a:pPr>
            <a:r>
              <a:rPr lang="zh-CN" altLang="en-US" sz="2400"/>
              <a:t>测试的无冗余性：每条路径都是独立的，针对每条路径设计的测试用例之间不存在冗余。</a:t>
            </a:r>
          </a:p>
          <a:p>
            <a:pPr lvl="0"/>
            <a:r>
              <a:rPr lang="zh-CN" altLang="en-US" sz="3360" b="1"/>
              <a:t>独立路径的抽取原则：</a:t>
            </a:r>
          </a:p>
          <a:p>
            <a:pPr lvl="1"/>
            <a:r>
              <a:rPr lang="zh-CN" altLang="en-US" sz="2400"/>
              <a:t>任意两条路径线性无关（每一条路径具有不同特征）；</a:t>
            </a:r>
          </a:p>
          <a:p>
            <a:pPr lvl="1"/>
            <a:r>
              <a:rPr lang="zh-CN" altLang="en-US" sz="2400"/>
              <a:t>所有独立路径的并集是整个向量空间。</a:t>
            </a:r>
          </a:p>
        </p:txBody>
      </p:sp>
      <p:sp>
        <p:nvSpPr>
          <p:cNvPr id="4" name="日期占位符 3"/>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28</a:t>
            </a:fld>
            <a:endParaRPr lang="zh-CN" altLang="en-US"/>
          </a:p>
        </p:txBody>
      </p:sp>
      <p:sp>
        <p:nvSpPr>
          <p:cNvPr id="5123" name="Rectangle 2"/>
          <p:cNvSpPr>
            <a:spLocks noGrp="1"/>
          </p:cNvSpPr>
          <p:nvPr>
            <p:ph type="title"/>
            <p:custDataLst>
              <p:tags r:id="rId1"/>
            </p:custDataLst>
          </p:nvPr>
        </p:nvSpPr>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对路径的测试</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p:cNvSpPr txBox="1">
            <a:spLocks noGrp="1"/>
          </p:cNvSpPr>
          <p:nvPr>
            <p:ph type="sldNum" sz="quarter" idx="12"/>
          </p:nvPr>
        </p:nvSpPr>
        <p:spPr/>
        <p:txBody>
          <a:bodyPr>
            <a:noAutofit/>
          </a:bodyPr>
          <a:lstStyle/>
          <a:p>
            <a:pPr marL="0" indent="0" algn="r" eaLnBrk="1" hangingPunct="1">
              <a:spcBef>
                <a:spcPct val="0"/>
              </a:spcBef>
              <a:buClrTx/>
              <a:buFontTx/>
              <a:buNone/>
            </a:pPr>
            <a:fld id="{9A0DB2DC-4C9A-4742-B13C-FB6460FD3503}" type="slidenum">
              <a:rPr lang="en-US" altLang="zh-CN" dirty="0"/>
              <a:t>29</a:t>
            </a:fld>
            <a:endParaRPr lang="en-US" altLang="zh-CN" dirty="0"/>
          </a:p>
        </p:txBody>
      </p:sp>
      <p:sp>
        <p:nvSpPr>
          <p:cNvPr id="15364" name="Rectangle 3"/>
          <p:cNvSpPr>
            <a:spLocks noGrp="1"/>
          </p:cNvSpPr>
          <p:nvPr>
            <p:ph idx="1"/>
          </p:nvPr>
        </p:nvSpPr>
        <p:spPr/>
        <p:txBody>
          <a:bodyPr vert="horz" wrap="square" lIns="91440" tIns="45720" rIns="91440" bIns="45720" anchor="t" anchorCtr="0"/>
          <a:lstStyle/>
          <a:p>
            <a:pPr eaLnBrk="1" hangingPunct="1"/>
            <a:r>
              <a:rPr lang="zh-CN" altLang="en-US" sz="3400" b="1" dirty="0"/>
              <a:t>测试用例设计</a:t>
            </a:r>
            <a:endParaRPr lang="en-US" altLang="zh-CN" sz="3400" b="1" dirty="0"/>
          </a:p>
          <a:p>
            <a:pPr lvl="1" eaLnBrk="1" hangingPunct="1"/>
            <a:r>
              <a:rPr lang="zh-CN" altLang="en-US" sz="2400" dirty="0">
                <a:solidFill>
                  <a:srgbClr val="0000FF"/>
                </a:solidFill>
              </a:rPr>
              <a:t>测试难点</a:t>
            </a:r>
            <a:endParaRPr lang="en-US" altLang="zh-CN" sz="2400" dirty="0">
              <a:solidFill>
                <a:srgbClr val="0000FF"/>
              </a:solidFill>
            </a:endParaRPr>
          </a:p>
          <a:p>
            <a:pPr lvl="1" eaLnBrk="1" hangingPunct="1"/>
            <a:r>
              <a:rPr lang="zh-CN" altLang="en-US" sz="2400" dirty="0"/>
              <a:t>独立路径集合规模确定</a:t>
            </a:r>
            <a:endParaRPr lang="en-US" altLang="zh-CN" sz="2400" dirty="0"/>
          </a:p>
          <a:p>
            <a:pPr lvl="1" eaLnBrk="1" hangingPunct="1"/>
            <a:r>
              <a:rPr lang="zh-CN" altLang="en-US" sz="2400" dirty="0"/>
              <a:t>独立路径的抽取</a:t>
            </a:r>
            <a:endParaRPr lang="en-US" altLang="zh-CN" sz="2400" dirty="0"/>
          </a:p>
          <a:p>
            <a:pPr lvl="1" eaLnBrk="1" hangingPunct="1"/>
            <a:r>
              <a:rPr lang="zh-CN" altLang="en-US" sz="2400" dirty="0"/>
              <a:t>不可行路径的处理</a:t>
            </a:r>
            <a:endParaRPr lang="en-US" altLang="zh-CN" sz="2400" dirty="0"/>
          </a:p>
          <a:p>
            <a:pPr lvl="1" eaLnBrk="1" hangingPunct="1"/>
            <a:r>
              <a:rPr lang="zh-CN" altLang="en-US" sz="2400" dirty="0"/>
              <a:t>测试用例的设计</a:t>
            </a:r>
          </a:p>
        </p:txBody>
      </p:sp>
      <p:sp>
        <p:nvSpPr>
          <p:cNvPr id="2" name="日期占位符 1"/>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5123" name="Rectangle 2"/>
          <p:cNvSpPr>
            <a:spLocks noGrp="1"/>
          </p:cNvSpPr>
          <p:nvPr>
            <p:ph type="title"/>
            <p:custDataLst>
              <p:tags r:id="rId1"/>
            </p:custDataLst>
          </p:nvPr>
        </p:nvSpPr>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对路径的测试</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p:cNvSpPr txBox="1">
            <a:spLocks noGrp="1"/>
          </p:cNvSpPr>
          <p:nvPr>
            <p:ph type="sldNum" sz="quarter" idx="12"/>
          </p:nvPr>
        </p:nvSpPr>
        <p:spPr/>
        <p:txBody>
          <a:bodyPr>
            <a:normAutofit fontScale="85000" lnSpcReduction="10000"/>
          </a:bodyPr>
          <a:lstStyle/>
          <a:p>
            <a:pPr marL="0" indent="0" algn="r" eaLnBrk="1" hangingPunct="1">
              <a:spcBef>
                <a:spcPct val="0"/>
              </a:spcBef>
              <a:buClrTx/>
              <a:buFontTx/>
              <a:buNone/>
            </a:pPr>
            <a:fld id="{9A0DB2DC-4C9A-4742-B13C-FB6460FD3503}" type="slidenum">
              <a:rPr lang="en-US" altLang="zh-CN" sz="1200" dirty="0"/>
              <a:t>30</a:t>
            </a:fld>
            <a:endParaRPr lang="en-US" altLang="zh-CN" sz="1200" dirty="0"/>
          </a:p>
        </p:txBody>
      </p:sp>
      <p:sp>
        <p:nvSpPr>
          <p:cNvPr id="16388" name="Rectangle 3"/>
          <p:cNvSpPr>
            <a:spLocks noGrp="1"/>
          </p:cNvSpPr>
          <p:nvPr>
            <p:ph idx="1"/>
          </p:nvPr>
        </p:nvSpPr>
        <p:spPr/>
        <p:txBody>
          <a:bodyPr vert="horz" wrap="square" lIns="91440" tIns="45720" rIns="91440" bIns="45720" anchor="t" anchorCtr="0"/>
          <a:lstStyle/>
          <a:p>
            <a:pPr eaLnBrk="1" hangingPunct="1"/>
            <a:r>
              <a:rPr lang="zh-CN" altLang="en-US" sz="3400" b="1" dirty="0"/>
              <a:t>测试难点：</a:t>
            </a:r>
            <a:endParaRPr lang="en-US" altLang="zh-CN" sz="3400" b="1" dirty="0"/>
          </a:p>
          <a:p>
            <a:pPr lvl="1" eaLnBrk="1" hangingPunct="1"/>
            <a:r>
              <a:rPr lang="zh-CN" altLang="en-US" sz="2400" dirty="0"/>
              <a:t>如何确定独立路径集合的规模；</a:t>
            </a:r>
          </a:p>
          <a:p>
            <a:pPr lvl="1" eaLnBrk="1" hangingPunct="1"/>
            <a:r>
              <a:rPr lang="zh-CN" altLang="en-US" sz="2400" dirty="0">
                <a:solidFill>
                  <a:srgbClr val="FF0000"/>
                </a:solidFill>
              </a:rPr>
              <a:t>如何从整个路径集合中抽取独立路径的集合，以确保路径的独立性和独立路径集合的完备性；</a:t>
            </a:r>
          </a:p>
          <a:p>
            <a:pPr lvl="1" eaLnBrk="1" hangingPunct="1"/>
            <a:r>
              <a:rPr lang="zh-CN" altLang="en-US" sz="2400" dirty="0"/>
              <a:t>如何保证每条独立路径的可行性；</a:t>
            </a:r>
          </a:p>
          <a:p>
            <a:pPr lvl="1" eaLnBrk="1" hangingPunct="1"/>
            <a:r>
              <a:rPr lang="zh-CN" altLang="en-US" sz="2400" dirty="0"/>
              <a:t>如何从独立路径设计测试用例。</a:t>
            </a:r>
          </a:p>
        </p:txBody>
      </p:sp>
      <p:sp>
        <p:nvSpPr>
          <p:cNvPr id="2" name="日期占位符 1"/>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5123" name="Rectangle 2"/>
          <p:cNvSpPr>
            <a:spLocks noGrp="1"/>
          </p:cNvSpPr>
          <p:nvPr>
            <p:ph type="title"/>
            <p:custDataLst>
              <p:tags r:id="rId1"/>
            </p:custDataLst>
          </p:nvPr>
        </p:nvSpPr>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对路径的测试</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5"/>
          <p:cNvSpPr txBox="1">
            <a:spLocks noGrp="1"/>
          </p:cNvSpPr>
          <p:nvPr>
            <p:ph type="sldNum" sz="quarter" idx="12"/>
          </p:nvPr>
        </p:nvSpPr>
        <p:spPr/>
        <p:txBody>
          <a:bodyPr>
            <a:normAutofit fontScale="85000" lnSpcReduction="10000"/>
          </a:bodyPr>
          <a:lstStyle/>
          <a:p>
            <a:pPr marL="0" indent="0" algn="r" eaLnBrk="1" hangingPunct="1">
              <a:spcBef>
                <a:spcPct val="0"/>
              </a:spcBef>
              <a:buClrTx/>
              <a:buFontTx/>
              <a:buNone/>
            </a:pPr>
            <a:fld id="{9A0DB2DC-4C9A-4742-B13C-FB6460FD3503}" type="slidenum">
              <a:rPr lang="en-US" altLang="zh-CN" sz="1200" dirty="0"/>
              <a:t>31</a:t>
            </a:fld>
            <a:endParaRPr lang="en-US" altLang="zh-CN" sz="1200" dirty="0"/>
          </a:p>
        </p:txBody>
      </p:sp>
      <p:sp>
        <p:nvSpPr>
          <p:cNvPr id="18436" name="Rectangle 3"/>
          <p:cNvSpPr>
            <a:spLocks noGrp="1"/>
          </p:cNvSpPr>
          <p:nvPr>
            <p:ph idx="1"/>
          </p:nvPr>
        </p:nvSpPr>
        <p:spPr/>
        <p:txBody>
          <a:bodyPr vert="horz" wrap="square" lIns="91440" tIns="45720" rIns="91440" bIns="45720" anchor="t" anchorCtr="0"/>
          <a:lstStyle/>
          <a:p>
            <a:pPr eaLnBrk="1" hangingPunct="1">
              <a:lnSpc>
                <a:spcPct val="130000"/>
              </a:lnSpc>
            </a:pPr>
            <a:r>
              <a:rPr sz="3200" b="1">
                <a:solidFill>
                  <a:schemeClr val="tx1"/>
                </a:solidFill>
                <a:sym typeface="+mn-ea"/>
              </a:rPr>
              <a:t>独立路径集合规模确定</a:t>
            </a:r>
          </a:p>
          <a:p>
            <a:pPr lvl="1" eaLnBrk="1" hangingPunct="1">
              <a:lnSpc>
                <a:spcPct val="180000"/>
              </a:lnSpc>
            </a:pPr>
            <a:r>
              <a:rPr lang="zh-CN" altLang="en-US" sz="2400" dirty="0"/>
              <a:t>按照</a:t>
            </a:r>
            <a:r>
              <a:rPr lang="en-US" altLang="en-US" sz="2400" dirty="0"/>
              <a:t>McCabe</a:t>
            </a:r>
            <a:r>
              <a:rPr lang="zh-CN" altLang="en-US" sz="2400" dirty="0"/>
              <a:t>的环复杂度概念，对于指定的程序图，对路径的测试中所需独立路径集合的大小就</a:t>
            </a:r>
            <a:r>
              <a:rPr lang="zh-CN" altLang="en-US" sz="2400" dirty="0">
                <a:solidFill>
                  <a:srgbClr val="FF0000"/>
                </a:solidFill>
              </a:rPr>
              <a:t>等于其程序图的环复杂度</a:t>
            </a:r>
            <a:r>
              <a:rPr lang="zh-CN" altLang="en-US" sz="2400" dirty="0"/>
              <a:t>。</a:t>
            </a:r>
          </a:p>
        </p:txBody>
      </p:sp>
      <p:sp>
        <p:nvSpPr>
          <p:cNvPr id="2" name="日期占位符 1"/>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5123" name="Rectangle 2"/>
          <p:cNvSpPr>
            <a:spLocks noGrp="1"/>
          </p:cNvSpPr>
          <p:nvPr>
            <p:ph type="title"/>
            <p:custDataLst>
              <p:tags r:id="rId1"/>
            </p:custDataLst>
          </p:nvPr>
        </p:nvSpPr>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对路径的测试</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p:cNvSpPr txBox="1">
            <a:spLocks noGrp="1"/>
          </p:cNvSpPr>
          <p:nvPr>
            <p:ph type="sldNum" sz="quarter" idx="12"/>
          </p:nvPr>
        </p:nvSpPr>
        <p:spPr/>
        <p:txBody>
          <a:bodyPr>
            <a:normAutofit fontScale="85000" lnSpcReduction="10000"/>
          </a:bodyPr>
          <a:lstStyle/>
          <a:p>
            <a:pPr marL="0" indent="0" algn="r" eaLnBrk="1" hangingPunct="1">
              <a:spcBef>
                <a:spcPct val="0"/>
              </a:spcBef>
              <a:buClrTx/>
              <a:buFontTx/>
              <a:buNone/>
            </a:pPr>
            <a:fld id="{9A0DB2DC-4C9A-4742-B13C-FB6460FD3503}" type="slidenum">
              <a:rPr lang="en-US" altLang="zh-CN" sz="1200" dirty="0"/>
              <a:t>32</a:t>
            </a:fld>
            <a:endParaRPr lang="en-US" altLang="zh-CN" sz="1200" dirty="0"/>
          </a:p>
        </p:txBody>
      </p:sp>
      <p:sp>
        <p:nvSpPr>
          <p:cNvPr id="20484" name="Rectangle 3"/>
          <p:cNvSpPr>
            <a:spLocks noGrp="1"/>
          </p:cNvSpPr>
          <p:nvPr>
            <p:ph idx="1"/>
          </p:nvPr>
        </p:nvSpPr>
        <p:spPr>
          <a:xfrm>
            <a:off x="502285" y="1287780"/>
            <a:ext cx="8139430" cy="5100955"/>
          </a:xfrm>
        </p:spPr>
        <p:txBody>
          <a:bodyPr vert="horz" wrap="square" lIns="91440" tIns="45720" rIns="91440" bIns="45720" anchor="t" anchorCtr="0">
            <a:normAutofit lnSpcReduction="10000"/>
          </a:bodyPr>
          <a:lstStyle/>
          <a:p>
            <a:pPr eaLnBrk="1" hangingPunct="1"/>
            <a:r>
              <a:rPr lang="zh-CN" altLang="en-US" sz="3400" b="1" dirty="0"/>
              <a:t>独立路径抽取（难点）</a:t>
            </a:r>
            <a:endParaRPr lang="en-US" altLang="zh-CN" sz="3400" b="1" dirty="0"/>
          </a:p>
          <a:p>
            <a:pPr eaLnBrk="1" hangingPunct="1">
              <a:lnSpc>
                <a:spcPct val="160000"/>
              </a:lnSpc>
            </a:pPr>
            <a:r>
              <a:rPr lang="en-US" altLang="zh-CN" b="1" dirty="0"/>
              <a:t>1</a:t>
            </a:r>
            <a:r>
              <a:rPr lang="zh-CN" altLang="en-US" b="1" dirty="0"/>
              <a:t>、确定主路径：</a:t>
            </a:r>
            <a:endParaRPr lang="en-US" altLang="zh-CN" b="1" dirty="0"/>
          </a:p>
          <a:p>
            <a:pPr lvl="1" eaLnBrk="1" hangingPunct="1"/>
            <a:r>
              <a:rPr lang="zh-CN" altLang="en-US" dirty="0"/>
              <a:t>该路径应包含尽可能多的判定节点（包括条件和循环判定）</a:t>
            </a:r>
            <a:endParaRPr lang="en-US" altLang="zh-CN" dirty="0"/>
          </a:p>
          <a:p>
            <a:pPr lvl="1" eaLnBrk="1" hangingPunct="1"/>
            <a:r>
              <a:rPr lang="zh-CN" altLang="en-US" dirty="0"/>
              <a:t>应包含尽可能复杂的判定表达式（与、或关系多）</a:t>
            </a:r>
            <a:endParaRPr lang="en-US" altLang="zh-CN" dirty="0"/>
          </a:p>
          <a:p>
            <a:pPr lvl="1" eaLnBrk="1" hangingPunct="1"/>
            <a:r>
              <a:rPr lang="zh-CN" altLang="en-US" dirty="0"/>
              <a:t>应对应尽可能高的执行概率</a:t>
            </a:r>
            <a:endParaRPr lang="en-US" altLang="zh-CN" dirty="0"/>
          </a:p>
          <a:p>
            <a:pPr lvl="1" eaLnBrk="1" hangingPunct="1"/>
            <a:r>
              <a:rPr lang="zh-CN" altLang="en-US" dirty="0"/>
              <a:t>应包含尽可能多的语句</a:t>
            </a:r>
            <a:endParaRPr lang="en-US" altLang="zh-CN" dirty="0"/>
          </a:p>
          <a:p>
            <a:pPr eaLnBrk="1" hangingPunct="1"/>
            <a:r>
              <a:rPr lang="en-US" altLang="zh-CN" b="1" dirty="0"/>
              <a:t>2</a:t>
            </a:r>
            <a:r>
              <a:rPr lang="zh-CN" altLang="en-US" b="1" dirty="0"/>
              <a:t>、根据基础路径抽取其他独立路径</a:t>
            </a:r>
          </a:p>
          <a:p>
            <a:pPr lvl="1" eaLnBrk="1" hangingPunct="1">
              <a:lnSpc>
                <a:spcPct val="160000"/>
              </a:lnSpc>
            </a:pPr>
            <a:r>
              <a:rPr lang="zh-CN" altLang="en-US" dirty="0"/>
              <a:t>依次在该路径上的每个判定节点从执行一个新的分支，直到达到数目。</a:t>
            </a:r>
          </a:p>
        </p:txBody>
      </p:sp>
      <p:sp>
        <p:nvSpPr>
          <p:cNvPr id="2" name="日期占位符 1"/>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4" name="Rectangle 2"/>
          <p:cNvSpPr>
            <a:spLocks noGrp="1"/>
          </p:cNvSpPr>
          <p:nvPr>
            <p:ph type="title"/>
            <p:custDataLst>
              <p:tags r:id="rId1"/>
            </p:custDataLst>
          </p:nvPr>
        </p:nvSpPr>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对路径的测试</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p:cNvSpPr txBox="1">
            <a:spLocks noGrp="1"/>
          </p:cNvSpPr>
          <p:nvPr>
            <p:ph type="sldNum" sz="quarter" idx="12"/>
          </p:nvPr>
        </p:nvSpPr>
        <p:spPr/>
        <p:txBody>
          <a:bodyPr>
            <a:normAutofit fontScale="85000" lnSpcReduction="10000"/>
          </a:bodyPr>
          <a:lstStyle/>
          <a:p>
            <a:pPr marL="0" indent="0" algn="r" eaLnBrk="1" hangingPunct="1">
              <a:spcBef>
                <a:spcPct val="0"/>
              </a:spcBef>
              <a:buClrTx/>
              <a:buFontTx/>
              <a:buNone/>
            </a:pPr>
            <a:fld id="{9A0DB2DC-4C9A-4742-B13C-FB6460FD3503}" type="slidenum">
              <a:rPr lang="en-US" altLang="zh-CN" sz="1200" dirty="0"/>
              <a:t>33</a:t>
            </a:fld>
            <a:endParaRPr lang="en-US" altLang="zh-CN" sz="1200" dirty="0"/>
          </a:p>
        </p:txBody>
      </p:sp>
      <p:pic>
        <p:nvPicPr>
          <p:cNvPr id="21509" name="Picture 2" descr="5t15"/>
          <p:cNvPicPr>
            <a:picLocks noChangeAspect="1"/>
          </p:cNvPicPr>
          <p:nvPr/>
        </p:nvPicPr>
        <p:blipFill>
          <a:blip r:embed="rId3"/>
          <a:stretch>
            <a:fillRect/>
          </a:stretch>
        </p:blipFill>
        <p:spPr>
          <a:xfrm>
            <a:off x="6156325" y="476885"/>
            <a:ext cx="2513965" cy="2484120"/>
          </a:xfrm>
          <a:prstGeom prst="rect">
            <a:avLst/>
          </a:prstGeom>
          <a:noFill/>
          <a:ln w="9525">
            <a:noFill/>
          </a:ln>
        </p:spPr>
      </p:pic>
      <p:sp>
        <p:nvSpPr>
          <p:cNvPr id="21508" name="Rectangle 3"/>
          <p:cNvSpPr>
            <a:spLocks noGrp="1"/>
          </p:cNvSpPr>
          <p:nvPr>
            <p:ph idx="1"/>
          </p:nvPr>
        </p:nvSpPr>
        <p:spPr>
          <a:xfrm>
            <a:off x="502285" y="1689100"/>
            <a:ext cx="8139430" cy="3978910"/>
          </a:xfrm>
        </p:spPr>
        <p:txBody>
          <a:bodyPr vert="horz" wrap="square" lIns="91440" tIns="45720" rIns="91440" bIns="45720" anchor="t" anchorCtr="0"/>
          <a:lstStyle/>
          <a:p>
            <a:pPr algn="just" eaLnBrk="1" hangingPunct="1">
              <a:lnSpc>
                <a:spcPct val="170000"/>
              </a:lnSpc>
            </a:pPr>
            <a:r>
              <a:rPr lang="zh-CN" altLang="en-US" sz="3400" b="1" dirty="0"/>
              <a:t>举例：</a:t>
            </a:r>
            <a:r>
              <a:rPr lang="zh-CN" altLang="en-US" sz="3200" b="1" dirty="0"/>
              <a:t>独立路径抽取</a:t>
            </a:r>
            <a:endParaRPr lang="en-US" altLang="zh-CN" sz="3200" b="1" dirty="0"/>
          </a:p>
          <a:p>
            <a:pPr lvl="1" algn="just" eaLnBrk="1" hangingPunct="1"/>
            <a:r>
              <a:rPr lang="en-US" altLang="en-US" dirty="0"/>
              <a:t>Path1</a:t>
            </a:r>
            <a:r>
              <a:rPr lang="zh-CN" altLang="en-US" dirty="0"/>
              <a:t>：</a:t>
            </a:r>
            <a:r>
              <a:rPr lang="en-US" altLang="en-US" dirty="0"/>
              <a:t>A, B, C, G(</a:t>
            </a:r>
            <a:r>
              <a:rPr lang="zh-CN" altLang="en-US" dirty="0"/>
              <a:t>经过判定节点</a:t>
            </a:r>
            <a:r>
              <a:rPr lang="en-US" altLang="en-US" dirty="0"/>
              <a:t>A</a:t>
            </a:r>
            <a:r>
              <a:rPr lang="zh-CN" altLang="en-US" dirty="0"/>
              <a:t>、</a:t>
            </a:r>
            <a:r>
              <a:rPr lang="en-US" altLang="en-US" dirty="0"/>
              <a:t>B</a:t>
            </a:r>
            <a:r>
              <a:rPr lang="zh-CN" altLang="en-US" dirty="0"/>
              <a:t>、</a:t>
            </a:r>
            <a:r>
              <a:rPr lang="en-US" altLang="en-US" dirty="0"/>
              <a:t>C)</a:t>
            </a:r>
            <a:r>
              <a:rPr lang="zh-CN" altLang="en-US" dirty="0"/>
              <a:t>；</a:t>
            </a:r>
          </a:p>
          <a:p>
            <a:pPr lvl="1" algn="just" eaLnBrk="1" hangingPunct="1"/>
            <a:r>
              <a:rPr lang="en-US" altLang="en-US" dirty="0"/>
              <a:t>Path2</a:t>
            </a:r>
            <a:r>
              <a:rPr lang="zh-CN" altLang="en-US" dirty="0"/>
              <a:t>：</a:t>
            </a:r>
            <a:r>
              <a:rPr lang="en-US" altLang="en-US" dirty="0"/>
              <a:t>A, D, E, F, G(</a:t>
            </a:r>
            <a:r>
              <a:rPr lang="zh-CN" altLang="en-US" dirty="0"/>
              <a:t>在判定节点</a:t>
            </a:r>
            <a:r>
              <a:rPr lang="en-US" altLang="en-US" dirty="0"/>
              <a:t>A</a:t>
            </a:r>
            <a:r>
              <a:rPr lang="zh-CN" altLang="en-US" dirty="0"/>
              <a:t>处执行</a:t>
            </a:r>
            <a:r>
              <a:rPr lang="en-US" altLang="en-US" dirty="0"/>
              <a:t>e2</a:t>
            </a:r>
            <a:r>
              <a:rPr lang="zh-CN" altLang="en-US" dirty="0"/>
              <a:t>分支</a:t>
            </a:r>
            <a:r>
              <a:rPr lang="en-US" altLang="en-US" dirty="0"/>
              <a:t>)</a:t>
            </a:r>
            <a:r>
              <a:rPr lang="zh-CN" altLang="en-US" dirty="0"/>
              <a:t>；</a:t>
            </a:r>
          </a:p>
          <a:p>
            <a:pPr lvl="1" algn="just" eaLnBrk="1" hangingPunct="1"/>
            <a:r>
              <a:rPr lang="en-US" altLang="en-US" dirty="0"/>
              <a:t>Path3</a:t>
            </a:r>
            <a:r>
              <a:rPr lang="zh-CN" altLang="en-US" dirty="0"/>
              <a:t>：</a:t>
            </a:r>
            <a:r>
              <a:rPr lang="en-US" altLang="en-US" dirty="0"/>
              <a:t>A, B, E, F, G(</a:t>
            </a:r>
            <a:r>
              <a:rPr lang="zh-CN" altLang="en-US" dirty="0"/>
              <a:t>在判定节点</a:t>
            </a:r>
            <a:r>
              <a:rPr lang="en-US" altLang="en-US" dirty="0"/>
              <a:t>B</a:t>
            </a:r>
            <a:r>
              <a:rPr lang="zh-CN" altLang="en-US" dirty="0"/>
              <a:t>处执行</a:t>
            </a:r>
            <a:r>
              <a:rPr lang="en-US" altLang="en-US" dirty="0"/>
              <a:t>e5</a:t>
            </a:r>
            <a:r>
              <a:rPr lang="zh-CN" altLang="en-US" dirty="0"/>
              <a:t>分支</a:t>
            </a:r>
            <a:r>
              <a:rPr lang="en-US" altLang="en-US" dirty="0"/>
              <a:t>)</a:t>
            </a:r>
            <a:r>
              <a:rPr lang="zh-CN" altLang="en-US" dirty="0"/>
              <a:t>；</a:t>
            </a:r>
          </a:p>
          <a:p>
            <a:pPr lvl="1" algn="just" eaLnBrk="1" hangingPunct="1"/>
            <a:r>
              <a:rPr lang="en-US" altLang="en-US" dirty="0"/>
              <a:t>Path4</a:t>
            </a:r>
            <a:r>
              <a:rPr lang="zh-CN" altLang="en-US" dirty="0"/>
              <a:t>：</a:t>
            </a:r>
            <a:r>
              <a:rPr lang="en-US" altLang="en-US" dirty="0"/>
              <a:t>A, B, C, B, C, G(</a:t>
            </a:r>
            <a:r>
              <a:rPr lang="zh-CN" altLang="en-US" dirty="0"/>
              <a:t>在判定节点</a:t>
            </a:r>
            <a:r>
              <a:rPr lang="en-US" altLang="en-US" dirty="0"/>
              <a:t>C</a:t>
            </a:r>
            <a:r>
              <a:rPr lang="zh-CN" altLang="en-US" dirty="0"/>
              <a:t>处执行</a:t>
            </a:r>
            <a:r>
              <a:rPr lang="en-US" altLang="en-US" dirty="0"/>
              <a:t>e3</a:t>
            </a:r>
            <a:r>
              <a:rPr lang="zh-CN" altLang="en-US" dirty="0"/>
              <a:t>分支</a:t>
            </a:r>
            <a:r>
              <a:rPr lang="en-US" altLang="en-US" dirty="0"/>
              <a:t>)</a:t>
            </a:r>
            <a:r>
              <a:rPr lang="zh-CN" altLang="en-US" dirty="0"/>
              <a:t>；</a:t>
            </a:r>
          </a:p>
          <a:p>
            <a:pPr lvl="1" algn="just" eaLnBrk="1" hangingPunct="1"/>
            <a:r>
              <a:rPr lang="en-US" altLang="en-US" dirty="0"/>
              <a:t>Path5</a:t>
            </a:r>
            <a:r>
              <a:rPr lang="zh-CN" altLang="en-US" dirty="0"/>
              <a:t>：</a:t>
            </a:r>
            <a:r>
              <a:rPr lang="en-US" altLang="en-US" dirty="0"/>
              <a:t>A, D, F, G(</a:t>
            </a:r>
            <a:r>
              <a:rPr lang="zh-CN" altLang="en-US" dirty="0"/>
              <a:t>在判定节点</a:t>
            </a:r>
            <a:r>
              <a:rPr lang="en-US" altLang="en-US" dirty="0"/>
              <a:t>D</a:t>
            </a:r>
            <a:r>
              <a:rPr lang="zh-CN" altLang="en-US" dirty="0"/>
              <a:t>处执行</a:t>
            </a:r>
            <a:r>
              <a:rPr lang="en-US" altLang="en-US" dirty="0"/>
              <a:t>e7</a:t>
            </a:r>
            <a:r>
              <a:rPr lang="zh-CN" altLang="en-US" dirty="0"/>
              <a:t>分支</a:t>
            </a:r>
            <a:r>
              <a:rPr lang="en-US" altLang="en-US" dirty="0"/>
              <a:t>)</a:t>
            </a:r>
          </a:p>
        </p:txBody>
      </p:sp>
      <p:sp>
        <p:nvSpPr>
          <p:cNvPr id="2" name="日期占位符 1"/>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5123" name="Rectangle 2"/>
          <p:cNvSpPr>
            <a:spLocks noGrp="1"/>
          </p:cNvSpPr>
          <p:nvPr>
            <p:ph type="title"/>
            <p:custDataLst>
              <p:tags r:id="rId1"/>
            </p:custDataLst>
          </p:nvPr>
        </p:nvSpPr>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对路径的测试</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p:cNvSpPr txBox="1">
            <a:spLocks noGrp="1"/>
          </p:cNvSpPr>
          <p:nvPr>
            <p:ph type="sldNum" sz="quarter" idx="12"/>
          </p:nvPr>
        </p:nvSpPr>
        <p:spPr/>
        <p:txBody>
          <a:bodyPr>
            <a:normAutofit fontScale="85000" lnSpcReduction="10000"/>
          </a:bodyPr>
          <a:lstStyle/>
          <a:p>
            <a:pPr marL="0" indent="0" algn="r" eaLnBrk="1" hangingPunct="1">
              <a:spcBef>
                <a:spcPct val="0"/>
              </a:spcBef>
              <a:buClrTx/>
              <a:buFontTx/>
              <a:buNone/>
            </a:pPr>
            <a:fld id="{9A0DB2DC-4C9A-4742-B13C-FB6460FD3503}" type="slidenum">
              <a:rPr lang="en-US" altLang="zh-CN" sz="1200" dirty="0"/>
              <a:t>34</a:t>
            </a:fld>
            <a:endParaRPr lang="en-US" altLang="zh-CN" sz="1200" dirty="0"/>
          </a:p>
        </p:txBody>
      </p:sp>
      <p:sp>
        <p:nvSpPr>
          <p:cNvPr id="28676" name="Rectangle 3"/>
          <p:cNvSpPr>
            <a:spLocks noGrp="1" noChangeArrowheads="1"/>
          </p:cNvSpPr>
          <p:nvPr>
            <p:ph idx="1"/>
          </p:nvPr>
        </p:nvSpPr>
        <p:spPr>
          <a:xfrm>
            <a:off x="502285" y="1416685"/>
            <a:ext cx="8139430" cy="4667250"/>
          </a:xfrm>
        </p:spPr>
        <p:txBody>
          <a:bodyPr vert="horz" wrap="square" lIns="91440" tIns="45720" rIns="91440" bIns="45720" numCol="1" anchor="t" anchorCtr="0" compatLnSpc="1">
            <a:noAutofit/>
          </a:bodyPr>
          <a:lstStyle/>
          <a:p>
            <a:pPr marL="171450" marR="0" lvl="1" algn="just" defTabSz="914400" rtl="0" eaLnBrk="1" latinLnBrk="0" hangingPunct="1">
              <a:lnSpc>
                <a:spcPct val="130000"/>
              </a:lnSpc>
              <a:spcBef>
                <a:spcPts val="0"/>
              </a:spcBef>
              <a:spcAft>
                <a:spcPts val="1000"/>
              </a:spcAft>
              <a:buClrTx/>
              <a:buSzTx/>
              <a:buChar char="•"/>
            </a:pPr>
            <a:r>
              <a:rPr kumimoji="0" lang="zh-CN" altLang="en-US" sz="3400" b="1" i="0" u="none" strike="noStrike" cap="none" normalizeH="0" baseline="0" dirty="0">
                <a:solidFill>
                  <a:schemeClr val="tx1"/>
                </a:solidFill>
                <a:uFillTx/>
                <a:cs typeface="+mn-cs"/>
              </a:rPr>
              <a:t>不可行路径的处理</a:t>
            </a:r>
            <a:endParaRPr kumimoji="0" sz="3400" b="1" i="0" u="none" strike="noStrike" cap="none" normalizeH="0" baseline="0" dirty="0">
              <a:solidFill>
                <a:schemeClr val="tx1"/>
              </a:solidFill>
              <a:uFillTx/>
              <a:cs typeface="+mn-cs"/>
            </a:endParaRPr>
          </a:p>
          <a:p>
            <a:pPr marL="866775" marR="0" lvl="2" indent="-469900" algn="l" defTabSz="914400" rtl="0" eaLnBrk="1" fontAlgn="base" latinLnBrk="0" hangingPunct="1">
              <a:lnSpc>
                <a:spcPct val="140000"/>
              </a:lnSpc>
              <a:spcBef>
                <a:spcPct val="20000"/>
              </a:spcBef>
              <a:spcAft>
                <a:spcPct val="0"/>
              </a:spcAft>
              <a:buClr>
                <a:schemeClr val="accent2"/>
              </a:buClr>
              <a:buSzTx/>
              <a:buFont typeface="Wingdings" panose="05000000000000000000" pitchFamily="2" charset="2"/>
              <a:buChar char="o"/>
              <a:defRPr/>
            </a:pPr>
            <a:r>
              <a:rPr kumimoji="0" lang="zh-CN" altLang="en-US" sz="2400" i="0" u="none" strike="noStrike" kern="0" cap="none" spc="0" normalizeH="0" baseline="0" noProof="0" dirty="0">
                <a:ln>
                  <a:noFill/>
                </a:ln>
                <a:solidFill>
                  <a:schemeClr val="tx1"/>
                </a:solidFill>
                <a:effectLst/>
                <a:uLnTx/>
                <a:uFillTx/>
                <a:latin typeface="+mn-lt"/>
                <a:ea typeface="+mn-ea"/>
                <a:cs typeface="+mn-cs"/>
              </a:rPr>
              <a:t>程序的设计缺陷导致不可行路径。</a:t>
            </a:r>
            <a:endParaRPr kumimoji="0" lang="en-US" altLang="zh-CN" sz="2400" i="0" u="none" strike="noStrike" kern="0" cap="none" spc="0" normalizeH="0" baseline="0" noProof="0" dirty="0">
              <a:ln>
                <a:noFill/>
              </a:ln>
              <a:solidFill>
                <a:schemeClr val="tx1"/>
              </a:solidFill>
              <a:effectLst/>
              <a:uLnTx/>
              <a:uFillTx/>
              <a:latin typeface="+mn-lt"/>
              <a:ea typeface="+mn-ea"/>
              <a:cs typeface="+mn-cs"/>
            </a:endParaRPr>
          </a:p>
          <a:p>
            <a:pPr marL="866775" marR="0" lvl="2" indent="-469900" algn="l" defTabSz="914400" rtl="0" eaLnBrk="1" fontAlgn="base" latinLnBrk="0" hangingPunct="1">
              <a:lnSpc>
                <a:spcPct val="140000"/>
              </a:lnSpc>
              <a:spcBef>
                <a:spcPct val="20000"/>
              </a:spcBef>
              <a:spcAft>
                <a:spcPct val="0"/>
              </a:spcAft>
              <a:buClr>
                <a:schemeClr val="accent2"/>
              </a:buClr>
              <a:buSzTx/>
              <a:buFont typeface="Wingdings" panose="05000000000000000000" pitchFamily="2" charset="2"/>
              <a:buChar char="o"/>
              <a:defRPr/>
            </a:pPr>
            <a:r>
              <a:rPr kumimoji="0" lang="zh-CN" altLang="en-US" sz="2400" i="0" u="none" strike="noStrike" kern="0" cap="none" spc="0" normalizeH="0" baseline="0" noProof="0" dirty="0">
                <a:ln>
                  <a:noFill/>
                </a:ln>
                <a:solidFill>
                  <a:schemeClr val="tx1"/>
                </a:solidFill>
                <a:effectLst/>
                <a:uLnTx/>
                <a:uFillTx/>
                <a:latin typeface="+mn-lt"/>
                <a:ea typeface="+mn-ea"/>
                <a:cs typeface="+mn-cs"/>
              </a:rPr>
              <a:t>原因在于：构成判定表达式的多个简单判定条件之间存在一定关联，体现在多个简单判定条件的取值相互约束，从而导致部分路径不可行。</a:t>
            </a:r>
          </a:p>
          <a:p>
            <a:pPr marL="866775" marR="0" lvl="2" indent="-469900" algn="l" defTabSz="914400" rtl="0" eaLnBrk="1" fontAlgn="base" latinLnBrk="0" hangingPunct="1">
              <a:lnSpc>
                <a:spcPct val="140000"/>
              </a:lnSpc>
              <a:spcBef>
                <a:spcPct val="20000"/>
              </a:spcBef>
              <a:spcAft>
                <a:spcPct val="0"/>
              </a:spcAft>
              <a:buClr>
                <a:schemeClr val="accent2"/>
              </a:buClr>
              <a:buSzTx/>
              <a:buFont typeface="Wingdings" panose="05000000000000000000" pitchFamily="2" charset="2"/>
              <a:buChar char="o"/>
              <a:defRPr/>
            </a:pPr>
            <a:r>
              <a:rPr kumimoji="0" lang="zh-CN" altLang="en-US" sz="2400" i="0" u="none" strike="noStrike" kern="0" cap="none" spc="0" normalizeH="0" baseline="0" noProof="0" dirty="0">
                <a:ln>
                  <a:noFill/>
                </a:ln>
                <a:solidFill>
                  <a:schemeClr val="tx1"/>
                </a:solidFill>
                <a:effectLst/>
                <a:uLnTx/>
                <a:uFillTx/>
                <a:latin typeface="+mn-lt"/>
                <a:ea typeface="+mn-ea"/>
                <a:cs typeface="+mn-cs"/>
              </a:rPr>
              <a:t>若完全根据程序图来设计测试用例，往往无法发现这些不可行路径，最终导致测试失败。</a:t>
            </a:r>
          </a:p>
        </p:txBody>
      </p:sp>
      <p:sp>
        <p:nvSpPr>
          <p:cNvPr id="2" name="日期占位符 1"/>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5123" name="Rectangle 2"/>
          <p:cNvSpPr>
            <a:spLocks noGrp="1"/>
          </p:cNvSpPr>
          <p:nvPr>
            <p:ph type="title"/>
            <p:custDataLst>
              <p:tags r:id="rId1"/>
            </p:custDataLst>
          </p:nvPr>
        </p:nvSpPr>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对路径的测试</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5"/>
          <p:cNvSpPr txBox="1">
            <a:spLocks noGrp="1"/>
          </p:cNvSpPr>
          <p:nvPr>
            <p:ph type="sldNum" sz="quarter" idx="12"/>
          </p:nvPr>
        </p:nvSpPr>
        <p:spPr/>
        <p:txBody>
          <a:bodyPr>
            <a:normAutofit fontScale="85000" lnSpcReduction="10000"/>
          </a:bodyPr>
          <a:lstStyle/>
          <a:p>
            <a:pPr marL="0" indent="0" algn="r" eaLnBrk="1" hangingPunct="1">
              <a:spcBef>
                <a:spcPct val="0"/>
              </a:spcBef>
              <a:buClrTx/>
              <a:buFontTx/>
              <a:buNone/>
            </a:pPr>
            <a:fld id="{9A0DB2DC-4C9A-4742-B13C-FB6460FD3503}" type="slidenum">
              <a:rPr lang="en-US" altLang="zh-CN" sz="1200" dirty="0"/>
              <a:t>35</a:t>
            </a:fld>
            <a:endParaRPr lang="en-US" altLang="zh-CN" sz="1200" dirty="0"/>
          </a:p>
        </p:txBody>
      </p:sp>
      <p:sp>
        <p:nvSpPr>
          <p:cNvPr id="28676" name="Rectangle 3"/>
          <p:cNvSpPr>
            <a:spLocks noGrp="1" noChangeArrowheads="1"/>
          </p:cNvSpPr>
          <p:nvPr>
            <p:ph idx="1"/>
          </p:nvPr>
        </p:nvSpPr>
        <p:spPr>
          <a:xfrm>
            <a:off x="502285" y="1508125"/>
            <a:ext cx="8139430" cy="4159885"/>
          </a:xfrm>
        </p:spPr>
        <p:txBody>
          <a:bodyPr vert="horz" wrap="square" lIns="91440" tIns="45720" rIns="91440" bIns="45720" numCol="1" anchor="t" anchorCtr="0" compatLnSpc="1">
            <a:normAutofit fontScale="90000" lnSpcReduction="10000"/>
          </a:bodyPr>
          <a:lstStyle/>
          <a:p>
            <a:pPr marL="171450" marR="0" lvl="1" algn="just" defTabSz="914400" rtl="0" eaLnBrk="1" latinLnBrk="0" hangingPunct="1">
              <a:lnSpc>
                <a:spcPct val="130000"/>
              </a:lnSpc>
              <a:spcBef>
                <a:spcPts val="0"/>
              </a:spcBef>
              <a:spcAft>
                <a:spcPts val="1000"/>
              </a:spcAft>
              <a:buClrTx/>
              <a:buSzTx/>
              <a:buChar char="•"/>
            </a:pPr>
            <a:r>
              <a:rPr kumimoji="0" lang="zh-CN" altLang="en-US" sz="3780" b="1" i="0" u="none" strike="noStrike" cap="none" normalizeH="0" baseline="0" dirty="0">
                <a:solidFill>
                  <a:schemeClr val="tx1"/>
                </a:solidFill>
                <a:uFillTx/>
                <a:cs typeface="+mn-cs"/>
              </a:rPr>
              <a:t>测试用例设计步骤</a:t>
            </a:r>
            <a:endParaRPr kumimoji="0" sz="3780" b="1" i="0" u="none" strike="noStrike" cap="none" normalizeH="0" baseline="0" dirty="0">
              <a:solidFill>
                <a:schemeClr val="tx1"/>
              </a:solidFill>
              <a:uFillTx/>
              <a:cs typeface="+mn-cs"/>
            </a:endParaRPr>
          </a:p>
          <a:p>
            <a:pPr marL="866775" marR="0" lvl="2" indent="-469900" algn="l" defTabSz="914400" rtl="0" eaLnBrk="1" fontAlgn="base" latinLnBrk="0" hangingPunct="1">
              <a:lnSpc>
                <a:spcPct val="160000"/>
              </a:lnSpc>
              <a:spcBef>
                <a:spcPct val="20000"/>
              </a:spcBef>
              <a:spcAft>
                <a:spcPct val="0"/>
              </a:spcAft>
              <a:buClr>
                <a:schemeClr val="accent2"/>
              </a:buClr>
              <a:buSzTx/>
              <a:buFont typeface="Wingdings" panose="05000000000000000000" pitchFamily="2" charset="2"/>
              <a:buChar char="o"/>
              <a:defRPr/>
            </a:pPr>
            <a:r>
              <a:rPr kumimoji="0" lang="zh-CN" altLang="en-US" sz="2400" i="0" u="none" strike="noStrike" kern="0" cap="none" spc="0" normalizeH="0" baseline="0" noProof="0" dirty="0">
                <a:ln>
                  <a:noFill/>
                </a:ln>
                <a:solidFill>
                  <a:schemeClr val="tx1"/>
                </a:solidFill>
                <a:effectLst/>
                <a:uLnTx/>
                <a:uFillTx/>
                <a:latin typeface="+mn-lt"/>
                <a:ea typeface="+mn-ea"/>
                <a:cs typeface="+mn-cs"/>
              </a:rPr>
              <a:t>根据程序源代码生成程序图；</a:t>
            </a:r>
            <a:endParaRPr kumimoji="0" lang="en-US" altLang="zh-CN" sz="2400" i="0" u="none" strike="noStrike" kern="0" cap="none" spc="0" normalizeH="0" baseline="0" noProof="0" dirty="0">
              <a:ln>
                <a:noFill/>
              </a:ln>
              <a:solidFill>
                <a:schemeClr val="tx1"/>
              </a:solidFill>
              <a:effectLst/>
              <a:uLnTx/>
              <a:uFillTx/>
              <a:latin typeface="+mn-lt"/>
              <a:ea typeface="+mn-ea"/>
              <a:cs typeface="+mn-cs"/>
            </a:endParaRPr>
          </a:p>
          <a:p>
            <a:pPr marL="866775" marR="0" lvl="2" indent="-469900" algn="l" defTabSz="914400" rtl="0" eaLnBrk="1" fontAlgn="base" latinLnBrk="0" hangingPunct="1">
              <a:lnSpc>
                <a:spcPct val="160000"/>
              </a:lnSpc>
              <a:spcBef>
                <a:spcPct val="20000"/>
              </a:spcBef>
              <a:spcAft>
                <a:spcPct val="0"/>
              </a:spcAft>
              <a:buClr>
                <a:schemeClr val="accent2"/>
              </a:buClr>
              <a:buSzTx/>
              <a:buFont typeface="Wingdings" panose="05000000000000000000" pitchFamily="2" charset="2"/>
              <a:buChar char="o"/>
              <a:defRPr/>
            </a:pPr>
            <a:r>
              <a:rPr kumimoji="0" lang="zh-CN" altLang="en-US" sz="2400" i="0" u="none" strike="noStrike" kern="0" cap="none" spc="0" normalizeH="0" baseline="0" noProof="0" dirty="0">
                <a:ln>
                  <a:noFill/>
                </a:ln>
                <a:solidFill>
                  <a:schemeClr val="tx1"/>
                </a:solidFill>
                <a:effectLst/>
                <a:uLnTx/>
                <a:uFillTx/>
                <a:latin typeface="+mn-lt"/>
                <a:ea typeface="+mn-ea"/>
                <a:cs typeface="+mn-cs"/>
              </a:rPr>
              <a:t>计算程序图的环复杂度，确定独立路径集合的大小；</a:t>
            </a:r>
            <a:endParaRPr kumimoji="0" lang="en-US" altLang="zh-CN" sz="2400" i="0" u="none" strike="noStrike" kern="0" cap="none" spc="0" normalizeH="0" baseline="0" noProof="0" dirty="0">
              <a:ln>
                <a:noFill/>
              </a:ln>
              <a:solidFill>
                <a:schemeClr val="tx1"/>
              </a:solidFill>
              <a:effectLst/>
              <a:uLnTx/>
              <a:uFillTx/>
              <a:latin typeface="+mn-lt"/>
              <a:ea typeface="+mn-ea"/>
              <a:cs typeface="+mn-cs"/>
            </a:endParaRPr>
          </a:p>
          <a:p>
            <a:pPr marL="866775" marR="0" lvl="2" indent="-469900" algn="l" defTabSz="914400" rtl="0" eaLnBrk="1" fontAlgn="base" latinLnBrk="0" hangingPunct="1">
              <a:lnSpc>
                <a:spcPct val="160000"/>
              </a:lnSpc>
              <a:spcBef>
                <a:spcPct val="20000"/>
              </a:spcBef>
              <a:spcAft>
                <a:spcPct val="0"/>
              </a:spcAft>
              <a:buClr>
                <a:schemeClr val="accent2"/>
              </a:buClr>
              <a:buSzTx/>
              <a:buFont typeface="Wingdings" panose="05000000000000000000" pitchFamily="2" charset="2"/>
              <a:buChar char="o"/>
              <a:defRPr/>
            </a:pPr>
            <a:r>
              <a:rPr kumimoji="0" lang="zh-CN" altLang="en-US" sz="2400" i="0" u="none" strike="noStrike" kern="0" cap="none" spc="0" normalizeH="0" baseline="0" noProof="0" dirty="0">
                <a:ln>
                  <a:noFill/>
                </a:ln>
                <a:solidFill>
                  <a:schemeClr val="tx1"/>
                </a:solidFill>
                <a:effectLst/>
                <a:uLnTx/>
                <a:uFillTx/>
                <a:latin typeface="+mn-lt"/>
                <a:ea typeface="+mn-ea"/>
                <a:cs typeface="+mn-cs"/>
              </a:rPr>
              <a:t>以最复杂的路径为基础路径，通过覆盖所有判定分支确定其他路径，抽取独立路径集合；</a:t>
            </a:r>
            <a:endParaRPr kumimoji="0" lang="en-US" altLang="zh-CN" sz="2400" i="0" u="none" strike="noStrike" kern="0" cap="none" spc="0" normalizeH="0" baseline="0" noProof="0" dirty="0">
              <a:ln>
                <a:noFill/>
              </a:ln>
              <a:solidFill>
                <a:schemeClr val="tx1"/>
              </a:solidFill>
              <a:effectLst/>
              <a:uLnTx/>
              <a:uFillTx/>
              <a:latin typeface="+mn-lt"/>
              <a:ea typeface="+mn-ea"/>
              <a:cs typeface="+mn-cs"/>
            </a:endParaRPr>
          </a:p>
          <a:p>
            <a:pPr marL="866775" marR="0" lvl="2" indent="-469900" algn="l" defTabSz="914400" rtl="0" eaLnBrk="1" fontAlgn="base" latinLnBrk="0" hangingPunct="1">
              <a:lnSpc>
                <a:spcPct val="160000"/>
              </a:lnSpc>
              <a:spcBef>
                <a:spcPct val="20000"/>
              </a:spcBef>
              <a:spcAft>
                <a:spcPct val="0"/>
              </a:spcAft>
              <a:buClr>
                <a:schemeClr val="accent2"/>
              </a:buClr>
              <a:buSzTx/>
              <a:buFont typeface="Wingdings" panose="05000000000000000000" pitchFamily="2" charset="2"/>
              <a:buChar char="o"/>
              <a:defRPr/>
            </a:pPr>
            <a:r>
              <a:rPr kumimoji="0" lang="zh-CN" altLang="en-US" sz="2400" i="0" u="none" strike="noStrike" kern="0" cap="none" spc="0" normalizeH="0" baseline="0" noProof="0" dirty="0">
                <a:ln>
                  <a:noFill/>
                </a:ln>
                <a:solidFill>
                  <a:schemeClr val="tx1"/>
                </a:solidFill>
                <a:effectLst/>
                <a:uLnTx/>
                <a:uFillTx/>
                <a:latin typeface="+mn-lt"/>
                <a:ea typeface="+mn-ea"/>
                <a:cs typeface="+mn-cs"/>
              </a:rPr>
              <a:t>注意剔除不可行路径，必要时补充其他重要的路径；</a:t>
            </a:r>
            <a:endParaRPr kumimoji="0" lang="en-US" altLang="zh-CN" sz="2400" i="0" u="none" strike="noStrike" kern="0" cap="none" spc="0" normalizeH="0" baseline="0" noProof="0" dirty="0">
              <a:ln>
                <a:noFill/>
              </a:ln>
              <a:solidFill>
                <a:schemeClr val="tx1"/>
              </a:solidFill>
              <a:effectLst/>
              <a:uLnTx/>
              <a:uFillTx/>
              <a:latin typeface="+mn-lt"/>
              <a:ea typeface="+mn-ea"/>
              <a:cs typeface="+mn-cs"/>
            </a:endParaRPr>
          </a:p>
          <a:p>
            <a:pPr marL="866775" marR="0" lvl="2" indent="-469900" algn="l" defTabSz="914400" rtl="0" eaLnBrk="1" fontAlgn="base" latinLnBrk="0" hangingPunct="1">
              <a:lnSpc>
                <a:spcPct val="160000"/>
              </a:lnSpc>
              <a:spcBef>
                <a:spcPct val="20000"/>
              </a:spcBef>
              <a:spcAft>
                <a:spcPct val="0"/>
              </a:spcAft>
              <a:buClr>
                <a:schemeClr val="accent2"/>
              </a:buClr>
              <a:buSzTx/>
              <a:buFont typeface="Wingdings" panose="05000000000000000000" pitchFamily="2" charset="2"/>
              <a:buChar char="o"/>
              <a:defRPr/>
            </a:pPr>
            <a:r>
              <a:rPr kumimoji="0" lang="zh-CN" altLang="en-US" sz="2400" i="0" u="none" strike="noStrike" kern="0" cap="none" spc="0" normalizeH="0" baseline="0" noProof="0" dirty="0">
                <a:ln>
                  <a:noFill/>
                </a:ln>
                <a:solidFill>
                  <a:schemeClr val="tx1"/>
                </a:solidFill>
                <a:effectLst/>
                <a:uLnTx/>
                <a:uFillTx/>
                <a:latin typeface="+mn-lt"/>
                <a:ea typeface="+mn-ea"/>
                <a:cs typeface="+mn-cs"/>
              </a:rPr>
              <a:t>根据得到的路径集合对应设计测试用例。</a:t>
            </a:r>
          </a:p>
        </p:txBody>
      </p:sp>
      <p:sp>
        <p:nvSpPr>
          <p:cNvPr id="2" name="日期占位符 1"/>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5123" name="Rectangle 2"/>
          <p:cNvSpPr>
            <a:spLocks noGrp="1"/>
          </p:cNvSpPr>
          <p:nvPr>
            <p:ph type="title"/>
            <p:custDataLst>
              <p:tags r:id="rId1"/>
            </p:custDataLst>
          </p:nvPr>
        </p:nvSpPr>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对路径的测试</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p:cNvSpPr txBox="1">
            <a:spLocks noGrp="1"/>
          </p:cNvSpPr>
          <p:nvPr>
            <p:ph type="sldNum" sz="quarter" idx="12"/>
          </p:nvPr>
        </p:nvSpPr>
        <p:spPr/>
        <p:txBody>
          <a:bodyPr>
            <a:normAutofit fontScale="85000" lnSpcReduction="10000"/>
          </a:bodyPr>
          <a:lstStyle/>
          <a:p>
            <a:pPr marL="0" indent="0" algn="r" eaLnBrk="1" hangingPunct="1">
              <a:spcBef>
                <a:spcPct val="0"/>
              </a:spcBef>
              <a:buClrTx/>
              <a:buFontTx/>
              <a:buNone/>
            </a:pPr>
            <a:fld id="{9A0DB2DC-4C9A-4742-B13C-FB6460FD3503}" type="slidenum">
              <a:rPr lang="en-US" altLang="zh-CN" sz="1200" dirty="0"/>
              <a:t>36</a:t>
            </a:fld>
            <a:endParaRPr lang="en-US" altLang="zh-CN" sz="1200" dirty="0"/>
          </a:p>
        </p:txBody>
      </p:sp>
      <p:sp>
        <p:nvSpPr>
          <p:cNvPr id="26628" name="Rectangle 3"/>
          <p:cNvSpPr>
            <a:spLocks noGrp="1"/>
          </p:cNvSpPr>
          <p:nvPr>
            <p:ph idx="1"/>
          </p:nvPr>
        </p:nvSpPr>
        <p:spPr>
          <a:xfrm>
            <a:off x="502285" y="1557655"/>
            <a:ext cx="8139430" cy="4110355"/>
          </a:xfrm>
        </p:spPr>
        <p:txBody>
          <a:bodyPr vert="horz" wrap="square" lIns="91440" tIns="45720" rIns="91440" bIns="45720" anchor="t" anchorCtr="0">
            <a:normAutofit/>
          </a:bodyPr>
          <a:lstStyle/>
          <a:p>
            <a:pPr marL="171450" lvl="1" algn="just" defTabSz="914400" eaLnBrk="1" hangingPunct="1">
              <a:lnSpc>
                <a:spcPct val="110000"/>
              </a:lnSpc>
              <a:buClrTx/>
              <a:buSzTx/>
            </a:pPr>
            <a:r>
              <a:rPr lang="zh-CN" altLang="en-US" sz="3400" b="1" dirty="0"/>
              <a:t>捉虫实践</a:t>
            </a:r>
            <a:r>
              <a:rPr sz="3400" b="1" dirty="0"/>
              <a:t>4</a:t>
            </a:r>
            <a:r>
              <a:rPr lang="zh-CN" altLang="en-US" sz="3400" b="1" dirty="0"/>
              <a:t>：第二日问题</a:t>
            </a:r>
          </a:p>
          <a:p>
            <a:pPr marL="866775" lvl="2" indent="-469900" algn="l" eaLnBrk="1" fontAlgn="base" hangingPunct="1">
              <a:lnSpc>
                <a:spcPct val="110000"/>
              </a:lnSpc>
              <a:spcBef>
                <a:spcPct val="20000"/>
              </a:spcBef>
              <a:buClr>
                <a:schemeClr val="accent2"/>
              </a:buClr>
              <a:buSzTx/>
              <a:buFont typeface="Wingdings" panose="05000000000000000000" pitchFamily="2" charset="2"/>
              <a:buChar char="o"/>
              <a:defRPr/>
            </a:pPr>
            <a:r>
              <a:rPr lang="zh-CN" altLang="en-US" sz="2400" kern="0" spc="0" noProof="0" dirty="0">
                <a:ln>
                  <a:noFill/>
                </a:ln>
                <a:effectLst/>
                <a:uLnTx/>
                <a:latin typeface="+mn-lt"/>
                <a:ea typeface="+mn-ea"/>
              </a:rPr>
              <a:t>环复杂度计算</a:t>
            </a:r>
            <a:endParaRPr sz="2400" kern="0" spc="0" noProof="0" dirty="0">
              <a:ln>
                <a:noFill/>
              </a:ln>
              <a:effectLst/>
              <a:uLnTx/>
              <a:latin typeface="+mn-lt"/>
              <a:ea typeface="+mn-ea"/>
            </a:endParaRPr>
          </a:p>
          <a:p>
            <a:pPr marL="866775" lvl="2" indent="-469900" algn="l" eaLnBrk="1" fontAlgn="base" hangingPunct="1">
              <a:lnSpc>
                <a:spcPct val="110000"/>
              </a:lnSpc>
              <a:spcBef>
                <a:spcPct val="20000"/>
              </a:spcBef>
              <a:buClr>
                <a:schemeClr val="accent2"/>
              </a:buClr>
              <a:buSzTx/>
              <a:buFont typeface="Wingdings" panose="05000000000000000000" pitchFamily="2" charset="2"/>
              <a:buChar char="o"/>
              <a:defRPr/>
            </a:pPr>
            <a:r>
              <a:rPr lang="zh-CN" altLang="en-US" sz="2400" kern="0" spc="0" noProof="0" dirty="0">
                <a:ln>
                  <a:noFill/>
                </a:ln>
                <a:effectLst/>
                <a:uLnTx/>
                <a:latin typeface="+mn-lt"/>
                <a:ea typeface="+mn-ea"/>
              </a:rPr>
              <a:t>独立路径抽取</a:t>
            </a:r>
            <a:endParaRPr sz="2400" kern="0" spc="0" noProof="0" dirty="0">
              <a:ln>
                <a:noFill/>
              </a:ln>
              <a:effectLst/>
              <a:uLnTx/>
              <a:latin typeface="+mn-lt"/>
              <a:ea typeface="+mn-ea"/>
            </a:endParaRPr>
          </a:p>
          <a:p>
            <a:pPr marL="866775" lvl="2" indent="-469900" algn="l" eaLnBrk="1" fontAlgn="base" hangingPunct="1">
              <a:lnSpc>
                <a:spcPct val="110000"/>
              </a:lnSpc>
              <a:spcBef>
                <a:spcPct val="20000"/>
              </a:spcBef>
              <a:buClr>
                <a:schemeClr val="accent2"/>
              </a:buClr>
              <a:buSzTx/>
              <a:buFont typeface="Wingdings" panose="05000000000000000000" pitchFamily="2" charset="2"/>
              <a:buChar char="o"/>
              <a:defRPr/>
            </a:pPr>
            <a:r>
              <a:rPr lang="zh-CN" altLang="en-US" sz="2400" kern="0" spc="0" noProof="0" dirty="0">
                <a:ln>
                  <a:noFill/>
                </a:ln>
                <a:effectLst/>
                <a:uLnTx/>
                <a:latin typeface="+mn-lt"/>
                <a:ea typeface="+mn-ea"/>
              </a:rPr>
              <a:t>不可行路径分析</a:t>
            </a:r>
            <a:endParaRPr sz="2400" kern="0" spc="0" noProof="0" dirty="0">
              <a:ln>
                <a:noFill/>
              </a:ln>
              <a:effectLst/>
              <a:uLnTx/>
              <a:latin typeface="+mn-lt"/>
              <a:ea typeface="+mn-ea"/>
            </a:endParaRPr>
          </a:p>
          <a:p>
            <a:pPr marL="866775" lvl="2" indent="-469900" algn="l" eaLnBrk="1" fontAlgn="base" hangingPunct="1">
              <a:lnSpc>
                <a:spcPct val="110000"/>
              </a:lnSpc>
              <a:spcBef>
                <a:spcPct val="20000"/>
              </a:spcBef>
              <a:buClr>
                <a:schemeClr val="accent2"/>
              </a:buClr>
              <a:buSzTx/>
              <a:buFont typeface="Wingdings" panose="05000000000000000000" pitchFamily="2" charset="2"/>
              <a:buChar char="o"/>
              <a:defRPr/>
            </a:pPr>
            <a:r>
              <a:rPr lang="zh-CN" altLang="en-US" sz="2400" kern="0" spc="0" noProof="0" dirty="0">
                <a:ln>
                  <a:noFill/>
                </a:ln>
                <a:effectLst/>
                <a:uLnTx/>
                <a:latin typeface="+mn-lt"/>
                <a:ea typeface="+mn-ea"/>
              </a:rPr>
              <a:t>测试用例设计</a:t>
            </a:r>
            <a:endParaRPr sz="2400" kern="0" spc="0" noProof="0" dirty="0">
              <a:ln>
                <a:noFill/>
              </a:ln>
              <a:effectLst/>
              <a:uLnTx/>
              <a:latin typeface="+mn-lt"/>
              <a:ea typeface="+mn-ea"/>
            </a:endParaRPr>
          </a:p>
          <a:p>
            <a:pPr marL="866775" lvl="2" indent="-469900" algn="l" eaLnBrk="1" fontAlgn="base" hangingPunct="1">
              <a:lnSpc>
                <a:spcPct val="110000"/>
              </a:lnSpc>
              <a:spcBef>
                <a:spcPct val="20000"/>
              </a:spcBef>
              <a:buClr>
                <a:schemeClr val="accent2"/>
              </a:buClr>
              <a:buSzTx/>
              <a:buFont typeface="Wingdings" panose="05000000000000000000" pitchFamily="2" charset="2"/>
              <a:buChar char="o"/>
              <a:defRPr/>
            </a:pPr>
            <a:r>
              <a:rPr lang="zh-CN" altLang="en-US" sz="2400" kern="0" spc="0" noProof="0" dirty="0">
                <a:ln>
                  <a:noFill/>
                </a:ln>
                <a:effectLst/>
                <a:uLnTx/>
                <a:latin typeface="+mn-lt"/>
                <a:ea typeface="+mn-ea"/>
              </a:rPr>
              <a:t>测试分析</a:t>
            </a:r>
          </a:p>
        </p:txBody>
      </p:sp>
      <p:sp>
        <p:nvSpPr>
          <p:cNvPr id="2" name="日期占位符 1"/>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5123" name="Rectangle 2"/>
          <p:cNvSpPr>
            <a:spLocks noGrp="1"/>
          </p:cNvSpPr>
          <p:nvPr>
            <p:ph type="title"/>
            <p:custDataLst>
              <p:tags r:id="rId1"/>
            </p:custDataLst>
          </p:nvPr>
        </p:nvSpPr>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对路径的测试</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5"/>
          <p:cNvSpPr txBox="1">
            <a:spLocks noGrp="1"/>
          </p:cNvSpPr>
          <p:nvPr>
            <p:ph type="sldNum" sz="quarter" idx="12"/>
          </p:nvPr>
        </p:nvSpPr>
        <p:spPr/>
        <p:txBody>
          <a:bodyPr>
            <a:normAutofit fontScale="85000" lnSpcReduction="10000"/>
          </a:bodyPr>
          <a:lstStyle/>
          <a:p>
            <a:pPr marL="0" indent="0" algn="r" eaLnBrk="1" hangingPunct="1">
              <a:spcBef>
                <a:spcPct val="0"/>
              </a:spcBef>
              <a:buClrTx/>
              <a:buFontTx/>
              <a:buNone/>
            </a:pPr>
            <a:fld id="{9A0DB2DC-4C9A-4742-B13C-FB6460FD3503}" type="slidenum">
              <a:rPr lang="en-US" altLang="zh-CN" sz="1200" dirty="0"/>
              <a:t>37</a:t>
            </a:fld>
            <a:endParaRPr lang="en-US" altLang="zh-CN" sz="1200" dirty="0"/>
          </a:p>
        </p:txBody>
      </p:sp>
      <p:sp>
        <p:nvSpPr>
          <p:cNvPr id="27652" name="Rectangle 3"/>
          <p:cNvSpPr>
            <a:spLocks noGrp="1"/>
          </p:cNvSpPr>
          <p:nvPr>
            <p:ph idx="1"/>
          </p:nvPr>
        </p:nvSpPr>
        <p:spPr>
          <a:xfrm>
            <a:off x="502285" y="1647825"/>
            <a:ext cx="8139430" cy="4020185"/>
          </a:xfrm>
        </p:spPr>
        <p:txBody>
          <a:bodyPr vert="horz" wrap="square" lIns="91440" tIns="45720" rIns="91440" bIns="45720" anchor="t" anchorCtr="0"/>
          <a:lstStyle/>
          <a:p>
            <a:pPr marL="171450" lvl="1" algn="just" defTabSz="914400" eaLnBrk="1" hangingPunct="1">
              <a:lnSpc>
                <a:spcPct val="110000"/>
              </a:lnSpc>
              <a:buClrTx/>
              <a:buSzTx/>
            </a:pPr>
            <a:r>
              <a:rPr lang="zh-CN" altLang="en-US" sz="3400" b="1" dirty="0"/>
              <a:t>环复杂度计算：</a:t>
            </a:r>
          </a:p>
          <a:p>
            <a:pPr marL="628650" lvl="2" algn="just" defTabSz="914400" eaLnBrk="1" hangingPunct="1">
              <a:lnSpc>
                <a:spcPct val="110000"/>
              </a:lnSpc>
              <a:buClrTx/>
              <a:buSzTx/>
            </a:pPr>
            <a:r>
              <a:rPr lang="en-US" altLang="zh-CN" sz="2720" dirty="0"/>
              <a:t>e=22</a:t>
            </a:r>
            <a:r>
              <a:rPr sz="2720" dirty="0"/>
              <a:t>，</a:t>
            </a:r>
            <a:r>
              <a:rPr lang="en-US" altLang="zh-CN" sz="2720" dirty="0"/>
              <a:t>n=17</a:t>
            </a:r>
          </a:p>
          <a:p>
            <a:pPr marL="628650" lvl="2" algn="just" defTabSz="914400" eaLnBrk="1" hangingPunct="1">
              <a:lnSpc>
                <a:spcPct val="110000"/>
              </a:lnSpc>
              <a:buClrTx/>
              <a:buSzTx/>
            </a:pPr>
            <a:r>
              <a:rPr sz="2720" dirty="0"/>
              <a:t>则环复杂度为6</a:t>
            </a:r>
          </a:p>
        </p:txBody>
      </p:sp>
      <p:pic>
        <p:nvPicPr>
          <p:cNvPr id="27653" name="Picture 2" descr="5t23"/>
          <p:cNvPicPr>
            <a:picLocks noChangeAspect="1"/>
          </p:cNvPicPr>
          <p:nvPr/>
        </p:nvPicPr>
        <p:blipFill>
          <a:blip r:embed="rId3"/>
          <a:stretch>
            <a:fillRect/>
          </a:stretch>
        </p:blipFill>
        <p:spPr>
          <a:xfrm>
            <a:off x="4499610" y="476250"/>
            <a:ext cx="3881120" cy="5624195"/>
          </a:xfrm>
          <a:prstGeom prst="rect">
            <a:avLst/>
          </a:prstGeom>
          <a:noFill/>
          <a:ln w="9525">
            <a:noFill/>
          </a:ln>
        </p:spPr>
      </p:pic>
      <p:sp>
        <p:nvSpPr>
          <p:cNvPr id="2" name="日期占位符 1"/>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5123" name="Rectangle 2"/>
          <p:cNvSpPr>
            <a:spLocks noGrp="1"/>
          </p:cNvSpPr>
          <p:nvPr>
            <p:ph type="title"/>
            <p:custDataLst>
              <p:tags r:id="rId1"/>
            </p:custDataLst>
          </p:nvPr>
        </p:nvSpPr>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对路径的测试</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p:cNvSpPr txBox="1">
            <a:spLocks noGrp="1"/>
          </p:cNvSpPr>
          <p:nvPr>
            <p:ph type="sldNum" sz="quarter" idx="12"/>
          </p:nvPr>
        </p:nvSpPr>
        <p:spPr/>
        <p:txBody>
          <a:bodyPr>
            <a:normAutofit fontScale="85000" lnSpcReduction="10000"/>
          </a:bodyPr>
          <a:lstStyle/>
          <a:p>
            <a:pPr marL="0" indent="0" algn="r" eaLnBrk="1" hangingPunct="1">
              <a:spcBef>
                <a:spcPct val="0"/>
              </a:spcBef>
              <a:buClrTx/>
              <a:buFontTx/>
              <a:buNone/>
            </a:pPr>
            <a:fld id="{9A0DB2DC-4C9A-4742-B13C-FB6460FD3503}" type="slidenum">
              <a:rPr lang="en-US" altLang="zh-CN" sz="1200" dirty="0"/>
              <a:t>38</a:t>
            </a:fld>
            <a:endParaRPr lang="en-US" altLang="zh-CN" sz="1200" dirty="0"/>
          </a:p>
        </p:txBody>
      </p:sp>
      <p:sp>
        <p:nvSpPr>
          <p:cNvPr id="28676" name="Rectangle 3"/>
          <p:cNvSpPr>
            <a:spLocks noGrp="1"/>
          </p:cNvSpPr>
          <p:nvPr>
            <p:ph idx="1"/>
          </p:nvPr>
        </p:nvSpPr>
        <p:spPr>
          <a:xfrm>
            <a:off x="502285" y="1456055"/>
            <a:ext cx="8139430" cy="4211955"/>
          </a:xfrm>
        </p:spPr>
        <p:txBody>
          <a:bodyPr vert="horz" wrap="square" lIns="91440" tIns="45720" rIns="91440" bIns="45720" anchor="t" anchorCtr="0"/>
          <a:lstStyle/>
          <a:p>
            <a:pPr marL="171450" lvl="1" algn="just" defTabSz="914400" eaLnBrk="1" hangingPunct="1">
              <a:lnSpc>
                <a:spcPct val="110000"/>
              </a:lnSpc>
              <a:buClrTx/>
              <a:buSzTx/>
            </a:pPr>
            <a:r>
              <a:rPr lang="zh-CN" altLang="en-US" sz="3400" b="1" dirty="0"/>
              <a:t>独立路径抽取</a:t>
            </a:r>
            <a:endParaRPr sz="3400" b="1" dirty="0"/>
          </a:p>
          <a:p>
            <a:pPr marL="866775" lvl="2" indent="-469900" algn="l" eaLnBrk="1" fontAlgn="base" hangingPunct="1">
              <a:lnSpc>
                <a:spcPct val="90000"/>
              </a:lnSpc>
              <a:spcBef>
                <a:spcPct val="20000"/>
              </a:spcBef>
              <a:buClr>
                <a:schemeClr val="accent2"/>
              </a:buClr>
              <a:buSzTx/>
              <a:buFont typeface="Wingdings" panose="05000000000000000000" pitchFamily="2" charset="2"/>
              <a:buChar char="o"/>
              <a:defRPr/>
            </a:pPr>
            <a:r>
              <a:rPr altLang="en-US" sz="2400" kern="0" spc="0" noProof="0" dirty="0">
                <a:ln>
                  <a:noFill/>
                </a:ln>
                <a:effectLst/>
                <a:uLnTx/>
                <a:latin typeface="+mn-lt"/>
                <a:ea typeface="+mn-ea"/>
              </a:rPr>
              <a:t>Path1</a:t>
            </a:r>
            <a:r>
              <a:rPr lang="zh-CN" altLang="en-US" sz="2400" kern="0" spc="0" noProof="0" dirty="0">
                <a:ln>
                  <a:noFill/>
                </a:ln>
                <a:effectLst/>
                <a:uLnTx/>
                <a:latin typeface="+mn-lt"/>
                <a:ea typeface="+mn-ea"/>
              </a:rPr>
              <a:t>：</a:t>
            </a:r>
            <a:r>
              <a:rPr altLang="en-US" sz="2400" kern="0" spc="0" noProof="0" dirty="0">
                <a:ln>
                  <a:noFill/>
                </a:ln>
                <a:effectLst/>
                <a:uLnTx/>
                <a:latin typeface="+mn-lt"/>
                <a:ea typeface="+mn-ea"/>
              </a:rPr>
              <a:t>A, 6, 8, 12, 13, 16, 18, 20, 21, </a:t>
            </a:r>
            <a:r>
              <a:rPr altLang="en-US" sz="2400" b="1" kern="0" spc="0" noProof="0" dirty="0">
                <a:ln>
                  <a:noFill/>
                </a:ln>
                <a:solidFill>
                  <a:srgbClr val="FF0000"/>
                </a:solidFill>
                <a:effectLst/>
                <a:uLnTx/>
                <a:latin typeface="+mn-lt"/>
                <a:ea typeface="+mn-ea"/>
              </a:rPr>
              <a:t>B</a:t>
            </a:r>
            <a:r>
              <a:rPr altLang="en-US" sz="2400" kern="0" spc="0" noProof="0" dirty="0">
                <a:ln>
                  <a:noFill/>
                </a:ln>
                <a:effectLst/>
                <a:uLnTx/>
                <a:latin typeface="+mn-lt"/>
                <a:ea typeface="+mn-ea"/>
              </a:rPr>
              <a:t>, 34, 35 </a:t>
            </a:r>
          </a:p>
          <a:p>
            <a:pPr marL="866775" lvl="2" indent="-469900" algn="l" eaLnBrk="1" fontAlgn="base" hangingPunct="1">
              <a:lnSpc>
                <a:spcPct val="90000"/>
              </a:lnSpc>
              <a:spcBef>
                <a:spcPct val="20000"/>
              </a:spcBef>
              <a:buClr>
                <a:schemeClr val="accent2"/>
              </a:buClr>
              <a:buSzTx/>
              <a:buFont typeface="Wingdings" panose="05000000000000000000" pitchFamily="2" charset="2"/>
              <a:buChar char="o"/>
              <a:defRPr/>
            </a:pPr>
            <a:r>
              <a:rPr altLang="en-US" sz="2400" kern="0" spc="0" noProof="0" dirty="0">
                <a:ln>
                  <a:noFill/>
                </a:ln>
                <a:effectLst/>
                <a:uLnTx/>
                <a:latin typeface="+mn-lt"/>
                <a:ea typeface="+mn-ea"/>
              </a:rPr>
              <a:t>Path2</a:t>
            </a:r>
            <a:r>
              <a:rPr lang="zh-CN" altLang="en-US" sz="2400" kern="0" spc="0" noProof="0" dirty="0">
                <a:ln>
                  <a:noFill/>
                </a:ln>
                <a:effectLst/>
                <a:uLnTx/>
                <a:latin typeface="+mn-lt"/>
                <a:ea typeface="+mn-ea"/>
              </a:rPr>
              <a:t>：</a:t>
            </a:r>
            <a:r>
              <a:rPr altLang="en-US" sz="2400" kern="0" spc="0" noProof="0" dirty="0">
                <a:ln>
                  <a:noFill/>
                </a:ln>
                <a:effectLst/>
                <a:uLnTx/>
                <a:latin typeface="+mn-lt"/>
                <a:ea typeface="+mn-ea"/>
              </a:rPr>
              <a:t>A, 6, 7, 16, 18, 20, 21, B, 34, 35</a:t>
            </a:r>
          </a:p>
          <a:p>
            <a:pPr marL="866775" lvl="2" indent="-469900" algn="l" eaLnBrk="1" fontAlgn="base" hangingPunct="1">
              <a:lnSpc>
                <a:spcPct val="90000"/>
              </a:lnSpc>
              <a:spcBef>
                <a:spcPct val="20000"/>
              </a:spcBef>
              <a:buClr>
                <a:schemeClr val="accent2"/>
              </a:buClr>
              <a:buSzTx/>
              <a:buFont typeface="Wingdings" panose="05000000000000000000" pitchFamily="2" charset="2"/>
              <a:buChar char="o"/>
              <a:defRPr/>
            </a:pPr>
            <a:r>
              <a:rPr altLang="en-US" sz="2400" kern="0" spc="0" noProof="0" dirty="0">
                <a:ln>
                  <a:noFill/>
                </a:ln>
                <a:effectLst/>
                <a:uLnTx/>
                <a:latin typeface="+mn-lt"/>
                <a:ea typeface="+mn-ea"/>
              </a:rPr>
              <a:t>Path3</a:t>
            </a:r>
            <a:r>
              <a:rPr lang="zh-CN" altLang="en-US" sz="2400" kern="0" spc="0" noProof="0" dirty="0">
                <a:ln>
                  <a:noFill/>
                </a:ln>
                <a:effectLst/>
                <a:uLnTx/>
                <a:latin typeface="+mn-lt"/>
                <a:ea typeface="+mn-ea"/>
              </a:rPr>
              <a:t>：</a:t>
            </a:r>
            <a:r>
              <a:rPr altLang="en-US" sz="2400" kern="0" spc="0" noProof="0" dirty="0">
                <a:ln>
                  <a:noFill/>
                </a:ln>
                <a:effectLst/>
                <a:uLnTx/>
                <a:latin typeface="+mn-lt"/>
                <a:ea typeface="+mn-ea"/>
              </a:rPr>
              <a:t>A, 6, 8, 9, 16, 18, 20, 21, B, 34, 35</a:t>
            </a:r>
          </a:p>
          <a:p>
            <a:pPr marL="866775" lvl="2" indent="-469900" algn="l" eaLnBrk="1" fontAlgn="base" hangingPunct="1">
              <a:lnSpc>
                <a:spcPct val="90000"/>
              </a:lnSpc>
              <a:spcBef>
                <a:spcPct val="20000"/>
              </a:spcBef>
              <a:buClr>
                <a:schemeClr val="accent2"/>
              </a:buClr>
              <a:buSzTx/>
              <a:buFont typeface="Wingdings" panose="05000000000000000000" pitchFamily="2" charset="2"/>
              <a:buChar char="o"/>
              <a:defRPr/>
            </a:pPr>
            <a:r>
              <a:rPr altLang="en-US" sz="2400" kern="0" spc="0" noProof="0" dirty="0">
                <a:ln>
                  <a:noFill/>
                </a:ln>
                <a:effectLst/>
                <a:uLnTx/>
                <a:latin typeface="+mn-lt"/>
                <a:ea typeface="+mn-ea"/>
              </a:rPr>
              <a:t>Path4</a:t>
            </a:r>
            <a:r>
              <a:rPr lang="zh-CN" altLang="en-US" sz="2400" kern="0" spc="0" noProof="0" dirty="0">
                <a:ln>
                  <a:noFill/>
                </a:ln>
                <a:effectLst/>
                <a:uLnTx/>
                <a:latin typeface="+mn-lt"/>
                <a:ea typeface="+mn-ea"/>
              </a:rPr>
              <a:t>：</a:t>
            </a:r>
            <a:r>
              <a:rPr altLang="en-US" sz="2400" kern="0" spc="0" noProof="0" dirty="0">
                <a:ln>
                  <a:noFill/>
                </a:ln>
                <a:effectLst/>
                <a:uLnTx/>
                <a:latin typeface="+mn-lt"/>
                <a:ea typeface="+mn-ea"/>
              </a:rPr>
              <a:t>A, 6, 8, 12, 15, 16, 18, 20, 21, B, 34, 35</a:t>
            </a:r>
            <a:endParaRPr lang="zh-CN" altLang="en-US" sz="2400" kern="0" spc="0" noProof="0" dirty="0">
              <a:ln>
                <a:noFill/>
              </a:ln>
              <a:effectLst/>
              <a:uLnTx/>
              <a:latin typeface="+mn-lt"/>
              <a:ea typeface="+mn-ea"/>
            </a:endParaRPr>
          </a:p>
          <a:p>
            <a:pPr marL="866775" lvl="2" indent="-469900" algn="l" eaLnBrk="1" fontAlgn="base" hangingPunct="1">
              <a:lnSpc>
                <a:spcPct val="90000"/>
              </a:lnSpc>
              <a:spcBef>
                <a:spcPct val="20000"/>
              </a:spcBef>
              <a:buClr>
                <a:schemeClr val="accent2"/>
              </a:buClr>
              <a:buSzTx/>
              <a:buFont typeface="Wingdings" panose="05000000000000000000" pitchFamily="2" charset="2"/>
              <a:buChar char="o"/>
              <a:defRPr/>
            </a:pPr>
            <a:r>
              <a:rPr altLang="en-US" sz="2400" kern="0" spc="0" noProof="0" dirty="0">
                <a:ln>
                  <a:noFill/>
                </a:ln>
                <a:effectLst/>
                <a:uLnTx/>
                <a:latin typeface="+mn-lt"/>
                <a:ea typeface="+mn-ea"/>
              </a:rPr>
              <a:t>Path5</a:t>
            </a:r>
            <a:r>
              <a:rPr lang="zh-CN" altLang="en-US" sz="2400" kern="0" spc="0" noProof="0" dirty="0">
                <a:ln>
                  <a:noFill/>
                </a:ln>
                <a:effectLst/>
                <a:uLnTx/>
                <a:latin typeface="+mn-lt"/>
                <a:ea typeface="+mn-ea"/>
              </a:rPr>
              <a:t>：</a:t>
            </a:r>
            <a:r>
              <a:rPr altLang="en-US" sz="2400" kern="0" spc="0" noProof="0" dirty="0">
                <a:ln>
                  <a:noFill/>
                </a:ln>
                <a:effectLst/>
                <a:uLnTx/>
                <a:latin typeface="+mn-lt"/>
                <a:ea typeface="+mn-ea"/>
              </a:rPr>
              <a:t>A, 6, 8, 12, 13, 16, 18, 33, 34, 35</a:t>
            </a:r>
            <a:endParaRPr lang="zh-CN" altLang="en-US" sz="2400" kern="0" spc="0" noProof="0" dirty="0">
              <a:ln>
                <a:noFill/>
              </a:ln>
              <a:effectLst/>
              <a:uLnTx/>
              <a:latin typeface="+mn-lt"/>
              <a:ea typeface="+mn-ea"/>
            </a:endParaRPr>
          </a:p>
          <a:p>
            <a:pPr marL="866775" lvl="2" indent="-469900" algn="l" eaLnBrk="1" fontAlgn="base" hangingPunct="1">
              <a:lnSpc>
                <a:spcPct val="90000"/>
              </a:lnSpc>
              <a:spcBef>
                <a:spcPct val="20000"/>
              </a:spcBef>
              <a:buClr>
                <a:schemeClr val="accent2"/>
              </a:buClr>
              <a:buSzTx/>
              <a:buFont typeface="Wingdings" panose="05000000000000000000" pitchFamily="2" charset="2"/>
              <a:buChar char="o"/>
              <a:defRPr/>
            </a:pPr>
            <a:r>
              <a:rPr altLang="en-US" sz="2400" kern="0" spc="0" noProof="0" dirty="0">
                <a:ln>
                  <a:noFill/>
                </a:ln>
                <a:effectLst/>
                <a:uLnTx/>
                <a:latin typeface="+mn-lt"/>
                <a:ea typeface="+mn-ea"/>
              </a:rPr>
              <a:t>Path6</a:t>
            </a:r>
            <a:r>
              <a:rPr lang="zh-CN" altLang="en-US" sz="2400" kern="0" spc="0" noProof="0" dirty="0">
                <a:ln>
                  <a:noFill/>
                </a:ln>
                <a:effectLst/>
                <a:uLnTx/>
                <a:latin typeface="+mn-lt"/>
                <a:ea typeface="+mn-ea"/>
              </a:rPr>
              <a:t>：</a:t>
            </a:r>
            <a:r>
              <a:rPr altLang="en-US" sz="2400" kern="0" spc="0" noProof="0" dirty="0">
                <a:ln>
                  <a:noFill/>
                </a:ln>
                <a:effectLst/>
                <a:uLnTx/>
                <a:latin typeface="+mn-lt"/>
                <a:ea typeface="+mn-ea"/>
              </a:rPr>
              <a:t>A, 6, 8, 12, 13, 16, 18, 20, 21, 28, 34, 35</a:t>
            </a:r>
            <a:endParaRPr sz="2400" kern="0" spc="0" noProof="0" dirty="0">
              <a:ln>
                <a:noFill/>
              </a:ln>
              <a:effectLst/>
              <a:uLnTx/>
              <a:latin typeface="+mn-lt"/>
              <a:ea typeface="+mn-ea"/>
            </a:endParaRPr>
          </a:p>
        </p:txBody>
      </p:sp>
      <p:sp>
        <p:nvSpPr>
          <p:cNvPr id="2" name="日期占位符 1"/>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5123" name="Rectangle 2"/>
          <p:cNvSpPr>
            <a:spLocks noGrp="1"/>
          </p:cNvSpPr>
          <p:nvPr>
            <p:ph type="title"/>
            <p:custDataLst>
              <p:tags r:id="rId1"/>
            </p:custDataLst>
          </p:nvPr>
        </p:nvSpPr>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对路径的测试</a:t>
            </a:r>
          </a:p>
        </p:txBody>
      </p:sp>
      <p:sp>
        <p:nvSpPr>
          <p:cNvPr id="3" name="文本框 2"/>
          <p:cNvSpPr txBox="1"/>
          <p:nvPr/>
        </p:nvSpPr>
        <p:spPr>
          <a:xfrm>
            <a:off x="3793490" y="1557020"/>
            <a:ext cx="4220210" cy="460375"/>
          </a:xfrm>
          <a:prstGeom prst="rect">
            <a:avLst/>
          </a:prstGeom>
          <a:noFill/>
        </p:spPr>
        <p:txBody>
          <a:bodyPr wrap="square" rtlCol="0">
            <a:spAutoFit/>
          </a:bodyPr>
          <a:lstStyle/>
          <a:p>
            <a:r>
              <a:rPr lang="en-US" altLang="zh-CN" sz="2400" b="1">
                <a:latin typeface="微软雅黑" panose="020B0503020204020204" charset="-122"/>
                <a:ea typeface="微软雅黑" panose="020B0503020204020204" charset="-122"/>
                <a:cs typeface="微软雅黑" panose="020B0503020204020204" charset="-122"/>
              </a:rPr>
              <a:t>5</a:t>
            </a:r>
            <a:r>
              <a:rPr lang="zh-CN" altLang="en-US" sz="2400" b="1">
                <a:latin typeface="微软雅黑" panose="020B0503020204020204" charset="-122"/>
                <a:ea typeface="微软雅黑" panose="020B0503020204020204" charset="-122"/>
                <a:cs typeface="微软雅黑" panose="020B0503020204020204" charset="-122"/>
              </a:rPr>
              <a:t>个判定点：</a:t>
            </a:r>
            <a:r>
              <a:rPr lang="en-US" altLang="zh-CN" sz="2400" b="1">
                <a:latin typeface="微软雅黑" panose="020B0503020204020204" charset="-122"/>
                <a:ea typeface="微软雅黑" panose="020B0503020204020204" charset="-122"/>
                <a:cs typeface="微软雅黑" panose="020B0503020204020204" charset="-122"/>
              </a:rPr>
              <a:t>6/8/12/18/21</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5"/>
          <p:cNvSpPr txBox="1">
            <a:spLocks noGrp="1"/>
          </p:cNvSpPr>
          <p:nvPr>
            <p:ph type="sldNum" sz="quarter" idx="12"/>
          </p:nvPr>
        </p:nvSpPr>
        <p:spPr/>
        <p:txBody>
          <a:bodyPr>
            <a:normAutofit fontScale="85000" lnSpcReduction="10000"/>
          </a:bodyPr>
          <a:lstStyle/>
          <a:p>
            <a:pPr marL="0" indent="0" algn="r" eaLnBrk="1" hangingPunct="1">
              <a:spcBef>
                <a:spcPct val="0"/>
              </a:spcBef>
              <a:buClrTx/>
              <a:buFontTx/>
              <a:buNone/>
            </a:pPr>
            <a:fld id="{9A0DB2DC-4C9A-4742-B13C-FB6460FD3503}" type="slidenum">
              <a:rPr lang="en-US" altLang="zh-CN" sz="1200" dirty="0"/>
              <a:t>39</a:t>
            </a:fld>
            <a:endParaRPr lang="en-US" altLang="zh-CN" sz="1200" dirty="0"/>
          </a:p>
        </p:txBody>
      </p:sp>
      <p:sp>
        <p:nvSpPr>
          <p:cNvPr id="29700" name="Rectangle 3"/>
          <p:cNvSpPr>
            <a:spLocks noGrp="1"/>
          </p:cNvSpPr>
          <p:nvPr>
            <p:ph idx="1"/>
          </p:nvPr>
        </p:nvSpPr>
        <p:spPr>
          <a:xfrm>
            <a:off x="502285" y="1599565"/>
            <a:ext cx="8139430" cy="4068445"/>
          </a:xfrm>
        </p:spPr>
        <p:txBody>
          <a:bodyPr vert="horz" wrap="square" lIns="91440" tIns="45720" rIns="91440" bIns="45720" anchor="t" anchorCtr="0"/>
          <a:lstStyle/>
          <a:p>
            <a:pPr marL="171450" lvl="1" algn="just" defTabSz="914400" eaLnBrk="1" hangingPunct="1">
              <a:lnSpc>
                <a:spcPct val="110000"/>
              </a:lnSpc>
              <a:buClrTx/>
              <a:buSzTx/>
            </a:pPr>
            <a:r>
              <a:rPr lang="zh-CN" altLang="en-US" sz="3400" b="1" dirty="0"/>
              <a:t>不可行路径分析</a:t>
            </a:r>
            <a:endParaRPr sz="3400" b="1" dirty="0"/>
          </a:p>
          <a:p>
            <a:pPr marL="866775" lvl="2" indent="-469900" algn="l" eaLnBrk="1" fontAlgn="base" hangingPunct="1">
              <a:lnSpc>
                <a:spcPct val="150000"/>
              </a:lnSpc>
              <a:spcBef>
                <a:spcPct val="20000"/>
              </a:spcBef>
              <a:buClr>
                <a:schemeClr val="accent2"/>
              </a:buClr>
              <a:buSzTx/>
              <a:buFont typeface="Wingdings" panose="05000000000000000000" pitchFamily="2" charset="2"/>
              <a:buChar char="o"/>
              <a:defRPr/>
            </a:pPr>
            <a:r>
              <a:rPr altLang="en-US" sz="2400" kern="0" spc="0" noProof="0" dirty="0">
                <a:ln>
                  <a:noFill/>
                </a:ln>
                <a:effectLst/>
                <a:uLnTx/>
                <a:latin typeface="+mn-lt"/>
                <a:ea typeface="+mn-ea"/>
              </a:rPr>
              <a:t>Path1</a:t>
            </a:r>
            <a:r>
              <a:rPr lang="zh-CN" altLang="en-US" sz="2400" kern="0" spc="0" noProof="0" dirty="0">
                <a:ln>
                  <a:noFill/>
                </a:ln>
                <a:effectLst/>
                <a:uLnTx/>
                <a:latin typeface="+mn-lt"/>
                <a:ea typeface="+mn-ea"/>
              </a:rPr>
              <a:t>、</a:t>
            </a:r>
            <a:r>
              <a:rPr altLang="en-US" sz="2400" kern="0" spc="0" noProof="0" dirty="0">
                <a:ln>
                  <a:noFill/>
                </a:ln>
                <a:effectLst/>
                <a:uLnTx/>
                <a:latin typeface="+mn-lt"/>
                <a:ea typeface="+mn-ea"/>
              </a:rPr>
              <a:t>Path3</a:t>
            </a:r>
            <a:r>
              <a:rPr lang="zh-CN" altLang="en-US" sz="2400" kern="0" spc="0" noProof="0" dirty="0">
                <a:ln>
                  <a:noFill/>
                </a:ln>
                <a:effectLst/>
                <a:uLnTx/>
                <a:latin typeface="+mn-lt"/>
                <a:ea typeface="+mn-ea"/>
              </a:rPr>
              <a:t>、</a:t>
            </a:r>
            <a:r>
              <a:rPr altLang="en-US" sz="2400" kern="0" spc="0" noProof="0" dirty="0">
                <a:ln>
                  <a:noFill/>
                </a:ln>
                <a:effectLst/>
                <a:uLnTx/>
                <a:latin typeface="+mn-lt"/>
                <a:ea typeface="+mn-ea"/>
              </a:rPr>
              <a:t>Path4</a:t>
            </a:r>
            <a:r>
              <a:rPr lang="zh-CN" altLang="en-US" sz="2400" kern="0" spc="0" noProof="0" dirty="0">
                <a:ln>
                  <a:noFill/>
                </a:ln>
                <a:effectLst/>
                <a:uLnTx/>
                <a:latin typeface="+mn-lt"/>
                <a:ea typeface="+mn-ea"/>
              </a:rPr>
              <a:t>都是不可行路径；</a:t>
            </a:r>
            <a:endParaRPr sz="2400" kern="0" spc="0" noProof="0" dirty="0">
              <a:ln>
                <a:noFill/>
              </a:ln>
              <a:effectLst/>
              <a:uLnTx/>
              <a:latin typeface="+mn-lt"/>
              <a:ea typeface="+mn-ea"/>
            </a:endParaRPr>
          </a:p>
          <a:p>
            <a:pPr marL="866775" lvl="2" indent="-469900" algn="l" eaLnBrk="1" fontAlgn="base" hangingPunct="1">
              <a:lnSpc>
                <a:spcPct val="150000"/>
              </a:lnSpc>
              <a:spcBef>
                <a:spcPct val="20000"/>
              </a:spcBef>
              <a:buClr>
                <a:schemeClr val="accent2"/>
              </a:buClr>
              <a:buSzTx/>
              <a:buFont typeface="Wingdings" panose="05000000000000000000" pitchFamily="2" charset="2"/>
              <a:buChar char="o"/>
              <a:defRPr/>
            </a:pPr>
            <a:r>
              <a:rPr lang="zh-CN" altLang="en-US" sz="2400" kern="0" spc="0" noProof="0" dirty="0">
                <a:ln>
                  <a:noFill/>
                </a:ln>
                <a:effectLst/>
                <a:uLnTx/>
                <a:latin typeface="+mn-lt"/>
                <a:ea typeface="+mn-ea"/>
              </a:rPr>
              <a:t>原因：多个判定表达式中涉及的简单判定条件存在一定的约束关系。</a:t>
            </a:r>
          </a:p>
          <a:p>
            <a:pPr marL="866775" lvl="2" indent="-469900" algn="l" eaLnBrk="1" fontAlgn="base" hangingPunct="1">
              <a:lnSpc>
                <a:spcPct val="150000"/>
              </a:lnSpc>
              <a:spcBef>
                <a:spcPct val="20000"/>
              </a:spcBef>
              <a:buClr>
                <a:schemeClr val="accent2"/>
              </a:buClr>
              <a:buSzTx/>
              <a:buFont typeface="Wingdings" panose="05000000000000000000" pitchFamily="2" charset="2"/>
              <a:buChar char="o"/>
              <a:defRPr/>
            </a:pPr>
            <a:r>
              <a:rPr sz="2400" kern="0" spc="0" noProof="0" dirty="0">
                <a:ln>
                  <a:noFill/>
                </a:ln>
                <a:effectLst/>
                <a:uLnTx/>
                <a:latin typeface="+mn-lt"/>
                <a:ea typeface="+mn-ea"/>
              </a:rPr>
              <a:t>对于不可行路径应作为一种程序设计的缺陷进行报告。</a:t>
            </a:r>
          </a:p>
        </p:txBody>
      </p:sp>
      <p:sp>
        <p:nvSpPr>
          <p:cNvPr id="2" name="日期占位符 1"/>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5123" name="Rectangle 2"/>
          <p:cNvSpPr>
            <a:spLocks noGrp="1"/>
          </p:cNvSpPr>
          <p:nvPr>
            <p:ph type="title"/>
            <p:custDataLst>
              <p:tags r:id="rId1"/>
            </p:custDataLst>
          </p:nvPr>
        </p:nvSpPr>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对路径的测试</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5"/>
          <p:cNvSpPr txBox="1">
            <a:spLocks noGrp="1"/>
          </p:cNvSpPr>
          <p:nvPr>
            <p:ph type="sldNum" sz="quarter" idx="12"/>
          </p:nvPr>
        </p:nvSpPr>
        <p:spPr/>
        <p:txBody>
          <a:bodyPr>
            <a:normAutofit fontScale="85000" lnSpcReduction="10000"/>
          </a:bodyPr>
          <a:lstStyle/>
          <a:p>
            <a:pPr marL="0" indent="0" algn="r" eaLnBrk="1" hangingPunct="1">
              <a:spcBef>
                <a:spcPct val="0"/>
              </a:spcBef>
              <a:buClrTx/>
              <a:buFontTx/>
              <a:buNone/>
            </a:pPr>
            <a:fld id="{9A0DB2DC-4C9A-4742-B13C-FB6460FD3503}" type="slidenum">
              <a:rPr lang="en-US" altLang="zh-CN" sz="1200" dirty="0"/>
              <a:t>40</a:t>
            </a:fld>
            <a:endParaRPr lang="en-US" altLang="zh-CN" sz="1200" dirty="0"/>
          </a:p>
        </p:txBody>
      </p:sp>
      <p:sp>
        <p:nvSpPr>
          <p:cNvPr id="30724" name="Rectangle 3"/>
          <p:cNvSpPr>
            <a:spLocks noGrp="1"/>
          </p:cNvSpPr>
          <p:nvPr>
            <p:ph idx="1"/>
          </p:nvPr>
        </p:nvSpPr>
        <p:spPr/>
        <p:txBody>
          <a:bodyPr vert="horz" wrap="square" lIns="91440" tIns="45720" rIns="91440" bIns="45720" anchor="t" anchorCtr="0">
            <a:normAutofit/>
          </a:bodyPr>
          <a:lstStyle/>
          <a:p>
            <a:pPr marL="171450" lvl="1" algn="just" defTabSz="914400" eaLnBrk="1" hangingPunct="1">
              <a:lnSpc>
                <a:spcPct val="140000"/>
              </a:lnSpc>
              <a:buClrTx/>
              <a:buSzTx/>
            </a:pPr>
            <a:r>
              <a:rPr lang="zh-CN" altLang="en-US" sz="3400" b="1" dirty="0"/>
              <a:t>路径改进</a:t>
            </a:r>
            <a:endParaRPr sz="3400" b="1" dirty="0"/>
          </a:p>
          <a:p>
            <a:pPr marL="866775" lvl="2" indent="-469900" algn="l" eaLnBrk="1" fontAlgn="base" hangingPunct="1">
              <a:lnSpc>
                <a:spcPct val="140000"/>
              </a:lnSpc>
              <a:spcBef>
                <a:spcPct val="20000"/>
              </a:spcBef>
              <a:buClr>
                <a:schemeClr val="accent2"/>
              </a:buClr>
              <a:buSzTx/>
              <a:buFont typeface="Wingdings" panose="05000000000000000000" pitchFamily="2" charset="2"/>
              <a:buChar char="o"/>
              <a:defRPr/>
            </a:pPr>
            <a:r>
              <a:rPr altLang="en-US" sz="2400" kern="0" spc="0" noProof="0" dirty="0">
                <a:ln>
                  <a:noFill/>
                </a:ln>
                <a:effectLst/>
                <a:uLnTx/>
                <a:latin typeface="+mn-lt"/>
                <a:ea typeface="+mn-ea"/>
              </a:rPr>
              <a:t>Path1</a:t>
            </a:r>
            <a:r>
              <a:rPr lang="zh-CN" altLang="en-US" sz="2400" kern="0" spc="0" noProof="0" dirty="0">
                <a:ln>
                  <a:noFill/>
                </a:ln>
                <a:effectLst/>
                <a:uLnTx/>
                <a:latin typeface="+mn-lt"/>
                <a:ea typeface="+mn-ea"/>
              </a:rPr>
              <a:t>：</a:t>
            </a:r>
            <a:r>
              <a:rPr altLang="en-US" sz="2400" kern="0" spc="0" noProof="0" dirty="0">
                <a:ln>
                  <a:noFill/>
                </a:ln>
                <a:effectLst/>
                <a:uLnTx/>
                <a:latin typeface="+mn-lt"/>
                <a:ea typeface="+mn-ea"/>
              </a:rPr>
              <a:t>A, 6, 8, 12, 13, 16, 18, 20, 21, </a:t>
            </a:r>
            <a:r>
              <a:rPr altLang="en-US" sz="2400" b="1" kern="0" spc="0" noProof="0" dirty="0">
                <a:ln>
                  <a:noFill/>
                </a:ln>
                <a:solidFill>
                  <a:srgbClr val="FF0000"/>
                </a:solidFill>
                <a:effectLst/>
                <a:uLnTx/>
                <a:latin typeface="+mn-lt"/>
                <a:ea typeface="+mn-ea"/>
              </a:rPr>
              <a:t>28</a:t>
            </a:r>
            <a:r>
              <a:rPr altLang="en-US" sz="2400" kern="0" spc="0" noProof="0" dirty="0">
                <a:ln>
                  <a:noFill/>
                </a:ln>
                <a:effectLst/>
                <a:uLnTx/>
                <a:latin typeface="+mn-lt"/>
                <a:ea typeface="+mn-ea"/>
              </a:rPr>
              <a:t>, 34, 35</a:t>
            </a:r>
            <a:endParaRPr lang="zh-CN" altLang="en-US" sz="2400" kern="0" spc="0" noProof="0" dirty="0">
              <a:ln>
                <a:noFill/>
              </a:ln>
              <a:effectLst/>
              <a:uLnTx/>
              <a:latin typeface="+mn-lt"/>
              <a:ea typeface="+mn-ea"/>
            </a:endParaRPr>
          </a:p>
          <a:p>
            <a:pPr marL="866775" lvl="2" indent="-469900" algn="l" eaLnBrk="1" fontAlgn="base" hangingPunct="1">
              <a:lnSpc>
                <a:spcPct val="140000"/>
              </a:lnSpc>
              <a:spcBef>
                <a:spcPct val="20000"/>
              </a:spcBef>
              <a:buClr>
                <a:schemeClr val="accent2"/>
              </a:buClr>
              <a:buSzTx/>
              <a:buFont typeface="Wingdings" panose="05000000000000000000" pitchFamily="2" charset="2"/>
              <a:buChar char="o"/>
              <a:defRPr/>
            </a:pPr>
            <a:r>
              <a:rPr altLang="en-US" sz="2400" kern="0" spc="0" noProof="0" dirty="0">
                <a:ln>
                  <a:noFill/>
                </a:ln>
                <a:effectLst/>
                <a:uLnTx/>
                <a:latin typeface="+mn-lt"/>
                <a:ea typeface="+mn-ea"/>
              </a:rPr>
              <a:t>Path2</a:t>
            </a:r>
            <a:r>
              <a:rPr lang="zh-CN" altLang="en-US" sz="2400" kern="0" spc="0" noProof="0" dirty="0">
                <a:ln>
                  <a:noFill/>
                </a:ln>
                <a:effectLst/>
                <a:uLnTx/>
                <a:latin typeface="+mn-lt"/>
                <a:ea typeface="+mn-ea"/>
              </a:rPr>
              <a:t>：</a:t>
            </a:r>
            <a:r>
              <a:rPr altLang="en-US" sz="2400" kern="0" spc="0" noProof="0" dirty="0">
                <a:ln>
                  <a:noFill/>
                </a:ln>
                <a:effectLst/>
                <a:uLnTx/>
                <a:latin typeface="+mn-lt"/>
                <a:ea typeface="+mn-ea"/>
              </a:rPr>
              <a:t>A, 6, 7, 16, 18, 20, 21, B, 34, 35</a:t>
            </a:r>
            <a:endParaRPr lang="zh-CN" altLang="en-US" sz="2400" kern="0" spc="0" noProof="0" dirty="0">
              <a:ln>
                <a:noFill/>
              </a:ln>
              <a:effectLst/>
              <a:uLnTx/>
              <a:latin typeface="+mn-lt"/>
              <a:ea typeface="+mn-ea"/>
            </a:endParaRPr>
          </a:p>
          <a:p>
            <a:pPr marL="866775" lvl="2" indent="-469900" algn="l" eaLnBrk="1" fontAlgn="base" hangingPunct="1">
              <a:lnSpc>
                <a:spcPct val="140000"/>
              </a:lnSpc>
              <a:spcBef>
                <a:spcPct val="20000"/>
              </a:spcBef>
              <a:buClr>
                <a:schemeClr val="accent2"/>
              </a:buClr>
              <a:buSzTx/>
              <a:buFont typeface="Wingdings" panose="05000000000000000000" pitchFamily="2" charset="2"/>
              <a:buChar char="o"/>
              <a:defRPr/>
            </a:pPr>
            <a:r>
              <a:rPr altLang="en-US" sz="2400" kern="0" spc="0" noProof="0" dirty="0">
                <a:ln>
                  <a:noFill/>
                </a:ln>
                <a:effectLst/>
                <a:uLnTx/>
                <a:latin typeface="+mn-lt"/>
                <a:ea typeface="+mn-ea"/>
              </a:rPr>
              <a:t>Path3</a:t>
            </a:r>
            <a:r>
              <a:rPr lang="zh-CN" altLang="en-US" sz="2400" kern="0" spc="0" noProof="0" dirty="0">
                <a:ln>
                  <a:noFill/>
                </a:ln>
                <a:effectLst/>
                <a:uLnTx/>
                <a:latin typeface="+mn-lt"/>
                <a:ea typeface="+mn-ea"/>
              </a:rPr>
              <a:t>：</a:t>
            </a:r>
            <a:r>
              <a:rPr altLang="en-US" sz="2400" kern="0" spc="0" noProof="0" dirty="0">
                <a:ln>
                  <a:noFill/>
                </a:ln>
                <a:effectLst/>
                <a:uLnTx/>
                <a:latin typeface="+mn-lt"/>
                <a:ea typeface="+mn-ea"/>
              </a:rPr>
              <a:t>A, 6, 8, 9, 16, 18, 20, 21, 28, 34, 35</a:t>
            </a:r>
            <a:endParaRPr lang="zh-CN" altLang="en-US" sz="2400" kern="0" spc="0" noProof="0" dirty="0">
              <a:ln>
                <a:noFill/>
              </a:ln>
              <a:effectLst/>
              <a:uLnTx/>
              <a:latin typeface="+mn-lt"/>
              <a:ea typeface="+mn-ea"/>
            </a:endParaRPr>
          </a:p>
          <a:p>
            <a:pPr marL="866775" lvl="2" indent="-469900" algn="l" eaLnBrk="1" fontAlgn="base" hangingPunct="1">
              <a:lnSpc>
                <a:spcPct val="140000"/>
              </a:lnSpc>
              <a:spcBef>
                <a:spcPct val="20000"/>
              </a:spcBef>
              <a:buClr>
                <a:schemeClr val="accent2"/>
              </a:buClr>
              <a:buSzTx/>
              <a:buFont typeface="Wingdings" panose="05000000000000000000" pitchFamily="2" charset="2"/>
              <a:buChar char="o"/>
              <a:defRPr/>
            </a:pPr>
            <a:r>
              <a:rPr altLang="en-US" sz="2400" kern="0" spc="0" noProof="0" dirty="0">
                <a:ln>
                  <a:noFill/>
                </a:ln>
                <a:effectLst/>
                <a:uLnTx/>
                <a:latin typeface="+mn-lt"/>
                <a:ea typeface="+mn-ea"/>
              </a:rPr>
              <a:t>Path4</a:t>
            </a:r>
            <a:r>
              <a:rPr lang="zh-CN" altLang="en-US" sz="2400" kern="0" spc="0" noProof="0" dirty="0">
                <a:ln>
                  <a:noFill/>
                </a:ln>
                <a:effectLst/>
                <a:uLnTx/>
                <a:latin typeface="+mn-lt"/>
                <a:ea typeface="+mn-ea"/>
              </a:rPr>
              <a:t>：</a:t>
            </a:r>
            <a:r>
              <a:rPr altLang="en-US" sz="2400" kern="0" spc="0" noProof="0" dirty="0">
                <a:ln>
                  <a:noFill/>
                </a:ln>
                <a:effectLst/>
                <a:uLnTx/>
                <a:latin typeface="+mn-lt"/>
                <a:ea typeface="+mn-ea"/>
              </a:rPr>
              <a:t>A, 6, 8, 12, 15, 16, 18, 20, 21, 28, 34, 35</a:t>
            </a:r>
            <a:endParaRPr lang="zh-CN" altLang="en-US" sz="2400" kern="0" spc="0" noProof="0" dirty="0">
              <a:ln>
                <a:noFill/>
              </a:ln>
              <a:effectLst/>
              <a:uLnTx/>
              <a:latin typeface="+mn-lt"/>
              <a:ea typeface="+mn-ea"/>
            </a:endParaRPr>
          </a:p>
          <a:p>
            <a:pPr marL="866775" lvl="2" indent="-469900" algn="l" eaLnBrk="1" fontAlgn="base" hangingPunct="1">
              <a:lnSpc>
                <a:spcPct val="140000"/>
              </a:lnSpc>
              <a:spcBef>
                <a:spcPct val="20000"/>
              </a:spcBef>
              <a:buClr>
                <a:schemeClr val="accent2"/>
              </a:buClr>
              <a:buSzTx/>
              <a:buFont typeface="Wingdings" panose="05000000000000000000" pitchFamily="2" charset="2"/>
              <a:buChar char="o"/>
              <a:defRPr/>
            </a:pPr>
            <a:r>
              <a:rPr altLang="en-US" sz="2400" kern="0" spc="0" noProof="0" dirty="0">
                <a:ln>
                  <a:noFill/>
                </a:ln>
                <a:effectLst/>
                <a:uLnTx/>
                <a:latin typeface="+mn-lt"/>
                <a:ea typeface="+mn-ea"/>
              </a:rPr>
              <a:t>Path5</a:t>
            </a:r>
            <a:r>
              <a:rPr lang="zh-CN" altLang="en-US" sz="2400" kern="0" spc="0" noProof="0" dirty="0">
                <a:ln>
                  <a:noFill/>
                </a:ln>
                <a:effectLst/>
                <a:uLnTx/>
                <a:latin typeface="+mn-lt"/>
                <a:ea typeface="+mn-ea"/>
              </a:rPr>
              <a:t>：</a:t>
            </a:r>
            <a:r>
              <a:rPr altLang="en-US" sz="2400" kern="0" spc="0" noProof="0" dirty="0">
                <a:ln>
                  <a:noFill/>
                </a:ln>
                <a:effectLst/>
                <a:uLnTx/>
                <a:latin typeface="+mn-lt"/>
                <a:ea typeface="+mn-ea"/>
              </a:rPr>
              <a:t>A, 6, 8, 12, 13, 16, 18, 33, 34, 35</a:t>
            </a:r>
            <a:endParaRPr sz="2400" kern="0" spc="0" noProof="0" dirty="0">
              <a:ln>
                <a:noFill/>
              </a:ln>
              <a:effectLst/>
              <a:uLnTx/>
              <a:latin typeface="+mn-lt"/>
              <a:ea typeface="+mn-ea"/>
            </a:endParaRPr>
          </a:p>
        </p:txBody>
      </p:sp>
      <p:sp>
        <p:nvSpPr>
          <p:cNvPr id="2" name="日期占位符 1"/>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5123" name="Rectangle 2"/>
          <p:cNvSpPr>
            <a:spLocks noGrp="1"/>
          </p:cNvSpPr>
          <p:nvPr>
            <p:ph type="title"/>
            <p:custDataLst>
              <p:tags r:id="rId1"/>
            </p:custDataLst>
          </p:nvPr>
        </p:nvSpPr>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对路径的测试</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lnSpcReduction="10000"/>
          </a:bodyPr>
          <a:lstStyle/>
          <a:p>
            <a:r>
              <a:rPr lang="zh-CN" altLang="en-US" sz="3200" b="1"/>
              <a:t>补充路径的原则：</a:t>
            </a:r>
          </a:p>
          <a:p>
            <a:pPr marL="800100" lvl="1" indent="-457200" algn="just">
              <a:lnSpc>
                <a:spcPct val="150000"/>
              </a:lnSpc>
              <a:buAutoNum type="arabicPeriod"/>
            </a:pPr>
            <a:r>
              <a:rPr lang="zh-CN" altLang="en-US" sz="2400"/>
              <a:t>补充执行概率较高的路径，确保用户最常执行的路径无缺陷;</a:t>
            </a:r>
          </a:p>
          <a:p>
            <a:pPr marL="800100" lvl="1" indent="-457200" algn="just">
              <a:lnSpc>
                <a:spcPct val="160000"/>
              </a:lnSpc>
              <a:buAutoNum type="arabicPeriod"/>
            </a:pPr>
            <a:r>
              <a:rPr lang="zh-CN" altLang="en-US" sz="2400"/>
              <a:t>补充可能包含严重缺陷的路径，例如涉及空间的分配，这是从缺陷预防的角度来考虑;</a:t>
            </a:r>
          </a:p>
          <a:p>
            <a:pPr marL="800100" lvl="1" indent="-457200" algn="just">
              <a:lnSpc>
                <a:spcPct val="160000"/>
              </a:lnSpc>
              <a:buAutoNum type="arabicPeriod"/>
            </a:pPr>
            <a:r>
              <a:rPr lang="zh-CN" altLang="en-US" sz="2400"/>
              <a:t>补充涉及复杂算法的路径，确保对复杂算法的处理正确无误，这是决定程序最终正确性的关键因素。</a:t>
            </a:r>
          </a:p>
        </p:txBody>
      </p:sp>
      <p:sp>
        <p:nvSpPr>
          <p:cNvPr id="4" name="日期占位符 3"/>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41</a:t>
            </a:fld>
            <a:endParaRPr lang="zh-CN" altLang="en-US"/>
          </a:p>
        </p:txBody>
      </p:sp>
      <p:sp>
        <p:nvSpPr>
          <p:cNvPr id="5123" name="Rectangle 2"/>
          <p:cNvSpPr>
            <a:spLocks noGrp="1"/>
          </p:cNvSpPr>
          <p:nvPr>
            <p:ph type="title"/>
            <p:custDataLst>
              <p:tags r:id="rId1"/>
            </p:custDataLst>
          </p:nvPr>
        </p:nvSpPr>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对路径的测试</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5"/>
          <p:cNvSpPr txBox="1">
            <a:spLocks noGrp="1"/>
          </p:cNvSpPr>
          <p:nvPr>
            <p:ph type="sldNum" sz="quarter" idx="12"/>
          </p:nvPr>
        </p:nvSpPr>
        <p:spPr/>
        <p:txBody>
          <a:bodyPr>
            <a:normAutofit fontScale="85000" lnSpcReduction="10000"/>
          </a:bodyPr>
          <a:lstStyle/>
          <a:p>
            <a:pPr marL="0" indent="0" algn="r" eaLnBrk="1" hangingPunct="1">
              <a:spcBef>
                <a:spcPct val="0"/>
              </a:spcBef>
              <a:buClrTx/>
              <a:buFontTx/>
              <a:buNone/>
            </a:pPr>
            <a:fld id="{9A0DB2DC-4C9A-4742-B13C-FB6460FD3503}" type="slidenum">
              <a:rPr lang="en-US" altLang="zh-CN" sz="1200" dirty="0"/>
              <a:t>42</a:t>
            </a:fld>
            <a:endParaRPr lang="en-US" altLang="zh-CN" sz="1200" dirty="0"/>
          </a:p>
        </p:txBody>
      </p:sp>
      <p:sp>
        <p:nvSpPr>
          <p:cNvPr id="31748" name="Rectangle 3"/>
          <p:cNvSpPr>
            <a:spLocks noGrp="1"/>
          </p:cNvSpPr>
          <p:nvPr>
            <p:ph idx="1"/>
          </p:nvPr>
        </p:nvSpPr>
        <p:spPr/>
        <p:txBody>
          <a:bodyPr vert="horz" wrap="square" lIns="91440" tIns="45720" rIns="91440" bIns="45720" anchor="t" anchorCtr="0"/>
          <a:lstStyle/>
          <a:p>
            <a:pPr marL="171450" lvl="1" algn="just" defTabSz="914400" eaLnBrk="1" hangingPunct="1">
              <a:lnSpc>
                <a:spcPct val="140000"/>
              </a:lnSpc>
              <a:buClrTx/>
              <a:buSzTx/>
            </a:pPr>
            <a:r>
              <a:rPr lang="zh-CN" altLang="en-US" sz="3400" b="1" dirty="0"/>
              <a:t>测试用例设计</a:t>
            </a:r>
            <a:endParaRPr sz="3400" b="1" dirty="0"/>
          </a:p>
        </p:txBody>
      </p:sp>
      <p:pic>
        <p:nvPicPr>
          <p:cNvPr id="31749" name="Picture 2"/>
          <p:cNvPicPr>
            <a:picLocks noChangeAspect="1"/>
          </p:cNvPicPr>
          <p:nvPr/>
        </p:nvPicPr>
        <p:blipFill>
          <a:blip r:embed="rId3"/>
          <a:stretch>
            <a:fillRect/>
          </a:stretch>
        </p:blipFill>
        <p:spPr>
          <a:xfrm>
            <a:off x="357188" y="2500313"/>
            <a:ext cx="8389937" cy="2643187"/>
          </a:xfrm>
          <a:prstGeom prst="rect">
            <a:avLst/>
          </a:prstGeom>
          <a:noFill/>
          <a:ln w="9525">
            <a:noFill/>
          </a:ln>
        </p:spPr>
      </p:pic>
      <p:sp>
        <p:nvSpPr>
          <p:cNvPr id="2" name="日期占位符 1"/>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5123" name="Rectangle 2"/>
          <p:cNvSpPr>
            <a:spLocks noGrp="1"/>
          </p:cNvSpPr>
          <p:nvPr>
            <p:ph type="title"/>
            <p:custDataLst>
              <p:tags r:id="rId1"/>
            </p:custDataLst>
          </p:nvPr>
        </p:nvSpPr>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对路径的测试</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5"/>
          <p:cNvSpPr txBox="1">
            <a:spLocks noGrp="1"/>
          </p:cNvSpPr>
          <p:nvPr>
            <p:ph type="sldNum" sz="quarter" idx="12"/>
          </p:nvPr>
        </p:nvSpPr>
        <p:spPr/>
        <p:txBody>
          <a:bodyPr>
            <a:normAutofit fontScale="85000" lnSpcReduction="10000"/>
          </a:bodyPr>
          <a:lstStyle/>
          <a:p>
            <a:pPr marL="0" indent="0" algn="r" eaLnBrk="1" hangingPunct="1">
              <a:spcBef>
                <a:spcPct val="0"/>
              </a:spcBef>
              <a:buClrTx/>
              <a:buFontTx/>
              <a:buNone/>
            </a:pPr>
            <a:fld id="{9A0DB2DC-4C9A-4742-B13C-FB6460FD3503}" type="slidenum">
              <a:rPr lang="en-US" altLang="zh-CN" sz="1200" dirty="0"/>
              <a:t>43</a:t>
            </a:fld>
            <a:endParaRPr lang="en-US" altLang="zh-CN" sz="1200" dirty="0"/>
          </a:p>
        </p:txBody>
      </p:sp>
      <p:sp>
        <p:nvSpPr>
          <p:cNvPr id="32772" name="Rectangle 3"/>
          <p:cNvSpPr>
            <a:spLocks noGrp="1"/>
          </p:cNvSpPr>
          <p:nvPr>
            <p:ph idx="1"/>
          </p:nvPr>
        </p:nvSpPr>
        <p:spPr/>
        <p:txBody>
          <a:bodyPr vert="horz" wrap="square" lIns="91440" tIns="45720" rIns="91440" bIns="45720" anchor="t" anchorCtr="0">
            <a:normAutofit fontScale="97500" lnSpcReduction="10000"/>
          </a:bodyPr>
          <a:lstStyle/>
          <a:p>
            <a:pPr marL="171450" lvl="1" algn="just" defTabSz="914400" eaLnBrk="1" hangingPunct="1">
              <a:lnSpc>
                <a:spcPct val="140000"/>
              </a:lnSpc>
              <a:buClrTx/>
              <a:buSzTx/>
            </a:pPr>
            <a:r>
              <a:rPr lang="zh-CN" altLang="en-US" sz="3780" b="1" dirty="0"/>
              <a:t>测试分析</a:t>
            </a:r>
            <a:endParaRPr sz="3780" b="1" dirty="0"/>
          </a:p>
          <a:p>
            <a:pPr marL="866775" lvl="2" indent="-469900" algn="l" eaLnBrk="1" fontAlgn="base" hangingPunct="1">
              <a:lnSpc>
                <a:spcPct val="120000"/>
              </a:lnSpc>
              <a:spcBef>
                <a:spcPct val="20000"/>
              </a:spcBef>
              <a:buClr>
                <a:schemeClr val="accent2"/>
              </a:buClr>
              <a:buSzTx/>
              <a:buFont typeface="Wingdings" panose="05000000000000000000" pitchFamily="2" charset="2"/>
              <a:buChar char="o"/>
              <a:defRPr/>
            </a:pPr>
            <a:r>
              <a:rPr lang="zh-CN" altLang="en-US" sz="2400" kern="0" spc="0" noProof="0" dirty="0">
                <a:ln>
                  <a:noFill/>
                </a:ln>
                <a:effectLst/>
                <a:uLnTx/>
                <a:latin typeface="+mn-lt"/>
                <a:ea typeface="+mn-ea"/>
              </a:rPr>
              <a:t>独立路径测试的理论基础保证了测试的完备性和无冗余性；</a:t>
            </a:r>
            <a:endParaRPr sz="2400" kern="0" spc="0" noProof="0" dirty="0">
              <a:ln>
                <a:noFill/>
              </a:ln>
              <a:effectLst/>
              <a:uLnTx/>
              <a:latin typeface="+mn-lt"/>
              <a:ea typeface="+mn-ea"/>
            </a:endParaRPr>
          </a:p>
          <a:p>
            <a:pPr marL="866775" lvl="2" indent="-469900" algn="l" eaLnBrk="1" fontAlgn="base" hangingPunct="1">
              <a:lnSpc>
                <a:spcPct val="120000"/>
              </a:lnSpc>
              <a:spcBef>
                <a:spcPct val="20000"/>
              </a:spcBef>
              <a:buClr>
                <a:schemeClr val="accent2"/>
              </a:buClr>
              <a:buSzTx/>
              <a:buFont typeface="Wingdings" panose="05000000000000000000" pitchFamily="2" charset="2"/>
              <a:buChar char="o"/>
              <a:defRPr/>
            </a:pPr>
            <a:r>
              <a:rPr lang="zh-CN" altLang="en-US" sz="2400" kern="0" spc="0" noProof="0" dirty="0">
                <a:ln>
                  <a:noFill/>
                </a:ln>
                <a:effectLst/>
                <a:uLnTx/>
                <a:latin typeface="+mn-lt"/>
                <a:ea typeface="+mn-ea"/>
              </a:rPr>
              <a:t>基于独立路径的测试适用于多个判定节点串联和存在循环的情况；</a:t>
            </a:r>
            <a:endParaRPr sz="2400" kern="0" spc="0" noProof="0" dirty="0">
              <a:ln>
                <a:noFill/>
              </a:ln>
              <a:effectLst/>
              <a:uLnTx/>
              <a:latin typeface="+mn-lt"/>
              <a:ea typeface="+mn-ea"/>
            </a:endParaRPr>
          </a:p>
          <a:p>
            <a:pPr marL="866775" lvl="2" indent="-469900" algn="l" eaLnBrk="1" fontAlgn="base" hangingPunct="1">
              <a:lnSpc>
                <a:spcPct val="120000"/>
              </a:lnSpc>
              <a:spcBef>
                <a:spcPct val="20000"/>
              </a:spcBef>
              <a:buClr>
                <a:schemeClr val="accent2"/>
              </a:buClr>
              <a:buSzTx/>
              <a:buFont typeface="Wingdings" panose="05000000000000000000" pitchFamily="2" charset="2"/>
              <a:buChar char="o"/>
              <a:defRPr/>
            </a:pPr>
            <a:r>
              <a:rPr lang="zh-CN" altLang="en-US" sz="2400" kern="0" spc="0" noProof="0" dirty="0">
                <a:ln>
                  <a:noFill/>
                </a:ln>
                <a:effectLst/>
                <a:uLnTx/>
                <a:latin typeface="+mn-lt"/>
                <a:ea typeface="+mn-ea"/>
              </a:rPr>
              <a:t>避免引入不可行路径是程序优化的思想；</a:t>
            </a:r>
            <a:endParaRPr sz="2400" kern="0" spc="0" noProof="0" dirty="0">
              <a:ln>
                <a:noFill/>
              </a:ln>
              <a:effectLst/>
              <a:uLnTx/>
              <a:latin typeface="+mn-lt"/>
              <a:ea typeface="+mn-ea"/>
            </a:endParaRPr>
          </a:p>
          <a:p>
            <a:pPr marL="866775" lvl="2" indent="-469900" algn="l" eaLnBrk="1" fontAlgn="base" hangingPunct="1">
              <a:lnSpc>
                <a:spcPct val="120000"/>
              </a:lnSpc>
              <a:spcBef>
                <a:spcPct val="20000"/>
              </a:spcBef>
              <a:buClr>
                <a:schemeClr val="accent2"/>
              </a:buClr>
              <a:buSzTx/>
              <a:buFont typeface="Wingdings" panose="05000000000000000000" pitchFamily="2" charset="2"/>
              <a:buChar char="o"/>
              <a:defRPr/>
            </a:pPr>
            <a:r>
              <a:rPr lang="zh-CN" altLang="en-US" sz="2400" kern="0" spc="0" noProof="0" dirty="0">
                <a:ln>
                  <a:noFill/>
                </a:ln>
                <a:effectLst/>
                <a:uLnTx/>
                <a:latin typeface="+mn-lt"/>
                <a:ea typeface="+mn-ea"/>
              </a:rPr>
              <a:t>基于程序图和环复杂度的独立路径测试仅关注结构的测试覆盖。</a:t>
            </a:r>
            <a:endParaRPr sz="2400" kern="0" spc="0" noProof="0" dirty="0">
              <a:ln>
                <a:noFill/>
              </a:ln>
              <a:effectLst/>
              <a:uLnTx/>
              <a:latin typeface="+mn-lt"/>
              <a:ea typeface="+mn-ea"/>
            </a:endParaRPr>
          </a:p>
        </p:txBody>
      </p:sp>
      <p:sp>
        <p:nvSpPr>
          <p:cNvPr id="2" name="日期占位符 1"/>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5123" name="Rectangle 2"/>
          <p:cNvSpPr>
            <a:spLocks noGrp="1"/>
          </p:cNvSpPr>
          <p:nvPr>
            <p:ph type="title"/>
            <p:custDataLst>
              <p:tags r:id="rId1"/>
            </p:custDataLst>
          </p:nvPr>
        </p:nvSpPr>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对路径的测试</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5"/>
          <p:cNvSpPr txBox="1">
            <a:spLocks noGrp="1"/>
          </p:cNvSpPr>
          <p:nvPr>
            <p:ph type="sldNum" sz="quarter" idx="12"/>
          </p:nvPr>
        </p:nvSpPr>
        <p:spPr/>
        <p:txBody>
          <a:bodyPr>
            <a:normAutofit fontScale="85000" lnSpcReduction="10000"/>
          </a:bodyPr>
          <a:lstStyle/>
          <a:p>
            <a:pPr marL="0" indent="0" algn="r" eaLnBrk="1" hangingPunct="1">
              <a:spcBef>
                <a:spcPct val="0"/>
              </a:spcBef>
              <a:buClrTx/>
              <a:buFontTx/>
              <a:buNone/>
            </a:pPr>
            <a:fld id="{9A0DB2DC-4C9A-4742-B13C-FB6460FD3503}" type="slidenum">
              <a:rPr lang="en-US" altLang="zh-CN" sz="1200" dirty="0"/>
              <a:t>44</a:t>
            </a:fld>
            <a:endParaRPr lang="en-US" altLang="zh-CN" sz="1200" dirty="0"/>
          </a:p>
        </p:txBody>
      </p:sp>
      <p:sp>
        <p:nvSpPr>
          <p:cNvPr id="33796" name="Rectangle 3"/>
          <p:cNvSpPr>
            <a:spLocks noGrp="1"/>
          </p:cNvSpPr>
          <p:nvPr>
            <p:ph idx="1"/>
          </p:nvPr>
        </p:nvSpPr>
        <p:spPr/>
        <p:txBody>
          <a:bodyPr vert="horz" wrap="square" lIns="91440" tIns="45720" rIns="91440" bIns="45720" anchor="t" anchorCtr="0"/>
          <a:lstStyle/>
          <a:p>
            <a:pPr marL="171450" lvl="1" algn="just" defTabSz="914400" eaLnBrk="1" hangingPunct="1">
              <a:lnSpc>
                <a:spcPct val="140000"/>
              </a:lnSpc>
              <a:buClrTx/>
              <a:buSzTx/>
            </a:pPr>
            <a:r>
              <a:rPr lang="zh-CN" altLang="en-US" sz="3780" b="1" dirty="0"/>
              <a:t>捉虫实践</a:t>
            </a:r>
            <a:r>
              <a:rPr sz="3780" b="1" dirty="0"/>
              <a:t>5</a:t>
            </a:r>
            <a:r>
              <a:rPr lang="zh-CN" altLang="en-US" sz="3780" b="1" dirty="0"/>
              <a:t>：自动柜员机问题</a:t>
            </a:r>
          </a:p>
          <a:p>
            <a:pPr marL="866775" lvl="2" indent="-469900" algn="l" eaLnBrk="1" fontAlgn="base" hangingPunct="1">
              <a:lnSpc>
                <a:spcPct val="120000"/>
              </a:lnSpc>
              <a:spcBef>
                <a:spcPct val="20000"/>
              </a:spcBef>
              <a:buClr>
                <a:schemeClr val="accent2"/>
              </a:buClr>
              <a:buSzTx/>
              <a:buFont typeface="Wingdings" panose="05000000000000000000" pitchFamily="2" charset="2"/>
              <a:buChar char="o"/>
              <a:defRPr/>
            </a:pPr>
            <a:r>
              <a:rPr lang="zh-CN" altLang="en-US" sz="2400" kern="0" spc="0" noProof="0" dirty="0">
                <a:ln>
                  <a:noFill/>
                </a:ln>
                <a:effectLst/>
                <a:uLnTx/>
                <a:latin typeface="+mn-lt"/>
                <a:ea typeface="+mn-ea"/>
              </a:rPr>
              <a:t>典型场景</a:t>
            </a:r>
            <a:endParaRPr sz="2400" kern="0" spc="0" noProof="0" dirty="0">
              <a:ln>
                <a:noFill/>
              </a:ln>
              <a:effectLst/>
              <a:uLnTx/>
              <a:latin typeface="+mn-lt"/>
              <a:ea typeface="+mn-ea"/>
            </a:endParaRPr>
          </a:p>
          <a:p>
            <a:pPr marL="866775" lvl="2" indent="-469900" algn="l" eaLnBrk="1" fontAlgn="base" hangingPunct="1">
              <a:lnSpc>
                <a:spcPct val="120000"/>
              </a:lnSpc>
              <a:spcBef>
                <a:spcPct val="20000"/>
              </a:spcBef>
              <a:buClr>
                <a:schemeClr val="accent2"/>
              </a:buClr>
              <a:buSzTx/>
              <a:buFont typeface="Wingdings" panose="05000000000000000000" pitchFamily="2" charset="2"/>
              <a:buChar char="o"/>
              <a:defRPr/>
            </a:pPr>
            <a:r>
              <a:rPr lang="zh-CN" altLang="en-US" sz="2400" kern="0" spc="0" noProof="0" dirty="0">
                <a:ln>
                  <a:noFill/>
                </a:ln>
                <a:effectLst/>
                <a:uLnTx/>
                <a:latin typeface="+mn-lt"/>
                <a:ea typeface="+mn-ea"/>
              </a:rPr>
              <a:t>独立路径</a:t>
            </a:r>
            <a:endParaRPr sz="2400" kern="0" spc="0" noProof="0" dirty="0">
              <a:ln>
                <a:noFill/>
              </a:ln>
              <a:effectLst/>
              <a:uLnTx/>
              <a:latin typeface="+mn-lt"/>
              <a:ea typeface="+mn-ea"/>
            </a:endParaRPr>
          </a:p>
        </p:txBody>
      </p:sp>
      <p:sp>
        <p:nvSpPr>
          <p:cNvPr id="2" name="日期占位符 1"/>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5123" name="Rectangle 2"/>
          <p:cNvSpPr>
            <a:spLocks noGrp="1"/>
          </p:cNvSpPr>
          <p:nvPr>
            <p:ph type="title"/>
            <p:custDataLst>
              <p:tags r:id="rId1"/>
            </p:custDataLst>
          </p:nvPr>
        </p:nvSpPr>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对路径的测试</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5"/>
          <p:cNvSpPr txBox="1">
            <a:spLocks noGrp="1"/>
          </p:cNvSpPr>
          <p:nvPr>
            <p:ph type="sldNum" sz="quarter" idx="12"/>
          </p:nvPr>
        </p:nvSpPr>
        <p:spPr/>
        <p:txBody>
          <a:bodyPr>
            <a:noAutofit/>
          </a:bodyPr>
          <a:lstStyle/>
          <a:p>
            <a:pPr marL="0" indent="0" algn="r" eaLnBrk="1" hangingPunct="1">
              <a:spcBef>
                <a:spcPct val="0"/>
              </a:spcBef>
              <a:buClrTx/>
              <a:buFontTx/>
              <a:buNone/>
            </a:pPr>
            <a:fld id="{9A0DB2DC-4C9A-4742-B13C-FB6460FD3503}" type="slidenum">
              <a:rPr lang="en-US" altLang="zh-CN" dirty="0"/>
              <a:t>45</a:t>
            </a:fld>
            <a:endParaRPr lang="en-US" altLang="zh-CN" dirty="0"/>
          </a:p>
        </p:txBody>
      </p:sp>
      <p:sp>
        <p:nvSpPr>
          <p:cNvPr id="34820" name="Rectangle 3"/>
          <p:cNvSpPr>
            <a:spLocks noGrp="1"/>
          </p:cNvSpPr>
          <p:nvPr>
            <p:ph idx="1"/>
          </p:nvPr>
        </p:nvSpPr>
        <p:spPr/>
        <p:txBody>
          <a:bodyPr vert="horz" wrap="square" lIns="91440" tIns="45720" rIns="91440" bIns="45720" anchor="t" anchorCtr="0"/>
          <a:lstStyle/>
          <a:p>
            <a:pPr marL="171450" lvl="1" algn="just" defTabSz="914400" eaLnBrk="1" hangingPunct="1">
              <a:lnSpc>
                <a:spcPct val="140000"/>
              </a:lnSpc>
              <a:buClrTx/>
              <a:buSzTx/>
            </a:pPr>
            <a:r>
              <a:rPr lang="zh-CN" altLang="en-US" sz="3780" b="1" dirty="0"/>
              <a:t>程序图</a:t>
            </a:r>
            <a:endParaRPr sz="3780" b="1" dirty="0"/>
          </a:p>
        </p:txBody>
      </p:sp>
      <p:pic>
        <p:nvPicPr>
          <p:cNvPr id="34821" name="Picture 2" descr="5t25"/>
          <p:cNvPicPr>
            <a:picLocks noChangeAspect="1"/>
          </p:cNvPicPr>
          <p:nvPr/>
        </p:nvPicPr>
        <p:blipFill>
          <a:blip r:embed="rId3"/>
          <a:stretch>
            <a:fillRect/>
          </a:stretch>
        </p:blipFill>
        <p:spPr>
          <a:xfrm>
            <a:off x="4071938" y="192088"/>
            <a:ext cx="2228850" cy="6523037"/>
          </a:xfrm>
          <a:prstGeom prst="rect">
            <a:avLst/>
          </a:prstGeom>
          <a:noFill/>
          <a:ln w="9525">
            <a:noFill/>
          </a:ln>
        </p:spPr>
      </p:pic>
      <p:sp>
        <p:nvSpPr>
          <p:cNvPr id="2" name="日期占位符 1"/>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5123" name="Rectangle 2"/>
          <p:cNvSpPr>
            <a:spLocks noGrp="1"/>
          </p:cNvSpPr>
          <p:nvPr>
            <p:ph type="title"/>
            <p:custDataLst>
              <p:tags r:id="rId1"/>
            </p:custDataLst>
          </p:nvPr>
        </p:nvSpPr>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对路径的测试</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5"/>
          <p:cNvSpPr txBox="1">
            <a:spLocks noGrp="1"/>
          </p:cNvSpPr>
          <p:nvPr>
            <p:ph type="sldNum" sz="quarter" idx="12"/>
          </p:nvPr>
        </p:nvSpPr>
        <p:spPr/>
        <p:txBody>
          <a:bodyPr>
            <a:normAutofit fontScale="85000" lnSpcReduction="10000"/>
          </a:bodyPr>
          <a:lstStyle/>
          <a:p>
            <a:pPr marL="0" indent="0" algn="r" eaLnBrk="1" hangingPunct="1">
              <a:spcBef>
                <a:spcPct val="0"/>
              </a:spcBef>
              <a:buClrTx/>
              <a:buFontTx/>
              <a:buNone/>
            </a:pPr>
            <a:fld id="{9A0DB2DC-4C9A-4742-B13C-FB6460FD3503}" type="slidenum">
              <a:rPr lang="en-US" altLang="zh-CN" sz="1200" dirty="0"/>
              <a:t>46</a:t>
            </a:fld>
            <a:endParaRPr lang="en-US" altLang="zh-CN" sz="1200" dirty="0"/>
          </a:p>
        </p:txBody>
      </p:sp>
      <p:sp>
        <p:nvSpPr>
          <p:cNvPr id="35844" name="Rectangle 3"/>
          <p:cNvSpPr>
            <a:spLocks noGrp="1"/>
          </p:cNvSpPr>
          <p:nvPr>
            <p:ph idx="1"/>
          </p:nvPr>
        </p:nvSpPr>
        <p:spPr/>
        <p:txBody>
          <a:bodyPr vert="horz" wrap="square" lIns="91440" tIns="45720" rIns="91440" bIns="45720" anchor="t" anchorCtr="0"/>
          <a:lstStyle/>
          <a:p>
            <a:pPr marL="171450" lvl="1" algn="just" defTabSz="914400" eaLnBrk="1" hangingPunct="1">
              <a:lnSpc>
                <a:spcPct val="140000"/>
              </a:lnSpc>
              <a:buClrTx/>
              <a:buSzTx/>
            </a:pPr>
            <a:r>
              <a:rPr lang="zh-CN" altLang="en-US" sz="3200" b="1" dirty="0"/>
              <a:t>典型场景及独立路径</a:t>
            </a:r>
            <a:endParaRPr sz="3200" b="1" dirty="0"/>
          </a:p>
          <a:p>
            <a:pPr marL="171450" lvl="1" algn="just" defTabSz="914400" eaLnBrk="1" hangingPunct="1">
              <a:lnSpc>
                <a:spcPct val="140000"/>
              </a:lnSpc>
              <a:buClrTx/>
              <a:buSzTx/>
            </a:pPr>
            <a:r>
              <a:rPr lang="zh-CN" altLang="en-US" sz="3200" b="1" dirty="0"/>
              <a:t>与采用场景法得到的场景是相同的</a:t>
            </a:r>
          </a:p>
        </p:txBody>
      </p:sp>
      <p:pic>
        <p:nvPicPr>
          <p:cNvPr id="35845" name="Picture 3"/>
          <p:cNvPicPr>
            <a:picLocks noChangeAspect="1"/>
          </p:cNvPicPr>
          <p:nvPr/>
        </p:nvPicPr>
        <p:blipFill>
          <a:blip r:embed="rId3"/>
          <a:stretch>
            <a:fillRect/>
          </a:stretch>
        </p:blipFill>
        <p:spPr>
          <a:xfrm>
            <a:off x="285750" y="3429000"/>
            <a:ext cx="8443913" cy="1857375"/>
          </a:xfrm>
          <a:prstGeom prst="rect">
            <a:avLst/>
          </a:prstGeom>
          <a:noFill/>
          <a:ln w="9525">
            <a:noFill/>
          </a:ln>
        </p:spPr>
      </p:pic>
      <p:sp>
        <p:nvSpPr>
          <p:cNvPr id="2" name="日期占位符 1"/>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5123" name="Rectangle 2"/>
          <p:cNvSpPr>
            <a:spLocks noGrp="1"/>
          </p:cNvSpPr>
          <p:nvPr>
            <p:ph type="title"/>
            <p:custDataLst>
              <p:tags r:id="rId1"/>
            </p:custDataLst>
          </p:nvPr>
        </p:nvSpPr>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对路径的测试</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5"/>
          <p:cNvSpPr txBox="1">
            <a:spLocks noGrp="1"/>
          </p:cNvSpPr>
          <p:nvPr>
            <p:ph type="sldNum" sz="quarter" idx="12"/>
          </p:nvPr>
        </p:nvSpPr>
        <p:spPr/>
        <p:txBody>
          <a:bodyPr>
            <a:normAutofit fontScale="85000" lnSpcReduction="10000"/>
          </a:bodyPr>
          <a:lstStyle/>
          <a:p>
            <a:pPr marL="0" indent="0" algn="r" eaLnBrk="1" hangingPunct="1">
              <a:spcBef>
                <a:spcPct val="0"/>
              </a:spcBef>
              <a:buClrTx/>
              <a:buFontTx/>
              <a:buNone/>
            </a:pPr>
            <a:fld id="{9A0DB2DC-4C9A-4742-B13C-FB6460FD3503}" type="slidenum">
              <a:rPr lang="en-US" altLang="zh-CN" sz="1200" dirty="0"/>
              <a:t>47</a:t>
            </a:fld>
            <a:endParaRPr lang="en-US" altLang="zh-CN" sz="1200" dirty="0"/>
          </a:p>
        </p:txBody>
      </p:sp>
      <p:sp>
        <p:nvSpPr>
          <p:cNvPr id="36868" name="Rectangle 3"/>
          <p:cNvSpPr>
            <a:spLocks noGrp="1"/>
          </p:cNvSpPr>
          <p:nvPr>
            <p:ph idx="1"/>
          </p:nvPr>
        </p:nvSpPr>
        <p:spPr/>
        <p:txBody>
          <a:bodyPr vert="horz" wrap="square" lIns="91440" tIns="45720" rIns="91440" bIns="45720" anchor="t" anchorCtr="0"/>
          <a:lstStyle/>
          <a:p>
            <a:pPr marL="171450" lvl="1" algn="just" defTabSz="914400" eaLnBrk="1" hangingPunct="1">
              <a:lnSpc>
                <a:spcPct val="140000"/>
              </a:lnSpc>
              <a:buClrTx/>
              <a:buSzTx/>
            </a:pPr>
            <a:r>
              <a:rPr lang="zh-CN" altLang="en-US" sz="3200" b="1" dirty="0"/>
              <a:t>捉虫实践</a:t>
            </a:r>
            <a:r>
              <a:rPr sz="3200" b="1" dirty="0"/>
              <a:t>6</a:t>
            </a:r>
            <a:r>
              <a:rPr lang="zh-CN" altLang="en-US" sz="3200" b="1" dirty="0"/>
              <a:t>：信息采集系统</a:t>
            </a:r>
          </a:p>
          <a:p>
            <a:pPr marL="866775" lvl="2" indent="-469900" algn="l" eaLnBrk="1" fontAlgn="base" hangingPunct="1">
              <a:lnSpc>
                <a:spcPct val="120000"/>
              </a:lnSpc>
              <a:spcBef>
                <a:spcPct val="20000"/>
              </a:spcBef>
              <a:buClr>
                <a:schemeClr val="accent2"/>
              </a:buClr>
              <a:buSzTx/>
              <a:buFont typeface="Wingdings" panose="05000000000000000000" pitchFamily="2" charset="2"/>
              <a:buChar char="o"/>
              <a:defRPr/>
            </a:pPr>
            <a:r>
              <a:rPr lang="zh-CN" altLang="en-US" sz="2400" kern="0" spc="0" noProof="0" dirty="0">
                <a:ln>
                  <a:noFill/>
                </a:ln>
                <a:effectLst/>
                <a:uLnTx/>
                <a:latin typeface="+mn-lt"/>
                <a:ea typeface="+mn-ea"/>
              </a:rPr>
              <a:t>独立路径抽取</a:t>
            </a:r>
            <a:endParaRPr sz="2400" kern="0" spc="0" noProof="0" dirty="0">
              <a:ln>
                <a:noFill/>
              </a:ln>
              <a:effectLst/>
              <a:uLnTx/>
              <a:latin typeface="+mn-lt"/>
              <a:ea typeface="+mn-ea"/>
            </a:endParaRPr>
          </a:p>
          <a:p>
            <a:pPr marL="866775" lvl="2" indent="-469900" algn="l" eaLnBrk="1" fontAlgn="base" hangingPunct="1">
              <a:lnSpc>
                <a:spcPct val="120000"/>
              </a:lnSpc>
              <a:spcBef>
                <a:spcPct val="20000"/>
              </a:spcBef>
              <a:buClr>
                <a:schemeClr val="accent2"/>
              </a:buClr>
              <a:buSzTx/>
              <a:buFont typeface="Wingdings" panose="05000000000000000000" pitchFamily="2" charset="2"/>
              <a:buChar char="o"/>
              <a:defRPr/>
            </a:pPr>
            <a:r>
              <a:rPr lang="zh-CN" altLang="en-US" sz="2400" kern="0" spc="0" noProof="0" dirty="0">
                <a:ln>
                  <a:noFill/>
                </a:ln>
                <a:effectLst/>
                <a:uLnTx/>
                <a:latin typeface="+mn-lt"/>
                <a:ea typeface="+mn-ea"/>
              </a:rPr>
              <a:t>不可行路径分析</a:t>
            </a:r>
            <a:endParaRPr sz="2400" kern="0" spc="0" noProof="0" dirty="0">
              <a:ln>
                <a:noFill/>
              </a:ln>
              <a:effectLst/>
              <a:uLnTx/>
              <a:latin typeface="+mn-lt"/>
              <a:ea typeface="+mn-ea"/>
            </a:endParaRPr>
          </a:p>
          <a:p>
            <a:pPr lvl="1" eaLnBrk="1" hangingPunct="1"/>
            <a:endParaRPr lang="en-US" altLang="zh-CN" sz="3500" b="1" dirty="0"/>
          </a:p>
        </p:txBody>
      </p:sp>
      <p:sp>
        <p:nvSpPr>
          <p:cNvPr id="2" name="日期占位符 1"/>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5123" name="Rectangle 2"/>
          <p:cNvSpPr>
            <a:spLocks noGrp="1"/>
          </p:cNvSpPr>
          <p:nvPr>
            <p:ph type="title"/>
            <p:custDataLst>
              <p:tags r:id="rId1"/>
            </p:custDataLst>
          </p:nvPr>
        </p:nvSpPr>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对路径的测试</a:t>
            </a: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5"/>
          <p:cNvSpPr txBox="1">
            <a:spLocks noGrp="1"/>
          </p:cNvSpPr>
          <p:nvPr>
            <p:ph type="sldNum" sz="quarter" idx="12"/>
          </p:nvPr>
        </p:nvSpPr>
        <p:spPr/>
        <p:txBody>
          <a:bodyPr>
            <a:normAutofit fontScale="85000" lnSpcReduction="10000"/>
          </a:bodyPr>
          <a:lstStyle/>
          <a:p>
            <a:pPr marL="0" indent="0" algn="r" eaLnBrk="1" hangingPunct="1">
              <a:spcBef>
                <a:spcPct val="0"/>
              </a:spcBef>
              <a:buClrTx/>
              <a:buFontTx/>
              <a:buNone/>
            </a:pPr>
            <a:fld id="{9A0DB2DC-4C9A-4742-B13C-FB6460FD3503}" type="slidenum">
              <a:rPr lang="en-US" altLang="zh-CN" sz="1200" dirty="0"/>
              <a:t>48</a:t>
            </a:fld>
            <a:endParaRPr lang="en-US" altLang="zh-CN" sz="1200" dirty="0"/>
          </a:p>
        </p:txBody>
      </p:sp>
      <p:sp>
        <p:nvSpPr>
          <p:cNvPr id="37892" name="Rectangle 3"/>
          <p:cNvSpPr>
            <a:spLocks noGrp="1"/>
          </p:cNvSpPr>
          <p:nvPr>
            <p:ph idx="1"/>
          </p:nvPr>
        </p:nvSpPr>
        <p:spPr>
          <a:xfrm>
            <a:off x="566738" y="1752600"/>
            <a:ext cx="2160587" cy="4267200"/>
          </a:xfrm>
        </p:spPr>
        <p:txBody>
          <a:bodyPr vert="horz" wrap="square" lIns="91440" tIns="45720" rIns="91440" bIns="45720" anchor="t" anchorCtr="0"/>
          <a:lstStyle/>
          <a:p>
            <a:pPr marL="171450" lvl="1" algn="just" defTabSz="914400" eaLnBrk="1" hangingPunct="1">
              <a:lnSpc>
                <a:spcPct val="140000"/>
              </a:lnSpc>
              <a:buClrTx/>
              <a:buSzTx/>
            </a:pPr>
            <a:r>
              <a:rPr lang="zh-CN" altLang="en-US" sz="3400" b="1" dirty="0"/>
              <a:t>程序图</a:t>
            </a:r>
          </a:p>
        </p:txBody>
      </p:sp>
      <p:pic>
        <p:nvPicPr>
          <p:cNvPr id="37893" name="Picture 2" descr="5t26"/>
          <p:cNvPicPr>
            <a:picLocks noChangeAspect="1"/>
          </p:cNvPicPr>
          <p:nvPr/>
        </p:nvPicPr>
        <p:blipFill>
          <a:blip r:embed="rId3"/>
          <a:stretch>
            <a:fillRect/>
          </a:stretch>
        </p:blipFill>
        <p:spPr>
          <a:xfrm>
            <a:off x="4932045" y="836930"/>
            <a:ext cx="2758440" cy="5613400"/>
          </a:xfrm>
          <a:prstGeom prst="rect">
            <a:avLst/>
          </a:prstGeom>
          <a:noFill/>
          <a:ln w="9525">
            <a:noFill/>
          </a:ln>
        </p:spPr>
      </p:pic>
      <p:sp>
        <p:nvSpPr>
          <p:cNvPr id="2" name="日期占位符 1"/>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5123" name="Rectangle 2"/>
          <p:cNvSpPr>
            <a:spLocks noGrp="1"/>
          </p:cNvSpPr>
          <p:nvPr>
            <p:ph type="title"/>
            <p:custDataLst>
              <p:tags r:id="rId1"/>
            </p:custDataLst>
          </p:nvPr>
        </p:nvSpPr>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对路径的测试</a:t>
            </a: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5"/>
          <p:cNvSpPr txBox="1">
            <a:spLocks noGrp="1"/>
          </p:cNvSpPr>
          <p:nvPr>
            <p:ph type="sldNum" sz="quarter" idx="12"/>
          </p:nvPr>
        </p:nvSpPr>
        <p:spPr/>
        <p:txBody>
          <a:bodyPr>
            <a:normAutofit fontScale="85000" lnSpcReduction="10000"/>
          </a:bodyPr>
          <a:lstStyle/>
          <a:p>
            <a:pPr marL="0" indent="0" algn="r" eaLnBrk="1" hangingPunct="1">
              <a:spcBef>
                <a:spcPct val="0"/>
              </a:spcBef>
              <a:buClrTx/>
              <a:buFontTx/>
              <a:buNone/>
            </a:pPr>
            <a:fld id="{9A0DB2DC-4C9A-4742-B13C-FB6460FD3503}" type="slidenum">
              <a:rPr lang="en-US" altLang="zh-CN" sz="1200" dirty="0"/>
              <a:t>49</a:t>
            </a:fld>
            <a:endParaRPr lang="en-US" altLang="zh-CN" sz="1200" dirty="0"/>
          </a:p>
        </p:txBody>
      </p:sp>
      <p:sp>
        <p:nvSpPr>
          <p:cNvPr id="38916" name="Rectangle 3"/>
          <p:cNvSpPr>
            <a:spLocks noGrp="1"/>
          </p:cNvSpPr>
          <p:nvPr>
            <p:ph idx="1"/>
          </p:nvPr>
        </p:nvSpPr>
        <p:spPr>
          <a:xfrm>
            <a:off x="502285" y="1423035"/>
            <a:ext cx="8139430" cy="4244975"/>
          </a:xfrm>
        </p:spPr>
        <p:txBody>
          <a:bodyPr vert="horz" wrap="square" lIns="91440" tIns="45720" rIns="91440" bIns="45720" rtlCol="0" anchor="t" anchorCtr="0">
            <a:normAutofit/>
          </a:bodyPr>
          <a:lstStyle/>
          <a:p>
            <a:pPr lvl="0" algn="l"/>
            <a:r>
              <a:rPr sz="3200" b="1">
                <a:sym typeface="+mn-ea"/>
              </a:rPr>
              <a:t>独立路径集合</a:t>
            </a:r>
          </a:p>
          <a:p>
            <a:pPr lvl="0" algn="l"/>
            <a:r>
              <a:rPr sz="3200" b="1">
                <a:sym typeface="+mn-ea"/>
              </a:rPr>
              <a:t>与场景法得到的场景不同</a:t>
            </a:r>
          </a:p>
        </p:txBody>
      </p:sp>
      <p:pic>
        <p:nvPicPr>
          <p:cNvPr id="38917" name="Picture 2"/>
          <p:cNvPicPr>
            <a:picLocks noChangeAspect="1"/>
          </p:cNvPicPr>
          <p:nvPr/>
        </p:nvPicPr>
        <p:blipFill>
          <a:blip r:embed="rId3"/>
          <a:stretch>
            <a:fillRect/>
          </a:stretch>
        </p:blipFill>
        <p:spPr>
          <a:xfrm>
            <a:off x="179705" y="3284855"/>
            <a:ext cx="8825865" cy="1500505"/>
          </a:xfrm>
          <a:prstGeom prst="rect">
            <a:avLst/>
          </a:prstGeom>
          <a:noFill/>
          <a:ln w="9525">
            <a:noFill/>
          </a:ln>
        </p:spPr>
      </p:pic>
      <p:sp>
        <p:nvSpPr>
          <p:cNvPr id="2" name="日期占位符 1"/>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5123" name="Rectangle 2"/>
          <p:cNvSpPr>
            <a:spLocks noGrp="1"/>
          </p:cNvSpPr>
          <p:nvPr>
            <p:ph type="title"/>
            <p:custDataLst>
              <p:tags r:id="rId1"/>
            </p:custDataLst>
          </p:nvPr>
        </p:nvSpPr>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对路径的测试</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5"/>
          <p:cNvSpPr txBox="1">
            <a:spLocks noGrp="1"/>
          </p:cNvSpPr>
          <p:nvPr>
            <p:ph type="sldNum" sz="quarter" idx="12"/>
          </p:nvPr>
        </p:nvSpPr>
        <p:spPr/>
        <p:txBody>
          <a:bodyPr>
            <a:normAutofit fontScale="85000" lnSpcReduction="10000"/>
          </a:bodyPr>
          <a:lstStyle/>
          <a:p>
            <a:pPr marL="0" indent="0" algn="r" eaLnBrk="1" hangingPunct="1">
              <a:spcBef>
                <a:spcPct val="0"/>
              </a:spcBef>
              <a:buClrTx/>
              <a:buFontTx/>
              <a:buNone/>
            </a:pPr>
            <a:fld id="{9A0DB2DC-4C9A-4742-B13C-FB6460FD3503}" type="slidenum">
              <a:rPr lang="en-US" altLang="zh-CN" sz="1200" dirty="0"/>
              <a:t>50</a:t>
            </a:fld>
            <a:endParaRPr lang="en-US" altLang="zh-CN" sz="1200" dirty="0"/>
          </a:p>
        </p:txBody>
      </p:sp>
      <p:sp>
        <p:nvSpPr>
          <p:cNvPr id="39940" name="Rectangle 3"/>
          <p:cNvSpPr>
            <a:spLocks noGrp="1"/>
          </p:cNvSpPr>
          <p:nvPr>
            <p:ph idx="1"/>
          </p:nvPr>
        </p:nvSpPr>
        <p:spPr/>
        <p:txBody>
          <a:bodyPr vert="horz" wrap="square" lIns="91440" tIns="45720" rIns="91440" bIns="45720" anchor="t" anchorCtr="0">
            <a:normAutofit/>
          </a:bodyPr>
          <a:lstStyle/>
          <a:p>
            <a:pPr algn="just" eaLnBrk="1" hangingPunct="1">
              <a:lnSpc>
                <a:spcPct val="170000"/>
              </a:lnSpc>
              <a:buClrTx/>
              <a:buSzTx/>
            </a:pPr>
            <a:r>
              <a:rPr lang="zh-CN" altLang="en-US" sz="2400"/>
              <a:t>第</a:t>
            </a:r>
            <a:r>
              <a:rPr altLang="en-US" sz="2400"/>
              <a:t>3</a:t>
            </a:r>
            <a:r>
              <a:rPr lang="zh-CN" altLang="en-US" sz="2400"/>
              <a:t>章所给出的场景构建原则在所有场景可行时是完全正确的。</a:t>
            </a:r>
            <a:endParaRPr sz="2400"/>
          </a:p>
          <a:p>
            <a:pPr algn="just" eaLnBrk="1" hangingPunct="1">
              <a:lnSpc>
                <a:spcPct val="170000"/>
              </a:lnSpc>
              <a:buClrTx/>
              <a:buSzTx/>
            </a:pPr>
            <a:r>
              <a:rPr lang="zh-CN" altLang="en-US" sz="2400"/>
              <a:t>当存在不可行场景时，基本流未覆盖最多的判定节点，导致无法把握所构建场景的独立性，产生冗余。</a:t>
            </a:r>
            <a:endParaRPr sz="2400"/>
          </a:p>
          <a:p>
            <a:pPr algn="just" eaLnBrk="1" hangingPunct="1">
              <a:lnSpc>
                <a:spcPct val="170000"/>
              </a:lnSpc>
              <a:buClrTx/>
              <a:buSzTx/>
            </a:pPr>
            <a:r>
              <a:rPr lang="zh-CN" altLang="en-US" sz="2400"/>
              <a:t>对策：将主场景图看做程序图，根据独立路径测试的原则来构建场景。</a:t>
            </a:r>
          </a:p>
        </p:txBody>
      </p:sp>
      <p:sp>
        <p:nvSpPr>
          <p:cNvPr id="2" name="日期占位符 1"/>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5123" name="Rectangle 2"/>
          <p:cNvSpPr>
            <a:spLocks noGrp="1"/>
          </p:cNvSpPr>
          <p:nvPr>
            <p:ph type="title"/>
            <p:custDataLst>
              <p:tags r:id="rId1"/>
            </p:custDataLst>
          </p:nvPr>
        </p:nvSpPr>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对路径的测试</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5"/>
          <p:cNvSpPr txBox="1">
            <a:spLocks noGrp="1"/>
          </p:cNvSpPr>
          <p:nvPr>
            <p:ph type="sldNum" sz="quarter" idx="12"/>
          </p:nvPr>
        </p:nvSpPr>
        <p:spPr/>
        <p:txBody>
          <a:bodyPr>
            <a:normAutofit fontScale="85000" lnSpcReduction="10000"/>
          </a:bodyPr>
          <a:lstStyle/>
          <a:p>
            <a:pPr marL="0" indent="0" algn="r" eaLnBrk="1" hangingPunct="1">
              <a:spcBef>
                <a:spcPct val="0"/>
              </a:spcBef>
              <a:buClrTx/>
              <a:buFontTx/>
              <a:buNone/>
            </a:pPr>
            <a:fld id="{9A0DB2DC-4C9A-4742-B13C-FB6460FD3503}" type="slidenum">
              <a:rPr lang="en-US" altLang="zh-CN" sz="1200" dirty="0"/>
              <a:t>51</a:t>
            </a:fld>
            <a:endParaRPr lang="en-US" altLang="zh-CN" sz="1200" dirty="0"/>
          </a:p>
        </p:txBody>
      </p:sp>
      <p:sp>
        <p:nvSpPr>
          <p:cNvPr id="40964" name="Rectangle 3"/>
          <p:cNvSpPr>
            <a:spLocks noGrp="1"/>
          </p:cNvSpPr>
          <p:nvPr>
            <p:ph idx="1"/>
          </p:nvPr>
        </p:nvSpPr>
        <p:spPr/>
        <p:txBody>
          <a:bodyPr vert="horz" wrap="square" lIns="91440" tIns="45720" rIns="91440" bIns="45720" anchor="t" anchorCtr="0">
            <a:normAutofit/>
          </a:bodyPr>
          <a:lstStyle/>
          <a:p>
            <a:pPr algn="just" eaLnBrk="1" hangingPunct="1"/>
            <a:r>
              <a:rPr lang="zh-CN" altLang="en-US" sz="3400" b="1" dirty="0"/>
              <a:t>小结</a:t>
            </a:r>
            <a:endParaRPr lang="en-US" altLang="zh-CN" sz="3400" b="1" dirty="0"/>
          </a:p>
          <a:p>
            <a:pPr lvl="1" algn="just" eaLnBrk="1" hangingPunct="1">
              <a:lnSpc>
                <a:spcPct val="170000"/>
              </a:lnSpc>
            </a:pPr>
            <a:r>
              <a:rPr lang="zh-CN" altLang="en-US" sz="2425" dirty="0"/>
              <a:t>是最重要的白盒测试方法之一，其思想可用于任何动态模型中：</a:t>
            </a:r>
            <a:endParaRPr lang="en-US" altLang="zh-CN" sz="2425" dirty="0"/>
          </a:p>
          <a:p>
            <a:pPr lvl="2" algn="just" eaLnBrk="1" hangingPunct="1">
              <a:lnSpc>
                <a:spcPct val="170000"/>
              </a:lnSpc>
            </a:pPr>
            <a:r>
              <a:rPr lang="zh-CN" altLang="en-US" sz="2240" dirty="0"/>
              <a:t>单元测试阶段，主要用于对程序源代码的执行测试。</a:t>
            </a:r>
            <a:endParaRPr lang="en-US" altLang="zh-CN" sz="2240" dirty="0"/>
          </a:p>
          <a:p>
            <a:pPr lvl="2" algn="just" eaLnBrk="1" hangingPunct="1">
              <a:lnSpc>
                <a:spcPct val="170000"/>
              </a:lnSpc>
            </a:pPr>
            <a:r>
              <a:rPr lang="zh-CN" altLang="en-US" sz="2240" dirty="0"/>
              <a:t>集成测试或系统测试阶段，主要用于对业务流程、页面跳转等类似动态执行路径的测试。</a:t>
            </a:r>
          </a:p>
        </p:txBody>
      </p:sp>
      <p:sp>
        <p:nvSpPr>
          <p:cNvPr id="2" name="日期占位符 1"/>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5123" name="Rectangle 2"/>
          <p:cNvSpPr>
            <a:spLocks noGrp="1"/>
          </p:cNvSpPr>
          <p:nvPr>
            <p:ph type="title"/>
            <p:custDataLst>
              <p:tags r:id="rId1"/>
            </p:custDataLst>
          </p:nvPr>
        </p:nvSpPr>
        <p:spPr/>
        <p:txBody>
          <a:bodyPr vert="horz" wrap="square" lIns="91440" tIns="45720" rIns="91440" bIns="45720" anchor="b" anchorCtr="0"/>
          <a:lstStyle/>
          <a:p>
            <a:pPr algn="l" eaLnBrk="1" hangingPunct="1">
              <a:buClrTx/>
              <a:buSzTx/>
              <a:buFontTx/>
            </a:pPr>
            <a:r>
              <a:rPr lang="en-US" altLang="zh-CN" sz="4400" b="0">
                <a:solidFill>
                  <a:schemeClr val="accent1"/>
                </a:solidFill>
                <a:ea typeface="汉仪文黑-85W" panose="00020600040101010101" charset="-122"/>
              </a:rPr>
              <a:t>对路径的测试</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p:txBody>
          <a:bodyPr vert="horz" wrap="square" lIns="91440" tIns="45720" rIns="91440" bIns="45720" anchor="b" anchorCtr="0"/>
          <a:lstStyle/>
          <a:p>
            <a:pPr>
              <a:buNone/>
            </a:pPr>
            <a:r>
              <a:rPr lang="zh-CN" altLang="en-US" b="1" dirty="0">
                <a:latin typeface="微软雅黑" panose="020B0503020204020204" charset="-122"/>
                <a:ea typeface="微软雅黑" panose="020B0503020204020204" charset="-122"/>
              </a:rPr>
              <a:t>课堂练习</a:t>
            </a:r>
          </a:p>
        </p:txBody>
      </p:sp>
      <p:sp>
        <p:nvSpPr>
          <p:cNvPr id="41987" name="内容占位符 2"/>
          <p:cNvSpPr>
            <a:spLocks noGrp="1"/>
          </p:cNvSpPr>
          <p:nvPr>
            <p:ph idx="1"/>
          </p:nvPr>
        </p:nvSpPr>
        <p:spPr>
          <a:xfrm>
            <a:off x="502285" y="1412875"/>
            <a:ext cx="8108950" cy="4458335"/>
          </a:xfrm>
        </p:spPr>
        <p:style>
          <a:lnRef idx="2">
            <a:schemeClr val="accent2"/>
          </a:lnRef>
          <a:fillRef idx="1">
            <a:schemeClr val="lt1"/>
          </a:fillRef>
          <a:effectRef idx="0">
            <a:schemeClr val="accent2"/>
          </a:effectRef>
          <a:fontRef idx="minor">
            <a:schemeClr val="dk1"/>
          </a:fontRef>
        </p:style>
        <p:txBody>
          <a:bodyPr vert="horz" wrap="square" lIns="91440" tIns="45720" rIns="91440" bIns="45720" anchor="ctr" anchorCtr="0"/>
          <a:lstStyle/>
          <a:p>
            <a:pPr marL="0" indent="0">
              <a:lnSpc>
                <a:spcPts val="1300"/>
              </a:lnSpc>
              <a:spcBef>
                <a:spcPct val="0"/>
              </a:spcBef>
              <a:buNone/>
            </a:pPr>
            <a:r>
              <a:rPr lang="en-US" altLang="zh-CN" sz="2000" dirty="0"/>
              <a:t>1</a:t>
            </a:r>
            <a:r>
              <a:rPr lang="zh-CN" altLang="en-US" sz="2000" dirty="0"/>
              <a:t>　 </a:t>
            </a:r>
            <a:r>
              <a:rPr lang="en-US" altLang="zh-CN" sz="2000" dirty="0"/>
              <a:t>a = float(input("</a:t>
            </a:r>
            <a:r>
              <a:rPr lang="zh-CN" altLang="en-US" sz="2000" dirty="0"/>
              <a:t>请输入三角形边长</a:t>
            </a:r>
            <a:r>
              <a:rPr lang="en-US" altLang="zh-CN" sz="2000" dirty="0"/>
              <a:t>a:"))</a:t>
            </a:r>
          </a:p>
          <a:p>
            <a:pPr marL="0" indent="0">
              <a:lnSpc>
                <a:spcPts val="1300"/>
              </a:lnSpc>
              <a:spcBef>
                <a:spcPct val="0"/>
              </a:spcBef>
              <a:buNone/>
            </a:pPr>
            <a:r>
              <a:rPr lang="en-US" altLang="zh-CN" sz="2000" dirty="0"/>
              <a:t>2</a:t>
            </a:r>
            <a:r>
              <a:rPr lang="zh-CN" altLang="en-US" sz="2000" dirty="0"/>
              <a:t>　 </a:t>
            </a:r>
            <a:r>
              <a:rPr lang="en-US" altLang="zh-CN" sz="2000" dirty="0"/>
              <a:t>b = float(input("</a:t>
            </a:r>
            <a:r>
              <a:rPr lang="zh-CN" altLang="en-US" sz="2000" dirty="0"/>
              <a:t>请输入三角形边长</a:t>
            </a:r>
            <a:r>
              <a:rPr lang="en-US" altLang="zh-CN" sz="2000" dirty="0"/>
              <a:t>b:"))</a:t>
            </a:r>
          </a:p>
          <a:p>
            <a:pPr marL="0" indent="0">
              <a:lnSpc>
                <a:spcPts val="1300"/>
              </a:lnSpc>
              <a:spcBef>
                <a:spcPct val="0"/>
              </a:spcBef>
              <a:buNone/>
            </a:pPr>
            <a:r>
              <a:rPr lang="en-US" altLang="zh-CN" sz="2000" dirty="0"/>
              <a:t>3</a:t>
            </a:r>
            <a:r>
              <a:rPr lang="zh-CN" altLang="en-US" sz="2000" dirty="0"/>
              <a:t>　 </a:t>
            </a:r>
            <a:r>
              <a:rPr lang="en-US" altLang="zh-CN" sz="2000" dirty="0"/>
              <a:t>c = float(input("</a:t>
            </a:r>
            <a:r>
              <a:rPr lang="zh-CN" altLang="en-US" sz="2000" dirty="0"/>
              <a:t>请输入三角形边长</a:t>
            </a:r>
            <a:r>
              <a:rPr lang="en-US" altLang="zh-CN" sz="2000" dirty="0"/>
              <a:t>c:"))</a:t>
            </a:r>
          </a:p>
          <a:p>
            <a:pPr marL="0" indent="0">
              <a:lnSpc>
                <a:spcPts val="1300"/>
              </a:lnSpc>
              <a:spcBef>
                <a:spcPct val="0"/>
              </a:spcBef>
              <a:buNone/>
            </a:pPr>
            <a:r>
              <a:rPr lang="en-US" altLang="zh-CN" sz="2000" dirty="0"/>
              <a:t>4</a:t>
            </a:r>
            <a:r>
              <a:rPr lang="zh-CN" altLang="en-US" sz="2000" dirty="0"/>
              <a:t>　 </a:t>
            </a:r>
            <a:r>
              <a:rPr lang="en-US" altLang="zh-CN" sz="2000" dirty="0"/>
              <a:t>if a + b &lt;= c or a + c &lt;= b or b + c &lt;= a \</a:t>
            </a:r>
          </a:p>
          <a:p>
            <a:pPr marL="0" indent="0">
              <a:lnSpc>
                <a:spcPts val="1300"/>
              </a:lnSpc>
              <a:spcBef>
                <a:spcPct val="0"/>
              </a:spcBef>
              <a:buNone/>
            </a:pPr>
            <a:r>
              <a:rPr lang="en-US" altLang="zh-CN" sz="2000" dirty="0"/>
              <a:t>5</a:t>
            </a:r>
            <a:r>
              <a:rPr lang="zh-CN" altLang="en-US" sz="2000" dirty="0"/>
              <a:t>　　　　　</a:t>
            </a:r>
            <a:r>
              <a:rPr lang="en-US" altLang="zh-CN" sz="2000" dirty="0"/>
              <a:t>or abs(a - b) &gt;= c or abs(b - c) &gt;= a \</a:t>
            </a:r>
          </a:p>
          <a:p>
            <a:pPr marL="0" indent="0">
              <a:lnSpc>
                <a:spcPts val="1300"/>
              </a:lnSpc>
              <a:spcBef>
                <a:spcPct val="0"/>
              </a:spcBef>
              <a:buNone/>
            </a:pPr>
            <a:r>
              <a:rPr lang="en-US" altLang="zh-CN" sz="2000" dirty="0"/>
              <a:t>6</a:t>
            </a:r>
            <a:r>
              <a:rPr lang="zh-CN" altLang="en-US" sz="2000" dirty="0"/>
              <a:t>　　　　　</a:t>
            </a:r>
            <a:r>
              <a:rPr lang="en-US" altLang="zh-CN" sz="2000" dirty="0"/>
              <a:t>or abs(c - a) &gt;= b:</a:t>
            </a:r>
          </a:p>
          <a:p>
            <a:pPr marL="0" indent="0">
              <a:lnSpc>
                <a:spcPts val="1300"/>
              </a:lnSpc>
              <a:spcBef>
                <a:spcPct val="0"/>
              </a:spcBef>
              <a:buNone/>
            </a:pPr>
            <a:r>
              <a:rPr lang="en-US" altLang="zh-CN" sz="2000" dirty="0"/>
              <a:t>7</a:t>
            </a:r>
            <a:r>
              <a:rPr lang="zh-CN" altLang="en-US" sz="2000" dirty="0"/>
              <a:t>　　　 </a:t>
            </a:r>
            <a:r>
              <a:rPr lang="en-US" altLang="zh-CN" sz="2000" dirty="0"/>
              <a:t>print("</a:t>
            </a:r>
            <a:r>
              <a:rPr lang="zh-CN" altLang="en-US" sz="2000" dirty="0"/>
              <a:t>不能构成三角形！</a:t>
            </a:r>
            <a:r>
              <a:rPr lang="en-US" altLang="zh-CN" sz="2000" dirty="0"/>
              <a:t>")</a:t>
            </a:r>
          </a:p>
          <a:p>
            <a:pPr marL="0" indent="0">
              <a:lnSpc>
                <a:spcPts val="1300"/>
              </a:lnSpc>
              <a:spcBef>
                <a:spcPct val="0"/>
              </a:spcBef>
              <a:buNone/>
            </a:pPr>
            <a:r>
              <a:rPr lang="en-US" altLang="zh-CN" sz="2000" dirty="0"/>
              <a:t>8</a:t>
            </a:r>
            <a:r>
              <a:rPr lang="zh-CN" altLang="en-US" sz="2000" dirty="0"/>
              <a:t>　 </a:t>
            </a:r>
            <a:r>
              <a:rPr lang="en-US" altLang="zh-CN" sz="2000" dirty="0"/>
              <a:t>elif a == b or b == c or a == c:</a:t>
            </a:r>
          </a:p>
          <a:p>
            <a:pPr marL="0" indent="0">
              <a:lnSpc>
                <a:spcPts val="1300"/>
              </a:lnSpc>
              <a:spcBef>
                <a:spcPct val="0"/>
              </a:spcBef>
              <a:buNone/>
            </a:pPr>
            <a:r>
              <a:rPr lang="en-US" altLang="zh-CN" sz="2000" dirty="0"/>
              <a:t>9</a:t>
            </a:r>
            <a:r>
              <a:rPr lang="zh-CN" altLang="en-US" sz="2000" dirty="0"/>
              <a:t>　　　 </a:t>
            </a:r>
            <a:r>
              <a:rPr lang="en-US" altLang="zh-CN" sz="2000" dirty="0"/>
              <a:t>if a == b and b == c:</a:t>
            </a:r>
          </a:p>
          <a:p>
            <a:pPr marL="0" indent="0">
              <a:lnSpc>
                <a:spcPts val="1300"/>
              </a:lnSpc>
              <a:spcBef>
                <a:spcPct val="0"/>
              </a:spcBef>
              <a:buNone/>
            </a:pPr>
            <a:r>
              <a:rPr lang="en-US" altLang="zh-CN" sz="2000" dirty="0"/>
              <a:t>10</a:t>
            </a:r>
            <a:r>
              <a:rPr lang="zh-CN" altLang="en-US" sz="2000" dirty="0"/>
              <a:t>　　　　 </a:t>
            </a:r>
            <a:r>
              <a:rPr lang="en-US" altLang="zh-CN" sz="2000" dirty="0"/>
              <a:t>print("</a:t>
            </a:r>
            <a:r>
              <a:rPr lang="zh-CN" altLang="en-US" sz="2000" dirty="0"/>
              <a:t>等边三角形</a:t>
            </a:r>
            <a:r>
              <a:rPr lang="en-US" altLang="zh-CN" sz="2000" dirty="0"/>
              <a:t>")</a:t>
            </a:r>
          </a:p>
          <a:p>
            <a:pPr marL="0" indent="0">
              <a:lnSpc>
                <a:spcPts val="1300"/>
              </a:lnSpc>
              <a:spcBef>
                <a:spcPct val="0"/>
              </a:spcBef>
              <a:buNone/>
            </a:pPr>
            <a:r>
              <a:rPr lang="en-US" altLang="zh-CN" sz="2000" dirty="0"/>
              <a:t>11</a:t>
            </a:r>
            <a:r>
              <a:rPr lang="zh-CN" altLang="en-US" sz="2000" dirty="0"/>
              <a:t>　　　</a:t>
            </a:r>
            <a:r>
              <a:rPr lang="en-US" altLang="zh-CN" sz="2000" dirty="0"/>
              <a:t>else:</a:t>
            </a:r>
          </a:p>
          <a:p>
            <a:pPr marL="0" indent="0">
              <a:lnSpc>
                <a:spcPts val="1300"/>
              </a:lnSpc>
              <a:spcBef>
                <a:spcPct val="0"/>
              </a:spcBef>
              <a:buNone/>
            </a:pPr>
            <a:r>
              <a:rPr lang="en-US" altLang="zh-CN" sz="2000" dirty="0"/>
              <a:t>12</a:t>
            </a:r>
            <a:r>
              <a:rPr lang="zh-CN" altLang="en-US" sz="2000" dirty="0"/>
              <a:t>　　　　 </a:t>
            </a:r>
            <a:r>
              <a:rPr lang="en-US" altLang="zh-CN" sz="2000" dirty="0"/>
              <a:t>print("</a:t>
            </a:r>
            <a:r>
              <a:rPr lang="zh-CN" altLang="en-US" sz="2000" dirty="0"/>
              <a:t>等腰三角形</a:t>
            </a:r>
            <a:r>
              <a:rPr lang="en-US" altLang="zh-CN" sz="2000" dirty="0"/>
              <a:t>")</a:t>
            </a:r>
          </a:p>
          <a:p>
            <a:pPr marL="0" indent="0">
              <a:lnSpc>
                <a:spcPts val="1300"/>
              </a:lnSpc>
              <a:spcBef>
                <a:spcPct val="0"/>
              </a:spcBef>
              <a:buNone/>
            </a:pPr>
            <a:r>
              <a:rPr lang="en-US" altLang="zh-CN" sz="2000" dirty="0"/>
              <a:t>13</a:t>
            </a:r>
            <a:r>
              <a:rPr lang="zh-CN" altLang="en-US" sz="2000" dirty="0"/>
              <a:t>　</a:t>
            </a:r>
            <a:r>
              <a:rPr lang="en-US" altLang="zh-CN" sz="2000" dirty="0"/>
              <a:t>else:</a:t>
            </a:r>
          </a:p>
          <a:p>
            <a:pPr marL="0" indent="0">
              <a:lnSpc>
                <a:spcPts val="1300"/>
              </a:lnSpc>
              <a:spcBef>
                <a:spcPct val="0"/>
              </a:spcBef>
              <a:buNone/>
            </a:pPr>
            <a:r>
              <a:rPr lang="en-US" altLang="zh-CN" sz="2000" dirty="0"/>
              <a:t>14</a:t>
            </a:r>
            <a:r>
              <a:rPr lang="zh-CN" altLang="en-US" sz="2000" dirty="0"/>
              <a:t>　　　</a:t>
            </a:r>
            <a:r>
              <a:rPr lang="en-US" altLang="zh-CN" sz="2000" dirty="0"/>
              <a:t>print("</a:t>
            </a:r>
            <a:r>
              <a:rPr lang="zh-CN" altLang="en-US" sz="2000" dirty="0"/>
              <a:t>普通三角形</a:t>
            </a:r>
            <a:r>
              <a:rPr lang="en-US" altLang="zh-CN" sz="2000" dirty="0"/>
              <a:t>")</a:t>
            </a:r>
            <a:endParaRPr lang="zh-CN" altLang="en-US" sz="2000" dirty="0"/>
          </a:p>
        </p:txBody>
      </p:sp>
      <p:sp>
        <p:nvSpPr>
          <p:cNvPr id="41988"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None/>
            </a:pPr>
            <a:fld id="{9A0DB2DC-4C9A-4742-B13C-FB6460FD3503}" type="slidenum">
              <a:rPr lang="zh-CN" altLang="en-US" sz="900" smtClean="0">
                <a:solidFill>
                  <a:schemeClr val="tx1">
                    <a:tint val="75000"/>
                  </a:schemeClr>
                </a:solidFill>
                <a:latin typeface="Arial" panose="020B0604020202020204" pitchFamily="34" charset="0"/>
                <a:ea typeface="微软雅黑" panose="020B0503020204020204" charset="-122"/>
              </a:rPr>
              <a:t>52</a:t>
            </a:fld>
            <a:endParaRPr lang="zh-CN" altLang="en-US" sz="900">
              <a:solidFill>
                <a:schemeClr val="tx1">
                  <a:tint val="75000"/>
                </a:schemeClr>
              </a:solidFill>
              <a:latin typeface="Arial" panose="020B0604020202020204" pitchFamily="34" charset="0"/>
              <a:ea typeface="微软雅黑" panose="020B0503020204020204" charset="-122"/>
            </a:endParaRPr>
          </a:p>
        </p:txBody>
      </p:sp>
      <p:sp>
        <p:nvSpPr>
          <p:cNvPr id="2" name="日期占位符 1"/>
          <p:cNvSpPr>
            <a:spLocks noGrp="1"/>
          </p:cNvSpPr>
          <p:nvPr>
            <p:ph type="dt" sz="half" idx="10"/>
          </p:nvPr>
        </p:nvSpPr>
        <p:spPr/>
        <p:txBody>
          <a:bodyPr/>
          <a:lstStyle/>
          <a:p>
            <a:fld id="{760FBDFE-C587-4B4C-A407-44438C67B59E}" type="datetime1">
              <a:rPr lang="zh-CN" altLang="en-US" smtClean="0"/>
              <a:t>2023/4/26</a:t>
            </a:fld>
            <a:endParaRPr lang="zh-CN" altLang="en-US"/>
          </a:p>
        </p:txBody>
      </p:sp>
    </p:spTree>
  </p:cSld>
  <p:clrMapOvr>
    <a:masterClrMapping/>
  </p:clrMapOvr>
  <p:transition>
    <p:blinds dir="vert"/>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None/>
            </a:pPr>
            <a:fld id="{9A0DB2DC-4C9A-4742-B13C-FB6460FD3503}" type="slidenum">
              <a:rPr lang="zh-CN" altLang="en-US" sz="900" smtClean="0">
                <a:solidFill>
                  <a:schemeClr val="tx1">
                    <a:tint val="75000"/>
                  </a:schemeClr>
                </a:solidFill>
                <a:latin typeface="Arial" panose="020B0604020202020204" pitchFamily="34" charset="0"/>
                <a:ea typeface="微软雅黑" panose="020B0503020204020204" charset="-122"/>
              </a:rPr>
              <a:t>53</a:t>
            </a:fld>
            <a:endParaRPr lang="en-US" altLang="zh-CN" sz="1200" dirty="0"/>
          </a:p>
        </p:txBody>
      </p:sp>
      <p:pic>
        <p:nvPicPr>
          <p:cNvPr id="43011" name="Picture 2" descr="全程软件测试（三十）：动态白盒测试—基本路径法—读书笔记"/>
          <p:cNvPicPr>
            <a:picLocks noChangeAspect="1"/>
          </p:cNvPicPr>
          <p:nvPr/>
        </p:nvPicPr>
        <p:blipFill>
          <a:blip r:embed="rId3"/>
          <a:stretch>
            <a:fillRect/>
          </a:stretch>
        </p:blipFill>
        <p:spPr>
          <a:xfrm>
            <a:off x="1524000" y="862013"/>
            <a:ext cx="6096000" cy="5133975"/>
          </a:xfrm>
          <a:prstGeom prst="rect">
            <a:avLst/>
          </a:prstGeom>
          <a:noFill/>
          <a:ln w="9525">
            <a:noFill/>
          </a:ln>
        </p:spPr>
      </p:pic>
      <p:sp>
        <p:nvSpPr>
          <p:cNvPr id="2" name="日期占位符 1"/>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41986" name="标题 1"/>
          <p:cNvSpPr>
            <a:spLocks noGrp="1"/>
          </p:cNvSpPr>
          <p:nvPr>
            <p:custDataLst>
              <p:tags r:id="rId1"/>
            </p:custDataLst>
          </p:nvPr>
        </p:nvSpPr>
        <p:spPr>
          <a:xfrm>
            <a:off x="502285" y="414655"/>
            <a:ext cx="8139430" cy="782320"/>
          </a:xfrm>
          <a:prstGeom prst="rect">
            <a:avLst/>
          </a:prstGeom>
        </p:spPr>
        <p:txBody>
          <a:bodyPr vert="horz" wrap="square" lIns="91440" tIns="45720" rIns="91440" bIns="45720" rtlCol="0" anchor="b" anchorCtr="0">
            <a:noAutofit/>
          </a:bodyPr>
          <a:lstStyle>
            <a:lvl1pPr marL="0" marR="0" algn="l" defTabSz="914400" rtl="0" eaLnBrk="1" fontAlgn="auto" latinLnBrk="0" hangingPunct="1">
              <a:lnSpc>
                <a:spcPct val="100000"/>
              </a:lnSpc>
              <a:spcBef>
                <a:spcPct val="0"/>
              </a:spcBef>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a:buNone/>
            </a:pPr>
            <a:r>
              <a:rPr lang="zh-CN" altLang="en-US" b="1" dirty="0">
                <a:latin typeface="微软雅黑" panose="020B0503020204020204" charset="-122"/>
                <a:ea typeface="微软雅黑" panose="020B0503020204020204" charset="-122"/>
              </a:rPr>
              <a:t>课堂练习</a:t>
            </a:r>
          </a:p>
        </p:txBody>
      </p:sp>
    </p:spTree>
  </p:cSld>
  <p:clrMapOvr>
    <a:masterClrMapping/>
  </p:clrMapOvr>
  <p:transition>
    <p:blinds dir="ver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2"/>
          <p:cNvSpPr txBox="1">
            <a:spLocks noGrp="1"/>
          </p:cNvSpPr>
          <p:nvPr>
            <p:ph type="sldNum" sz="quarter" idx="12"/>
          </p:nvPr>
        </p:nvSpPr>
        <p:spPr/>
        <p:txBody>
          <a:bodyPr>
            <a:normAutofit fontScale="85000" lnSpcReduction="10000"/>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None/>
            </a:pPr>
            <a:fld id="{9A0DB2DC-4C9A-4742-B13C-FB6460FD3503}" type="slidenum">
              <a:rPr lang="en-US" altLang="zh-CN" sz="1200" dirty="0"/>
              <a:t>54</a:t>
            </a:fld>
            <a:endParaRPr lang="en-US" altLang="zh-CN" sz="1200" dirty="0"/>
          </a:p>
        </p:txBody>
      </p:sp>
      <p:pic>
        <p:nvPicPr>
          <p:cNvPr id="44035" name="Picture 2" descr="全程软件测试（三十）：动态白盒测试—基本路径法—读书笔记"/>
          <p:cNvPicPr>
            <a:picLocks noChangeAspect="1"/>
          </p:cNvPicPr>
          <p:nvPr/>
        </p:nvPicPr>
        <p:blipFill>
          <a:blip r:embed="rId3"/>
          <a:stretch>
            <a:fillRect/>
          </a:stretch>
        </p:blipFill>
        <p:spPr>
          <a:xfrm>
            <a:off x="1692275" y="549275"/>
            <a:ext cx="5029200" cy="5445125"/>
          </a:xfrm>
          <a:prstGeom prst="rect">
            <a:avLst/>
          </a:prstGeom>
          <a:noFill/>
          <a:ln w="9525">
            <a:noFill/>
          </a:ln>
        </p:spPr>
      </p:pic>
      <p:sp>
        <p:nvSpPr>
          <p:cNvPr id="2" name="日期占位符 1"/>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41986" name="标题 1"/>
          <p:cNvSpPr>
            <a:spLocks noGrp="1"/>
          </p:cNvSpPr>
          <p:nvPr>
            <p:ph type="title"/>
            <p:custDataLst>
              <p:tags r:id="rId1"/>
            </p:custDataLst>
          </p:nvPr>
        </p:nvSpPr>
        <p:spPr/>
        <p:txBody>
          <a:bodyPr vert="horz" wrap="square" lIns="91440" tIns="45720" rIns="91440" bIns="45720" anchor="b" anchorCtr="0">
            <a:normAutofit fontScale="90000"/>
          </a:bodyPr>
          <a:lstStyle/>
          <a:p>
            <a:pPr>
              <a:buNone/>
            </a:pPr>
            <a:r>
              <a:rPr lang="zh-CN" altLang="en-US" b="1" dirty="0">
                <a:latin typeface="微软雅黑" panose="020B0503020204020204" charset="-122"/>
                <a:ea typeface="微软雅黑" panose="020B0503020204020204" charset="-122"/>
              </a:rPr>
              <a:t>课堂练习</a:t>
            </a:r>
          </a:p>
        </p:txBody>
      </p:sp>
    </p:spTree>
  </p:cSld>
  <p:clrMapOvr>
    <a:masterClrMapping/>
  </p:clrMapOvr>
  <p:transition>
    <p:blinds dir="vert"/>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内容占位符 2"/>
          <p:cNvSpPr>
            <a:spLocks noGrp="1"/>
          </p:cNvSpPr>
          <p:nvPr>
            <p:ph idx="1"/>
          </p:nvPr>
        </p:nvSpPr>
        <p:spPr>
          <a:xfrm>
            <a:off x="502285" y="1432560"/>
            <a:ext cx="8139430" cy="4235450"/>
          </a:xfrm>
        </p:spPr>
        <p:txBody>
          <a:bodyPr vert="horz" wrap="square" lIns="91440" tIns="45720" rIns="91440" bIns="45720" anchor="t" anchorCtr="0"/>
          <a:lstStyle/>
          <a:p>
            <a:r>
              <a:rPr lang="zh-CN" altLang="en-US" dirty="0">
                <a:solidFill>
                  <a:srgbClr val="333333"/>
                </a:solidFill>
                <a:latin typeface="Arial" panose="020B0604020202020204" pitchFamily="34" charset="0"/>
              </a:rPr>
              <a:t>因此，环形复杂度计算如下：</a:t>
            </a:r>
          </a:p>
          <a:p>
            <a:r>
              <a:rPr lang="zh-CN" altLang="en-US" dirty="0">
                <a:solidFill>
                  <a:srgbClr val="333333"/>
                </a:solidFill>
                <a:latin typeface="Arial" panose="020B0604020202020204" pitchFamily="34" charset="0"/>
              </a:rPr>
              <a:t>区域数为</a:t>
            </a:r>
            <a:r>
              <a:rPr lang="en-US" altLang="zh-CN" dirty="0">
                <a:solidFill>
                  <a:srgbClr val="333333"/>
                </a:solidFill>
                <a:latin typeface="Arial" panose="020B0604020202020204" pitchFamily="34" charset="0"/>
              </a:rPr>
              <a:t>4</a:t>
            </a:r>
          </a:p>
          <a:p>
            <a:r>
              <a:rPr lang="en-US" altLang="zh-CN" dirty="0">
                <a:solidFill>
                  <a:srgbClr val="333333"/>
                </a:solidFill>
                <a:latin typeface="Arial" panose="020B0604020202020204" pitchFamily="34" charset="0"/>
              </a:rPr>
              <a:t>V</a:t>
            </a:r>
            <a:r>
              <a:rPr lang="zh-CN" altLang="en-US" dirty="0">
                <a:solidFill>
                  <a:srgbClr val="333333"/>
                </a:solidFill>
                <a:latin typeface="Arial" panose="020B0604020202020204" pitchFamily="34" charset="0"/>
              </a:rPr>
              <a:t>（</a:t>
            </a:r>
            <a:r>
              <a:rPr lang="en-US" altLang="zh-CN" dirty="0">
                <a:solidFill>
                  <a:srgbClr val="333333"/>
                </a:solidFill>
                <a:latin typeface="Arial" panose="020B0604020202020204" pitchFamily="34" charset="0"/>
              </a:rPr>
              <a:t>G</a:t>
            </a:r>
            <a:r>
              <a:rPr lang="zh-CN" altLang="en-US" dirty="0">
                <a:solidFill>
                  <a:srgbClr val="333333"/>
                </a:solidFill>
                <a:latin typeface="Arial" panose="020B0604020202020204" pitchFamily="34" charset="0"/>
              </a:rPr>
              <a:t>）</a:t>
            </a:r>
            <a:r>
              <a:rPr lang="en-US" altLang="zh-CN" dirty="0">
                <a:solidFill>
                  <a:srgbClr val="333333"/>
                </a:solidFill>
                <a:latin typeface="Arial" panose="020B0604020202020204" pitchFamily="34" charset="0"/>
              </a:rPr>
              <a:t>=12-9+1=4</a:t>
            </a:r>
          </a:p>
          <a:p>
            <a:r>
              <a:rPr lang="en-US" altLang="zh-CN" dirty="0">
                <a:solidFill>
                  <a:srgbClr val="333333"/>
                </a:solidFill>
                <a:latin typeface="Arial" panose="020B0604020202020204" pitchFamily="34" charset="0"/>
              </a:rPr>
              <a:t>V</a:t>
            </a:r>
            <a:r>
              <a:rPr lang="zh-CN" altLang="en-US" dirty="0">
                <a:solidFill>
                  <a:srgbClr val="333333"/>
                </a:solidFill>
                <a:latin typeface="Arial" panose="020B0604020202020204" pitchFamily="34" charset="0"/>
              </a:rPr>
              <a:t>（</a:t>
            </a:r>
            <a:r>
              <a:rPr lang="en-US" altLang="zh-CN" dirty="0">
                <a:solidFill>
                  <a:srgbClr val="333333"/>
                </a:solidFill>
                <a:latin typeface="Arial" panose="020B0604020202020204" pitchFamily="34" charset="0"/>
              </a:rPr>
              <a:t>G</a:t>
            </a:r>
            <a:r>
              <a:rPr lang="zh-CN" altLang="en-US" dirty="0">
                <a:solidFill>
                  <a:srgbClr val="333333"/>
                </a:solidFill>
                <a:latin typeface="Arial" panose="020B0604020202020204" pitchFamily="34" charset="0"/>
              </a:rPr>
              <a:t>）</a:t>
            </a:r>
            <a:r>
              <a:rPr lang="en-US" altLang="zh-CN" dirty="0">
                <a:solidFill>
                  <a:srgbClr val="333333"/>
                </a:solidFill>
                <a:latin typeface="Arial" panose="020B0604020202020204" pitchFamily="34" charset="0"/>
              </a:rPr>
              <a:t>=3+1=4</a:t>
            </a:r>
          </a:p>
          <a:p>
            <a:endParaRPr lang="zh-CN" altLang="en-US" dirty="0"/>
          </a:p>
        </p:txBody>
      </p:sp>
      <p:sp>
        <p:nvSpPr>
          <p:cNvPr id="45060"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None/>
            </a:pPr>
            <a:fld id="{9A0DB2DC-4C9A-4742-B13C-FB6460FD3503}" type="slidenum">
              <a:rPr lang="zh-CN" altLang="en-US" sz="900" smtClean="0">
                <a:solidFill>
                  <a:schemeClr val="tx1">
                    <a:tint val="75000"/>
                  </a:schemeClr>
                </a:solidFill>
                <a:latin typeface="Arial" panose="020B0604020202020204" pitchFamily="34" charset="0"/>
                <a:ea typeface="微软雅黑" panose="020B0503020204020204" charset="-122"/>
              </a:rPr>
              <a:t>55</a:t>
            </a:fld>
            <a:endParaRPr lang="en-US" altLang="zh-CN" sz="1200" dirty="0"/>
          </a:p>
        </p:txBody>
      </p:sp>
      <p:sp>
        <p:nvSpPr>
          <p:cNvPr id="2" name="日期占位符 1"/>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41986" name="标题 1"/>
          <p:cNvSpPr>
            <a:spLocks noGrp="1"/>
          </p:cNvSpPr>
          <p:nvPr>
            <p:ph type="title"/>
            <p:custDataLst>
              <p:tags r:id="rId1"/>
            </p:custDataLst>
          </p:nvPr>
        </p:nvSpPr>
        <p:spPr/>
        <p:txBody>
          <a:bodyPr vert="horz" wrap="square" lIns="91440" tIns="45720" rIns="91440" bIns="45720" anchor="b" anchorCtr="0"/>
          <a:lstStyle/>
          <a:p>
            <a:pPr>
              <a:buNone/>
            </a:pPr>
            <a:r>
              <a:rPr lang="zh-CN" altLang="en-US" b="1" dirty="0">
                <a:latin typeface="微软雅黑" panose="020B0503020204020204" charset="-122"/>
                <a:ea typeface="微软雅黑" panose="020B0503020204020204" charset="-122"/>
              </a:rPr>
              <a:t>课堂练习</a:t>
            </a:r>
          </a:p>
        </p:txBody>
      </p:sp>
    </p:spTree>
  </p:cSld>
  <p:clrMapOvr>
    <a:masterClrMapping/>
  </p:clrMapOvr>
  <p:transition>
    <p:blinds dir="vert"/>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内容占位符 2"/>
          <p:cNvSpPr>
            <a:spLocks noGrp="1"/>
          </p:cNvSpPr>
          <p:nvPr>
            <p:ph idx="1"/>
          </p:nvPr>
        </p:nvSpPr>
        <p:spPr>
          <a:xfrm>
            <a:off x="502285" y="1457960"/>
            <a:ext cx="8139430" cy="4210050"/>
          </a:xfrm>
        </p:spPr>
        <p:txBody>
          <a:bodyPr vert="horz" wrap="square" lIns="91440" tIns="45720" rIns="91440" bIns="45720" anchor="t" anchorCtr="0"/>
          <a:lstStyle/>
          <a:p>
            <a:r>
              <a:rPr lang="zh-CN" altLang="en-US" dirty="0">
                <a:solidFill>
                  <a:srgbClr val="333333"/>
                </a:solidFill>
                <a:latin typeface="Arial" panose="020B0604020202020204" pitchFamily="34" charset="0"/>
              </a:rPr>
              <a:t>路径</a:t>
            </a:r>
            <a:r>
              <a:rPr lang="en-US" altLang="zh-CN" dirty="0">
                <a:solidFill>
                  <a:srgbClr val="333333"/>
                </a:solidFill>
                <a:latin typeface="Arial" panose="020B0604020202020204" pitchFamily="34" charset="0"/>
              </a:rPr>
              <a:t>1:1→4→7→</a:t>
            </a:r>
            <a:r>
              <a:rPr lang="zh-CN" altLang="en-US" dirty="0">
                <a:solidFill>
                  <a:srgbClr val="333333"/>
                </a:solidFill>
                <a:latin typeface="Arial" panose="020B0604020202020204" pitchFamily="34" charset="0"/>
              </a:rPr>
              <a:t>结束语句</a:t>
            </a:r>
          </a:p>
          <a:p>
            <a:r>
              <a:rPr lang="zh-CN" altLang="en-US" dirty="0">
                <a:solidFill>
                  <a:srgbClr val="333333"/>
                </a:solidFill>
                <a:latin typeface="Arial" panose="020B0604020202020204" pitchFamily="34" charset="0"/>
              </a:rPr>
              <a:t>路径</a:t>
            </a:r>
            <a:r>
              <a:rPr lang="en-US" altLang="zh-CN" dirty="0">
                <a:solidFill>
                  <a:srgbClr val="333333"/>
                </a:solidFill>
                <a:latin typeface="Arial" panose="020B0604020202020204" pitchFamily="34" charset="0"/>
              </a:rPr>
              <a:t>2:1→4→8→9→11→</a:t>
            </a:r>
            <a:r>
              <a:rPr lang="zh-CN" altLang="en-US" dirty="0">
                <a:solidFill>
                  <a:srgbClr val="333333"/>
                </a:solidFill>
                <a:latin typeface="Arial" panose="020B0604020202020204" pitchFamily="34" charset="0"/>
              </a:rPr>
              <a:t>结束语句</a:t>
            </a:r>
          </a:p>
          <a:p>
            <a:r>
              <a:rPr lang="zh-CN" altLang="en-US" dirty="0">
                <a:solidFill>
                  <a:srgbClr val="333333"/>
                </a:solidFill>
                <a:latin typeface="Arial" panose="020B0604020202020204" pitchFamily="34" charset="0"/>
              </a:rPr>
              <a:t>路径</a:t>
            </a:r>
            <a:r>
              <a:rPr lang="en-US" altLang="zh-CN" dirty="0">
                <a:solidFill>
                  <a:srgbClr val="333333"/>
                </a:solidFill>
                <a:latin typeface="Arial" panose="020B0604020202020204" pitchFamily="34" charset="0"/>
              </a:rPr>
              <a:t>3:1→4→8→9→10→</a:t>
            </a:r>
            <a:r>
              <a:rPr lang="zh-CN" altLang="en-US" dirty="0">
                <a:solidFill>
                  <a:srgbClr val="333333"/>
                </a:solidFill>
                <a:latin typeface="Arial" panose="020B0604020202020204" pitchFamily="34" charset="0"/>
              </a:rPr>
              <a:t>结束语句</a:t>
            </a:r>
          </a:p>
          <a:p>
            <a:r>
              <a:rPr lang="zh-CN" altLang="en-US" dirty="0">
                <a:solidFill>
                  <a:srgbClr val="333333"/>
                </a:solidFill>
                <a:latin typeface="Arial" panose="020B0604020202020204" pitchFamily="34" charset="0"/>
              </a:rPr>
              <a:t>路径</a:t>
            </a:r>
            <a:r>
              <a:rPr lang="en-US" altLang="zh-CN" dirty="0">
                <a:solidFill>
                  <a:srgbClr val="333333"/>
                </a:solidFill>
                <a:latin typeface="Arial" panose="020B0604020202020204" pitchFamily="34" charset="0"/>
              </a:rPr>
              <a:t>4:1→4→8→13→</a:t>
            </a:r>
            <a:r>
              <a:rPr lang="zh-CN" altLang="en-US" dirty="0">
                <a:solidFill>
                  <a:srgbClr val="333333"/>
                </a:solidFill>
                <a:latin typeface="Arial" panose="020B0604020202020204" pitchFamily="34" charset="0"/>
              </a:rPr>
              <a:t>结束语句</a:t>
            </a:r>
          </a:p>
          <a:p>
            <a:endParaRPr lang="zh-CN" altLang="en-US" dirty="0"/>
          </a:p>
        </p:txBody>
      </p:sp>
      <p:sp>
        <p:nvSpPr>
          <p:cNvPr id="46084" name="灯片编号占位符 3"/>
          <p:cNvSpPr txBox="1">
            <a:spLocks noGrp="1"/>
          </p:cNvSpPr>
          <p:nvPr>
            <p:ph type="sldNum" sz="quarter" idx="12"/>
          </p:nvPr>
        </p:nvSpPr>
        <p:spPr/>
        <p:txBody>
          <a:bodyPr>
            <a:normAutofit fontScale="85000" lnSpcReduction="10000"/>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None/>
            </a:pPr>
            <a:fld id="{9A0DB2DC-4C9A-4742-B13C-FB6460FD3503}" type="slidenum">
              <a:rPr lang="en-US" altLang="zh-CN" sz="1200" dirty="0"/>
              <a:t>56</a:t>
            </a:fld>
            <a:endParaRPr lang="en-US" altLang="zh-CN" sz="1200" dirty="0"/>
          </a:p>
        </p:txBody>
      </p:sp>
      <p:sp>
        <p:nvSpPr>
          <p:cNvPr id="2" name="日期占位符 1"/>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41986" name="标题 1"/>
          <p:cNvSpPr>
            <a:spLocks noGrp="1"/>
          </p:cNvSpPr>
          <p:nvPr>
            <p:ph type="title"/>
            <p:custDataLst>
              <p:tags r:id="rId1"/>
            </p:custDataLst>
          </p:nvPr>
        </p:nvSpPr>
        <p:spPr/>
        <p:txBody>
          <a:bodyPr vert="horz" wrap="square" lIns="91440" tIns="45720" rIns="91440" bIns="45720" anchor="b" anchorCtr="0"/>
          <a:lstStyle/>
          <a:p>
            <a:pPr>
              <a:buNone/>
            </a:pPr>
            <a:r>
              <a:rPr lang="zh-CN" altLang="en-US" b="1" dirty="0">
                <a:latin typeface="微软雅黑" panose="020B0503020204020204" charset="-122"/>
                <a:ea typeface="微软雅黑" panose="020B0503020204020204" charset="-122"/>
              </a:rPr>
              <a:t>课堂练习</a:t>
            </a:r>
          </a:p>
        </p:txBody>
      </p:sp>
    </p:spTree>
  </p:cSld>
  <p:clrMapOvr>
    <a:masterClrMapping/>
  </p:clrMapOvr>
  <p:transition>
    <p:blinds dir="vert"/>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3"/>
          <p:cNvSpPr txBox="1">
            <a:spLocks noGrp="1"/>
          </p:cNvSpPr>
          <p:nvPr>
            <p:ph type="sldNum" sz="quarter" idx="12"/>
          </p:nvPr>
        </p:nvSpPr>
        <p:spPr/>
        <p:txBody>
          <a:bodyPr>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None/>
            </a:pPr>
            <a:fld id="{9A0DB2DC-4C9A-4742-B13C-FB6460FD3503}" type="slidenum">
              <a:rPr lang="en-US" altLang="zh-CN" sz="900" dirty="0"/>
              <a:t>57</a:t>
            </a:fld>
            <a:endParaRPr lang="en-US" altLang="zh-CN" sz="900" dirty="0"/>
          </a:p>
        </p:txBody>
      </p:sp>
      <p:pic>
        <p:nvPicPr>
          <p:cNvPr id="47108" name="Picture 3" descr="全程软件测试（三十）：动态白盒测试—基本路径法—读书笔记"/>
          <p:cNvPicPr>
            <a:picLocks noChangeAspect="1"/>
          </p:cNvPicPr>
          <p:nvPr/>
        </p:nvPicPr>
        <p:blipFill>
          <a:blip r:embed="rId3"/>
          <a:srcRect l="1161"/>
          <a:stretch>
            <a:fillRect/>
          </a:stretch>
        </p:blipFill>
        <p:spPr>
          <a:xfrm>
            <a:off x="351155" y="3140710"/>
            <a:ext cx="8484235" cy="2334895"/>
          </a:xfrm>
          <a:prstGeom prst="rect">
            <a:avLst/>
          </a:prstGeom>
          <a:noFill/>
          <a:ln w="9525">
            <a:noFill/>
          </a:ln>
        </p:spPr>
      </p:pic>
      <p:pic>
        <p:nvPicPr>
          <p:cNvPr id="47107" name="Picture 2" descr="全程软件测试（三十）：动态白盒测试—基本路径法—读书笔记"/>
          <p:cNvPicPr>
            <a:picLocks noChangeAspect="1"/>
          </p:cNvPicPr>
          <p:nvPr/>
        </p:nvPicPr>
        <p:blipFill>
          <a:blip r:embed="rId4"/>
          <a:stretch>
            <a:fillRect/>
          </a:stretch>
        </p:blipFill>
        <p:spPr>
          <a:xfrm>
            <a:off x="350520" y="2564765"/>
            <a:ext cx="8515350" cy="1019175"/>
          </a:xfrm>
          <a:prstGeom prst="rect">
            <a:avLst/>
          </a:prstGeom>
          <a:noFill/>
          <a:ln w="9525">
            <a:noFill/>
          </a:ln>
        </p:spPr>
      </p:pic>
      <p:sp>
        <p:nvSpPr>
          <p:cNvPr id="2" name="日期占位符 1"/>
          <p:cNvSpPr>
            <a:spLocks noGrp="1"/>
          </p:cNvSpPr>
          <p:nvPr>
            <p:ph type="dt" sz="half" idx="10"/>
          </p:nvPr>
        </p:nvSpPr>
        <p:spPr/>
        <p:txBody>
          <a:bodyPr/>
          <a:lstStyle/>
          <a:p>
            <a:fld id="{760FBDFE-C587-4B4C-A407-44438C67B59E}" type="datetime1">
              <a:rPr lang="zh-CN" altLang="en-US" smtClean="0"/>
              <a:t>2023/4/26</a:t>
            </a:fld>
            <a:endParaRPr lang="zh-CN" altLang="en-US"/>
          </a:p>
        </p:txBody>
      </p:sp>
      <p:sp>
        <p:nvSpPr>
          <p:cNvPr id="41986" name="标题 1"/>
          <p:cNvSpPr>
            <a:spLocks noGrp="1"/>
          </p:cNvSpPr>
          <p:nvPr>
            <p:ph type="title"/>
            <p:custDataLst>
              <p:tags r:id="rId1"/>
            </p:custDataLst>
          </p:nvPr>
        </p:nvSpPr>
        <p:spPr>
          <a:xfrm>
            <a:off x="502285" y="498475"/>
            <a:ext cx="8139430" cy="621665"/>
          </a:xfrm>
        </p:spPr>
        <p:txBody>
          <a:bodyPr vert="horz" wrap="square" lIns="91440" tIns="45720" rIns="91440" bIns="45720" anchor="b" anchorCtr="0">
            <a:normAutofit/>
          </a:bodyPr>
          <a:lstStyle/>
          <a:p>
            <a:pPr>
              <a:buNone/>
            </a:pPr>
            <a:r>
              <a:rPr lang="zh-CN" altLang="en-US" b="1" dirty="0">
                <a:latin typeface="微软雅黑" panose="020B0503020204020204" charset="-122"/>
                <a:ea typeface="微软雅黑" panose="020B0503020204020204" charset="-122"/>
              </a:rPr>
              <a:t>课堂练习</a:t>
            </a:r>
          </a:p>
        </p:txBody>
      </p:sp>
    </p:spTree>
  </p:cSld>
  <p:clrMapOvr>
    <a:masterClrMapping/>
  </p:clrMapOvr>
  <p:transition>
    <p:blinds dir="vert"/>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descr="7b0a2020202022776f7264617274223a20227b5c2269645c223a32353030313832362c5c227469645c223a31333534347d220a7d0a"/>
          <p:cNvSpPr>
            <a:spLocks noGrp="1"/>
          </p:cNvSpPr>
          <p:nvPr>
            <p:ph type="title" idx="14"/>
            <p:custDataLst>
              <p:tags r:id="rId2"/>
            </p:custDataLst>
          </p:nvPr>
        </p:nvSpPr>
        <p:spPr>
          <a:xfrm>
            <a:off x="2445068" y="2403158"/>
            <a:ext cx="4612005" cy="1285875"/>
          </a:xfrm>
        </p:spPr>
        <p:txBody>
          <a:bodyPr>
            <a:noAutofit/>
            <a:scene3d>
              <a:camera prst="obliqueBottomRight"/>
              <a:lightRig rig="flat" dir="t"/>
            </a:scene3d>
          </a:bodyPr>
          <a:lstStyle/>
          <a:p>
            <a:pPr algn="ctr"/>
            <a:r>
              <a:rPr lang="zh-CN" altLang="en-US" sz="4950" dirty="0">
                <a:solidFill>
                  <a:srgbClr val="37449B"/>
                </a:solidFill>
                <a:effectLst>
                  <a:innerShdw blurRad="63500" dist="50800" dir="13500000">
                    <a:srgbClr val="050505">
                      <a:alpha val="50000"/>
                    </a:srgbClr>
                  </a:innerShdw>
                </a:effectLst>
                <a:latin typeface="汉仪黑方简" panose="00020600040101010101" charset="-122"/>
                <a:ea typeface="汉仪黑方简" panose="00020600040101010101" charset="-122"/>
              </a:rPr>
              <a:t>谢谢聆听</a:t>
            </a:r>
          </a:p>
        </p:txBody>
      </p:sp>
      <p:pic>
        <p:nvPicPr>
          <p:cNvPr id="2" name="图片 1" descr="校徽"/>
          <p:cNvPicPr>
            <a:picLocks noChangeAspect="1"/>
          </p:cNvPicPr>
          <p:nvPr userDrawn="1"/>
        </p:nvPicPr>
        <p:blipFill>
          <a:blip r:embed="rId5"/>
          <a:stretch>
            <a:fillRect/>
          </a:stretch>
        </p:blipFill>
        <p:spPr>
          <a:xfrm>
            <a:off x="8244205" y="44450"/>
            <a:ext cx="796290" cy="735965"/>
          </a:xfrm>
          <a:prstGeom prst="rect">
            <a:avLst/>
          </a:prstGeom>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f66c2abb-85ab-49f0-82d5-8bc48f17c9b3"/>
  <p:tag name="COMMONDATA" val="eyJoZGlkIjoiMTgyY2Y5Y2UxZjkwY2NiYzg1MTM4ZmQzOTFhYWJhY2I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424"/>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424"/>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204424"/>
  <p:tag name="KSO_WM_TEMPLATE_SUBCATEGORY" val="0"/>
  <p:tag name="KSO_WM_TEMPLATE_MASTER_TYPE" val="1"/>
  <p:tag name="KSO_WM_TEMPLATE_COLOR_TYPE" val="1"/>
  <p:tag name="KSO_WM_TEMPLATE_MASTER_THUMB_INDEX" val="12"/>
  <p:tag name="KSO_WM_TEMPLATE_THUMBS_INDEX" val="1、4、6、8、10、14、17、18、19、20、21、24、29、34、37、38"/>
</p:tagLst>
</file>

<file path=ppt/tags/tag8.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9.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frame"/>
  <p:tag name="KSO_WM_SLIDE_BK_DARK_LIGHT" val="2"/>
  <p:tag name="KSO_WM_UNIT_HIGHLIGHT" val="0"/>
  <p:tag name="KSO_WM_UNIT_COMPATIBLE" val="0"/>
  <p:tag name="KSO_WM_UNIT_DIAGRAM_ISNUMVISUAL" val="0"/>
  <p:tag name="KSO_WM_UNIT_DIAGRAM_ISREFERUNIT" val="0"/>
  <p:tag name="KSO_WM_UNIT_INDEX" val="1"/>
  <p:tag name="KSO_WM_UNIT_ID" val="_13*i*1"/>
  <p:tag name="KSO_WM_UNIT_BK_DARK_LIGHT" val="2"/>
  <p:tag name="KSO_WM_UNIT_LAYERLEVEL" val="1"/>
  <p:tag name="KSO_WM_TAG_VERSION" val="1.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NDEX" val="1"/>
  <p:tag name="KSO_WM_UNIT_ID" val="_14*i*1"/>
  <p:tag name="KSO_WM_UNIT_BK_DARK_LIGHT" val="2"/>
  <p:tag name="KSO_WM_UNIT_LAYERLEVEL" val="1"/>
  <p:tag name="KSO_WM_TAG_VERSION" val="1.0"/>
  <p:tag name="KSO_WM_BEAUTIFY_FLAG" val="#wm#"/>
</p:tagLst>
</file>

<file path=ppt/tags/tag98.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5.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NDEX" val="1"/>
  <p:tag name="KSO_WM_UNIT_ID" val="_15*i*1"/>
  <p:tag name="KSO_WM_UNIT_BK_DARK_LIGHT" val="2"/>
  <p:tag name="KSO_WM_UNIT_LAYERLEVEL" val="1"/>
  <p:tag name="KSO_WM_TAG_VERSION" val="1.0"/>
  <p:tag name="KSO_WM_BEAUTIFY_FLAG" val="#wm#"/>
</p:tagLst>
</file>

<file path=ppt/tags/tag10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7.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4.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NDEX" val="1"/>
  <p:tag name="KSO_WM_UNIT_ID" val="_16*i*1"/>
  <p:tag name="KSO_WM_UNIT_BK_DARK_LIGHT" val="2"/>
  <p:tag name="KSO_WM_UNIT_LAYERLEVEL" val="1"/>
  <p:tag name="KSO_WM_TAG_VERSION" val="1.0"/>
  <p:tag name="KSO_WM_BEAUTIFY_FLAG" val="#wm#"/>
</p:tagLst>
</file>

<file path=ppt/tags/tag115.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6.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3.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NDEX" val="1"/>
  <p:tag name="KSO_WM_UNIT_ID" val="_17*i*1"/>
  <p:tag name="KSO_WM_UNIT_BK_DARK_LIGHT" val="2"/>
  <p:tag name="KSO_WM_UNIT_LAYERLEVEL" val="1"/>
  <p:tag name="KSO_WM_TAG_VERSION" val="1.0"/>
  <p:tag name="KSO_WM_BEAUTIFY_FLAG" val="#wm#"/>
</p:tagLst>
</file>

<file path=ppt/tags/tag124.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5.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4.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belt"/>
  <p:tag name="KSO_WM_SLIDE_BK_DARK_LIGHT" val="2"/>
  <p:tag name="KSO_WM_UNIT_HIGHLIGHT" val="0"/>
  <p:tag name="KSO_WM_UNIT_COMPATIBLE" val="0"/>
  <p:tag name="KSO_WM_UNIT_DIAGRAM_ISNUMVISUAL" val="0"/>
  <p:tag name="KSO_WM_UNIT_DIAGRAM_ISREFERUNIT" val="0"/>
  <p:tag name="KSO_WM_UNIT_INDEX" val="1"/>
  <p:tag name="KSO_WM_UNIT_ID" val="_18*i*1"/>
  <p:tag name="KSO_WM_UNIT_BK_DARK_LIGHT" val="2"/>
  <p:tag name="KSO_WM_UNIT_LAYERLEVEL" val="1"/>
  <p:tag name="KSO_WM_TAG_VERSION" val="1.0"/>
  <p:tag name="KSO_WM_BEAUTIFY_FLAG" val="#wm#"/>
</p:tagLst>
</file>

<file path=ppt/tags/tag135.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6.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6386.697637795275,&quot;width&quot;:8672.72125984252}"/>
</p:tagLst>
</file>

<file path=ppt/tags/tag143.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4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181.184251968504,&quot;width&quot;:2974.7622047244095}"/>
</p:tagLst>
</file>

<file path=ppt/tags/tag14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25"/>
  <p:tag name="KSO_WM_UNIT_TEXT_FILL_FORE_SCHEMECOLOR_INDEX" val="13"/>
  <p:tag name="KSO_WM_UNIT_TEXT_FILL_TYPE" val="1"/>
</p:tagLst>
</file>

<file path=ppt/tags/tag146.xml><?xml version="1.0" encoding="utf-8"?>
<p:tagLst xmlns:a="http://schemas.openxmlformats.org/drawingml/2006/main" xmlns:r="http://schemas.openxmlformats.org/officeDocument/2006/relationships" xmlns:p="http://schemas.openxmlformats.org/presentationml/2006/main">
  <p:tag name="KSO_WM_UNIT_FILL_FORE_SCHEMECOLOR_INDEX_BRIGHTNESS" val="-0.25"/>
  <p:tag name="KSO_WM_UNIT_FILL_FORE_SCHEMECOLOR_INDEX" val="6"/>
  <p:tag name="KSO_WM_UNIT_FILL_TYPE" val="1"/>
  <p:tag name="KSO_WM_UNIT_LINE_FORE_SCHEMECOLOR_INDEX_BRIGHTNESS" val="0"/>
  <p:tag name="KSO_WM_UNIT_LINE_FORE_SCHEMECOLOR_INDEX" val="2"/>
  <p:tag name="KSO_WM_UNIT_LINE_FILL_TYPE" val="2"/>
  <p:tag name="KSO_WM_UNIT_TEXT_FILL_FORE_SCHEMECOLOR_INDEX_BRIGHTNESS" val="0"/>
  <p:tag name="KSO_WM_UNIT_TEXT_FILL_FORE_SCHEMECOLOR_INDEX" val="2"/>
  <p:tag name="KSO_WM_UNIT_TEXT_FILL_TYPE" val="1"/>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4.xml><?xml version="1.0" encoding="utf-8"?>
<p:tagLst xmlns:a="http://schemas.openxmlformats.org/drawingml/2006/main" xmlns:r="http://schemas.openxmlformats.org/officeDocument/2006/relationships" xmlns:p="http://schemas.openxmlformats.org/presentationml/2006/main">
  <p:tag name="KSO_WM_SLIDE_ID" val="custom20204367_38"/>
  <p:tag name="KSO_WM_TEMPLATE_SUBCATEGORY" val="0"/>
  <p:tag name="KSO_WM_TEMPLATE_MASTER_TYPE" val="1"/>
  <p:tag name="KSO_WM_TEMPLATE_COLOR_TYPE" val="1"/>
  <p:tag name="KSO_WM_SLIDE_TYPE" val="endPage"/>
  <p:tag name="KSO_WM_SLIDE_SUBTYPE" val="pureTxt"/>
  <p:tag name="KSO_WM_SLIDE_ITEM_CNT" val="0"/>
  <p:tag name="KSO_WM_SLIDE_INDEX" val="38"/>
  <p:tag name="KSO_WM_TAG_VERSION" val="1.0"/>
  <p:tag name="KSO_WM_BEAUTIFY_FLAG" val="#wm#"/>
  <p:tag name="KSO_WM_TEMPLATE_CATEGORY" val="custom"/>
  <p:tag name="KSO_WM_TEMPLATE_INDEX" val="20204367"/>
  <p:tag name="KSO_WM_SLIDE_LAYOUT" val="a_b"/>
  <p:tag name="KSO_WM_SLIDE_LAYOUT_CNT" val="1_1"/>
</p:tagLst>
</file>

<file path=ppt/tags/tag215.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1"/>
  <p:tag name="KSO_WM_UNIT_VALUE" val="5"/>
  <p:tag name="KSO_WM_UNIT_HIGHLIGHT" val="0"/>
  <p:tag name="KSO_WM_UNIT_COMPATIBLE" val="0"/>
  <p:tag name="KSO_WM_UNIT_DIAGRAM_ISNUMVISUAL" val="0"/>
  <p:tag name="KSO_WM_UNIT_DIAGRAM_ISREFERUNIT" val="0"/>
  <p:tag name="KSO_WM_UNIT_TYPE" val="a"/>
  <p:tag name="KSO_WM_UNIT_INDEX" val="1"/>
  <p:tag name="KSO_WM_UNIT_LAYERLEVEL" val="1"/>
  <p:tag name="KSO_WM_TAG_VERSION" val="1.0"/>
  <p:tag name="KSO_WM_BEAUTIFY_FLAG" val="#wm#"/>
  <p:tag name="KSO_WM_UNIT_PRESET_TEXT" val="谢谢聆听"/>
  <p:tag name="KSO_WM_TEMPLATE_CATEGORY" val="custom"/>
  <p:tag name="KSO_WM_TEMPLATE_INDEX" val="20204367"/>
  <p:tag name="KSO_WM_UNIT_ID" val="custom20204367_38*a*1"/>
  <p:tag name="KSO_WM_UNIT_ISNUMDGMTITLE" val="0"/>
</p:tagLst>
</file>

<file path=ppt/theme/theme1.xml><?xml version="1.0" encoding="utf-8"?>
<a:theme xmlns:a="http://schemas.openxmlformats.org/drawingml/2006/main" name="1_Office 主题​​">
  <a:themeElements>
    <a:clrScheme name="">
      <a:dk1>
        <a:srgbClr val="000000"/>
      </a:dk1>
      <a:lt1>
        <a:srgbClr val="FFFFFF"/>
      </a:lt1>
      <a:dk2>
        <a:srgbClr val="F2F9FC"/>
      </a:dk2>
      <a:lt2>
        <a:srgbClr val="FFFFFF"/>
      </a:lt2>
      <a:accent1>
        <a:srgbClr val="2675BC"/>
      </a:accent1>
      <a:accent2>
        <a:srgbClr val="2780B7"/>
      </a:accent2>
      <a:accent3>
        <a:srgbClr val="2F8581"/>
      </a:accent3>
      <a:accent4>
        <a:srgbClr val="308854"/>
      </a:accent4>
      <a:accent5>
        <a:srgbClr val="B4B418"/>
      </a:accent5>
      <a:accent6>
        <a:srgbClr val="B79A1F"/>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Profile</Template>
  <TotalTime>18</TotalTime>
  <Words>2289</Words>
  <Application>Microsoft Office PowerPoint</Application>
  <PresentationFormat>全屏显示(4:3)</PresentationFormat>
  <Paragraphs>397</Paragraphs>
  <Slides>58</Slides>
  <Notes>3</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2</vt:i4>
      </vt:variant>
      <vt:variant>
        <vt:lpstr>幻灯片标题</vt:lpstr>
      </vt:variant>
      <vt:variant>
        <vt:i4>58</vt:i4>
      </vt:variant>
    </vt:vector>
  </HeadingPairs>
  <TitlesOfParts>
    <vt:vector size="66" baseType="lpstr">
      <vt:lpstr>汉仪黑方简</vt:lpstr>
      <vt:lpstr>微软雅黑</vt:lpstr>
      <vt:lpstr>Arial</vt:lpstr>
      <vt:lpstr>Verdana</vt:lpstr>
      <vt:lpstr>Wingdings</vt:lpstr>
      <vt:lpstr>1_Office 主题​​</vt:lpstr>
      <vt:lpstr>Bitmap Image</vt:lpstr>
      <vt:lpstr>Equation.DSMT4</vt:lpstr>
      <vt:lpstr>PowerPoint 演示文稿</vt:lpstr>
      <vt:lpstr>上节回顾</vt:lpstr>
      <vt:lpstr>案例——逻辑覆盖法测试</vt:lpstr>
      <vt:lpstr>案例——逻辑覆盖法测试</vt:lpstr>
      <vt:lpstr>案例——逻辑覆盖法测试</vt:lpstr>
      <vt:lpstr>案例——逻辑覆盖法测试</vt:lpstr>
      <vt:lpstr>案例——逻辑覆盖法测试</vt:lpstr>
      <vt:lpstr>案例——逻辑覆盖法测试</vt:lpstr>
      <vt:lpstr>思考</vt:lpstr>
      <vt:lpstr>对路径的测试</vt:lpstr>
      <vt:lpstr>对路径的测试——基本路径测试法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课堂练习</vt:lpstr>
      <vt:lpstr>PowerPoint 演示文稿</vt:lpstr>
      <vt:lpstr>课堂练习</vt:lpstr>
      <vt:lpstr>课堂练习</vt:lpstr>
      <vt:lpstr>课堂练习</vt:lpstr>
      <vt:lpstr>课堂练习</vt:lpstr>
      <vt:lpstr>谢谢聆听</vt:lpstr>
    </vt:vector>
  </TitlesOfParts>
  <Company>福建163软件园</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软件测试技术基础</dc:title>
  <dc:creator>福建163软件园</dc:creator>
  <cp:lastModifiedBy>12563354@qq.com</cp:lastModifiedBy>
  <cp:revision>334</cp:revision>
  <dcterms:created xsi:type="dcterms:W3CDTF">2008-07-27T05:17:00Z</dcterms:created>
  <dcterms:modified xsi:type="dcterms:W3CDTF">2023-04-26T08:07:24Z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2052-11.1.0.14036</vt:lpwstr>
  </property>
  <property fmtid="{D5CDD505-2E9C-101B-9397-08002B2CF9AE}" pid="3" name="ICV">
    <vt:lpwstr>55E5B2AB6AE441BCA8EEADF7996B7843_13</vt:lpwstr>
  </property>
</Properties>
</file>