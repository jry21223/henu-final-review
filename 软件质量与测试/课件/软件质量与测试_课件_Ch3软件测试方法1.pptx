
<file path=[Content_Types].xml><?xml version="1.0" encoding="utf-8"?>
<Types xmlns="http://schemas.openxmlformats.org/package/2006/content-types">
  <Default Extension="bin" ContentType="application/vnd.openxmlformats-officedocument.oleObject"/>
  <Default Extension="bmp" ContentType="image/bmp"/>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notesSlides/notesSlide13.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notesSlides/notesSlide14.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notesSlides/notesSlide15.xml" ContentType="application/vnd.openxmlformats-officedocument.presentationml.notesSlide+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notesSlides/notesSlide16.xml" ContentType="application/vnd.openxmlformats-officedocument.presentationml.notesSlide+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notesSlides/notesSlide17.xml" ContentType="application/vnd.openxmlformats-officedocument.presentationml.notesSlide+xml"/>
  <Override PartName="/ppt/tags/tag315.xml" ContentType="application/vnd.openxmlformats-officedocument.presentationml.tags+xml"/>
  <Override PartName="/ppt/notesSlides/notesSlide18.xml" ContentType="application/vnd.openxmlformats-officedocument.presentationml.notesSlide+xml"/>
  <Override PartName="/ppt/tags/tag316.xml" ContentType="application/vnd.openxmlformats-officedocument.presentationml.tags+xml"/>
  <Override PartName="/ppt/notesSlides/notesSlide19.xml" ContentType="application/vnd.openxmlformats-officedocument.presentationml.notesSlide+xml"/>
  <Override PartName="/ppt/tags/tag317.xml" ContentType="application/vnd.openxmlformats-officedocument.presentationml.tags+xml"/>
  <Override PartName="/ppt/notesSlides/notesSlide20.xml" ContentType="application/vnd.openxmlformats-officedocument.presentationml.notesSlide+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notesSlides/notesSlide21.xml" ContentType="application/vnd.openxmlformats-officedocument.presentationml.notesSlide+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notesSlides/notesSlide22.xml" ContentType="application/vnd.openxmlformats-officedocument.presentationml.notesSlide+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notesSlides/notesSlide23.xml" ContentType="application/vnd.openxmlformats-officedocument.presentationml.notesSlide+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notesSlides/notesSlide24.xml" ContentType="application/vnd.openxmlformats-officedocument.presentationml.notesSlide+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0.xml" ContentType="application/vnd.openxmlformats-officedocument.presentationml.tags+xml"/>
  <Override PartName="/ppt/notesSlides/notesSlide25.xml" ContentType="application/vnd.openxmlformats-officedocument.presentationml.notesSlide+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20"/>
  </p:notesMasterIdLst>
  <p:handoutMasterIdLst>
    <p:handoutMasterId r:id="rId121"/>
  </p:handoutMasterIdLst>
  <p:sldIdLst>
    <p:sldId id="304" r:id="rId2"/>
    <p:sldId id="768" r:id="rId3"/>
    <p:sldId id="308" r:id="rId4"/>
    <p:sldId id="770" r:id="rId5"/>
    <p:sldId id="777" r:id="rId6"/>
    <p:sldId id="873" r:id="rId7"/>
    <p:sldId id="987" r:id="rId8"/>
    <p:sldId id="871" r:id="rId9"/>
    <p:sldId id="9935" r:id="rId10"/>
    <p:sldId id="9983" r:id="rId11"/>
    <p:sldId id="948" r:id="rId12"/>
    <p:sldId id="949" r:id="rId13"/>
    <p:sldId id="9936" r:id="rId14"/>
    <p:sldId id="6076" r:id="rId15"/>
    <p:sldId id="694" r:id="rId16"/>
    <p:sldId id="696" r:id="rId17"/>
    <p:sldId id="695" r:id="rId18"/>
    <p:sldId id="698" r:id="rId19"/>
    <p:sldId id="699" r:id="rId20"/>
    <p:sldId id="700" r:id="rId21"/>
    <p:sldId id="836" r:id="rId22"/>
    <p:sldId id="837" r:id="rId23"/>
    <p:sldId id="838" r:id="rId24"/>
    <p:sldId id="9979" r:id="rId25"/>
    <p:sldId id="697" r:id="rId26"/>
    <p:sldId id="701" r:id="rId27"/>
    <p:sldId id="703" r:id="rId28"/>
    <p:sldId id="704" r:id="rId29"/>
    <p:sldId id="705" r:id="rId30"/>
    <p:sldId id="706" r:id="rId31"/>
    <p:sldId id="707" r:id="rId32"/>
    <p:sldId id="708" r:id="rId33"/>
    <p:sldId id="709" r:id="rId34"/>
    <p:sldId id="710" r:id="rId35"/>
    <p:sldId id="712" r:id="rId36"/>
    <p:sldId id="713" r:id="rId37"/>
    <p:sldId id="715" r:id="rId38"/>
    <p:sldId id="716" r:id="rId39"/>
    <p:sldId id="717" r:id="rId40"/>
    <p:sldId id="718" r:id="rId41"/>
    <p:sldId id="719" r:id="rId42"/>
    <p:sldId id="9980" r:id="rId43"/>
    <p:sldId id="721" r:id="rId44"/>
    <p:sldId id="722" r:id="rId45"/>
    <p:sldId id="723" r:id="rId46"/>
    <p:sldId id="724" r:id="rId47"/>
    <p:sldId id="725" r:id="rId48"/>
    <p:sldId id="6079" r:id="rId49"/>
    <p:sldId id="726" r:id="rId50"/>
    <p:sldId id="730" r:id="rId51"/>
    <p:sldId id="6073" r:id="rId52"/>
    <p:sldId id="780" r:id="rId53"/>
    <p:sldId id="781" r:id="rId54"/>
    <p:sldId id="782" r:id="rId55"/>
    <p:sldId id="783" r:id="rId56"/>
    <p:sldId id="784" r:id="rId57"/>
    <p:sldId id="843" r:id="rId58"/>
    <p:sldId id="844" r:id="rId59"/>
    <p:sldId id="786" r:id="rId60"/>
    <p:sldId id="787" r:id="rId61"/>
    <p:sldId id="788" r:id="rId62"/>
    <p:sldId id="789" r:id="rId63"/>
    <p:sldId id="790" r:id="rId64"/>
    <p:sldId id="791" r:id="rId65"/>
    <p:sldId id="793" r:id="rId66"/>
    <p:sldId id="924" r:id="rId67"/>
    <p:sldId id="792" r:id="rId68"/>
    <p:sldId id="841" r:id="rId69"/>
    <p:sldId id="926" r:id="rId70"/>
    <p:sldId id="927" r:id="rId71"/>
    <p:sldId id="928" r:id="rId72"/>
    <p:sldId id="812" r:id="rId73"/>
    <p:sldId id="813" r:id="rId74"/>
    <p:sldId id="814" r:id="rId75"/>
    <p:sldId id="815" r:id="rId76"/>
    <p:sldId id="816" r:id="rId77"/>
    <p:sldId id="817" r:id="rId78"/>
    <p:sldId id="818" r:id="rId79"/>
    <p:sldId id="819" r:id="rId80"/>
    <p:sldId id="820" r:id="rId81"/>
    <p:sldId id="821" r:id="rId82"/>
    <p:sldId id="822" r:id="rId83"/>
    <p:sldId id="825" r:id="rId84"/>
    <p:sldId id="826" r:id="rId85"/>
    <p:sldId id="977" r:id="rId86"/>
    <p:sldId id="9981" r:id="rId87"/>
    <p:sldId id="976" r:id="rId88"/>
    <p:sldId id="929" r:id="rId89"/>
    <p:sldId id="930" r:id="rId90"/>
    <p:sldId id="931" r:id="rId91"/>
    <p:sldId id="932" r:id="rId92"/>
    <p:sldId id="933" r:id="rId93"/>
    <p:sldId id="934" r:id="rId94"/>
    <p:sldId id="935" r:id="rId95"/>
    <p:sldId id="936" r:id="rId96"/>
    <p:sldId id="937" r:id="rId97"/>
    <p:sldId id="938" r:id="rId98"/>
    <p:sldId id="939" r:id="rId99"/>
    <p:sldId id="940" r:id="rId100"/>
    <p:sldId id="941" r:id="rId101"/>
    <p:sldId id="942" r:id="rId102"/>
    <p:sldId id="943" r:id="rId103"/>
    <p:sldId id="944" r:id="rId104"/>
    <p:sldId id="945" r:id="rId105"/>
    <p:sldId id="9982" r:id="rId106"/>
    <p:sldId id="950" r:id="rId107"/>
    <p:sldId id="827" r:id="rId108"/>
    <p:sldId id="828" r:id="rId109"/>
    <p:sldId id="829" r:id="rId110"/>
    <p:sldId id="830" r:id="rId111"/>
    <p:sldId id="832" r:id="rId112"/>
    <p:sldId id="923" r:id="rId113"/>
    <p:sldId id="1006" r:id="rId114"/>
    <p:sldId id="1007" r:id="rId115"/>
    <p:sldId id="1008" r:id="rId116"/>
    <p:sldId id="1009" r:id="rId117"/>
    <p:sldId id="1012" r:id="rId118"/>
    <p:sldId id="6034" r:id="rId119"/>
  </p:sldIdLst>
  <p:sldSz cx="9144000" cy="5143500" type="screen16x9"/>
  <p:notesSz cx="6858000" cy="9144000"/>
  <p:custDataLst>
    <p:tags r:id="rId122"/>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14">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E699"/>
    <a:srgbClr val="435CC8"/>
    <a:srgbClr val="FFC600"/>
    <a:srgbClr val="1F2B88"/>
    <a:srgbClr val="FFC000"/>
    <a:srgbClr val="242C52"/>
    <a:srgbClr val="6880B1"/>
    <a:srgbClr val="FFBB0A"/>
    <a:srgbClr val="FFC102"/>
    <a:srgbClr val="1D242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22" autoAdjust="0"/>
    <p:restoredTop sz="95184" autoAdjust="0"/>
  </p:normalViewPr>
  <p:slideViewPr>
    <p:cSldViewPr snapToGrid="0" snapToObjects="1">
      <p:cViewPr varScale="1">
        <p:scale>
          <a:sx n="106" d="100"/>
          <a:sy n="106" d="100"/>
        </p:scale>
        <p:origin x="77" y="91"/>
      </p:cViewPr>
      <p:guideLst>
        <p:guide orient="horz" pos="1614"/>
        <p:guide pos="2880"/>
      </p:guideLst>
    </p:cSldViewPr>
  </p:slideViewPr>
  <p:notesTextViewPr>
    <p:cViewPr>
      <p:scale>
        <a:sx n="125" d="100"/>
        <a:sy n="125" d="100"/>
      </p:scale>
      <p:origin x="0" y="0"/>
    </p:cViewPr>
  </p:notesTextViewPr>
  <p:notesViewPr>
    <p:cSldViewPr snapToGrid="0" snapToObjects="1">
      <p:cViewPr varScale="1">
        <p:scale>
          <a:sx n="87" d="100"/>
          <a:sy n="87" d="100"/>
        </p:scale>
        <p:origin x="3904" y="19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notesMaster" Target="notesMasters/notesMaster1.xml"/><Relationship Id="rId125"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handoutMaster" Target="handoutMasters/handout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2024/3/12</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思源黑体" panose="020F0502020204030204" charset="-122"/>
                <a:ea typeface="思源黑体" panose="020F0502020204030204" charset="-122"/>
                <a:cs typeface="思源黑体" panose="020F050202020403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思源黑体" panose="020F0502020204030204" charset="-122"/>
                <a:ea typeface="思源黑体" panose="020F0502020204030204" charset="-122"/>
                <a:cs typeface="思源黑体" panose="020F0502020204030204" charset="-122"/>
              </a:defRPr>
            </a:lvl1pPr>
          </a:lstStyle>
          <a:p>
            <a:fld id="{D2A48B96-639E-45A3-A0BA-2464DFDB1FAA}" type="datetimeFigureOut">
              <a:rPr lang="zh-CN" altLang="en-US" smtClean="0"/>
              <a:t>2024/3/12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思源黑体" panose="020F0502020204030204" charset="-122"/>
                <a:ea typeface="思源黑体" panose="020F0502020204030204" charset="-122"/>
                <a:cs typeface="思源黑体" panose="020F050202020403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思源黑体" panose="020F0502020204030204" charset="-122"/>
                <a:ea typeface="思源黑体" panose="020F0502020204030204" charset="-122"/>
                <a:cs typeface="思源黑体" panose="020F0502020204030204" charset="-122"/>
              </a:defRPr>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思源黑体" panose="020F0502020204030204" charset="-122"/>
        <a:ea typeface="思源黑体" panose="020F0502020204030204" charset="-122"/>
        <a:cs typeface="思源黑体" panose="020F0502020204030204" charset="-122"/>
      </a:defRPr>
    </a:lvl1pPr>
    <a:lvl2pPr marL="457200" algn="l" defTabSz="914400" rtl="0" eaLnBrk="1" latinLnBrk="0" hangingPunct="1">
      <a:defRPr sz="1200" kern="1200">
        <a:solidFill>
          <a:schemeClr val="tx1"/>
        </a:solidFill>
        <a:latin typeface="思源黑体" panose="020F0502020204030204" charset="-122"/>
        <a:ea typeface="思源黑体" panose="020F0502020204030204" charset="-122"/>
        <a:cs typeface="思源黑体" panose="020F0502020204030204" charset="-122"/>
      </a:defRPr>
    </a:lvl2pPr>
    <a:lvl3pPr marL="914400" algn="l" defTabSz="914400" rtl="0" eaLnBrk="1" latinLnBrk="0" hangingPunct="1">
      <a:defRPr sz="1200" kern="1200">
        <a:solidFill>
          <a:schemeClr val="tx1"/>
        </a:solidFill>
        <a:latin typeface="思源黑体" panose="020F0502020204030204" charset="-122"/>
        <a:ea typeface="思源黑体" panose="020F0502020204030204" charset="-122"/>
        <a:cs typeface="思源黑体" panose="020F0502020204030204" charset="-122"/>
      </a:defRPr>
    </a:lvl3pPr>
    <a:lvl4pPr marL="1371600" algn="l" defTabSz="914400" rtl="0" eaLnBrk="1" latinLnBrk="0" hangingPunct="1">
      <a:defRPr sz="1200" kern="1200">
        <a:solidFill>
          <a:schemeClr val="tx1"/>
        </a:solidFill>
        <a:latin typeface="思源黑体" panose="020F0502020204030204" charset="-122"/>
        <a:ea typeface="思源黑体" panose="020F0502020204030204" charset="-122"/>
        <a:cs typeface="思源黑体" panose="020F0502020204030204" charset="-122"/>
      </a:defRPr>
    </a:lvl4pPr>
    <a:lvl5pPr marL="1828800" algn="l" defTabSz="914400" rtl="0" eaLnBrk="1" latinLnBrk="0" hangingPunct="1">
      <a:defRPr sz="1200" kern="1200">
        <a:solidFill>
          <a:schemeClr val="tx1"/>
        </a:solidFill>
        <a:latin typeface="思源黑体" panose="020F0502020204030204" charset="-122"/>
        <a:ea typeface="思源黑体" panose="020F0502020204030204" charset="-122"/>
        <a:cs typeface="思源黑体" panose="020F050202020403020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baike.baidu.com/item/%E8%A2%AB%E6%B5%8B%E7%B3%BB%E7%BB%9F/22735701?fromModule=lemma_inlink" TargetMode="External"/><Relationship Id="rId2" Type="http://schemas.openxmlformats.org/officeDocument/2006/relationships/slide" Target="../slides/slide7.xml"/><Relationship Id="rId1" Type="http://schemas.openxmlformats.org/officeDocument/2006/relationships/notesMaster" Target="../notesMasters/notesMaster1.xml"/><Relationship Id="rId4" Type="http://schemas.openxmlformats.org/officeDocument/2006/relationships/hyperlink" Target="https://so.csdn.net/so/search?q=%E9%BB%91%E7%9B%92%E6%B5%8B%E8%AF%95&amp;spm=1001.2101.3001.7020"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lnSpc>
                <a:spcPct val="120000"/>
              </a:lnSpc>
            </a:pP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A6837353-30EB-4A48-80EB-173D804AEFBD}" type="slidenum">
              <a:rPr lang="zh-CN" altLang="en-US" smtClean="0"/>
              <a:t>1</a:t>
            </a:fld>
            <a:endParaRPr lang="zh-CN" altLang="en-US"/>
          </a:p>
        </p:txBody>
      </p:sp>
    </p:spTree>
    <p:extLst>
      <p:ext uri="{BB962C8B-B14F-4D97-AF65-F5344CB8AC3E}">
        <p14:creationId xmlns:p14="http://schemas.microsoft.com/office/powerpoint/2010/main" val="23656264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a:xfrm>
            <a:off x="-274638" y="406400"/>
            <a:ext cx="7407276" cy="4167188"/>
          </a:xfrm>
          <a:ln/>
        </p:spPr>
      </p:sp>
      <p:sp>
        <p:nvSpPr>
          <p:cNvPr id="94211" name="Rectangle 3"/>
          <p:cNvSpPr>
            <a:spLocks noGrp="1" noChangeArrowheads="1"/>
          </p:cNvSpPr>
          <p:nvPr>
            <p:ph type="body" idx="1"/>
          </p:nvPr>
        </p:nvSpPr>
        <p:spPr bwMode="auto">
          <a:xfrm>
            <a:off x="686367" y="4344301"/>
            <a:ext cx="5486400" cy="4113423"/>
          </a:xfrm>
          <a:prstGeom prst="rect">
            <a:avLst/>
          </a:prstGeom>
          <a:noFill/>
          <a:ln>
            <a:miter lim="800000"/>
            <a:headEnd/>
            <a:tailEnd/>
          </a:ln>
        </p:spPr>
        <p:txBody>
          <a:bodyPr/>
          <a:lstStyle/>
          <a:p>
            <a:pPr eaLnBrk="1" hangingPunct="1"/>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3.1</a:t>
            </a:r>
            <a:r>
              <a:rPr kumimoji="1" lang="zh-CN" altLang="en-US" dirty="0"/>
              <a:t>基于直觉和经验的方法	</a:t>
            </a:r>
            <a:r>
              <a:rPr kumimoji="1" lang="en-US" altLang="zh-CN" dirty="0"/>
              <a:t>35</a:t>
            </a:r>
          </a:p>
          <a:p>
            <a:r>
              <a:rPr kumimoji="1" lang="en-US" altLang="zh-CN" dirty="0"/>
              <a:t>3.1.1 </a:t>
            </a:r>
            <a:r>
              <a:rPr kumimoji="1" lang="en" altLang="zh-CN" dirty="0"/>
              <a:t>Ad-hoc</a:t>
            </a:r>
            <a:r>
              <a:rPr kumimoji="1" lang="zh-CN" altLang="en-US" dirty="0"/>
              <a:t>测试方法和</a:t>
            </a:r>
            <a:r>
              <a:rPr kumimoji="1" lang="en" altLang="zh-CN" dirty="0"/>
              <a:t>ALAC</a:t>
            </a:r>
            <a:r>
              <a:rPr kumimoji="1" lang="zh-CN" altLang="en-US" dirty="0"/>
              <a:t>测试	</a:t>
            </a:r>
            <a:r>
              <a:rPr kumimoji="1" lang="en-US" altLang="zh-CN" dirty="0"/>
              <a:t>36</a:t>
            </a:r>
          </a:p>
          <a:p>
            <a:r>
              <a:rPr kumimoji="1" lang="en-US" altLang="zh-CN" dirty="0"/>
              <a:t>3.1.2 </a:t>
            </a:r>
            <a:r>
              <a:rPr kumimoji="1" lang="zh-CN" altLang="en-US" dirty="0"/>
              <a:t>错误推测法	</a:t>
            </a:r>
            <a:r>
              <a:rPr kumimoji="1" lang="en-US" altLang="zh-CN" dirty="0"/>
              <a:t>37</a:t>
            </a:r>
          </a:p>
          <a:p>
            <a:endParaRPr kumimoji="1" lang="en-US" altLang="zh-CN" dirty="0"/>
          </a:p>
          <a:p>
            <a:r>
              <a:rPr kumimoji="1" lang="en-US" altLang="zh-CN" dirty="0"/>
              <a:t>3.2 </a:t>
            </a:r>
            <a:r>
              <a:rPr kumimoji="1" lang="zh-CN" altLang="en-US" dirty="0"/>
              <a:t>基于输入域的方法	</a:t>
            </a:r>
            <a:r>
              <a:rPr kumimoji="1" lang="en-US" altLang="zh-CN" dirty="0"/>
              <a:t>38</a:t>
            </a:r>
          </a:p>
          <a:p>
            <a:r>
              <a:rPr kumimoji="1" lang="en-US" altLang="zh-CN" dirty="0"/>
              <a:t>3.2.1 </a:t>
            </a:r>
            <a:r>
              <a:rPr kumimoji="1" lang="zh-CN" altLang="en-US" dirty="0"/>
              <a:t>等价类划分法	</a:t>
            </a:r>
            <a:r>
              <a:rPr kumimoji="1" lang="en-US" altLang="zh-CN" dirty="0"/>
              <a:t>38</a:t>
            </a:r>
          </a:p>
          <a:p>
            <a:r>
              <a:rPr kumimoji="1" lang="en-US" altLang="zh-CN" dirty="0"/>
              <a:t>3.2.2 </a:t>
            </a:r>
            <a:r>
              <a:rPr kumimoji="1" lang="zh-CN" altLang="en-US" dirty="0"/>
              <a:t>边界值分析法	</a:t>
            </a:r>
            <a:r>
              <a:rPr kumimoji="1" lang="en-US" altLang="zh-CN" dirty="0"/>
              <a:t>41</a:t>
            </a:r>
          </a:p>
          <a:p>
            <a:endParaRPr kumimoji="1" lang="en-US" altLang="zh-CN" dirty="0"/>
          </a:p>
          <a:p>
            <a:r>
              <a:rPr kumimoji="1" lang="en-US" altLang="zh-CN" dirty="0"/>
              <a:t>3.3 </a:t>
            </a:r>
            <a:r>
              <a:rPr kumimoji="1" lang="zh-CN" altLang="en-US" dirty="0"/>
              <a:t>基于组合及其优化的方法	</a:t>
            </a:r>
            <a:r>
              <a:rPr kumimoji="1" lang="en-US" altLang="zh-CN" dirty="0"/>
              <a:t>45</a:t>
            </a:r>
          </a:p>
          <a:p>
            <a:r>
              <a:rPr kumimoji="1" lang="en-US" altLang="zh-CN" dirty="0"/>
              <a:t>3.3.1 </a:t>
            </a:r>
            <a:r>
              <a:rPr kumimoji="1" lang="zh-CN" altLang="en-US" dirty="0"/>
              <a:t>判定表方法	</a:t>
            </a:r>
            <a:r>
              <a:rPr kumimoji="1" lang="en-US" altLang="zh-CN" dirty="0"/>
              <a:t>45</a:t>
            </a:r>
          </a:p>
          <a:p>
            <a:r>
              <a:rPr kumimoji="1" lang="en-US" altLang="zh-CN" dirty="0"/>
              <a:t>3.3.2 </a:t>
            </a:r>
            <a:r>
              <a:rPr kumimoji="1" lang="zh-CN" altLang="en-US" dirty="0"/>
              <a:t>因果图法	</a:t>
            </a:r>
            <a:r>
              <a:rPr kumimoji="1" lang="en-US" altLang="zh-CN" dirty="0"/>
              <a:t>47</a:t>
            </a:r>
          </a:p>
          <a:p>
            <a:r>
              <a:rPr kumimoji="1" lang="en-US" altLang="zh-CN" dirty="0"/>
              <a:t>3.3.3 </a:t>
            </a:r>
            <a:r>
              <a:rPr kumimoji="1" lang="en" altLang="zh-CN" dirty="0"/>
              <a:t>Pair-wise</a:t>
            </a:r>
            <a:r>
              <a:rPr kumimoji="1" lang="zh-CN" altLang="en-US" dirty="0"/>
              <a:t>方法	</a:t>
            </a:r>
            <a:r>
              <a:rPr kumimoji="1" lang="en-US" altLang="zh-CN" dirty="0"/>
              <a:t>50</a:t>
            </a:r>
          </a:p>
          <a:p>
            <a:r>
              <a:rPr kumimoji="1" lang="en-US" altLang="zh-CN" dirty="0"/>
              <a:t>3.3.4 </a:t>
            </a:r>
            <a:r>
              <a:rPr kumimoji="1" lang="zh-CN" altLang="en-US" dirty="0"/>
              <a:t>正交试验法	</a:t>
            </a:r>
            <a:r>
              <a:rPr kumimoji="1" lang="en-US" altLang="zh-CN" dirty="0"/>
              <a:t>51</a:t>
            </a:r>
          </a:p>
          <a:p>
            <a:endParaRPr kumimoji="1" lang="en-US" altLang="zh-CN" dirty="0"/>
          </a:p>
          <a:p>
            <a:r>
              <a:rPr kumimoji="1" lang="en-US" altLang="zh-CN" dirty="0"/>
              <a:t>3.4 </a:t>
            </a:r>
            <a:r>
              <a:rPr kumimoji="1" lang="zh-CN" altLang="en-US" dirty="0"/>
              <a:t>基于逻辑覆盖的方法	</a:t>
            </a:r>
            <a:r>
              <a:rPr kumimoji="1" lang="en-US" altLang="zh-CN" dirty="0"/>
              <a:t>53</a:t>
            </a:r>
          </a:p>
          <a:p>
            <a:r>
              <a:rPr kumimoji="1" lang="en-US" altLang="zh-CN" dirty="0"/>
              <a:t>3.4.1 </a:t>
            </a:r>
            <a:r>
              <a:rPr kumimoji="1" lang="zh-CN" altLang="en-US" dirty="0"/>
              <a:t>判定覆盖	</a:t>
            </a:r>
            <a:r>
              <a:rPr kumimoji="1" lang="en-US" altLang="zh-CN" dirty="0"/>
              <a:t>54</a:t>
            </a:r>
          </a:p>
          <a:p>
            <a:r>
              <a:rPr kumimoji="1" lang="en-US" altLang="zh-CN" dirty="0"/>
              <a:t>3.4.2 </a:t>
            </a:r>
            <a:r>
              <a:rPr kumimoji="1" lang="zh-CN" altLang="en-US" dirty="0"/>
              <a:t>条件覆盖	</a:t>
            </a:r>
            <a:r>
              <a:rPr kumimoji="1" lang="en-US" altLang="zh-CN" dirty="0"/>
              <a:t>55</a:t>
            </a:r>
          </a:p>
          <a:p>
            <a:r>
              <a:rPr kumimoji="1" lang="en-US" altLang="zh-CN" dirty="0"/>
              <a:t>3.4.3 </a:t>
            </a:r>
            <a:r>
              <a:rPr kumimoji="1" lang="zh-CN" altLang="en-US" dirty="0"/>
              <a:t>判定条件覆盖	</a:t>
            </a:r>
            <a:r>
              <a:rPr kumimoji="1" lang="en-US" altLang="zh-CN" dirty="0"/>
              <a:t>56</a:t>
            </a:r>
          </a:p>
          <a:p>
            <a:r>
              <a:rPr kumimoji="1" lang="en-US" altLang="zh-CN" dirty="0"/>
              <a:t>3.4.4 </a:t>
            </a:r>
            <a:r>
              <a:rPr kumimoji="1" lang="zh-CN" altLang="en-US" dirty="0"/>
              <a:t>条件组合覆盖	</a:t>
            </a:r>
            <a:r>
              <a:rPr kumimoji="1" lang="en-US" altLang="zh-CN" dirty="0"/>
              <a:t>57</a:t>
            </a:r>
          </a:p>
          <a:p>
            <a:r>
              <a:rPr kumimoji="1" lang="en-US" altLang="zh-CN" dirty="0"/>
              <a:t>3.4.5 </a:t>
            </a:r>
            <a:r>
              <a:rPr kumimoji="1" lang="zh-CN" altLang="en-US" dirty="0"/>
              <a:t>基本路径覆盖	</a:t>
            </a:r>
            <a:r>
              <a:rPr kumimoji="1" lang="en-US" altLang="zh-CN" dirty="0"/>
              <a:t>59</a:t>
            </a:r>
          </a:p>
          <a:p>
            <a:endParaRPr kumimoji="1" lang="en-US" altLang="zh-CN" dirty="0"/>
          </a:p>
          <a:p>
            <a:r>
              <a:rPr kumimoji="1" lang="en-US" altLang="zh-CN" dirty="0"/>
              <a:t>3.5 </a:t>
            </a:r>
            <a:r>
              <a:rPr kumimoji="1" lang="zh-CN" altLang="en-US" dirty="0"/>
              <a:t>基于缺陷模式的测试	</a:t>
            </a:r>
            <a:r>
              <a:rPr kumimoji="1" lang="en-US" altLang="zh-CN" dirty="0"/>
              <a:t>62</a:t>
            </a:r>
          </a:p>
          <a:p>
            <a:r>
              <a:rPr kumimoji="1" lang="en-US" altLang="zh-CN" dirty="0"/>
              <a:t>3.5.1 </a:t>
            </a:r>
            <a:r>
              <a:rPr kumimoji="1" lang="zh-CN" altLang="en-US" dirty="0"/>
              <a:t>常见的缺陷模式	</a:t>
            </a:r>
            <a:r>
              <a:rPr kumimoji="1" lang="en-US" altLang="zh-CN" dirty="0"/>
              <a:t>64</a:t>
            </a:r>
          </a:p>
          <a:p>
            <a:r>
              <a:rPr kumimoji="1" lang="en-US" altLang="zh-CN" dirty="0"/>
              <a:t>3.5.2 </a:t>
            </a:r>
            <a:r>
              <a:rPr kumimoji="1" lang="en" altLang="zh-CN" dirty="0"/>
              <a:t>DPBT</a:t>
            </a:r>
            <a:r>
              <a:rPr kumimoji="1" lang="zh-CN" altLang="en-US" dirty="0"/>
              <a:t>的测试过程	</a:t>
            </a:r>
            <a:r>
              <a:rPr kumimoji="1" lang="en-US" altLang="zh-CN" dirty="0"/>
              <a:t>65</a:t>
            </a:r>
          </a:p>
          <a:p>
            <a:endParaRPr kumimoji="1" lang="en-US" altLang="zh-CN" dirty="0"/>
          </a:p>
          <a:p>
            <a:r>
              <a:rPr kumimoji="1" lang="en-US" altLang="zh-CN" dirty="0"/>
              <a:t>3.6 </a:t>
            </a:r>
            <a:r>
              <a:rPr kumimoji="1" lang="zh-CN" altLang="en-US" dirty="0"/>
              <a:t>基于模型的测试	</a:t>
            </a:r>
            <a:r>
              <a:rPr kumimoji="1" lang="en-US" altLang="zh-CN" dirty="0"/>
              <a:t>65</a:t>
            </a:r>
          </a:p>
          <a:p>
            <a:r>
              <a:rPr kumimoji="1" lang="en-US" altLang="zh-CN" dirty="0"/>
              <a:t>3.6.1 </a:t>
            </a:r>
            <a:r>
              <a:rPr kumimoji="1" lang="zh-CN" altLang="en-US" dirty="0"/>
              <a:t>功能图法	</a:t>
            </a:r>
            <a:r>
              <a:rPr kumimoji="1" lang="en-US" altLang="zh-CN" dirty="0"/>
              <a:t>67</a:t>
            </a:r>
          </a:p>
          <a:p>
            <a:r>
              <a:rPr kumimoji="1" lang="en-US" altLang="zh-CN" dirty="0"/>
              <a:t>3.6.2 </a:t>
            </a:r>
            <a:r>
              <a:rPr kumimoji="1" lang="zh-CN" altLang="en-US" dirty="0"/>
              <a:t>模糊测试方法	</a:t>
            </a:r>
            <a:r>
              <a:rPr kumimoji="1" lang="en-US" altLang="zh-CN" dirty="0"/>
              <a:t>69</a:t>
            </a:r>
          </a:p>
          <a:p>
            <a:endParaRPr kumimoji="1" lang="en-US" altLang="zh-CN" dirty="0"/>
          </a:p>
          <a:p>
            <a:r>
              <a:rPr kumimoji="1" lang="en-US" altLang="zh-CN" dirty="0"/>
              <a:t>3.7 </a:t>
            </a:r>
            <a:r>
              <a:rPr kumimoji="1" lang="zh-CN" altLang="en-US" dirty="0"/>
              <a:t>形式化测试方法	</a:t>
            </a:r>
            <a:r>
              <a:rPr kumimoji="1" lang="en-US" altLang="zh-CN" dirty="0"/>
              <a:t>71</a:t>
            </a:r>
          </a:p>
          <a:p>
            <a:r>
              <a:rPr kumimoji="1" lang="en-US" altLang="zh-CN" dirty="0"/>
              <a:t>3.7.1 </a:t>
            </a:r>
            <a:r>
              <a:rPr kumimoji="1" lang="zh-CN" altLang="en-US" dirty="0"/>
              <a:t>形式化方法	</a:t>
            </a:r>
          </a:p>
          <a:p>
            <a:r>
              <a:rPr kumimoji="1" lang="en-US" altLang="zh-CN" dirty="0"/>
              <a:t>3.7.2 </a:t>
            </a:r>
            <a:r>
              <a:rPr kumimoji="1" lang="zh-CN" altLang="en-US" dirty="0"/>
              <a:t>形式化验证	</a:t>
            </a:r>
          </a:p>
          <a:p>
            <a:r>
              <a:rPr kumimoji="1" lang="en-US" altLang="zh-CN" dirty="0"/>
              <a:t>3.7.3 </a:t>
            </a:r>
            <a:r>
              <a:rPr kumimoji="1" lang="zh-CN" altLang="en-US" dirty="0"/>
              <a:t>扩展有限状态机方法</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3</a:t>
            </a:fld>
            <a:endParaRPr lang="zh-CN" altLang="en-US"/>
          </a:p>
        </p:txBody>
      </p:sp>
    </p:spTree>
    <p:extLst>
      <p:ext uri="{BB962C8B-B14F-4D97-AF65-F5344CB8AC3E}">
        <p14:creationId xmlns:p14="http://schemas.microsoft.com/office/powerpoint/2010/main" val="10285896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Rot="1" noChangeAspect="1" noChangeArrowheads="1" noTextEdit="1"/>
          </p:cNvSpPr>
          <p:nvPr>
            <p:ph type="sldImg"/>
          </p:nvPr>
        </p:nvSpPr>
        <p:spPr>
          <a:xfrm>
            <a:off x="-274638" y="406400"/>
            <a:ext cx="7407276" cy="4167188"/>
          </a:xfrm>
          <a:ln/>
        </p:spPr>
      </p:sp>
      <p:sp>
        <p:nvSpPr>
          <p:cNvPr id="96259" name="Rectangle 3"/>
          <p:cNvSpPr>
            <a:spLocks noGrp="1" noChangeArrowheads="1"/>
          </p:cNvSpPr>
          <p:nvPr>
            <p:ph type="body" idx="1"/>
          </p:nvPr>
        </p:nvSpPr>
        <p:spPr bwMode="auto">
          <a:xfrm>
            <a:off x="686367" y="4344301"/>
            <a:ext cx="5486400" cy="4113423"/>
          </a:xfrm>
          <a:prstGeom prst="rect">
            <a:avLst/>
          </a:prstGeom>
          <a:noFill/>
          <a:ln>
            <a:miter lim="800000"/>
            <a:headEnd/>
            <a:tailEnd/>
          </a:ln>
        </p:spPr>
        <p:txBody>
          <a:bodyPr/>
          <a:lstStyle/>
          <a:p>
            <a:pPr eaLnBrk="1" hangingPunct="1"/>
            <a:endParaRPr lang="zh-CN" altLang="en-US"/>
          </a:p>
        </p:txBody>
      </p:sp>
    </p:spTree>
    <p:extLst>
      <p:ext uri="{BB962C8B-B14F-4D97-AF65-F5344CB8AC3E}">
        <p14:creationId xmlns:p14="http://schemas.microsoft.com/office/powerpoint/2010/main" val="11646293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spect="1" noChangeArrowheads="1" noTextEdit="1"/>
          </p:cNvSpPr>
          <p:nvPr>
            <p:ph type="sldImg"/>
          </p:nvPr>
        </p:nvSpPr>
        <p:spPr>
          <a:xfrm>
            <a:off x="-274638" y="406400"/>
            <a:ext cx="7407276" cy="4167188"/>
          </a:xfrm>
          <a:ln/>
        </p:spPr>
      </p:sp>
      <p:sp>
        <p:nvSpPr>
          <p:cNvPr id="97283" name="Rectangle 3"/>
          <p:cNvSpPr>
            <a:spLocks noGrp="1" noChangeArrowheads="1"/>
          </p:cNvSpPr>
          <p:nvPr>
            <p:ph type="body" idx="1"/>
          </p:nvPr>
        </p:nvSpPr>
        <p:spPr bwMode="auto">
          <a:xfrm>
            <a:off x="686367" y="4344301"/>
            <a:ext cx="5486400" cy="4113423"/>
          </a:xfrm>
          <a:prstGeom prst="rect">
            <a:avLst/>
          </a:prstGeom>
          <a:noFill/>
          <a:ln>
            <a:miter lim="800000"/>
            <a:headEnd/>
            <a:tailEnd/>
          </a:ln>
        </p:spPr>
        <p:txBody>
          <a:bodyPr/>
          <a:lstStyle/>
          <a:p>
            <a:pPr eaLnBrk="1" hangingPunct="1"/>
            <a:endParaRPr lang="zh-CN" altLang="en-US"/>
          </a:p>
        </p:txBody>
      </p:sp>
    </p:spTree>
    <p:extLst>
      <p:ext uri="{BB962C8B-B14F-4D97-AF65-F5344CB8AC3E}">
        <p14:creationId xmlns:p14="http://schemas.microsoft.com/office/powerpoint/2010/main" val="37662655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FC1E8347-1A91-44CB-BE93-8A70171D17A1}" type="slidenum">
              <a:rPr lang="en-US" altLang="zh-CN" smtClean="0"/>
              <a:pPr/>
              <a:t>6</a:t>
            </a:fld>
            <a:endParaRPr lang="en-US" altLang="zh-CN"/>
          </a:p>
        </p:txBody>
      </p:sp>
    </p:spTree>
    <p:extLst>
      <p:ext uri="{BB962C8B-B14F-4D97-AF65-F5344CB8AC3E}">
        <p14:creationId xmlns:p14="http://schemas.microsoft.com/office/powerpoint/2010/main" val="23201970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191B1F"/>
                </a:solidFill>
                <a:effectLst/>
                <a:latin typeface="-apple-system"/>
              </a:rPr>
              <a:t>什么是基于上下文驱动的测试（</a:t>
            </a:r>
            <a:r>
              <a:rPr lang="en-US" altLang="zh-CN" b="0" i="0" dirty="0">
                <a:solidFill>
                  <a:srgbClr val="191B1F"/>
                </a:solidFill>
                <a:effectLst/>
                <a:latin typeface="-apple-system"/>
              </a:rPr>
              <a:t>context-driven-testing</a:t>
            </a:r>
            <a:r>
              <a:rPr lang="zh-CN" altLang="en-US" b="0" i="0" dirty="0">
                <a:solidFill>
                  <a:srgbClr val="191B1F"/>
                </a:solidFill>
                <a:effectLst/>
                <a:latin typeface="-apple-system"/>
              </a:rPr>
              <a:t>）？它不是一种具体的测试方法，而是一类测试思维的体现，通常是指测试人员首先查看特定迭代的细节（产品特性、业务需求、相关干系人等）来选择他们的测试目标、技术和可交付成果（包括测试文档）。归根结底，上下文驱动的测试是要尽我们所能做到最好。我们不尝试应用“最佳实践”，而是接受非常不同的实践（甚至常见测试术语的不同定义）将在不同情况下发挥最佳效果。</a:t>
            </a:r>
            <a:endParaRPr lang="en-US" altLang="zh-CN" b="0" i="0" dirty="0">
              <a:solidFill>
                <a:srgbClr val="191B1F"/>
              </a:solidFill>
              <a:effectLst/>
              <a:latin typeface="-apple-system"/>
            </a:endParaRPr>
          </a:p>
          <a:p>
            <a:endParaRPr kumimoji="1" lang="en-US" altLang="zh-CN" b="0" i="0" dirty="0">
              <a:solidFill>
                <a:srgbClr val="191B1F"/>
              </a:solidFill>
              <a:effectLst/>
              <a:latin typeface="-apple-system"/>
            </a:endParaRPr>
          </a:p>
          <a:p>
            <a:r>
              <a:rPr lang="zh-CN" altLang="en-US" b="1" i="0" dirty="0">
                <a:solidFill>
                  <a:srgbClr val="222222"/>
                </a:solidFill>
                <a:effectLst/>
                <a:latin typeface="Helvetica Neue"/>
              </a:rPr>
              <a:t>需求验证也称为需求确认，主要内容包括：确定</a:t>
            </a:r>
            <a:r>
              <a:rPr lang="en-US" altLang="zh-CN" b="1" i="0" dirty="0">
                <a:solidFill>
                  <a:srgbClr val="222222"/>
                </a:solidFill>
                <a:effectLst/>
                <a:latin typeface="Helvetica Neue"/>
              </a:rPr>
              <a:t>SRS</a:t>
            </a:r>
            <a:r>
              <a:rPr lang="zh-CN" altLang="en-US" b="1" i="0" dirty="0">
                <a:solidFill>
                  <a:srgbClr val="222222"/>
                </a:solidFill>
                <a:effectLst/>
                <a:latin typeface="Helvetica Neue"/>
              </a:rPr>
              <a:t>正确地描述了预期的、满足项目干系人需求的系统行征；确定软件需求是从用户需求、业务规格和其他来源中正确推导而来的；确定需求的完整性、一致性和高质量。需求验证为后续的系统设计、实现和测试提供了足够的基础。常见的需求验证方法有：基于场景的需求验证方法，基于评审的需求验证方法，基于有向生成图的需求验证方法。</a:t>
            </a:r>
            <a:endParaRPr lang="en-US" altLang="zh-CN" b="1" i="0" dirty="0">
              <a:solidFill>
                <a:srgbClr val="222222"/>
              </a:solidFill>
              <a:effectLst/>
              <a:latin typeface="Helvetica Neue"/>
            </a:endParaRPr>
          </a:p>
          <a:p>
            <a:endParaRPr kumimoji="1" lang="en-US" altLang="zh-CN" b="1" i="0" dirty="0">
              <a:solidFill>
                <a:srgbClr val="222222"/>
              </a:solidFill>
              <a:effectLst/>
              <a:latin typeface="Helvetica Neue"/>
            </a:endParaRPr>
          </a:p>
          <a:p>
            <a:r>
              <a:rPr lang="zh-CN" altLang="en-US" b="0" i="0" dirty="0">
                <a:solidFill>
                  <a:srgbClr val="333333"/>
                </a:solidFill>
                <a:effectLst/>
                <a:latin typeface="-apple-system"/>
              </a:rPr>
              <a:t>场景法是通过运用场景来对系统的功能点或业务流程的描述</a:t>
            </a:r>
            <a:r>
              <a:rPr lang="en-US" altLang="zh-CN" b="0" i="0" dirty="0">
                <a:solidFill>
                  <a:srgbClr val="333333"/>
                </a:solidFill>
                <a:effectLst/>
                <a:latin typeface="-apple-system"/>
              </a:rPr>
              <a:t>,</a:t>
            </a:r>
            <a:r>
              <a:rPr lang="zh-CN" altLang="en-US" b="0" i="0" dirty="0">
                <a:solidFill>
                  <a:srgbClr val="333333"/>
                </a:solidFill>
                <a:effectLst/>
                <a:latin typeface="-apple-system"/>
              </a:rPr>
              <a:t>从而提高测试效果的一种方法。 场景法一般包含基本流和备用流</a:t>
            </a:r>
            <a:r>
              <a:rPr lang="en-US" altLang="zh-CN" b="0" i="0" dirty="0">
                <a:solidFill>
                  <a:srgbClr val="333333"/>
                </a:solidFill>
                <a:effectLst/>
                <a:latin typeface="-apple-system"/>
              </a:rPr>
              <a:t>,</a:t>
            </a:r>
            <a:r>
              <a:rPr lang="zh-CN" altLang="en-US" b="0" i="0" dirty="0">
                <a:solidFill>
                  <a:srgbClr val="333333"/>
                </a:solidFill>
                <a:effectLst/>
                <a:latin typeface="-apple-system"/>
              </a:rPr>
              <a:t>从一个流程开始</a:t>
            </a:r>
            <a:r>
              <a:rPr lang="en-US" altLang="zh-CN" b="0" i="0" dirty="0">
                <a:solidFill>
                  <a:srgbClr val="333333"/>
                </a:solidFill>
                <a:effectLst/>
                <a:latin typeface="-apple-system"/>
              </a:rPr>
              <a:t>,</a:t>
            </a:r>
            <a:r>
              <a:rPr lang="zh-CN" altLang="en-US" b="0" i="0" dirty="0">
                <a:solidFill>
                  <a:srgbClr val="333333"/>
                </a:solidFill>
                <a:effectLst/>
                <a:latin typeface="-apple-system"/>
              </a:rPr>
              <a:t>通过描述经过的路径来确定的过程</a:t>
            </a:r>
            <a:r>
              <a:rPr lang="en-US" altLang="zh-CN" b="0" i="0" dirty="0">
                <a:solidFill>
                  <a:srgbClr val="333333"/>
                </a:solidFill>
                <a:effectLst/>
                <a:latin typeface="-apple-system"/>
              </a:rPr>
              <a:t>,</a:t>
            </a:r>
            <a:r>
              <a:rPr lang="zh-CN" altLang="en-US" b="0" i="0" dirty="0">
                <a:solidFill>
                  <a:srgbClr val="333333"/>
                </a:solidFill>
                <a:effectLst/>
                <a:latin typeface="-apple-system"/>
              </a:rPr>
              <a:t>经过遍历所有的基本流和备用流来完成整个场景。 场景主要包括</a:t>
            </a:r>
            <a:r>
              <a:rPr lang="en-US" altLang="zh-CN" b="0" i="0" dirty="0">
                <a:solidFill>
                  <a:srgbClr val="333333"/>
                </a:solidFill>
                <a:effectLst/>
                <a:latin typeface="-apple-system"/>
              </a:rPr>
              <a:t>4</a:t>
            </a:r>
            <a:r>
              <a:rPr lang="zh-CN" altLang="en-US" b="0" i="0" dirty="0">
                <a:solidFill>
                  <a:srgbClr val="333333"/>
                </a:solidFill>
                <a:effectLst/>
                <a:latin typeface="-apple-system"/>
              </a:rPr>
              <a:t>种主要的类型</a:t>
            </a:r>
            <a:r>
              <a:rPr lang="en-US" altLang="zh-CN" b="0" i="0" dirty="0">
                <a:solidFill>
                  <a:srgbClr val="333333"/>
                </a:solidFill>
                <a:effectLst/>
                <a:latin typeface="-apple-system"/>
              </a:rPr>
              <a:t>: </a:t>
            </a:r>
            <a:r>
              <a:rPr lang="zh-CN" altLang="en-US" b="0" i="0" dirty="0">
                <a:solidFill>
                  <a:srgbClr val="333333"/>
                </a:solidFill>
                <a:effectLst/>
                <a:latin typeface="-apple-system"/>
              </a:rPr>
              <a:t>正常的用例场景 备选的用例场景 异常的用例场景 假定推测的场景</a:t>
            </a:r>
            <a:r>
              <a:rPr kumimoji="1" lang="zh-CN" altLang="en-US" b="1" i="0" dirty="0">
                <a:solidFill>
                  <a:srgbClr val="222222"/>
                </a:solidFill>
                <a:effectLst/>
                <a:latin typeface="Helvetica Neue"/>
              </a:rPr>
              <a:t>。</a:t>
            </a:r>
            <a:endParaRPr kumimoji="1" lang="en-US" altLang="zh-CN" b="1" i="0" dirty="0">
              <a:solidFill>
                <a:srgbClr val="222222"/>
              </a:solidFill>
              <a:effectLst/>
              <a:latin typeface="Helvetica Neue"/>
            </a:endParaRPr>
          </a:p>
          <a:p>
            <a:endParaRPr kumimoji="1" lang="en-US" altLang="zh-CN" b="1" i="0" dirty="0">
              <a:solidFill>
                <a:srgbClr val="222222"/>
              </a:solidFill>
              <a:effectLst/>
              <a:latin typeface="Helvetica Neue"/>
            </a:endParaRPr>
          </a:p>
          <a:p>
            <a:r>
              <a:rPr lang="zh-CN" altLang="en-US" b="0" i="0" dirty="0">
                <a:solidFill>
                  <a:srgbClr val="333333"/>
                </a:solidFill>
                <a:effectLst/>
                <a:latin typeface="Helvetica Neue"/>
              </a:rPr>
              <a:t>基于模型的测试（英语：</a:t>
            </a:r>
            <a:r>
              <a:rPr lang="en-US" altLang="zh-CN" b="0" i="0" dirty="0">
                <a:solidFill>
                  <a:srgbClr val="333333"/>
                </a:solidFill>
                <a:effectLst/>
                <a:latin typeface="Helvetica Neue"/>
              </a:rPr>
              <a:t>Model-based testing</a:t>
            </a:r>
            <a:r>
              <a:rPr lang="zh-CN" altLang="en-US" b="0" i="0" dirty="0">
                <a:solidFill>
                  <a:srgbClr val="333333"/>
                </a:solidFill>
                <a:effectLst/>
                <a:latin typeface="Helvetica Neue"/>
              </a:rPr>
              <a:t>）属于软件测试领域的一种测试方法。按照此方法，测试用例可以完全或部分的利用模型自动产生。以上所说的模型通常是指对</a:t>
            </a:r>
            <a:r>
              <a:rPr lang="zh-CN" altLang="en-US" b="0" i="0" u="none" strike="noStrike" dirty="0">
                <a:solidFill>
                  <a:srgbClr val="136EC2"/>
                </a:solidFill>
                <a:effectLst/>
                <a:latin typeface="Helvetica Neue"/>
                <a:hlinkClick r:id="rId3"/>
              </a:rPr>
              <a:t>被测系统</a:t>
            </a:r>
            <a:r>
              <a:rPr lang="zh-CN" altLang="en-US" b="0" i="0" dirty="0">
                <a:solidFill>
                  <a:srgbClr val="333333"/>
                </a:solidFill>
                <a:effectLst/>
                <a:latin typeface="Helvetica Neue"/>
              </a:rPr>
              <a:t>（</a:t>
            </a:r>
            <a:r>
              <a:rPr lang="en-US" altLang="zh-CN" b="0" i="0" dirty="0" err="1">
                <a:solidFill>
                  <a:srgbClr val="333333"/>
                </a:solidFill>
                <a:effectLst/>
                <a:latin typeface="Helvetica Neue"/>
              </a:rPr>
              <a:t>SUT,system</a:t>
            </a:r>
            <a:r>
              <a:rPr lang="en-US" altLang="zh-CN" b="0" i="0" dirty="0">
                <a:solidFill>
                  <a:srgbClr val="333333"/>
                </a:solidFill>
                <a:effectLst/>
                <a:latin typeface="Helvetica Neue"/>
              </a:rPr>
              <a:t> under test</a:t>
            </a:r>
            <a:r>
              <a:rPr lang="zh-CN" altLang="en-US" b="0" i="0" dirty="0">
                <a:solidFill>
                  <a:srgbClr val="333333"/>
                </a:solidFill>
                <a:effectLst/>
                <a:latin typeface="Helvetica Neue"/>
              </a:rPr>
              <a:t>）某些（通常是功能性的）方面的描述。</a:t>
            </a:r>
            <a:endParaRPr lang="en-US" altLang="zh-CN" b="0" i="0" dirty="0">
              <a:solidFill>
                <a:srgbClr val="333333"/>
              </a:solidFill>
              <a:effectLst/>
              <a:latin typeface="Helvetica Neue"/>
            </a:endParaRPr>
          </a:p>
          <a:p>
            <a:endParaRPr kumimoji="1" lang="en-US" altLang="zh-CN" b="0" i="0" dirty="0">
              <a:solidFill>
                <a:srgbClr val="333333"/>
              </a:solidFill>
              <a:effectLst/>
              <a:latin typeface="Helvetica Neue"/>
            </a:endParaRPr>
          </a:p>
          <a:p>
            <a:r>
              <a:rPr lang="zh-CN" altLang="en-US" b="0" i="0" dirty="0">
                <a:solidFill>
                  <a:srgbClr val="4D4D4D"/>
                </a:solidFill>
                <a:effectLst/>
                <a:latin typeface="-apple-system"/>
              </a:rPr>
              <a:t>基于经验的测试一般是测试人员依据以往的项目经验，特定的系统和软件知识，或应用领域知识开展。能够发现运用系统化测试方法，不能发现的隐含特征的问题。</a:t>
            </a:r>
            <a:br>
              <a:rPr lang="zh-CN" altLang="en-US" dirty="0"/>
            </a:br>
            <a:r>
              <a:rPr lang="zh-CN" altLang="en-US" b="0" i="0" dirty="0">
                <a:solidFill>
                  <a:srgbClr val="4D4D4D"/>
                </a:solidFill>
                <a:effectLst/>
                <a:latin typeface="-apple-system"/>
              </a:rPr>
              <a:t>其效果是和测试人员的经验和技能直接相关，但具有一定的随机性，往往难以评估其覆盖率。</a:t>
            </a:r>
            <a:endParaRPr lang="en-US" altLang="zh-CN" b="0" i="0" dirty="0">
              <a:solidFill>
                <a:srgbClr val="4D4D4D"/>
              </a:solidFill>
              <a:effectLst/>
              <a:latin typeface="-apple-system"/>
            </a:endParaRPr>
          </a:p>
          <a:p>
            <a:endParaRPr lang="en-US" altLang="zh-CN" b="0" i="0" dirty="0">
              <a:solidFill>
                <a:srgbClr val="4D4D4D"/>
              </a:solidFill>
              <a:effectLst/>
              <a:latin typeface="-apple-system"/>
            </a:endParaRPr>
          </a:p>
          <a:p>
            <a:r>
              <a:rPr lang="zh-CN" altLang="en-US" b="0" i="0" dirty="0">
                <a:solidFill>
                  <a:srgbClr val="4D4D4D"/>
                </a:solidFill>
                <a:effectLst/>
                <a:latin typeface="-apple-system"/>
              </a:rPr>
              <a:t>基于经验的测试技术通常有错误猜测法，探索性测试和基于检查表的测试。在实际的测试过程当中，测试人员常常将基于经验的测试方法作为其他测试技术：如</a:t>
            </a:r>
            <a:r>
              <a:rPr lang="zh-CN" altLang="en-US" b="0" i="0" u="none" strike="noStrike" dirty="0">
                <a:solidFill>
                  <a:srgbClr val="FC5531"/>
                </a:solidFill>
                <a:effectLst/>
                <a:latin typeface="-apple-system"/>
                <a:hlinkClick r:id="rId4"/>
              </a:rPr>
              <a:t>黑盒测试</a:t>
            </a:r>
            <a:r>
              <a:rPr lang="zh-CN" altLang="en-US" b="0" i="0" dirty="0">
                <a:solidFill>
                  <a:srgbClr val="4D4D4D"/>
                </a:solidFill>
                <a:effectLst/>
                <a:latin typeface="-apple-system"/>
              </a:rPr>
              <a:t>白盒测试的补充，以达到最佳的测试效果。</a:t>
            </a:r>
            <a:endParaRPr kumimoji="1" lang="zh-CN" altLang="en-US" dirty="0"/>
          </a:p>
        </p:txBody>
      </p:sp>
      <p:sp>
        <p:nvSpPr>
          <p:cNvPr id="4" name="幻灯片编号占位符 3"/>
          <p:cNvSpPr>
            <a:spLocks noGrp="1"/>
          </p:cNvSpPr>
          <p:nvPr>
            <p:ph type="sldNum" sz="quarter" idx="10"/>
          </p:nvPr>
        </p:nvSpPr>
        <p:spPr/>
        <p:txBody>
          <a:bodyPr/>
          <a:lstStyle/>
          <a:p>
            <a:fld id="{FC1E8347-1A91-44CB-BE93-8A70171D17A1}" type="slidenum">
              <a:rPr lang="en-US" altLang="zh-CN" smtClean="0"/>
              <a:pPr/>
              <a:t>7</a:t>
            </a:fld>
            <a:endParaRPr lang="en-US" altLang="zh-CN"/>
          </a:p>
        </p:txBody>
      </p:sp>
    </p:spTree>
    <p:extLst>
      <p:ext uri="{BB962C8B-B14F-4D97-AF65-F5344CB8AC3E}">
        <p14:creationId xmlns:p14="http://schemas.microsoft.com/office/powerpoint/2010/main" val="41945591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FC1E8347-1A91-44CB-BE93-8A70171D17A1}" type="slidenum">
              <a:rPr lang="en-US" altLang="zh-CN" smtClean="0"/>
              <a:pPr/>
              <a:t>8</a:t>
            </a:fld>
            <a:endParaRPr lang="en-US" altLang="zh-CN"/>
          </a:p>
        </p:txBody>
      </p:sp>
    </p:spTree>
    <p:extLst>
      <p:ext uri="{BB962C8B-B14F-4D97-AF65-F5344CB8AC3E}">
        <p14:creationId xmlns:p14="http://schemas.microsoft.com/office/powerpoint/2010/main" val="23437503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tabLst>
                <a:tab pos="359410" algn="l"/>
                <a:tab pos="719455" algn="l"/>
                <a:tab pos="1079500" algn="l"/>
                <a:tab pos="1439545" algn="l"/>
                <a:tab pos="1799590" algn="l"/>
                <a:tab pos="2159635" algn="l"/>
                <a:tab pos="2519680" algn="l"/>
                <a:tab pos="2879725" algn="l"/>
                <a:tab pos="3239770" algn="l"/>
                <a:tab pos="3599815" algn="l"/>
                <a:tab pos="3959860" algn="l"/>
                <a:tab pos="4319905" algn="l"/>
              </a:tabLst>
            </a:pPr>
            <a:r>
              <a:rPr lang="en-US" altLang="zh-CN" sz="1200" dirty="0"/>
              <a:t>3.2 </a:t>
            </a:r>
            <a:r>
              <a:rPr lang="zh-CN" altLang="zh-CN" sz="1200" dirty="0"/>
              <a:t>基于输入域的方法</a:t>
            </a:r>
            <a:r>
              <a:rPr lang="en-US" altLang="zh-CN" sz="1200" dirty="0"/>
              <a:t>	</a:t>
            </a:r>
            <a:endParaRPr lang="zh-CN" altLang="zh-CN" sz="1200" dirty="0"/>
          </a:p>
          <a:p>
            <a:pPr>
              <a:tabLst>
                <a:tab pos="359410" algn="l"/>
                <a:tab pos="719455" algn="l"/>
                <a:tab pos="1079500" algn="l"/>
                <a:tab pos="1439545" algn="l"/>
                <a:tab pos="1799590" algn="l"/>
                <a:tab pos="2159635" algn="l"/>
                <a:tab pos="2519680" algn="l"/>
                <a:tab pos="2879725" algn="l"/>
                <a:tab pos="3239770" algn="l"/>
                <a:tab pos="3599815" algn="l"/>
                <a:tab pos="3959860" algn="l"/>
                <a:tab pos="4319905" algn="l"/>
              </a:tabLst>
            </a:pPr>
            <a:r>
              <a:rPr lang="en-US" altLang="zh-CN" sz="1200" dirty="0"/>
              <a:t>3.3 </a:t>
            </a:r>
            <a:r>
              <a:rPr lang="zh-CN" altLang="zh-CN" sz="1200" dirty="0"/>
              <a:t>基于组合及其优化的方法</a:t>
            </a:r>
            <a:r>
              <a:rPr lang="en-US" altLang="zh-CN" sz="1200" dirty="0"/>
              <a:t>	</a:t>
            </a:r>
            <a:endParaRPr lang="zh-CN" altLang="zh-CN" sz="1200" dirty="0"/>
          </a:p>
          <a:p>
            <a:pPr>
              <a:tabLst>
                <a:tab pos="359410" algn="l"/>
                <a:tab pos="719455" algn="l"/>
                <a:tab pos="1079500" algn="l"/>
                <a:tab pos="1439545" algn="l"/>
                <a:tab pos="1799590" algn="l"/>
                <a:tab pos="2159635" algn="l"/>
                <a:tab pos="2519680" algn="l"/>
                <a:tab pos="2879725" algn="l"/>
                <a:tab pos="3239770" algn="l"/>
                <a:tab pos="3599815" algn="l"/>
                <a:tab pos="3959860" algn="l"/>
                <a:tab pos="4319905" algn="l"/>
              </a:tabLst>
            </a:pPr>
            <a:r>
              <a:rPr lang="en-US" altLang="zh-CN" sz="1200" dirty="0"/>
              <a:t>3.4 </a:t>
            </a:r>
            <a:r>
              <a:rPr lang="zh-CN" altLang="zh-CN" sz="1200" dirty="0"/>
              <a:t>基于逻辑覆盖的方法</a:t>
            </a:r>
            <a:r>
              <a:rPr lang="en-US" altLang="zh-CN" sz="1200" dirty="0"/>
              <a:t>	</a:t>
            </a:r>
            <a:endParaRPr lang="zh-CN" altLang="zh-CN" sz="1200" dirty="0"/>
          </a:p>
          <a:p>
            <a:pPr>
              <a:tabLst>
                <a:tab pos="359410" algn="l"/>
                <a:tab pos="719455" algn="l"/>
                <a:tab pos="1079500" algn="l"/>
                <a:tab pos="1439545" algn="l"/>
                <a:tab pos="1799590" algn="l"/>
                <a:tab pos="2159635" algn="l"/>
                <a:tab pos="2519680" algn="l"/>
                <a:tab pos="2879725" algn="l"/>
                <a:tab pos="3239770" algn="l"/>
                <a:tab pos="3599815" algn="l"/>
                <a:tab pos="3959860" algn="l"/>
                <a:tab pos="4319905" algn="l"/>
              </a:tabLst>
            </a:pPr>
            <a:r>
              <a:rPr lang="en-US" altLang="zh-CN" sz="1200" dirty="0"/>
              <a:t>3.5 </a:t>
            </a:r>
            <a:r>
              <a:rPr lang="zh-CN" altLang="zh-CN" sz="1200" dirty="0"/>
              <a:t>基于缺陷模式的测试</a:t>
            </a:r>
            <a:r>
              <a:rPr lang="en-US" altLang="zh-CN" sz="1200" dirty="0"/>
              <a:t>	</a:t>
            </a:r>
            <a:endParaRPr lang="zh-CN" altLang="zh-CN" sz="1200" dirty="0"/>
          </a:p>
          <a:p>
            <a:pPr>
              <a:tabLst>
                <a:tab pos="359410" algn="l"/>
                <a:tab pos="719455" algn="l"/>
                <a:tab pos="1079500" algn="l"/>
                <a:tab pos="1439545" algn="l"/>
                <a:tab pos="1799590" algn="l"/>
                <a:tab pos="2159635" algn="l"/>
                <a:tab pos="2519680" algn="l"/>
                <a:tab pos="2879725" algn="l"/>
                <a:tab pos="3239770" algn="l"/>
                <a:tab pos="3599815" algn="l"/>
                <a:tab pos="3959860" algn="l"/>
                <a:tab pos="4319905" algn="l"/>
              </a:tabLst>
            </a:pPr>
            <a:r>
              <a:rPr lang="en-US" altLang="zh-CN" sz="1200" dirty="0"/>
              <a:t>3.6 </a:t>
            </a:r>
            <a:r>
              <a:rPr lang="zh-CN" altLang="zh-CN" sz="1200" dirty="0"/>
              <a:t>基于模型的测试</a:t>
            </a:r>
            <a:r>
              <a:rPr lang="en-US" altLang="zh-CN" sz="1200" dirty="0"/>
              <a:t>	</a:t>
            </a:r>
            <a:endParaRPr lang="zh-CN" altLang="zh-CN" sz="1200" dirty="0"/>
          </a:p>
          <a:p>
            <a:pPr>
              <a:tabLst>
                <a:tab pos="359410" algn="l"/>
                <a:tab pos="719455" algn="l"/>
                <a:tab pos="1079500" algn="l"/>
                <a:tab pos="1439545" algn="l"/>
                <a:tab pos="1799590" algn="l"/>
                <a:tab pos="2159635" algn="l"/>
                <a:tab pos="2519680" algn="l"/>
                <a:tab pos="2879725" algn="l"/>
                <a:tab pos="3239770" algn="l"/>
                <a:tab pos="3599815" algn="l"/>
                <a:tab pos="3959860" algn="l"/>
                <a:tab pos="4319905" algn="l"/>
              </a:tabLst>
            </a:pPr>
            <a:r>
              <a:rPr lang="en-US" altLang="zh-CN" sz="1200" dirty="0"/>
              <a:t>3.7 </a:t>
            </a:r>
            <a:r>
              <a:rPr lang="zh-CN" altLang="zh-CN" sz="1200" dirty="0"/>
              <a:t>形式化测试方法</a:t>
            </a:r>
            <a:r>
              <a:rPr lang="en-US" altLang="zh-CN" sz="1200" dirty="0"/>
              <a:t>	</a:t>
            </a:r>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9</a:t>
            </a:fld>
            <a:endParaRPr lang="zh-CN" altLang="en-US"/>
          </a:p>
        </p:txBody>
      </p:sp>
    </p:spTree>
    <p:extLst>
      <p:ext uri="{BB962C8B-B14F-4D97-AF65-F5344CB8AC3E}">
        <p14:creationId xmlns:p14="http://schemas.microsoft.com/office/powerpoint/2010/main" val="40764187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Grp="1" noRot="1" noChangeAspect="1" noChangeArrowheads="1" noTextEdit="1"/>
          </p:cNvSpPr>
          <p:nvPr>
            <p:ph type="sldImg"/>
          </p:nvPr>
        </p:nvSpPr>
        <p:spPr>
          <a:xfrm>
            <a:off x="382588" y="685800"/>
            <a:ext cx="6094412" cy="3429000"/>
          </a:xfrm>
          <a:ln/>
        </p:spPr>
      </p:sp>
      <p:sp>
        <p:nvSpPr>
          <p:cNvPr id="178179" name="Rectangle 3"/>
          <p:cNvSpPr>
            <a:spLocks noGrp="1" noChangeArrowheads="1"/>
          </p:cNvSpPr>
          <p:nvPr>
            <p:ph type="body" idx="1"/>
          </p:nvPr>
        </p:nvSpPr>
        <p:spPr bwMode="auto">
          <a:xfrm>
            <a:off x="686367" y="4344301"/>
            <a:ext cx="5486400" cy="4113423"/>
          </a:xfrm>
          <a:prstGeom prst="rect">
            <a:avLst/>
          </a:prstGeom>
          <a:solidFill>
            <a:srgbClr val="FFFFFF"/>
          </a:solidFill>
          <a:ln>
            <a:solidFill>
              <a:srgbClr val="000000"/>
            </a:solidFill>
            <a:miter lim="800000"/>
            <a:headEnd/>
            <a:tailEnd/>
          </a:ln>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Grp="1" noRot="1" noChangeAspect="1" noChangeArrowheads="1" noTextEdit="1"/>
          </p:cNvSpPr>
          <p:nvPr>
            <p:ph type="sldImg"/>
          </p:nvPr>
        </p:nvSpPr>
        <p:spPr>
          <a:xfrm>
            <a:off x="382588" y="685800"/>
            <a:ext cx="6094412" cy="3429000"/>
          </a:xfrm>
          <a:ln/>
        </p:spPr>
      </p:sp>
      <p:sp>
        <p:nvSpPr>
          <p:cNvPr id="178179" name="Rectangle 3"/>
          <p:cNvSpPr>
            <a:spLocks noGrp="1" noChangeArrowheads="1"/>
          </p:cNvSpPr>
          <p:nvPr>
            <p:ph type="body" idx="1"/>
          </p:nvPr>
        </p:nvSpPr>
        <p:spPr bwMode="auto">
          <a:xfrm>
            <a:off x="686367" y="4344301"/>
            <a:ext cx="5486400" cy="4113423"/>
          </a:xfrm>
          <a:prstGeom prst="rect">
            <a:avLst/>
          </a:prstGeom>
          <a:solidFill>
            <a:srgbClr val="FFFFFF"/>
          </a:solidFill>
          <a:ln>
            <a:solidFill>
              <a:srgbClr val="000000"/>
            </a:solidFill>
            <a:miter lim="800000"/>
            <a:headEnd/>
            <a:tailEnd/>
          </a:ln>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tabLst>
                <a:tab pos="359410" algn="l"/>
                <a:tab pos="719455" algn="l"/>
                <a:tab pos="1079500" algn="l"/>
                <a:tab pos="1439545" algn="l"/>
                <a:tab pos="1799590" algn="l"/>
                <a:tab pos="2159635" algn="l"/>
                <a:tab pos="2519680" algn="l"/>
                <a:tab pos="2879725" algn="l"/>
                <a:tab pos="3239770" algn="l"/>
                <a:tab pos="3599815" algn="l"/>
                <a:tab pos="3959860" algn="l"/>
                <a:tab pos="4319905" algn="l"/>
              </a:tabLst>
            </a:pPr>
            <a:r>
              <a:rPr lang="en-US" altLang="zh-CN" sz="1200" dirty="0"/>
              <a:t>3.2 </a:t>
            </a:r>
            <a:r>
              <a:rPr lang="zh-CN" altLang="zh-CN" sz="1200" dirty="0"/>
              <a:t>基于输入域的方法</a:t>
            </a:r>
            <a:r>
              <a:rPr lang="en-US" altLang="zh-CN" sz="1200" dirty="0"/>
              <a:t>	</a:t>
            </a:r>
            <a:endParaRPr lang="zh-CN" altLang="zh-CN" sz="1200" dirty="0"/>
          </a:p>
          <a:p>
            <a:pPr>
              <a:tabLst>
                <a:tab pos="359410" algn="l"/>
                <a:tab pos="719455" algn="l"/>
                <a:tab pos="1079500" algn="l"/>
                <a:tab pos="1439545" algn="l"/>
                <a:tab pos="1799590" algn="l"/>
                <a:tab pos="2159635" algn="l"/>
                <a:tab pos="2519680" algn="l"/>
                <a:tab pos="2879725" algn="l"/>
                <a:tab pos="3239770" algn="l"/>
                <a:tab pos="3599815" algn="l"/>
                <a:tab pos="3959860" algn="l"/>
                <a:tab pos="4319905" algn="l"/>
              </a:tabLst>
            </a:pPr>
            <a:r>
              <a:rPr lang="en-US" altLang="zh-CN" sz="1200" dirty="0"/>
              <a:t>3.3 </a:t>
            </a:r>
            <a:r>
              <a:rPr lang="zh-CN" altLang="zh-CN" sz="1200" dirty="0"/>
              <a:t>基于组合及其优化的方法</a:t>
            </a:r>
            <a:r>
              <a:rPr lang="en-US" altLang="zh-CN" sz="1200" dirty="0"/>
              <a:t>	</a:t>
            </a:r>
            <a:endParaRPr lang="zh-CN" altLang="zh-CN" sz="1200" dirty="0"/>
          </a:p>
          <a:p>
            <a:pPr>
              <a:tabLst>
                <a:tab pos="359410" algn="l"/>
                <a:tab pos="719455" algn="l"/>
                <a:tab pos="1079500" algn="l"/>
                <a:tab pos="1439545" algn="l"/>
                <a:tab pos="1799590" algn="l"/>
                <a:tab pos="2159635" algn="l"/>
                <a:tab pos="2519680" algn="l"/>
                <a:tab pos="2879725" algn="l"/>
                <a:tab pos="3239770" algn="l"/>
                <a:tab pos="3599815" algn="l"/>
                <a:tab pos="3959860" algn="l"/>
                <a:tab pos="4319905" algn="l"/>
              </a:tabLst>
            </a:pPr>
            <a:r>
              <a:rPr lang="en-US" altLang="zh-CN" sz="1200" dirty="0"/>
              <a:t>3.4 </a:t>
            </a:r>
            <a:r>
              <a:rPr lang="zh-CN" altLang="zh-CN" sz="1200" dirty="0"/>
              <a:t>基于逻辑覆盖的方法</a:t>
            </a:r>
            <a:r>
              <a:rPr lang="en-US" altLang="zh-CN" sz="1200" dirty="0"/>
              <a:t>	</a:t>
            </a:r>
            <a:endParaRPr lang="zh-CN" altLang="zh-CN" sz="1200" dirty="0"/>
          </a:p>
          <a:p>
            <a:pPr>
              <a:tabLst>
                <a:tab pos="359410" algn="l"/>
                <a:tab pos="719455" algn="l"/>
                <a:tab pos="1079500" algn="l"/>
                <a:tab pos="1439545" algn="l"/>
                <a:tab pos="1799590" algn="l"/>
                <a:tab pos="2159635" algn="l"/>
                <a:tab pos="2519680" algn="l"/>
                <a:tab pos="2879725" algn="l"/>
                <a:tab pos="3239770" algn="l"/>
                <a:tab pos="3599815" algn="l"/>
                <a:tab pos="3959860" algn="l"/>
                <a:tab pos="4319905" algn="l"/>
              </a:tabLst>
            </a:pPr>
            <a:r>
              <a:rPr lang="en-US" altLang="zh-CN" sz="1200" dirty="0"/>
              <a:t>3.5 </a:t>
            </a:r>
            <a:r>
              <a:rPr lang="zh-CN" altLang="zh-CN" sz="1200" dirty="0"/>
              <a:t>基于缺陷模式的测试</a:t>
            </a:r>
            <a:r>
              <a:rPr lang="en-US" altLang="zh-CN" sz="1200" dirty="0"/>
              <a:t>	</a:t>
            </a:r>
            <a:endParaRPr lang="zh-CN" altLang="zh-CN" sz="1200" dirty="0"/>
          </a:p>
          <a:p>
            <a:pPr>
              <a:tabLst>
                <a:tab pos="359410" algn="l"/>
                <a:tab pos="719455" algn="l"/>
                <a:tab pos="1079500" algn="l"/>
                <a:tab pos="1439545" algn="l"/>
                <a:tab pos="1799590" algn="l"/>
                <a:tab pos="2159635" algn="l"/>
                <a:tab pos="2519680" algn="l"/>
                <a:tab pos="2879725" algn="l"/>
                <a:tab pos="3239770" algn="l"/>
                <a:tab pos="3599815" algn="l"/>
                <a:tab pos="3959860" algn="l"/>
                <a:tab pos="4319905" algn="l"/>
              </a:tabLst>
            </a:pPr>
            <a:r>
              <a:rPr lang="en-US" altLang="zh-CN" sz="1200" dirty="0"/>
              <a:t>3.6 </a:t>
            </a:r>
            <a:r>
              <a:rPr lang="zh-CN" altLang="zh-CN" sz="1200" dirty="0"/>
              <a:t>基于模型的测试</a:t>
            </a:r>
            <a:r>
              <a:rPr lang="en-US" altLang="zh-CN" sz="1200" dirty="0"/>
              <a:t>	</a:t>
            </a:r>
            <a:endParaRPr lang="zh-CN" altLang="zh-CN" sz="1200" dirty="0"/>
          </a:p>
          <a:p>
            <a:pPr>
              <a:tabLst>
                <a:tab pos="359410" algn="l"/>
                <a:tab pos="719455" algn="l"/>
                <a:tab pos="1079500" algn="l"/>
                <a:tab pos="1439545" algn="l"/>
                <a:tab pos="1799590" algn="l"/>
                <a:tab pos="2159635" algn="l"/>
                <a:tab pos="2519680" algn="l"/>
                <a:tab pos="2879725" algn="l"/>
                <a:tab pos="3239770" algn="l"/>
                <a:tab pos="3599815" algn="l"/>
                <a:tab pos="3959860" algn="l"/>
                <a:tab pos="4319905" algn="l"/>
              </a:tabLst>
            </a:pPr>
            <a:r>
              <a:rPr lang="en-US" altLang="zh-CN" sz="1200" dirty="0"/>
              <a:t>3.7 </a:t>
            </a:r>
            <a:r>
              <a:rPr lang="zh-CN" altLang="zh-CN" sz="1200" dirty="0"/>
              <a:t>形式化测试方法</a:t>
            </a:r>
            <a:r>
              <a:rPr lang="en-US" altLang="zh-CN" sz="1200" dirty="0"/>
              <a:t>	</a:t>
            </a:r>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13</a:t>
            </a:fld>
            <a:endParaRPr lang="zh-CN" altLang="en-US"/>
          </a:p>
        </p:txBody>
      </p:sp>
    </p:spTree>
    <p:extLst>
      <p:ext uri="{BB962C8B-B14F-4D97-AF65-F5344CB8AC3E}">
        <p14:creationId xmlns:p14="http://schemas.microsoft.com/office/powerpoint/2010/main" val="15302774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整体：</a:t>
            </a:r>
            <a:r>
              <a:rPr lang="en-US" altLang="zh-CN"/>
              <a:t>2022-3-14       1800-1-1    2050-12-31       1999-12-31</a:t>
            </a:r>
          </a:p>
          <a:p>
            <a:endParaRPr lang="en-US" altLang="zh-CN"/>
          </a:p>
          <a:p>
            <a:r>
              <a:rPr lang="zh-CN" altLang="en-US"/>
              <a:t>个体：</a:t>
            </a:r>
            <a:r>
              <a:rPr lang="en-US" altLang="zh-CN"/>
              <a:t>1800~2050       1-12        1-31</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有效日期和无效日期都有冗余</a:t>
            </a:r>
          </a:p>
          <a:p>
            <a:endParaRPr lang="zh-CN" altLang="en-US"/>
          </a:p>
          <a:p>
            <a:r>
              <a:rPr lang="zh-CN" altLang="en-US"/>
              <a:t>闰月没有测试到</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重点学习</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sym typeface="+mn-ea"/>
              </a:rPr>
              <a:t>重点学习</a:t>
            </a:r>
            <a:endParaRPr lang="zh-CN" altLang="en-US"/>
          </a:p>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sym typeface="+mn-ea"/>
              </a:rPr>
              <a:t>重点学习</a:t>
            </a:r>
            <a:endParaRPr lang="zh-CN" altLang="en-US"/>
          </a:p>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sym typeface="+mn-ea"/>
              </a:rPr>
              <a:t>重点学习</a:t>
            </a:r>
            <a:endParaRPr lang="zh-CN" altLang="en-US"/>
          </a:p>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sym typeface="+mn-ea"/>
              </a:rPr>
              <a:t>重点学习</a:t>
            </a:r>
            <a:endParaRPr lang="zh-CN" altLang="en-US"/>
          </a:p>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缺少：无年末</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t>85</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b="1" dirty="0">
                <a:solidFill>
                  <a:schemeClr val="dk1"/>
                </a:solidFill>
                <a:ea typeface="汉仪旗黑-55简" panose="00020600040101010101" charset="-122"/>
                <a:sym typeface="+mn-ea"/>
              </a:rPr>
              <a:t>强健壮：</a:t>
            </a:r>
            <a:r>
              <a:rPr lang="en-US" altLang="zh-CN" b="1" dirty="0">
                <a:solidFill>
                  <a:schemeClr val="dk1"/>
                </a:solidFill>
                <a:ea typeface="汉仪旗黑-55简" panose="00020600040101010101" charset="-122"/>
                <a:sym typeface="+mn-ea"/>
              </a:rPr>
              <a:t>( m</a:t>
            </a:r>
            <a:r>
              <a:rPr lang="en-US" altLang="zh-CN" b="1" baseline="-25000" dirty="0">
                <a:solidFill>
                  <a:schemeClr val="dk1"/>
                </a:solidFill>
                <a:ea typeface="汉仪旗黑-55简" panose="00020600040101010101" charset="-122"/>
                <a:sym typeface="+mn-ea"/>
              </a:rPr>
              <a:t>1</a:t>
            </a:r>
            <a:r>
              <a:rPr lang="en-US" altLang="zh-CN" b="1" dirty="0">
                <a:solidFill>
                  <a:schemeClr val="dk1"/>
                </a:solidFill>
                <a:ea typeface="汉仪旗黑-55简" panose="00020600040101010101" charset="-122"/>
                <a:sym typeface="+mn-ea"/>
              </a:rPr>
              <a:t>+l</a:t>
            </a:r>
            <a:r>
              <a:rPr lang="en-US" altLang="zh-CN" b="1" baseline="-25000" dirty="0">
                <a:solidFill>
                  <a:schemeClr val="dk1"/>
                </a:solidFill>
                <a:ea typeface="汉仪旗黑-55简" panose="00020600040101010101" charset="-122"/>
                <a:sym typeface="+mn-ea"/>
              </a:rPr>
              <a:t>1</a:t>
            </a:r>
            <a:r>
              <a:rPr lang="en-US" altLang="zh-CN" b="1" dirty="0">
                <a:solidFill>
                  <a:schemeClr val="dk1"/>
                </a:solidFill>
                <a:ea typeface="汉仪旗黑-55简" panose="00020600040101010101" charset="-122"/>
                <a:sym typeface="+mn-ea"/>
              </a:rPr>
              <a:t>)* (m</a:t>
            </a:r>
            <a:r>
              <a:rPr lang="en-US" altLang="zh-CN" b="1" baseline="-25000" dirty="0">
                <a:solidFill>
                  <a:schemeClr val="dk1"/>
                </a:solidFill>
                <a:ea typeface="汉仪旗黑-55简" panose="00020600040101010101" charset="-122"/>
                <a:sym typeface="+mn-ea"/>
              </a:rPr>
              <a:t>2 </a:t>
            </a:r>
            <a:r>
              <a:rPr lang="en-US" altLang="zh-CN" b="1" dirty="0">
                <a:solidFill>
                  <a:schemeClr val="dk1"/>
                </a:solidFill>
                <a:ea typeface="汉仪旗黑-55简" panose="00020600040101010101" charset="-122"/>
                <a:sym typeface="+mn-ea"/>
              </a:rPr>
              <a:t>+l</a:t>
            </a:r>
            <a:r>
              <a:rPr lang="en-US" altLang="zh-CN" b="1" baseline="-25000" dirty="0">
                <a:solidFill>
                  <a:schemeClr val="dk1"/>
                </a:solidFill>
                <a:ea typeface="汉仪旗黑-55简" panose="00020600040101010101" charset="-122"/>
                <a:sym typeface="+mn-ea"/>
              </a:rPr>
              <a:t>2</a:t>
            </a:r>
            <a:r>
              <a:rPr lang="en-US" altLang="zh-CN" b="1" dirty="0">
                <a:solidFill>
                  <a:schemeClr val="dk1"/>
                </a:solidFill>
                <a:ea typeface="汉仪旗黑-55简" panose="00020600040101010101" charset="-122"/>
                <a:sym typeface="+mn-ea"/>
              </a:rPr>
              <a:t>)</a:t>
            </a:r>
            <a:r>
              <a:rPr lang="en-US" altLang="zh-CN" b="1" baseline="-25000" dirty="0">
                <a:solidFill>
                  <a:schemeClr val="dk1"/>
                </a:solidFill>
                <a:ea typeface="汉仪旗黑-55简" panose="00020600040101010101" charset="-122"/>
                <a:sym typeface="+mn-ea"/>
              </a:rPr>
              <a:t> </a:t>
            </a:r>
            <a:r>
              <a:rPr lang="en-US" altLang="zh-CN" b="1" dirty="0">
                <a:solidFill>
                  <a:schemeClr val="dk1"/>
                </a:solidFill>
                <a:ea typeface="汉仪旗黑-55简" panose="00020600040101010101" charset="-122"/>
                <a:sym typeface="+mn-ea"/>
              </a:rPr>
              <a:t>* …*(m</a:t>
            </a:r>
            <a:r>
              <a:rPr lang="en-US" altLang="zh-CN" b="1" baseline="-25000" dirty="0">
                <a:solidFill>
                  <a:schemeClr val="dk1"/>
                </a:solidFill>
                <a:ea typeface="汉仪旗黑-55简" panose="00020600040101010101" charset="-122"/>
                <a:sym typeface="+mn-ea"/>
              </a:rPr>
              <a:t>n </a:t>
            </a:r>
            <a:r>
              <a:rPr lang="en-US" altLang="zh-CN" b="1" dirty="0">
                <a:solidFill>
                  <a:schemeClr val="dk1"/>
                </a:solidFill>
                <a:ea typeface="汉仪旗黑-55简" panose="00020600040101010101" charset="-122"/>
                <a:sym typeface="+mn-ea"/>
              </a:rPr>
              <a:t>+l</a:t>
            </a:r>
            <a:r>
              <a:rPr lang="en-US" altLang="zh-CN" b="1" baseline="-25000" dirty="0">
                <a:solidFill>
                  <a:schemeClr val="dk1"/>
                </a:solidFill>
                <a:ea typeface="汉仪旗黑-55简" panose="00020600040101010101" charset="-122"/>
                <a:sym typeface="+mn-ea"/>
              </a:rPr>
              <a:t>n</a:t>
            </a:r>
            <a:r>
              <a:rPr lang="en-US" altLang="zh-CN" b="1" dirty="0">
                <a:solidFill>
                  <a:schemeClr val="dk1"/>
                </a:solidFill>
                <a:ea typeface="汉仪旗黑-55简" panose="00020600040101010101" charset="-122"/>
                <a:sym typeface="+mn-ea"/>
              </a:rPr>
              <a:t>)</a:t>
            </a:r>
          </a:p>
          <a:p>
            <a:r>
              <a:rPr lang="zh-CN" altLang="en-US" b="1"/>
              <a:t>弱健壮：</a:t>
            </a:r>
            <a:r>
              <a:rPr lang="en-US" altLang="zh-CN" b="1" dirty="0">
                <a:solidFill>
                  <a:schemeClr val="dk1"/>
                </a:solidFill>
                <a:ea typeface="汉仪旗黑-55简" panose="00020600040101010101" charset="-122"/>
                <a:sym typeface="+mn-ea"/>
              </a:rPr>
              <a:t>max( m</a:t>
            </a:r>
            <a:r>
              <a:rPr lang="en-US" altLang="zh-CN" b="1" baseline="-25000" dirty="0">
                <a:solidFill>
                  <a:schemeClr val="dk1"/>
                </a:solidFill>
                <a:ea typeface="汉仪旗黑-55简" panose="00020600040101010101" charset="-122"/>
                <a:sym typeface="+mn-ea"/>
              </a:rPr>
              <a:t>i</a:t>
            </a:r>
            <a:r>
              <a:rPr lang="en-US" altLang="zh-CN" b="1" dirty="0">
                <a:solidFill>
                  <a:schemeClr val="dk1"/>
                </a:solidFill>
                <a:ea typeface="汉仪旗黑-55简" panose="00020600040101010101" charset="-122"/>
                <a:sym typeface="+mn-ea"/>
              </a:rPr>
              <a:t>)+ (l</a:t>
            </a:r>
            <a:r>
              <a:rPr lang="en-US" altLang="zh-CN" b="1" baseline="-25000" dirty="0">
                <a:solidFill>
                  <a:schemeClr val="dk1"/>
                </a:solidFill>
                <a:ea typeface="汉仪旗黑-55简" panose="00020600040101010101" charset="-122"/>
                <a:sym typeface="+mn-ea"/>
              </a:rPr>
              <a:t>1</a:t>
            </a:r>
            <a:r>
              <a:rPr lang="en-US" altLang="zh-CN" b="1" dirty="0">
                <a:solidFill>
                  <a:schemeClr val="dk1"/>
                </a:solidFill>
                <a:ea typeface="汉仪旗黑-55简" panose="00020600040101010101" charset="-122"/>
                <a:sym typeface="+mn-ea"/>
              </a:rPr>
              <a:t>+ l</a:t>
            </a:r>
            <a:r>
              <a:rPr lang="en-US" altLang="zh-CN" b="1" baseline="-25000" dirty="0">
                <a:solidFill>
                  <a:schemeClr val="dk1"/>
                </a:solidFill>
                <a:ea typeface="汉仪旗黑-55简" panose="00020600040101010101" charset="-122"/>
                <a:sym typeface="+mn-ea"/>
              </a:rPr>
              <a:t>2 </a:t>
            </a:r>
            <a:r>
              <a:rPr lang="en-US" altLang="zh-CN" b="1" dirty="0">
                <a:solidFill>
                  <a:schemeClr val="dk1"/>
                </a:solidFill>
                <a:ea typeface="汉仪旗黑-55简" panose="00020600040101010101" charset="-122"/>
                <a:sym typeface="+mn-ea"/>
              </a:rPr>
              <a:t>+…+l</a:t>
            </a:r>
            <a:r>
              <a:rPr lang="en-US" altLang="zh-CN" b="1" baseline="-25000" dirty="0">
                <a:solidFill>
                  <a:schemeClr val="dk1"/>
                </a:solidFill>
                <a:ea typeface="汉仪旗黑-55简" panose="00020600040101010101" charset="-122"/>
                <a:sym typeface="+mn-ea"/>
              </a:rPr>
              <a:t>n</a:t>
            </a:r>
            <a:r>
              <a:rPr lang="en-US" altLang="zh-CN" b="1" dirty="0">
                <a:solidFill>
                  <a:schemeClr val="dk1"/>
                </a:solidFill>
                <a:ea typeface="汉仪旗黑-55简" panose="00020600040101010101" charset="-122"/>
                <a:sym typeface="+mn-ea"/>
              </a:rPr>
              <a:t>)</a:t>
            </a:r>
          </a:p>
          <a:p>
            <a:r>
              <a:rPr lang="zh-CN" altLang="en-US" b="1"/>
              <a:t>强一般：</a:t>
            </a:r>
            <a:r>
              <a:rPr lang="en-US" altLang="zh-CN" b="1" dirty="0">
                <a:latin typeface="Times New Roman" panose="02020603050405020304" pitchFamily="18" charset="0"/>
                <a:ea typeface="楷体_GB2312" pitchFamily="49" charset="-122"/>
                <a:sym typeface="+mn-ea"/>
              </a:rPr>
              <a:t>m</a:t>
            </a:r>
            <a:r>
              <a:rPr lang="en-US" altLang="zh-CN" b="1" baseline="-25000" dirty="0">
                <a:latin typeface="Times New Roman" panose="02020603050405020304" pitchFamily="18" charset="0"/>
                <a:ea typeface="楷体_GB2312" pitchFamily="49" charset="-122"/>
                <a:sym typeface="+mn-ea"/>
              </a:rPr>
              <a:t>1</a:t>
            </a:r>
            <a:r>
              <a:rPr lang="en-US" altLang="zh-CN" b="1" dirty="0">
                <a:latin typeface="Times New Roman" panose="02020603050405020304" pitchFamily="18" charset="0"/>
                <a:ea typeface="楷体_GB2312" pitchFamily="49" charset="-122"/>
                <a:sym typeface="+mn-ea"/>
              </a:rPr>
              <a:t>* m</a:t>
            </a:r>
            <a:r>
              <a:rPr lang="en-US" altLang="zh-CN" b="1" baseline="-25000" dirty="0">
                <a:latin typeface="Times New Roman" panose="02020603050405020304" pitchFamily="18" charset="0"/>
                <a:ea typeface="楷体_GB2312" pitchFamily="49" charset="-122"/>
                <a:sym typeface="+mn-ea"/>
              </a:rPr>
              <a:t>2</a:t>
            </a:r>
            <a:r>
              <a:rPr lang="en-US" altLang="zh-CN" b="1" dirty="0">
                <a:latin typeface="Times New Roman" panose="02020603050405020304" pitchFamily="18" charset="0"/>
                <a:ea typeface="楷体_GB2312" pitchFamily="49" charset="-122"/>
                <a:sym typeface="+mn-ea"/>
              </a:rPr>
              <a:t>* …*m</a:t>
            </a:r>
            <a:r>
              <a:rPr lang="en-US" altLang="zh-CN" b="1" baseline="-25000" dirty="0">
                <a:latin typeface="Times New Roman" panose="02020603050405020304" pitchFamily="18" charset="0"/>
                <a:ea typeface="楷体_GB2312" pitchFamily="49" charset="-122"/>
                <a:sym typeface="+mn-ea"/>
              </a:rPr>
              <a:t>n</a:t>
            </a:r>
          </a:p>
          <a:p>
            <a:r>
              <a:rPr lang="zh-CN" altLang="en-US" b="1" dirty="0">
                <a:latin typeface="Times New Roman" panose="02020603050405020304" pitchFamily="18" charset="0"/>
                <a:ea typeface="楷体_GB2312" pitchFamily="49" charset="-122"/>
                <a:sym typeface="+mn-ea"/>
              </a:rPr>
              <a:t>弱一般：</a:t>
            </a:r>
            <a:r>
              <a:rPr lang="en-US" altLang="zh-CN" b="1" dirty="0">
                <a:latin typeface="Times New Roman" panose="02020603050405020304" pitchFamily="18" charset="0"/>
                <a:ea typeface="楷体_GB2312" pitchFamily="49" charset="-122"/>
                <a:sym typeface="+mn-ea"/>
              </a:rPr>
              <a:t>max(m</a:t>
            </a:r>
            <a:r>
              <a:rPr lang="en-US" altLang="zh-CN" b="1" baseline="-25000" dirty="0">
                <a:latin typeface="Times New Roman" panose="02020603050405020304" pitchFamily="18" charset="0"/>
                <a:ea typeface="楷体_GB2312" pitchFamily="49" charset="-122"/>
                <a:sym typeface="+mn-ea"/>
              </a:rPr>
              <a:t>i</a:t>
            </a:r>
            <a:r>
              <a:rPr lang="en-US" altLang="zh-CN" b="1" dirty="0">
                <a:latin typeface="Times New Roman" panose="02020603050405020304" pitchFamily="18" charset="0"/>
                <a:ea typeface="楷体_GB2312" pitchFamily="49" charset="-122"/>
                <a:sym typeface="+mn-ea"/>
              </a:rPr>
              <a:t>)</a:t>
            </a:r>
            <a:endParaRPr lang="zh-CN" altLang="en-US" b="1" dirty="0">
              <a:latin typeface="Times New Roman" panose="02020603050405020304" pitchFamily="18" charset="0"/>
              <a:ea typeface="楷体_GB2312" pitchFamily="49" charset="-122"/>
            </a:endParaRPr>
          </a:p>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b="1" dirty="0">
                <a:solidFill>
                  <a:schemeClr val="dk1"/>
                </a:solidFill>
                <a:ea typeface="汉仪旗黑-55简" panose="00020600040101010101" charset="-122"/>
                <a:sym typeface="+mn-ea"/>
              </a:rPr>
              <a:t>强健壮：</a:t>
            </a:r>
            <a:r>
              <a:rPr lang="en-US" altLang="zh-CN" b="1" dirty="0">
                <a:solidFill>
                  <a:schemeClr val="dk1"/>
                </a:solidFill>
                <a:ea typeface="汉仪旗黑-55简" panose="00020600040101010101" charset="-122"/>
                <a:sym typeface="+mn-ea"/>
              </a:rPr>
              <a:t>( m</a:t>
            </a:r>
            <a:r>
              <a:rPr lang="en-US" altLang="zh-CN" b="1" baseline="-25000" dirty="0">
                <a:solidFill>
                  <a:schemeClr val="dk1"/>
                </a:solidFill>
                <a:ea typeface="汉仪旗黑-55简" panose="00020600040101010101" charset="-122"/>
                <a:sym typeface="+mn-ea"/>
              </a:rPr>
              <a:t>1</a:t>
            </a:r>
            <a:r>
              <a:rPr lang="en-US" altLang="zh-CN" b="1" dirty="0">
                <a:solidFill>
                  <a:schemeClr val="dk1"/>
                </a:solidFill>
                <a:ea typeface="汉仪旗黑-55简" panose="00020600040101010101" charset="-122"/>
                <a:sym typeface="+mn-ea"/>
              </a:rPr>
              <a:t>+l</a:t>
            </a:r>
            <a:r>
              <a:rPr lang="en-US" altLang="zh-CN" b="1" baseline="-25000" dirty="0">
                <a:solidFill>
                  <a:schemeClr val="dk1"/>
                </a:solidFill>
                <a:ea typeface="汉仪旗黑-55简" panose="00020600040101010101" charset="-122"/>
                <a:sym typeface="+mn-ea"/>
              </a:rPr>
              <a:t>1</a:t>
            </a:r>
            <a:r>
              <a:rPr lang="en-US" altLang="zh-CN" b="1" dirty="0">
                <a:solidFill>
                  <a:schemeClr val="dk1"/>
                </a:solidFill>
                <a:ea typeface="汉仪旗黑-55简" panose="00020600040101010101" charset="-122"/>
                <a:sym typeface="+mn-ea"/>
              </a:rPr>
              <a:t>)* (m</a:t>
            </a:r>
            <a:r>
              <a:rPr lang="en-US" altLang="zh-CN" b="1" baseline="-25000" dirty="0">
                <a:solidFill>
                  <a:schemeClr val="dk1"/>
                </a:solidFill>
                <a:ea typeface="汉仪旗黑-55简" panose="00020600040101010101" charset="-122"/>
                <a:sym typeface="+mn-ea"/>
              </a:rPr>
              <a:t>2 </a:t>
            </a:r>
            <a:r>
              <a:rPr lang="en-US" altLang="zh-CN" b="1" dirty="0">
                <a:solidFill>
                  <a:schemeClr val="dk1"/>
                </a:solidFill>
                <a:ea typeface="汉仪旗黑-55简" panose="00020600040101010101" charset="-122"/>
                <a:sym typeface="+mn-ea"/>
              </a:rPr>
              <a:t>+l</a:t>
            </a:r>
            <a:r>
              <a:rPr lang="en-US" altLang="zh-CN" b="1" baseline="-25000" dirty="0">
                <a:solidFill>
                  <a:schemeClr val="dk1"/>
                </a:solidFill>
                <a:ea typeface="汉仪旗黑-55简" panose="00020600040101010101" charset="-122"/>
                <a:sym typeface="+mn-ea"/>
              </a:rPr>
              <a:t>2</a:t>
            </a:r>
            <a:r>
              <a:rPr lang="en-US" altLang="zh-CN" b="1" dirty="0">
                <a:solidFill>
                  <a:schemeClr val="dk1"/>
                </a:solidFill>
                <a:ea typeface="汉仪旗黑-55简" panose="00020600040101010101" charset="-122"/>
                <a:sym typeface="+mn-ea"/>
              </a:rPr>
              <a:t>)</a:t>
            </a:r>
            <a:r>
              <a:rPr lang="en-US" altLang="zh-CN" b="1" baseline="-25000" dirty="0">
                <a:solidFill>
                  <a:schemeClr val="dk1"/>
                </a:solidFill>
                <a:ea typeface="汉仪旗黑-55简" panose="00020600040101010101" charset="-122"/>
                <a:sym typeface="+mn-ea"/>
              </a:rPr>
              <a:t> </a:t>
            </a:r>
            <a:r>
              <a:rPr lang="en-US" altLang="zh-CN" b="1" dirty="0">
                <a:solidFill>
                  <a:schemeClr val="dk1"/>
                </a:solidFill>
                <a:ea typeface="汉仪旗黑-55简" panose="00020600040101010101" charset="-122"/>
                <a:sym typeface="+mn-ea"/>
              </a:rPr>
              <a:t>* …*(m</a:t>
            </a:r>
            <a:r>
              <a:rPr lang="en-US" altLang="zh-CN" b="1" baseline="-25000" dirty="0">
                <a:solidFill>
                  <a:schemeClr val="dk1"/>
                </a:solidFill>
                <a:ea typeface="汉仪旗黑-55简" panose="00020600040101010101" charset="-122"/>
                <a:sym typeface="+mn-ea"/>
              </a:rPr>
              <a:t>n </a:t>
            </a:r>
            <a:r>
              <a:rPr lang="en-US" altLang="zh-CN" b="1" dirty="0">
                <a:solidFill>
                  <a:schemeClr val="dk1"/>
                </a:solidFill>
                <a:ea typeface="汉仪旗黑-55简" panose="00020600040101010101" charset="-122"/>
                <a:sym typeface="+mn-ea"/>
              </a:rPr>
              <a:t>+l</a:t>
            </a:r>
            <a:r>
              <a:rPr lang="en-US" altLang="zh-CN" b="1" baseline="-25000" dirty="0">
                <a:solidFill>
                  <a:schemeClr val="dk1"/>
                </a:solidFill>
                <a:ea typeface="汉仪旗黑-55简" panose="00020600040101010101" charset="-122"/>
                <a:sym typeface="+mn-ea"/>
              </a:rPr>
              <a:t>n</a:t>
            </a:r>
            <a:r>
              <a:rPr lang="en-US" altLang="zh-CN" b="1" dirty="0">
                <a:solidFill>
                  <a:schemeClr val="dk1"/>
                </a:solidFill>
                <a:ea typeface="汉仪旗黑-55简" panose="00020600040101010101" charset="-122"/>
                <a:sym typeface="+mn-ea"/>
              </a:rPr>
              <a:t>)</a:t>
            </a:r>
          </a:p>
          <a:p>
            <a:r>
              <a:rPr lang="zh-CN" altLang="en-US" b="1">
                <a:sym typeface="+mn-ea"/>
              </a:rPr>
              <a:t>弱健壮：</a:t>
            </a:r>
            <a:r>
              <a:rPr lang="en-US" altLang="zh-CN" b="1" dirty="0">
                <a:solidFill>
                  <a:schemeClr val="dk1"/>
                </a:solidFill>
                <a:ea typeface="汉仪旗黑-55简" panose="00020600040101010101" charset="-122"/>
                <a:sym typeface="+mn-ea"/>
              </a:rPr>
              <a:t>max( m</a:t>
            </a:r>
            <a:r>
              <a:rPr lang="en-US" altLang="zh-CN" b="1" baseline="-25000" dirty="0">
                <a:solidFill>
                  <a:schemeClr val="dk1"/>
                </a:solidFill>
                <a:ea typeface="汉仪旗黑-55简" panose="00020600040101010101" charset="-122"/>
                <a:sym typeface="+mn-ea"/>
              </a:rPr>
              <a:t>i</a:t>
            </a:r>
            <a:r>
              <a:rPr lang="en-US" altLang="zh-CN" b="1" dirty="0">
                <a:solidFill>
                  <a:schemeClr val="dk1"/>
                </a:solidFill>
                <a:ea typeface="汉仪旗黑-55简" panose="00020600040101010101" charset="-122"/>
                <a:sym typeface="+mn-ea"/>
              </a:rPr>
              <a:t>)+ (l</a:t>
            </a:r>
            <a:r>
              <a:rPr lang="en-US" altLang="zh-CN" b="1" baseline="-25000" dirty="0">
                <a:solidFill>
                  <a:schemeClr val="dk1"/>
                </a:solidFill>
                <a:ea typeface="汉仪旗黑-55简" panose="00020600040101010101" charset="-122"/>
                <a:sym typeface="+mn-ea"/>
              </a:rPr>
              <a:t>1</a:t>
            </a:r>
            <a:r>
              <a:rPr lang="en-US" altLang="zh-CN" b="1" dirty="0">
                <a:solidFill>
                  <a:schemeClr val="dk1"/>
                </a:solidFill>
                <a:ea typeface="汉仪旗黑-55简" panose="00020600040101010101" charset="-122"/>
                <a:sym typeface="+mn-ea"/>
              </a:rPr>
              <a:t>+ l</a:t>
            </a:r>
            <a:r>
              <a:rPr lang="en-US" altLang="zh-CN" b="1" baseline="-25000" dirty="0">
                <a:solidFill>
                  <a:schemeClr val="dk1"/>
                </a:solidFill>
                <a:ea typeface="汉仪旗黑-55简" panose="00020600040101010101" charset="-122"/>
                <a:sym typeface="+mn-ea"/>
              </a:rPr>
              <a:t>2 </a:t>
            </a:r>
            <a:r>
              <a:rPr lang="en-US" altLang="zh-CN" b="1" dirty="0">
                <a:solidFill>
                  <a:schemeClr val="dk1"/>
                </a:solidFill>
                <a:ea typeface="汉仪旗黑-55简" panose="00020600040101010101" charset="-122"/>
                <a:sym typeface="+mn-ea"/>
              </a:rPr>
              <a:t>+…+l</a:t>
            </a:r>
            <a:r>
              <a:rPr lang="en-US" altLang="zh-CN" b="1" baseline="-25000" dirty="0">
                <a:solidFill>
                  <a:schemeClr val="dk1"/>
                </a:solidFill>
                <a:ea typeface="汉仪旗黑-55简" panose="00020600040101010101" charset="-122"/>
                <a:sym typeface="+mn-ea"/>
              </a:rPr>
              <a:t>n</a:t>
            </a:r>
            <a:r>
              <a:rPr lang="en-US" altLang="zh-CN" b="1" dirty="0">
                <a:solidFill>
                  <a:schemeClr val="dk1"/>
                </a:solidFill>
                <a:ea typeface="汉仪旗黑-55简" panose="00020600040101010101" charset="-122"/>
                <a:sym typeface="+mn-ea"/>
              </a:rPr>
              <a:t>)</a:t>
            </a:r>
          </a:p>
          <a:p>
            <a:r>
              <a:rPr lang="zh-CN" altLang="en-US" b="1">
                <a:sym typeface="+mn-ea"/>
              </a:rPr>
              <a:t>强一般：</a:t>
            </a:r>
            <a:r>
              <a:rPr lang="en-US" altLang="zh-CN" b="1" dirty="0">
                <a:latin typeface="Times New Roman" panose="02020603050405020304" pitchFamily="18" charset="0"/>
                <a:ea typeface="楷体_GB2312" pitchFamily="49" charset="-122"/>
                <a:sym typeface="+mn-ea"/>
              </a:rPr>
              <a:t>m</a:t>
            </a:r>
            <a:r>
              <a:rPr lang="en-US" altLang="zh-CN" b="1" baseline="-25000" dirty="0">
                <a:latin typeface="Times New Roman" panose="02020603050405020304" pitchFamily="18" charset="0"/>
                <a:ea typeface="楷体_GB2312" pitchFamily="49" charset="-122"/>
                <a:sym typeface="+mn-ea"/>
              </a:rPr>
              <a:t>1</a:t>
            </a:r>
            <a:r>
              <a:rPr lang="en-US" altLang="zh-CN" b="1" dirty="0">
                <a:latin typeface="Times New Roman" panose="02020603050405020304" pitchFamily="18" charset="0"/>
                <a:ea typeface="楷体_GB2312" pitchFamily="49" charset="-122"/>
                <a:sym typeface="+mn-ea"/>
              </a:rPr>
              <a:t>* m</a:t>
            </a:r>
            <a:r>
              <a:rPr lang="en-US" altLang="zh-CN" b="1" baseline="-25000" dirty="0">
                <a:latin typeface="Times New Roman" panose="02020603050405020304" pitchFamily="18" charset="0"/>
                <a:ea typeface="楷体_GB2312" pitchFamily="49" charset="-122"/>
                <a:sym typeface="+mn-ea"/>
              </a:rPr>
              <a:t>2</a:t>
            </a:r>
            <a:r>
              <a:rPr lang="en-US" altLang="zh-CN" b="1" dirty="0">
                <a:latin typeface="Times New Roman" panose="02020603050405020304" pitchFamily="18" charset="0"/>
                <a:ea typeface="楷体_GB2312" pitchFamily="49" charset="-122"/>
                <a:sym typeface="+mn-ea"/>
              </a:rPr>
              <a:t>* …*m</a:t>
            </a:r>
            <a:r>
              <a:rPr lang="en-US" altLang="zh-CN" b="1" baseline="-25000" dirty="0">
                <a:latin typeface="Times New Roman" panose="02020603050405020304" pitchFamily="18" charset="0"/>
                <a:ea typeface="楷体_GB2312" pitchFamily="49" charset="-122"/>
                <a:sym typeface="+mn-ea"/>
              </a:rPr>
              <a:t>n</a:t>
            </a:r>
          </a:p>
          <a:p>
            <a:r>
              <a:rPr lang="zh-CN" altLang="en-US" b="1" dirty="0">
                <a:latin typeface="Times New Roman" panose="02020603050405020304" pitchFamily="18" charset="0"/>
                <a:ea typeface="楷体_GB2312" pitchFamily="49" charset="-122"/>
                <a:sym typeface="+mn-ea"/>
              </a:rPr>
              <a:t>弱一般：</a:t>
            </a:r>
            <a:r>
              <a:rPr lang="en-US" altLang="zh-CN" b="1" dirty="0">
                <a:latin typeface="Times New Roman" panose="02020603050405020304" pitchFamily="18" charset="0"/>
                <a:ea typeface="楷体_GB2312" pitchFamily="49" charset="-122"/>
                <a:sym typeface="+mn-ea"/>
              </a:rPr>
              <a:t>max(m</a:t>
            </a:r>
            <a:r>
              <a:rPr lang="en-US" altLang="zh-CN" b="1" baseline="-25000" dirty="0">
                <a:latin typeface="Times New Roman" panose="02020603050405020304" pitchFamily="18" charset="0"/>
                <a:ea typeface="楷体_GB2312" pitchFamily="49" charset="-122"/>
                <a:sym typeface="+mn-ea"/>
              </a:rPr>
              <a:t>i</a:t>
            </a:r>
            <a:r>
              <a:rPr lang="en-US" altLang="zh-CN" b="1" dirty="0">
                <a:latin typeface="Times New Roman" panose="02020603050405020304" pitchFamily="18" charset="0"/>
                <a:ea typeface="楷体_GB2312" pitchFamily="49" charset="-122"/>
                <a:sym typeface="+mn-ea"/>
              </a:rPr>
              <a:t>)</a:t>
            </a:r>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每课</a:t>
            </a:r>
            <a:r>
              <a:rPr lang="zh-CN" altLang="en-US" sz="1200" dirty="0">
                <a:solidFill>
                  <a:srgbClr val="FF0000"/>
                </a:solidFill>
                <a:highlight>
                  <a:srgbClr val="FFFF00"/>
                </a:highlight>
                <a:latin typeface="微软雅黑" panose="020B0503020204020204" pitchFamily="34" charset="-122"/>
                <a:ea typeface="微软雅黑" panose="020B0503020204020204" pitchFamily="34" charset="-122"/>
                <a:cs typeface="微软雅黑" panose="020B0503020204020204" pitchFamily="34" charset="-122"/>
              </a:rPr>
              <a:t>结束</a:t>
            </a:r>
            <a:r>
              <a:rPr lang="zh-CN" altLang="en-US" sz="1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时使用“以上是本节课的内容”</a:t>
            </a:r>
            <a:r>
              <a:rPr lang="en-US" altLang="zh-CN" sz="1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这一章讲到这里</a:t>
            </a:r>
            <a:r>
              <a:rPr lang="en-US" altLang="zh-CN" sz="1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118</a:t>
            </a:fld>
            <a:endParaRPr lang="zh-CN" altLang="en-US"/>
          </a:p>
        </p:txBody>
      </p:sp>
    </p:spTree>
    <p:extLst>
      <p:ext uri="{BB962C8B-B14F-4D97-AF65-F5344CB8AC3E}">
        <p14:creationId xmlns:p14="http://schemas.microsoft.com/office/powerpoint/2010/main" val="209866740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2.jpe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2.jpeg"/></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4.xml"/><Relationship Id="rId7" Type="http://schemas.openxmlformats.org/officeDocument/2006/relationships/tags" Target="../tags/tag8.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image" Target="../media/image15.GIF"/><Relationship Id="rId5" Type="http://schemas.openxmlformats.org/officeDocument/2006/relationships/tags" Target="../tags/tag6.xml"/><Relationship Id="rId10" Type="http://schemas.openxmlformats.org/officeDocument/2006/relationships/image" Target="../media/image14.jpeg"/><Relationship Id="rId4" Type="http://schemas.openxmlformats.org/officeDocument/2006/relationships/tags" Target="../tags/tag5.xml"/><Relationship Id="rId9" Type="http://schemas.openxmlformats.org/officeDocument/2006/relationships/image" Target="../media/image13.jpe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封面2">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D31AA72A-FE2F-1F7F-B206-0A8214FA8C9F}"/>
              </a:ext>
            </a:extLst>
          </p:cNvPr>
          <p:cNvPicPr>
            <a:picLocks noChangeAspect="1"/>
          </p:cNvPicPr>
          <p:nvPr userDrawn="1"/>
        </p:nvPicPr>
        <p:blipFill rotWithShape="1">
          <a:blip r:embed="rId2">
            <a:duotone>
              <a:schemeClr val="accent2">
                <a:shade val="45000"/>
                <a:satMod val="135000"/>
              </a:schemeClr>
              <a:prstClr val="white"/>
            </a:duotone>
          </a:blip>
          <a:srcRect b="2308"/>
          <a:stretch/>
        </p:blipFill>
        <p:spPr>
          <a:xfrm>
            <a:off x="-2" y="6976"/>
            <a:ext cx="9144002" cy="5136524"/>
          </a:xfrm>
          <a:prstGeom prst="rect">
            <a:avLst/>
          </a:prstGeom>
        </p:spPr>
      </p:pic>
      <p:sp>
        <p:nvSpPr>
          <p:cNvPr id="15" name="文本占位符 14"/>
          <p:cNvSpPr>
            <a:spLocks noGrp="1"/>
          </p:cNvSpPr>
          <p:nvPr>
            <p:ph type="body" sz="quarter" idx="13"/>
          </p:nvPr>
        </p:nvSpPr>
        <p:spPr>
          <a:xfrm>
            <a:off x="628650" y="3333947"/>
            <a:ext cx="7886700" cy="685800"/>
          </a:xfrm>
        </p:spPr>
        <p:txBody>
          <a:bodyPr>
            <a:normAutofit/>
          </a:bodyPr>
          <a:lstStyle>
            <a:lvl1pPr marL="0" indent="0" algn="l">
              <a:buNone/>
              <a:defRPr sz="2400" b="0" i="0">
                <a:ln>
                  <a:noFill/>
                </a:ln>
                <a:solidFill>
                  <a:schemeClr val="accent1">
                    <a:lumMod val="60000"/>
                    <a:lumOff val="40000"/>
                  </a:schemeClr>
                </a:solidFill>
                <a:latin typeface="思源黑体 Medium" panose="020B0600000000000000" charset="-122"/>
                <a:ea typeface="思源黑体 Medium" panose="020B0600000000000000" charset="-122"/>
              </a:defRPr>
            </a:lvl1pPr>
            <a:lvl3pPr marL="685800" indent="0">
              <a:buNone/>
              <a:defRPr/>
            </a:lvl3pPr>
          </a:lstStyle>
          <a:p>
            <a:pPr lvl="0"/>
            <a:endParaRPr kumimoji="1" lang="zh-CN" altLang="en-US" dirty="0"/>
          </a:p>
        </p:txBody>
      </p:sp>
      <p:sp>
        <p:nvSpPr>
          <p:cNvPr id="19" name="标题 18"/>
          <p:cNvSpPr>
            <a:spLocks noGrp="1"/>
          </p:cNvSpPr>
          <p:nvPr>
            <p:ph type="title"/>
          </p:nvPr>
        </p:nvSpPr>
        <p:spPr>
          <a:xfrm>
            <a:off x="628650" y="2092075"/>
            <a:ext cx="7886700" cy="994172"/>
          </a:xfrm>
        </p:spPr>
        <p:txBody>
          <a:bodyPr>
            <a:normAutofit/>
          </a:bodyPr>
          <a:lstStyle>
            <a:lvl1pPr algn="l">
              <a:defRPr sz="4800" b="0" i="0">
                <a:solidFill>
                  <a:schemeClr val="bg1"/>
                </a:solidFill>
                <a:latin typeface="思源黑体 Bold" panose="020B0800000000000000" charset="-122"/>
                <a:ea typeface="思源黑体 Bold" panose="020B0800000000000000" charset="-122"/>
              </a:defRPr>
            </a:lvl1pPr>
          </a:lstStyle>
          <a:p>
            <a:r>
              <a:rPr kumimoji="1" lang="zh-CN" altLang="en-US" dirty="0"/>
              <a:t>单击此处编辑母版标题样式</a:t>
            </a:r>
          </a:p>
        </p:txBody>
      </p:sp>
      <p:grpSp>
        <p:nvGrpSpPr>
          <p:cNvPr id="8" name="组合 10"/>
          <p:cNvGrpSpPr/>
          <p:nvPr userDrawn="1"/>
        </p:nvGrpSpPr>
        <p:grpSpPr>
          <a:xfrm>
            <a:off x="628651" y="1905306"/>
            <a:ext cx="4936937" cy="1363896"/>
            <a:chOff x="2666198" y="2543397"/>
            <a:chExt cx="7199697" cy="1316333"/>
          </a:xfrm>
        </p:grpSpPr>
        <p:cxnSp>
          <p:nvCxnSpPr>
            <p:cNvPr id="9" name="直线连接符 8"/>
            <p:cNvCxnSpPr/>
            <p:nvPr userDrawn="1"/>
          </p:nvCxnSpPr>
          <p:spPr>
            <a:xfrm>
              <a:off x="2666198" y="2543397"/>
              <a:ext cx="7199697" cy="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 name="直线连接符 9"/>
            <p:cNvCxnSpPr/>
            <p:nvPr userDrawn="1"/>
          </p:nvCxnSpPr>
          <p:spPr>
            <a:xfrm>
              <a:off x="2666198" y="3859730"/>
              <a:ext cx="7199697" cy="0"/>
            </a:xfrm>
            <a:prstGeom prst="line">
              <a:avLst/>
            </a:prstGeom>
            <a:ln>
              <a:solidFill>
                <a:srgbClr val="8FAADC"/>
              </a:solidFill>
            </a:ln>
          </p:spPr>
          <p:style>
            <a:lnRef idx="1">
              <a:schemeClr val="accent1"/>
            </a:lnRef>
            <a:fillRef idx="0">
              <a:schemeClr val="accent1"/>
            </a:fillRef>
            <a:effectRef idx="0">
              <a:schemeClr val="accent1"/>
            </a:effectRef>
            <a:fontRef idx="minor">
              <a:schemeClr val="tx1"/>
            </a:fontRef>
          </p:style>
        </p:cxnSp>
      </p:grpSp>
      <p:sp>
        <p:nvSpPr>
          <p:cNvPr id="13" name="文本占位符 14"/>
          <p:cNvSpPr>
            <a:spLocks noGrp="1"/>
          </p:cNvSpPr>
          <p:nvPr>
            <p:ph type="body" sz="quarter" idx="14"/>
          </p:nvPr>
        </p:nvSpPr>
        <p:spPr>
          <a:xfrm>
            <a:off x="628650" y="4357416"/>
            <a:ext cx="7886700" cy="326643"/>
          </a:xfrm>
        </p:spPr>
        <p:txBody>
          <a:bodyPr>
            <a:normAutofit/>
          </a:bodyPr>
          <a:lstStyle>
            <a:lvl1pPr marL="0" indent="0" algn="r">
              <a:buNone/>
              <a:defRPr sz="1400" b="0" i="0">
                <a:ln>
                  <a:noFill/>
                </a:ln>
                <a:solidFill>
                  <a:schemeClr val="accent1">
                    <a:lumMod val="60000"/>
                    <a:lumOff val="40000"/>
                  </a:schemeClr>
                </a:solidFill>
                <a:latin typeface="思源黑体 Medium" panose="020B0600000000000000" charset="-122"/>
                <a:ea typeface="思源黑体 Medium" panose="020B0600000000000000" charset="-122"/>
              </a:defRPr>
            </a:lvl1pPr>
            <a:lvl3pPr marL="685800" indent="0">
              <a:buNone/>
              <a:defRPr/>
            </a:lvl3pPr>
          </a:lstStyle>
          <a:p>
            <a:pPr lvl="0"/>
            <a:endParaRPr kumimoji="1"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内容页标准版式">
    <p:spTree>
      <p:nvGrpSpPr>
        <p:cNvPr id="1" name=""/>
        <p:cNvGrpSpPr/>
        <p:nvPr/>
      </p:nvGrpSpPr>
      <p:grpSpPr>
        <a:xfrm>
          <a:off x="0" y="0"/>
          <a:ext cx="0" cy="0"/>
          <a:chOff x="0" y="0"/>
          <a:chExt cx="0" cy="0"/>
        </a:xfrm>
      </p:grpSpPr>
      <p:sp>
        <p:nvSpPr>
          <p:cNvPr id="10" name="标题 18"/>
          <p:cNvSpPr>
            <a:spLocks noGrp="1"/>
          </p:cNvSpPr>
          <p:nvPr>
            <p:ph type="title"/>
          </p:nvPr>
        </p:nvSpPr>
        <p:spPr>
          <a:xfrm>
            <a:off x="582038" y="280792"/>
            <a:ext cx="8161119" cy="523875"/>
          </a:xfrm>
        </p:spPr>
        <p:txBody>
          <a:bodyPr>
            <a:noAutofit/>
          </a:bodyPr>
          <a:lstStyle>
            <a:lvl1pPr marL="0" indent="0" algn="l">
              <a:buClr>
                <a:schemeClr val="accent4"/>
              </a:buClr>
              <a:buFontTx/>
              <a:buNone/>
              <a:defRPr sz="2800" b="0" i="0">
                <a:solidFill>
                  <a:srgbClr val="242C52"/>
                </a:solidFill>
                <a:latin typeface="思源黑体 Medium" panose="020B0600000000000000" charset="-122"/>
                <a:ea typeface="思源黑体 Medium" panose="020B0600000000000000" charset="-122"/>
              </a:defRPr>
            </a:lvl1pPr>
          </a:lstStyle>
          <a:p>
            <a:r>
              <a:rPr kumimoji="1" lang="zh-CN" altLang="en-US" dirty="0"/>
              <a:t>单击此处编辑母版标题样式</a:t>
            </a:r>
          </a:p>
        </p:txBody>
      </p:sp>
      <p:grpSp>
        <p:nvGrpSpPr>
          <p:cNvPr id="13" name="组合 19"/>
          <p:cNvGrpSpPr/>
          <p:nvPr userDrawn="1"/>
        </p:nvGrpSpPr>
        <p:grpSpPr>
          <a:xfrm>
            <a:off x="-139481" y="372601"/>
            <a:ext cx="631650" cy="341703"/>
            <a:chOff x="883264" y="476230"/>
            <a:chExt cx="842200" cy="455604"/>
          </a:xfrm>
          <a:solidFill>
            <a:srgbClr val="FFC600"/>
          </a:solidFill>
        </p:grpSpPr>
        <p:sp>
          <p:nvSpPr>
            <p:cNvPr id="15" name="圆角矩形 14"/>
            <p:cNvSpPr/>
            <p:nvPr userDrawn="1"/>
          </p:nvSpPr>
          <p:spPr>
            <a:xfrm>
              <a:off x="883264" y="476230"/>
              <a:ext cx="421100" cy="455604"/>
            </a:xfrm>
            <a:prstGeom prst="roundRect">
              <a:avLst>
                <a:gd name="adj" fmla="val 10047"/>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00" b="0" i="0" dirty="0">
                <a:solidFill>
                  <a:srgbClr val="6880B1"/>
                </a:solidFill>
                <a:latin typeface="思源黑体" panose="020F0502020204030204" charset="-122"/>
                <a:ea typeface="思源黑体" panose="020F0502020204030204" charset="-122"/>
                <a:cs typeface="思源黑体" panose="020F0502020204030204" charset="-122"/>
              </a:endParaRPr>
            </a:p>
          </p:txBody>
        </p:sp>
        <p:sp>
          <p:nvSpPr>
            <p:cNvPr id="16" name="燕尾形 15"/>
            <p:cNvSpPr/>
            <p:nvPr userDrawn="1"/>
          </p:nvSpPr>
          <p:spPr>
            <a:xfrm>
              <a:off x="1375841" y="476230"/>
              <a:ext cx="349623" cy="455604"/>
            </a:xfrm>
            <a:prstGeom prst="chevron">
              <a:avLst/>
            </a:prstGeom>
            <a:solidFill>
              <a:srgbClr val="6880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sp>
          <p:nvSpPr>
            <p:cNvPr id="17" name="燕尾形 16"/>
            <p:cNvSpPr/>
            <p:nvPr userDrawn="1"/>
          </p:nvSpPr>
          <p:spPr>
            <a:xfrm>
              <a:off x="1129553" y="476230"/>
              <a:ext cx="349623" cy="455604"/>
            </a:xfrm>
            <a:prstGeom prst="chevron">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grpSp>
      <p:sp>
        <p:nvSpPr>
          <p:cNvPr id="18" name="矩形 17"/>
          <p:cNvSpPr/>
          <p:nvPr userDrawn="1"/>
        </p:nvSpPr>
        <p:spPr>
          <a:xfrm flipV="1">
            <a:off x="0" y="5070928"/>
            <a:ext cx="9144000" cy="118287"/>
          </a:xfrm>
          <a:prstGeom prst="rect">
            <a:avLst/>
          </a:prstGeom>
          <a:solidFill>
            <a:srgbClr val="242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latin typeface="思源黑体" panose="020F0502020204030204" charset="-122"/>
              <a:ea typeface="思源黑体" panose="020F0502020204030204" charset="-122"/>
              <a:cs typeface="思源黑体" panose="020F0502020204030204" charset="-122"/>
            </a:endParaRPr>
          </a:p>
        </p:txBody>
      </p:sp>
      <p:pic>
        <p:nvPicPr>
          <p:cNvPr id="2" name="图片 1">
            <a:extLst>
              <a:ext uri="{FF2B5EF4-FFF2-40B4-BE49-F238E27FC236}">
                <a16:creationId xmlns:a16="http://schemas.microsoft.com/office/drawing/2014/main" id="{A277AB5A-2027-948E-5659-35FA3C398FC7}"/>
              </a:ext>
            </a:extLst>
          </p:cNvPr>
          <p:cNvPicPr>
            <a:picLocks noChangeAspect="1"/>
          </p:cNvPicPr>
          <p:nvPr userDrawn="1"/>
        </p:nvPicPr>
        <p:blipFill>
          <a:blip r:embed="rId2"/>
          <a:stretch>
            <a:fillRect/>
          </a:stretch>
        </p:blipFill>
        <p:spPr>
          <a:xfrm>
            <a:off x="7502253" y="4579468"/>
            <a:ext cx="1519827" cy="386943"/>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内容页标准版式">
    <p:spTree>
      <p:nvGrpSpPr>
        <p:cNvPr id="1" name=""/>
        <p:cNvGrpSpPr/>
        <p:nvPr/>
      </p:nvGrpSpPr>
      <p:grpSpPr>
        <a:xfrm>
          <a:off x="0" y="0"/>
          <a:ext cx="0" cy="0"/>
          <a:chOff x="0" y="0"/>
          <a:chExt cx="0" cy="0"/>
        </a:xfrm>
      </p:grpSpPr>
      <p:sp>
        <p:nvSpPr>
          <p:cNvPr id="10" name="标题 18"/>
          <p:cNvSpPr>
            <a:spLocks noGrp="1"/>
          </p:cNvSpPr>
          <p:nvPr>
            <p:ph type="title"/>
          </p:nvPr>
        </p:nvSpPr>
        <p:spPr>
          <a:xfrm>
            <a:off x="582038" y="280792"/>
            <a:ext cx="8161119" cy="523875"/>
          </a:xfrm>
        </p:spPr>
        <p:txBody>
          <a:bodyPr>
            <a:noAutofit/>
          </a:bodyPr>
          <a:lstStyle>
            <a:lvl1pPr marL="0" indent="0" algn="l" defTabSz="685800" rtl="0" eaLnBrk="1" latinLnBrk="0" hangingPunct="1">
              <a:lnSpc>
                <a:spcPct val="90000"/>
              </a:lnSpc>
              <a:spcBef>
                <a:spcPct val="0"/>
              </a:spcBef>
              <a:buClr>
                <a:schemeClr val="accent4"/>
              </a:buClr>
              <a:buFontTx/>
              <a:buNone/>
              <a:defRPr kumimoji="1" lang="zh-CN" altLang="en-US" sz="2800" b="1" i="0" kern="1200" dirty="0">
                <a:solidFill>
                  <a:srgbClr val="0070C0"/>
                </a:solidFill>
                <a:latin typeface="Microsoft YaHei" panose="020B0503020204020204" pitchFamily="34" charset="-122"/>
                <a:ea typeface="Microsoft YaHei" panose="020B0503020204020204" pitchFamily="34" charset="-122"/>
                <a:cs typeface="思源黑体" panose="020F0502020204030204" charset="-122"/>
              </a:defRPr>
            </a:lvl1pPr>
          </a:lstStyle>
          <a:p>
            <a:r>
              <a:rPr kumimoji="1" lang="zh-CN" altLang="en-US" dirty="0"/>
              <a:t>单击此处编辑母版标题样式</a:t>
            </a:r>
          </a:p>
        </p:txBody>
      </p:sp>
      <p:grpSp>
        <p:nvGrpSpPr>
          <p:cNvPr id="13" name="组合 19"/>
          <p:cNvGrpSpPr/>
          <p:nvPr userDrawn="1"/>
        </p:nvGrpSpPr>
        <p:grpSpPr>
          <a:xfrm>
            <a:off x="-139481" y="372601"/>
            <a:ext cx="631650" cy="341703"/>
            <a:chOff x="883264" y="476230"/>
            <a:chExt cx="842200" cy="455604"/>
          </a:xfrm>
          <a:solidFill>
            <a:srgbClr val="FFC600"/>
          </a:solidFill>
        </p:grpSpPr>
        <p:sp>
          <p:nvSpPr>
            <p:cNvPr id="15" name="圆角矩形 14"/>
            <p:cNvSpPr/>
            <p:nvPr userDrawn="1"/>
          </p:nvSpPr>
          <p:spPr>
            <a:xfrm>
              <a:off x="883264" y="476230"/>
              <a:ext cx="421100" cy="455604"/>
            </a:xfrm>
            <a:prstGeom prst="roundRect">
              <a:avLst>
                <a:gd name="adj" fmla="val 10047"/>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00" b="0" i="0" dirty="0">
                <a:solidFill>
                  <a:srgbClr val="6880B1"/>
                </a:solidFill>
                <a:latin typeface="思源黑体" panose="020F0502020204030204" charset="-122"/>
                <a:ea typeface="思源黑体" panose="020F0502020204030204" charset="-122"/>
                <a:cs typeface="思源黑体" panose="020F0502020204030204" charset="-122"/>
              </a:endParaRPr>
            </a:p>
          </p:txBody>
        </p:sp>
        <p:sp>
          <p:nvSpPr>
            <p:cNvPr id="16" name="燕尾形 15"/>
            <p:cNvSpPr/>
            <p:nvPr userDrawn="1"/>
          </p:nvSpPr>
          <p:spPr>
            <a:xfrm>
              <a:off x="1375841" y="476230"/>
              <a:ext cx="349623" cy="455604"/>
            </a:xfrm>
            <a:prstGeom prst="chevron">
              <a:avLst/>
            </a:prstGeom>
            <a:solidFill>
              <a:srgbClr val="6880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sp>
          <p:nvSpPr>
            <p:cNvPr id="17" name="燕尾形 16"/>
            <p:cNvSpPr/>
            <p:nvPr userDrawn="1"/>
          </p:nvSpPr>
          <p:spPr>
            <a:xfrm>
              <a:off x="1129553" y="476230"/>
              <a:ext cx="349623" cy="455604"/>
            </a:xfrm>
            <a:prstGeom prst="chevron">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grpSp>
      <p:pic>
        <p:nvPicPr>
          <p:cNvPr id="2" name="图片 1">
            <a:extLst>
              <a:ext uri="{FF2B5EF4-FFF2-40B4-BE49-F238E27FC236}">
                <a16:creationId xmlns:a16="http://schemas.microsoft.com/office/drawing/2014/main" id="{2180E710-DC63-F434-40DE-02365645191E}"/>
              </a:ext>
            </a:extLst>
          </p:cNvPr>
          <p:cNvPicPr>
            <a:picLocks noChangeAspect="1"/>
          </p:cNvPicPr>
          <p:nvPr userDrawn="1"/>
        </p:nvPicPr>
        <p:blipFill>
          <a:blip r:embed="rId2"/>
          <a:stretch>
            <a:fillRect/>
          </a:stretch>
        </p:blipFill>
        <p:spPr>
          <a:xfrm>
            <a:off x="7502253" y="4579468"/>
            <a:ext cx="1519827" cy="386943"/>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2_内容页标准版式">
    <p:spTree>
      <p:nvGrpSpPr>
        <p:cNvPr id="1" name=""/>
        <p:cNvGrpSpPr/>
        <p:nvPr/>
      </p:nvGrpSpPr>
      <p:grpSpPr>
        <a:xfrm>
          <a:off x="0" y="0"/>
          <a:ext cx="0" cy="0"/>
          <a:chOff x="0" y="0"/>
          <a:chExt cx="0" cy="0"/>
        </a:xfrm>
      </p:grpSpPr>
      <p:sp>
        <p:nvSpPr>
          <p:cNvPr id="10" name="标题 18"/>
          <p:cNvSpPr>
            <a:spLocks noGrp="1"/>
          </p:cNvSpPr>
          <p:nvPr>
            <p:ph type="title"/>
          </p:nvPr>
        </p:nvSpPr>
        <p:spPr>
          <a:xfrm>
            <a:off x="582038" y="280792"/>
            <a:ext cx="8161119" cy="523875"/>
          </a:xfrm>
        </p:spPr>
        <p:txBody>
          <a:bodyPr>
            <a:noAutofit/>
          </a:bodyPr>
          <a:lstStyle>
            <a:lvl1pPr marL="0" indent="0" algn="l">
              <a:buClr>
                <a:schemeClr val="accent4"/>
              </a:buClr>
              <a:buFontTx/>
              <a:buNone/>
              <a:defRPr sz="2800" b="1" i="0">
                <a:solidFill>
                  <a:srgbClr val="0070C0"/>
                </a:solidFill>
                <a:latin typeface="Microsoft YaHei" panose="020B0503020204020204" pitchFamily="34" charset="-122"/>
                <a:ea typeface="Microsoft YaHei" panose="020B0503020204020204" pitchFamily="34" charset="-122"/>
              </a:defRPr>
            </a:lvl1pPr>
          </a:lstStyle>
          <a:p>
            <a:r>
              <a:rPr kumimoji="1" lang="zh-CN" altLang="en-US" dirty="0"/>
              <a:t>单击此处编辑母版标题样式</a:t>
            </a:r>
          </a:p>
        </p:txBody>
      </p:sp>
      <p:grpSp>
        <p:nvGrpSpPr>
          <p:cNvPr id="13" name="组合 19"/>
          <p:cNvGrpSpPr/>
          <p:nvPr userDrawn="1"/>
        </p:nvGrpSpPr>
        <p:grpSpPr>
          <a:xfrm>
            <a:off x="-139481" y="372601"/>
            <a:ext cx="631650" cy="341703"/>
            <a:chOff x="883264" y="476230"/>
            <a:chExt cx="842200" cy="455604"/>
          </a:xfrm>
          <a:solidFill>
            <a:srgbClr val="FFC600"/>
          </a:solidFill>
        </p:grpSpPr>
        <p:sp>
          <p:nvSpPr>
            <p:cNvPr id="15" name="圆角矩形 14"/>
            <p:cNvSpPr/>
            <p:nvPr userDrawn="1"/>
          </p:nvSpPr>
          <p:spPr>
            <a:xfrm>
              <a:off x="883264" y="476230"/>
              <a:ext cx="421100" cy="455604"/>
            </a:xfrm>
            <a:prstGeom prst="roundRect">
              <a:avLst>
                <a:gd name="adj" fmla="val 10047"/>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00" b="0" i="0" dirty="0">
                <a:solidFill>
                  <a:srgbClr val="6880B1"/>
                </a:solidFill>
                <a:latin typeface="思源黑体" panose="020F0502020204030204" charset="-122"/>
                <a:ea typeface="思源黑体" panose="020F0502020204030204" charset="-122"/>
                <a:cs typeface="思源黑体" panose="020F0502020204030204" charset="-122"/>
              </a:endParaRPr>
            </a:p>
          </p:txBody>
        </p:sp>
        <p:sp>
          <p:nvSpPr>
            <p:cNvPr id="16" name="燕尾形 15"/>
            <p:cNvSpPr/>
            <p:nvPr userDrawn="1"/>
          </p:nvSpPr>
          <p:spPr>
            <a:xfrm>
              <a:off x="1375841" y="476230"/>
              <a:ext cx="349623" cy="455604"/>
            </a:xfrm>
            <a:prstGeom prst="chevron">
              <a:avLst/>
            </a:prstGeom>
            <a:solidFill>
              <a:srgbClr val="6880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sp>
          <p:nvSpPr>
            <p:cNvPr id="17" name="燕尾形 16"/>
            <p:cNvSpPr/>
            <p:nvPr userDrawn="1"/>
          </p:nvSpPr>
          <p:spPr>
            <a:xfrm>
              <a:off x="1129553" y="476230"/>
              <a:ext cx="349623" cy="455604"/>
            </a:xfrm>
            <a:prstGeom prst="chevron">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grpSp>
      <p:sp>
        <p:nvSpPr>
          <p:cNvPr id="8" name="文本占位符 26"/>
          <p:cNvSpPr>
            <a:spLocks noGrp="1"/>
          </p:cNvSpPr>
          <p:nvPr>
            <p:ph type="body" sz="quarter" idx="10" hasCustomPrompt="1"/>
          </p:nvPr>
        </p:nvSpPr>
        <p:spPr>
          <a:xfrm>
            <a:off x="582038" y="1278636"/>
            <a:ext cx="7128035" cy="2233865"/>
          </a:xfrm>
        </p:spPr>
        <p:txBody>
          <a:bodyPr/>
          <a:lstStyle>
            <a:lvl1pPr marL="171450" indent="-171450">
              <a:lnSpc>
                <a:spcPct val="150000"/>
              </a:lnSpc>
              <a:buClr>
                <a:srgbClr val="FFC600"/>
              </a:buClr>
              <a:buSzPct val="100000"/>
              <a:buFont typeface="Arial" panose="020B0604020202020204"/>
              <a:buChar char="•"/>
              <a:defRPr sz="2400"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1pPr>
            <a:lvl2pPr marL="514350" indent="-171450">
              <a:lnSpc>
                <a:spcPct val="150000"/>
              </a:lnSpc>
              <a:buClr>
                <a:srgbClr val="FFC600"/>
              </a:buClr>
              <a:buFont typeface="Arial" panose="020B0604020202020204"/>
              <a:buChar char="•"/>
              <a:defRPr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2pPr>
            <a:lvl3pPr marL="857250" indent="-171450">
              <a:lnSpc>
                <a:spcPct val="150000"/>
              </a:lnSpc>
              <a:buClr>
                <a:srgbClr val="FFC600"/>
              </a:buClr>
              <a:buFont typeface="Arial" panose="020B0604020202020204"/>
              <a:buChar char="•"/>
              <a:defRPr sz="1600"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3pPr>
            <a:lvl4pPr marL="1200150" indent="-171450">
              <a:lnSpc>
                <a:spcPct val="150000"/>
              </a:lnSpc>
              <a:buClr>
                <a:srgbClr val="FFC600"/>
              </a:buClr>
              <a:buFont typeface="Arial" panose="020B0604020202020204"/>
              <a:buChar char="•"/>
              <a:defRPr sz="1400"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4pPr>
            <a:lvl5pPr marL="1371600" indent="0">
              <a:lnSpc>
                <a:spcPct val="150000"/>
              </a:lnSpc>
              <a:buClr>
                <a:srgbClr val="FFC600"/>
              </a:buClr>
              <a:buFont typeface="Arial" panose="020B0604020202020204"/>
              <a:buNone/>
              <a:defRPr sz="1600"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5pPr>
          </a:lstStyle>
          <a:p>
            <a:pPr lvl="0"/>
            <a:r>
              <a:rPr kumimoji="1" lang="zh-CN" altLang="en-US" dirty="0"/>
              <a:t> 单击此处编辑母版文本样式</a:t>
            </a:r>
          </a:p>
          <a:p>
            <a:pPr lvl="1"/>
            <a:r>
              <a:rPr kumimoji="1" lang="zh-CN" altLang="en-US" dirty="0"/>
              <a:t> 二级</a:t>
            </a:r>
          </a:p>
          <a:p>
            <a:pPr lvl="2"/>
            <a:r>
              <a:rPr kumimoji="1" lang="zh-CN" altLang="en-US" dirty="0"/>
              <a:t> 三级</a:t>
            </a:r>
          </a:p>
          <a:p>
            <a:pPr lvl="3"/>
            <a:r>
              <a:rPr kumimoji="1" lang="zh-CN" altLang="en-US" dirty="0"/>
              <a:t> 四级</a:t>
            </a:r>
          </a:p>
        </p:txBody>
      </p:sp>
      <p:sp>
        <p:nvSpPr>
          <p:cNvPr id="11" name="矩形 10"/>
          <p:cNvSpPr/>
          <p:nvPr userDrawn="1"/>
        </p:nvSpPr>
        <p:spPr>
          <a:xfrm flipV="1">
            <a:off x="0" y="5070928"/>
            <a:ext cx="9144000" cy="118287"/>
          </a:xfrm>
          <a:prstGeom prst="rect">
            <a:avLst/>
          </a:prstGeom>
          <a:solidFill>
            <a:srgbClr val="242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highlight>
                <a:srgbClr val="242C52"/>
              </a:highlight>
              <a:latin typeface="思源黑体" panose="020F0502020204030204" charset="-122"/>
              <a:ea typeface="思源黑体" panose="020F0502020204030204" charset="-122"/>
              <a:cs typeface="思源黑体" panose="020F0502020204030204" charset="-122"/>
            </a:endParaRPr>
          </a:p>
        </p:txBody>
      </p:sp>
      <p:pic>
        <p:nvPicPr>
          <p:cNvPr id="3" name="图片 2">
            <a:extLst>
              <a:ext uri="{FF2B5EF4-FFF2-40B4-BE49-F238E27FC236}">
                <a16:creationId xmlns:a16="http://schemas.microsoft.com/office/drawing/2014/main" id="{3AE9EF5C-CB56-40EE-620D-C8B40FB83375}"/>
              </a:ext>
            </a:extLst>
          </p:cNvPr>
          <p:cNvPicPr>
            <a:picLocks noChangeAspect="1"/>
          </p:cNvPicPr>
          <p:nvPr userDrawn="1"/>
        </p:nvPicPr>
        <p:blipFill>
          <a:blip r:embed="rId2"/>
          <a:stretch>
            <a:fillRect/>
          </a:stretch>
        </p:blipFill>
        <p:spPr>
          <a:xfrm>
            <a:off x="7502253" y="4579468"/>
            <a:ext cx="1519827" cy="386943"/>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章节页">
    <p:spTree>
      <p:nvGrpSpPr>
        <p:cNvPr id="1" name=""/>
        <p:cNvGrpSpPr/>
        <p:nvPr/>
      </p:nvGrpSpPr>
      <p:grpSpPr>
        <a:xfrm>
          <a:off x="0" y="0"/>
          <a:ext cx="0" cy="0"/>
          <a:chOff x="0" y="0"/>
          <a:chExt cx="0" cy="0"/>
        </a:xfrm>
      </p:grpSpPr>
      <p:sp>
        <p:nvSpPr>
          <p:cNvPr id="17" name="矩形 16"/>
          <p:cNvSpPr/>
          <p:nvPr userDrawn="1"/>
        </p:nvSpPr>
        <p:spPr>
          <a:xfrm>
            <a:off x="0" y="2124074"/>
            <a:ext cx="9144000" cy="886279"/>
          </a:xfrm>
          <a:prstGeom prst="rect">
            <a:avLst/>
          </a:prstGeom>
          <a:solidFill>
            <a:srgbClr val="242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latin typeface="思源黑体" panose="020F0502020204030204" charset="-122"/>
              <a:ea typeface="思源黑体" panose="020F0502020204030204" charset="-122"/>
              <a:cs typeface="思源黑体" panose="020F0502020204030204" charset="-122"/>
            </a:endParaRPr>
          </a:p>
        </p:txBody>
      </p:sp>
      <p:sp>
        <p:nvSpPr>
          <p:cNvPr id="19" name="标题 18"/>
          <p:cNvSpPr>
            <a:spLocks noGrp="1"/>
          </p:cNvSpPr>
          <p:nvPr>
            <p:ph type="title"/>
          </p:nvPr>
        </p:nvSpPr>
        <p:spPr>
          <a:xfrm>
            <a:off x="1007986" y="2115004"/>
            <a:ext cx="7128035" cy="895350"/>
          </a:xfrm>
        </p:spPr>
        <p:txBody>
          <a:bodyPr>
            <a:normAutofit/>
          </a:bodyPr>
          <a:lstStyle>
            <a:lvl1pPr marL="0" indent="0" algn="ctr">
              <a:buClr>
                <a:schemeClr val="accent4"/>
              </a:buClr>
              <a:buFontTx/>
              <a:buNone/>
              <a:defRPr sz="3600" b="0" i="0">
                <a:solidFill>
                  <a:schemeClr val="bg1"/>
                </a:solidFill>
                <a:latin typeface="思源黑体 Bold" panose="020B0800000000000000" charset="-122"/>
                <a:ea typeface="思源黑体 Bold" panose="020B0800000000000000" charset="-122"/>
              </a:defRPr>
            </a:lvl1pPr>
          </a:lstStyle>
          <a:p>
            <a:r>
              <a:rPr kumimoji="1" lang="zh-CN" altLang="en-US" dirty="0"/>
              <a:t>单击此处编辑母版标题样式</a:t>
            </a:r>
          </a:p>
        </p:txBody>
      </p:sp>
      <p:grpSp>
        <p:nvGrpSpPr>
          <p:cNvPr id="5" name="组 4"/>
          <p:cNvGrpSpPr/>
          <p:nvPr userDrawn="1"/>
        </p:nvGrpSpPr>
        <p:grpSpPr>
          <a:xfrm>
            <a:off x="-240" y="2307068"/>
            <a:ext cx="9149737" cy="529364"/>
            <a:chOff x="-240" y="2284885"/>
            <a:chExt cx="9149737" cy="529364"/>
          </a:xfrm>
        </p:grpSpPr>
        <p:grpSp>
          <p:nvGrpSpPr>
            <p:cNvPr id="3" name="组 2"/>
            <p:cNvGrpSpPr/>
            <p:nvPr userDrawn="1"/>
          </p:nvGrpSpPr>
          <p:grpSpPr>
            <a:xfrm>
              <a:off x="-240" y="2284885"/>
              <a:ext cx="263291" cy="529364"/>
              <a:chOff x="-240" y="2284885"/>
              <a:chExt cx="263291" cy="529364"/>
            </a:xfrm>
          </p:grpSpPr>
          <p:sp>
            <p:nvSpPr>
              <p:cNvPr id="13" name="五边形 12"/>
              <p:cNvSpPr/>
              <p:nvPr userDrawn="1"/>
            </p:nvSpPr>
            <p:spPr>
              <a:xfrm>
                <a:off x="-240" y="2284885"/>
                <a:ext cx="263291" cy="529364"/>
              </a:xfrm>
              <a:prstGeom prst="homePlate">
                <a:avLst>
                  <a:gd name="adj" fmla="val 100000"/>
                </a:avLst>
              </a:prstGeom>
              <a:solidFill>
                <a:schemeClr val="accent1">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just"/>
                <a:endParaRPr lang="zh-CN" altLang="en-US" b="0" dirty="0">
                  <a:latin typeface="思源黑体" panose="020F0502020204030204" charset="-122"/>
                  <a:ea typeface="思源黑体" panose="020F0502020204030204" charset="-122"/>
                  <a:cs typeface="思源黑体" panose="020F0502020204030204" charset="-122"/>
                </a:endParaRPr>
              </a:p>
            </p:txBody>
          </p:sp>
          <p:sp>
            <p:nvSpPr>
              <p:cNvPr id="2" name="五边形 1"/>
              <p:cNvSpPr/>
              <p:nvPr userDrawn="1"/>
            </p:nvSpPr>
            <p:spPr>
              <a:xfrm>
                <a:off x="-240" y="2384919"/>
                <a:ext cx="163782" cy="329296"/>
              </a:xfrm>
              <a:prstGeom prst="homePlate">
                <a:avLst>
                  <a:gd name="adj" fmla="val 100000"/>
                </a:avLst>
              </a:prstGeom>
              <a:solidFill>
                <a:schemeClr val="accent1">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just"/>
                <a:endParaRPr kumimoji="1" lang="zh-CN" altLang="en-US" b="0" dirty="0">
                  <a:latin typeface="思源黑体" panose="020F0502020204030204" charset="-122"/>
                  <a:ea typeface="思源黑体" panose="020F0502020204030204" charset="-122"/>
                  <a:cs typeface="思源黑体" panose="020F0502020204030204" charset="-122"/>
                </a:endParaRPr>
              </a:p>
            </p:txBody>
          </p:sp>
        </p:grpSp>
        <p:grpSp>
          <p:nvGrpSpPr>
            <p:cNvPr id="4" name="组 3"/>
            <p:cNvGrpSpPr/>
            <p:nvPr userDrawn="1"/>
          </p:nvGrpSpPr>
          <p:grpSpPr>
            <a:xfrm>
              <a:off x="8890573" y="2284885"/>
              <a:ext cx="258924" cy="529364"/>
              <a:chOff x="8890573" y="2284885"/>
              <a:chExt cx="258924" cy="529364"/>
            </a:xfrm>
          </p:grpSpPr>
          <p:sp>
            <p:nvSpPr>
              <p:cNvPr id="18" name="五边形 17"/>
              <p:cNvSpPr/>
              <p:nvPr userDrawn="1"/>
            </p:nvSpPr>
            <p:spPr>
              <a:xfrm flipH="1">
                <a:off x="8890573" y="2284885"/>
                <a:ext cx="258924" cy="529364"/>
              </a:xfrm>
              <a:prstGeom prst="homePlate">
                <a:avLst>
                  <a:gd name="adj" fmla="val 100000"/>
                </a:avLst>
              </a:prstGeom>
              <a:solidFill>
                <a:schemeClr val="accent1">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latin typeface="思源黑体" panose="020F0502020204030204" charset="-122"/>
                  <a:ea typeface="思源黑体" panose="020F0502020204030204" charset="-122"/>
                  <a:cs typeface="思源黑体" panose="020F0502020204030204" charset="-122"/>
                </a:endParaRPr>
              </a:p>
            </p:txBody>
          </p:sp>
          <p:sp>
            <p:nvSpPr>
              <p:cNvPr id="20" name="五边形 19"/>
              <p:cNvSpPr/>
              <p:nvPr userDrawn="1"/>
            </p:nvSpPr>
            <p:spPr>
              <a:xfrm flipH="1">
                <a:off x="8988431" y="2384919"/>
                <a:ext cx="161066" cy="329296"/>
              </a:xfrm>
              <a:prstGeom prst="homePlate">
                <a:avLst>
                  <a:gd name="adj" fmla="val 100000"/>
                </a:avLst>
              </a:prstGeom>
              <a:solidFill>
                <a:schemeClr val="accent1">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latin typeface="思源黑体" panose="020F0502020204030204" charset="-122"/>
                  <a:ea typeface="思源黑体" panose="020F0502020204030204" charset="-122"/>
                  <a:cs typeface="思源黑体" panose="020F0502020204030204" charset="-122"/>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重点强调标语">
    <p:spTree>
      <p:nvGrpSpPr>
        <p:cNvPr id="1" name=""/>
        <p:cNvGrpSpPr/>
        <p:nvPr/>
      </p:nvGrpSpPr>
      <p:grpSpPr>
        <a:xfrm>
          <a:off x="0" y="0"/>
          <a:ext cx="0" cy="0"/>
          <a:chOff x="0" y="0"/>
          <a:chExt cx="0" cy="0"/>
        </a:xfrm>
      </p:grpSpPr>
      <p:sp>
        <p:nvSpPr>
          <p:cNvPr id="19" name="标题 18"/>
          <p:cNvSpPr>
            <a:spLocks noGrp="1"/>
          </p:cNvSpPr>
          <p:nvPr>
            <p:ph type="title"/>
          </p:nvPr>
        </p:nvSpPr>
        <p:spPr>
          <a:xfrm>
            <a:off x="1007986" y="2124075"/>
            <a:ext cx="7128035" cy="895350"/>
          </a:xfrm>
        </p:spPr>
        <p:txBody>
          <a:bodyPr>
            <a:normAutofit/>
          </a:bodyPr>
          <a:lstStyle>
            <a:lvl1pPr marL="0" indent="0" algn="ctr">
              <a:buClr>
                <a:schemeClr val="accent4"/>
              </a:buClr>
              <a:buFontTx/>
              <a:buNone/>
              <a:defRPr sz="3600" b="0" i="0">
                <a:solidFill>
                  <a:srgbClr val="242C52"/>
                </a:solidFill>
                <a:latin typeface="思源黑体 Bold" panose="020B0800000000000000" charset="-122"/>
                <a:ea typeface="思源黑体 Bold" panose="020B0800000000000000" charset="-122"/>
              </a:defRPr>
            </a:lvl1pPr>
          </a:lstStyle>
          <a:p>
            <a:r>
              <a:rPr kumimoji="1" lang="zh-CN" altLang="en-US" dirty="0"/>
              <a:t>单击此处编辑母版标题样式</a:t>
            </a:r>
          </a:p>
        </p:txBody>
      </p:sp>
      <p:grpSp>
        <p:nvGrpSpPr>
          <p:cNvPr id="10" name="组合 10"/>
          <p:cNvGrpSpPr/>
          <p:nvPr userDrawn="1"/>
        </p:nvGrpSpPr>
        <p:grpSpPr>
          <a:xfrm>
            <a:off x="1833613" y="2078125"/>
            <a:ext cx="5637998" cy="987250"/>
            <a:chOff x="2666198" y="2543397"/>
            <a:chExt cx="7199697" cy="1316333"/>
          </a:xfrm>
        </p:grpSpPr>
        <p:cxnSp>
          <p:nvCxnSpPr>
            <p:cNvPr id="11" name="直线连接符 10"/>
            <p:cNvCxnSpPr/>
            <p:nvPr userDrawn="1"/>
          </p:nvCxnSpPr>
          <p:spPr>
            <a:xfrm>
              <a:off x="2666198" y="2543397"/>
              <a:ext cx="7199697" cy="0"/>
            </a:xfrm>
            <a:prstGeom prst="line">
              <a:avLst/>
            </a:prstGeom>
            <a:ln>
              <a:solidFill>
                <a:srgbClr val="6880B1"/>
              </a:solidFill>
            </a:ln>
          </p:spPr>
          <p:style>
            <a:lnRef idx="1">
              <a:schemeClr val="accent1"/>
            </a:lnRef>
            <a:fillRef idx="0">
              <a:schemeClr val="accent1"/>
            </a:fillRef>
            <a:effectRef idx="0">
              <a:schemeClr val="accent1"/>
            </a:effectRef>
            <a:fontRef idx="minor">
              <a:schemeClr val="tx1"/>
            </a:fontRef>
          </p:style>
        </p:cxnSp>
        <p:cxnSp>
          <p:nvCxnSpPr>
            <p:cNvPr id="12" name="直线连接符 11"/>
            <p:cNvCxnSpPr/>
            <p:nvPr userDrawn="1"/>
          </p:nvCxnSpPr>
          <p:spPr>
            <a:xfrm>
              <a:off x="2666198" y="3859730"/>
              <a:ext cx="7199697" cy="0"/>
            </a:xfrm>
            <a:prstGeom prst="line">
              <a:avLst/>
            </a:prstGeom>
            <a:ln>
              <a:solidFill>
                <a:srgbClr val="6880B1"/>
              </a:solidFill>
            </a:ln>
          </p:spPr>
          <p:style>
            <a:lnRef idx="1">
              <a:schemeClr val="accent1"/>
            </a:lnRef>
            <a:fillRef idx="0">
              <a:schemeClr val="accent1"/>
            </a:fillRef>
            <a:effectRef idx="0">
              <a:schemeClr val="accent1"/>
            </a:effectRef>
            <a:fontRef idx="minor">
              <a:schemeClr val="tx1"/>
            </a:fontRef>
          </p:style>
        </p:cxnSp>
      </p:grpSp>
      <p:sp>
        <p:nvSpPr>
          <p:cNvPr id="16" name="矩形 15"/>
          <p:cNvSpPr/>
          <p:nvPr userDrawn="1"/>
        </p:nvSpPr>
        <p:spPr>
          <a:xfrm flipV="1">
            <a:off x="0" y="5070928"/>
            <a:ext cx="9144000" cy="118287"/>
          </a:xfrm>
          <a:prstGeom prst="rect">
            <a:avLst/>
          </a:prstGeom>
          <a:solidFill>
            <a:srgbClr val="242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latin typeface="思源黑体" panose="020F0502020204030204" charset="-122"/>
              <a:ea typeface="思源黑体" panose="020F0502020204030204" charset="-122"/>
              <a:cs typeface="思源黑体" panose="020F0502020204030204" charset="-122"/>
            </a:endParaRPr>
          </a:p>
        </p:txBody>
      </p:sp>
      <p:pic>
        <p:nvPicPr>
          <p:cNvPr id="2" name="图片 1">
            <a:extLst>
              <a:ext uri="{FF2B5EF4-FFF2-40B4-BE49-F238E27FC236}">
                <a16:creationId xmlns:a16="http://schemas.microsoft.com/office/drawing/2014/main" id="{319C152E-C22C-B6CC-FB0A-FBCC5CB1A9A0}"/>
              </a:ext>
            </a:extLst>
          </p:cNvPr>
          <p:cNvPicPr>
            <a:picLocks noChangeAspect="1"/>
          </p:cNvPicPr>
          <p:nvPr userDrawn="1"/>
        </p:nvPicPr>
        <p:blipFill>
          <a:blip r:embed="rId2"/>
          <a:stretch>
            <a:fillRect/>
          </a:stretch>
        </p:blipFill>
        <p:spPr>
          <a:xfrm>
            <a:off x="7502253" y="4579468"/>
            <a:ext cx="1519827" cy="386943"/>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2_重点强调标语">
    <p:spTree>
      <p:nvGrpSpPr>
        <p:cNvPr id="1" name=""/>
        <p:cNvGrpSpPr/>
        <p:nvPr/>
      </p:nvGrpSpPr>
      <p:grpSpPr>
        <a:xfrm>
          <a:off x="0" y="0"/>
          <a:ext cx="0" cy="0"/>
          <a:chOff x="0" y="0"/>
          <a:chExt cx="0" cy="0"/>
        </a:xfrm>
      </p:grpSpPr>
      <p:sp>
        <p:nvSpPr>
          <p:cNvPr id="19" name="标题 18"/>
          <p:cNvSpPr>
            <a:spLocks noGrp="1"/>
          </p:cNvSpPr>
          <p:nvPr>
            <p:ph type="title"/>
          </p:nvPr>
        </p:nvSpPr>
        <p:spPr>
          <a:xfrm>
            <a:off x="1007986" y="2124075"/>
            <a:ext cx="7128035" cy="895350"/>
          </a:xfrm>
        </p:spPr>
        <p:txBody>
          <a:bodyPr>
            <a:normAutofit/>
          </a:bodyPr>
          <a:lstStyle>
            <a:lvl1pPr marL="0" indent="0" algn="ctr">
              <a:buClr>
                <a:schemeClr val="accent4"/>
              </a:buClr>
              <a:buFontTx/>
              <a:buNone/>
              <a:defRPr sz="3600" b="0" i="0">
                <a:solidFill>
                  <a:srgbClr val="242C52"/>
                </a:solidFill>
                <a:latin typeface="思源黑体 Bold" panose="020B0800000000000000" charset="-122"/>
                <a:ea typeface="思源黑体 Bold" panose="020B0800000000000000" charset="-122"/>
              </a:defRPr>
            </a:lvl1pPr>
          </a:lstStyle>
          <a:p>
            <a:r>
              <a:rPr kumimoji="1" lang="zh-CN" altLang="en-US" dirty="0"/>
              <a:t>单击此处编辑母版标题样式</a:t>
            </a:r>
          </a:p>
        </p:txBody>
      </p:sp>
      <p:grpSp>
        <p:nvGrpSpPr>
          <p:cNvPr id="10" name="组合 10"/>
          <p:cNvGrpSpPr/>
          <p:nvPr userDrawn="1"/>
        </p:nvGrpSpPr>
        <p:grpSpPr>
          <a:xfrm>
            <a:off x="1833613" y="2078125"/>
            <a:ext cx="5637998" cy="987250"/>
            <a:chOff x="2666198" y="2543397"/>
            <a:chExt cx="7199697" cy="1316333"/>
          </a:xfrm>
        </p:grpSpPr>
        <p:cxnSp>
          <p:nvCxnSpPr>
            <p:cNvPr id="11" name="直线连接符 10"/>
            <p:cNvCxnSpPr/>
            <p:nvPr userDrawn="1"/>
          </p:nvCxnSpPr>
          <p:spPr>
            <a:xfrm>
              <a:off x="2666198" y="2543397"/>
              <a:ext cx="7199697" cy="0"/>
            </a:xfrm>
            <a:prstGeom prst="line">
              <a:avLst/>
            </a:prstGeom>
            <a:ln>
              <a:solidFill>
                <a:srgbClr val="6880B1"/>
              </a:solidFill>
            </a:ln>
          </p:spPr>
          <p:style>
            <a:lnRef idx="1">
              <a:schemeClr val="accent1"/>
            </a:lnRef>
            <a:fillRef idx="0">
              <a:schemeClr val="accent1"/>
            </a:fillRef>
            <a:effectRef idx="0">
              <a:schemeClr val="accent1"/>
            </a:effectRef>
            <a:fontRef idx="minor">
              <a:schemeClr val="tx1"/>
            </a:fontRef>
          </p:style>
        </p:cxnSp>
        <p:cxnSp>
          <p:nvCxnSpPr>
            <p:cNvPr id="12" name="直线连接符 11"/>
            <p:cNvCxnSpPr/>
            <p:nvPr userDrawn="1"/>
          </p:nvCxnSpPr>
          <p:spPr>
            <a:xfrm>
              <a:off x="2666198" y="3859730"/>
              <a:ext cx="7199697" cy="0"/>
            </a:xfrm>
            <a:prstGeom prst="line">
              <a:avLst/>
            </a:prstGeom>
            <a:ln>
              <a:solidFill>
                <a:srgbClr val="6880B1"/>
              </a:solidFill>
            </a:ln>
          </p:spPr>
          <p:style>
            <a:lnRef idx="1">
              <a:schemeClr val="accent1"/>
            </a:lnRef>
            <a:fillRef idx="0">
              <a:schemeClr val="accent1"/>
            </a:fillRef>
            <a:effectRef idx="0">
              <a:schemeClr val="accent1"/>
            </a:effectRef>
            <a:fontRef idx="minor">
              <a:schemeClr val="tx1"/>
            </a:fontRef>
          </p:style>
        </p:cxnSp>
      </p:grpSp>
      <p:sp>
        <p:nvSpPr>
          <p:cNvPr id="7" name="矩形 6"/>
          <p:cNvSpPr/>
          <p:nvPr userDrawn="1"/>
        </p:nvSpPr>
        <p:spPr>
          <a:xfrm>
            <a:off x="0" y="4235824"/>
            <a:ext cx="9144000" cy="907676"/>
          </a:xfrm>
          <a:prstGeom prst="rect">
            <a:avLst/>
          </a:prstGeom>
          <a:solidFill>
            <a:srgbClr val="242C5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latin typeface="思源黑体" panose="020F0502020204030204" charset="-122"/>
              <a:ea typeface="思源黑体" panose="020F0502020204030204" charset="-122"/>
              <a:cs typeface="思源黑体" panose="020F0502020204030204" charset="-122"/>
            </a:endParaRPr>
          </a:p>
        </p:txBody>
      </p:sp>
      <p:pic>
        <p:nvPicPr>
          <p:cNvPr id="8" name="图片 7" descr="形状 3.png"/>
          <p:cNvPicPr>
            <a:picLocks noChangeAspect="1"/>
          </p:cNvPicPr>
          <p:nvPr userDrawn="1"/>
        </p:nvPicPr>
        <p:blipFill>
          <a:blip r:embed="rId2">
            <a:alphaModFix amt="64000"/>
            <a:extLst>
              <a:ext uri="{28A0092B-C50C-407E-A947-70E740481C1C}">
                <a14:useLocalDpi xmlns:a14="http://schemas.microsoft.com/office/drawing/2010/main" val="0"/>
              </a:ext>
            </a:extLst>
          </a:blip>
          <a:stretch>
            <a:fillRect/>
          </a:stretch>
        </p:blipFill>
        <p:spPr>
          <a:xfrm>
            <a:off x="0" y="4235824"/>
            <a:ext cx="9144000" cy="907676"/>
          </a:xfrm>
          <a:prstGeom prst="rect">
            <a:avLst/>
          </a:prstGeom>
        </p:spPr>
      </p:pic>
      <p:pic>
        <p:nvPicPr>
          <p:cNvPr id="2" name="图片 1">
            <a:extLst>
              <a:ext uri="{FF2B5EF4-FFF2-40B4-BE49-F238E27FC236}">
                <a16:creationId xmlns:a16="http://schemas.microsoft.com/office/drawing/2014/main" id="{0D092D88-14E1-CBCB-42A3-ACAEF467D7D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87379" y="4536170"/>
            <a:ext cx="1417284" cy="472428"/>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案例">
    <p:spTree>
      <p:nvGrpSpPr>
        <p:cNvPr id="1" name=""/>
        <p:cNvGrpSpPr/>
        <p:nvPr/>
      </p:nvGrpSpPr>
      <p:grpSpPr>
        <a:xfrm>
          <a:off x="0" y="0"/>
          <a:ext cx="0" cy="0"/>
          <a:chOff x="0" y="0"/>
          <a:chExt cx="0" cy="0"/>
        </a:xfrm>
      </p:grpSpPr>
      <p:sp>
        <p:nvSpPr>
          <p:cNvPr id="7" name="矩形 6"/>
          <p:cNvSpPr/>
          <p:nvPr userDrawn="1"/>
        </p:nvSpPr>
        <p:spPr>
          <a:xfrm flipV="1">
            <a:off x="0" y="5070928"/>
            <a:ext cx="9144000" cy="118287"/>
          </a:xfrm>
          <a:prstGeom prst="rect">
            <a:avLst/>
          </a:prstGeom>
          <a:solidFill>
            <a:srgbClr val="242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latin typeface="思源黑体" panose="020F0502020204030204" charset="-122"/>
              <a:ea typeface="思源黑体" panose="020F0502020204030204" charset="-122"/>
              <a:cs typeface="思源黑体" panose="020F0502020204030204" charset="-122"/>
            </a:endParaRPr>
          </a:p>
        </p:txBody>
      </p:sp>
      <p:sp>
        <p:nvSpPr>
          <p:cNvPr id="3" name="圆角矩形 2"/>
          <p:cNvSpPr/>
          <p:nvPr userDrawn="1"/>
        </p:nvSpPr>
        <p:spPr>
          <a:xfrm>
            <a:off x="-67310" y="357505"/>
            <a:ext cx="1522095" cy="341630"/>
          </a:xfrm>
          <a:prstGeom prst="roundRect">
            <a:avLst>
              <a:gd name="adj" fmla="val 10047"/>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b="1" i="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  </a:t>
            </a:r>
            <a:r>
              <a:rPr kumimoji="1" lang="zh-CN" sz="2400" b="1" i="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案</a:t>
            </a:r>
            <a:r>
              <a:rPr kumimoji="1" lang="en-US" altLang="zh-CN" sz="2400" b="1" i="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 </a:t>
            </a:r>
            <a:r>
              <a:rPr kumimoji="1" lang="zh-CN" sz="2400" b="1" i="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例</a:t>
            </a:r>
          </a:p>
        </p:txBody>
      </p:sp>
      <p:sp>
        <p:nvSpPr>
          <p:cNvPr id="4" name="圆角矩形 3"/>
          <p:cNvSpPr/>
          <p:nvPr userDrawn="1"/>
        </p:nvSpPr>
        <p:spPr>
          <a:xfrm>
            <a:off x="1387552" y="357173"/>
            <a:ext cx="67456" cy="341703"/>
          </a:xfrm>
          <a:prstGeom prst="roundRect">
            <a:avLst>
              <a:gd name="adj" fmla="val 10047"/>
            </a:avLst>
          </a:prstGeom>
          <a:solidFill>
            <a:srgbClr val="6880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00" b="0" i="0" dirty="0">
              <a:solidFill>
                <a:srgbClr val="1D242E"/>
              </a:solidFill>
              <a:latin typeface="思源黑体" panose="020F0502020204030204" charset="-122"/>
              <a:ea typeface="思源黑体" panose="020F0502020204030204" charset="-122"/>
              <a:cs typeface="思源黑体" panose="020F0502020204030204" charset="-122"/>
            </a:endParaRPr>
          </a:p>
        </p:txBody>
      </p:sp>
      <p:pic>
        <p:nvPicPr>
          <p:cNvPr id="2" name="图片 1" descr="32303038313139313b32303038313039333bb5e7c4d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8740" y="395605"/>
            <a:ext cx="264795" cy="264795"/>
          </a:xfrm>
          <a:prstGeom prst="rect">
            <a:avLst/>
          </a:prstGeom>
        </p:spPr>
      </p:pic>
      <p:sp>
        <p:nvSpPr>
          <p:cNvPr id="9" name="流程图: 内部贮存 8"/>
          <p:cNvSpPr/>
          <p:nvPr userDrawn="1"/>
        </p:nvSpPr>
        <p:spPr>
          <a:xfrm>
            <a:off x="127000" y="450215"/>
            <a:ext cx="167640" cy="76200"/>
          </a:xfrm>
          <a:prstGeom prst="flowChartInternalStorag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6FC06AE3-40B3-E8B3-FA9C-9A6C00352A7A}"/>
              </a:ext>
            </a:extLst>
          </p:cNvPr>
          <p:cNvPicPr>
            <a:picLocks noChangeAspect="1"/>
          </p:cNvPicPr>
          <p:nvPr userDrawn="1"/>
        </p:nvPicPr>
        <p:blipFill>
          <a:blip r:embed="rId4"/>
          <a:stretch>
            <a:fillRect/>
          </a:stretch>
        </p:blipFill>
        <p:spPr>
          <a:xfrm>
            <a:off x="7502253" y="4579468"/>
            <a:ext cx="1519827" cy="386943"/>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空白底">
    <p:spTree>
      <p:nvGrpSpPr>
        <p:cNvPr id="1" name=""/>
        <p:cNvGrpSpPr/>
        <p:nvPr/>
      </p:nvGrpSpPr>
      <p:grpSpPr>
        <a:xfrm>
          <a:off x="0" y="0"/>
          <a:ext cx="0" cy="0"/>
          <a:chOff x="0" y="0"/>
          <a:chExt cx="0" cy="0"/>
        </a:xfrm>
      </p:grpSpPr>
      <p:sp>
        <p:nvSpPr>
          <p:cNvPr id="5" name="矩形 4"/>
          <p:cNvSpPr/>
          <p:nvPr userDrawn="1"/>
        </p:nvSpPr>
        <p:spPr>
          <a:xfrm flipV="1">
            <a:off x="0" y="5070928"/>
            <a:ext cx="9144000" cy="118287"/>
          </a:xfrm>
          <a:prstGeom prst="rect">
            <a:avLst/>
          </a:prstGeom>
          <a:solidFill>
            <a:srgbClr val="242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highlight>
                <a:srgbClr val="242C52"/>
              </a:highlight>
              <a:latin typeface="思源黑体" panose="020F0502020204030204" charset="-122"/>
              <a:ea typeface="思源黑体" panose="020F0502020204030204" charset="-122"/>
              <a:cs typeface="思源黑体" panose="020F0502020204030204" charset="-122"/>
            </a:endParaRPr>
          </a:p>
        </p:txBody>
      </p:sp>
      <p:sp>
        <p:nvSpPr>
          <p:cNvPr id="11" name="圆角矩形 10"/>
          <p:cNvSpPr/>
          <p:nvPr userDrawn="1"/>
        </p:nvSpPr>
        <p:spPr>
          <a:xfrm>
            <a:off x="-67310" y="357505"/>
            <a:ext cx="1522095" cy="341630"/>
          </a:xfrm>
          <a:prstGeom prst="roundRect">
            <a:avLst>
              <a:gd name="adj" fmla="val 10047"/>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b="1" i="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  </a:t>
            </a:r>
            <a:r>
              <a:rPr kumimoji="1" lang="zh-CN" altLang="en-US" sz="2400" b="1" i="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实</a:t>
            </a:r>
            <a:r>
              <a:rPr kumimoji="1" lang="en-US" altLang="zh-CN" sz="2400" b="1" i="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 </a:t>
            </a:r>
            <a:r>
              <a:rPr kumimoji="1" lang="zh-CN" altLang="en-US" sz="2400" b="1" i="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践</a:t>
            </a:r>
          </a:p>
        </p:txBody>
      </p:sp>
      <p:sp>
        <p:nvSpPr>
          <p:cNvPr id="15" name="圆角矩形 14"/>
          <p:cNvSpPr/>
          <p:nvPr userDrawn="1"/>
        </p:nvSpPr>
        <p:spPr>
          <a:xfrm>
            <a:off x="1387552" y="357173"/>
            <a:ext cx="67456" cy="341703"/>
          </a:xfrm>
          <a:prstGeom prst="roundRect">
            <a:avLst>
              <a:gd name="adj" fmla="val 10047"/>
            </a:avLst>
          </a:prstGeom>
          <a:solidFill>
            <a:srgbClr val="6880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00" b="0" i="0" dirty="0">
              <a:solidFill>
                <a:srgbClr val="1D242E"/>
              </a:solidFill>
              <a:latin typeface="思源黑体" panose="020F0502020204030204" charset="-122"/>
              <a:ea typeface="思源黑体" panose="020F0502020204030204" charset="-122"/>
              <a:cs typeface="思源黑体" panose="020F0502020204030204" charset="-122"/>
            </a:endParaRPr>
          </a:p>
        </p:txBody>
      </p:sp>
      <p:pic>
        <p:nvPicPr>
          <p:cNvPr id="4" name="图片 3" descr="303b32303039333133313bb7c5b4f3"/>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8105" y="381000"/>
            <a:ext cx="318135" cy="318135"/>
          </a:xfrm>
          <a:prstGeom prst="rect">
            <a:avLst/>
          </a:prstGeom>
        </p:spPr>
      </p:pic>
      <p:pic>
        <p:nvPicPr>
          <p:cNvPr id="2" name="图片 1">
            <a:extLst>
              <a:ext uri="{FF2B5EF4-FFF2-40B4-BE49-F238E27FC236}">
                <a16:creationId xmlns:a16="http://schemas.microsoft.com/office/drawing/2014/main" id="{B4D81FDB-2A3A-FEBF-FBCB-1476EFCE8329}"/>
              </a:ext>
            </a:extLst>
          </p:cNvPr>
          <p:cNvPicPr>
            <a:picLocks noChangeAspect="1"/>
          </p:cNvPicPr>
          <p:nvPr userDrawn="1"/>
        </p:nvPicPr>
        <p:blipFill>
          <a:blip r:embed="rId4"/>
          <a:stretch>
            <a:fillRect/>
          </a:stretch>
        </p:blipFill>
        <p:spPr>
          <a:xfrm>
            <a:off x="7502253" y="4579468"/>
            <a:ext cx="1519827" cy="386943"/>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1_空白底">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697E0749-825C-807E-623C-309EBA42149C}"/>
              </a:ext>
            </a:extLst>
          </p:cNvPr>
          <p:cNvPicPr>
            <a:picLocks noChangeAspect="1"/>
          </p:cNvPicPr>
          <p:nvPr userDrawn="1"/>
        </p:nvPicPr>
        <p:blipFill>
          <a:blip r:embed="rId2"/>
          <a:stretch>
            <a:fillRect/>
          </a:stretch>
        </p:blipFill>
        <p:spPr>
          <a:xfrm>
            <a:off x="7502253" y="4579468"/>
            <a:ext cx="1519827" cy="386943"/>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结束语页">
    <p:spTree>
      <p:nvGrpSpPr>
        <p:cNvPr id="1" name=""/>
        <p:cNvGrpSpPr/>
        <p:nvPr/>
      </p:nvGrpSpPr>
      <p:grpSpPr>
        <a:xfrm>
          <a:off x="0" y="0"/>
          <a:ext cx="0" cy="0"/>
          <a:chOff x="0" y="0"/>
          <a:chExt cx="0" cy="0"/>
        </a:xfrm>
      </p:grpSpPr>
      <p:pic>
        <p:nvPicPr>
          <p:cNvPr id="4" name="图片 3" descr="企业服务VI系统-19.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2773"/>
            <a:ext cx="9144000" cy="5200855"/>
          </a:xfrm>
          <a:prstGeom prst="rect">
            <a:avLst/>
          </a:prstGeom>
        </p:spPr>
      </p:pic>
      <p:grpSp>
        <p:nvGrpSpPr>
          <p:cNvPr id="5" name="组合 4"/>
          <p:cNvGrpSpPr/>
          <p:nvPr userDrawn="1"/>
        </p:nvGrpSpPr>
        <p:grpSpPr>
          <a:xfrm>
            <a:off x="2485330" y="1907549"/>
            <a:ext cx="4173344" cy="1338513"/>
            <a:chOff x="2666197" y="2543397"/>
            <a:chExt cx="7199698" cy="1784684"/>
          </a:xfrm>
        </p:grpSpPr>
        <p:cxnSp>
          <p:nvCxnSpPr>
            <p:cNvPr id="6" name="直线连接符 5"/>
            <p:cNvCxnSpPr/>
            <p:nvPr userDrawn="1"/>
          </p:nvCxnSpPr>
          <p:spPr>
            <a:xfrm>
              <a:off x="2666198" y="2543397"/>
              <a:ext cx="7199697" cy="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直线连接符 6"/>
            <p:cNvCxnSpPr/>
            <p:nvPr userDrawn="1"/>
          </p:nvCxnSpPr>
          <p:spPr>
            <a:xfrm>
              <a:off x="2666197" y="4328081"/>
              <a:ext cx="7199697" cy="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grpSp>
      <p:sp>
        <p:nvSpPr>
          <p:cNvPr id="8" name="标题 18"/>
          <p:cNvSpPr>
            <a:spLocks noGrp="1"/>
          </p:cNvSpPr>
          <p:nvPr>
            <p:ph type="title"/>
          </p:nvPr>
        </p:nvSpPr>
        <p:spPr>
          <a:xfrm>
            <a:off x="688206" y="2074664"/>
            <a:ext cx="7886700" cy="994172"/>
          </a:xfrm>
        </p:spPr>
        <p:txBody>
          <a:bodyPr>
            <a:noAutofit/>
          </a:bodyPr>
          <a:lstStyle>
            <a:lvl1pPr algn="ctr">
              <a:defRPr sz="4800" b="0" i="0">
                <a:solidFill>
                  <a:schemeClr val="accent1">
                    <a:lumMod val="60000"/>
                    <a:lumOff val="40000"/>
                  </a:schemeClr>
                </a:solidFill>
                <a:latin typeface="思源黑体 Medium" panose="020B0600000000000000" charset="-122"/>
                <a:ea typeface="思源黑体 Medium" panose="020B0600000000000000" charset="-122"/>
              </a:defRPr>
            </a:lvl1pPr>
          </a:lstStyle>
          <a:p>
            <a:endParaRPr kumimoji="1"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772"/>
            <a:ext cx="6858000" cy="1790700"/>
          </a:xfrm>
        </p:spPr>
        <p:txBody>
          <a:bodyPr anchor="b"/>
          <a:lstStyle>
            <a:lvl1pPr algn="ctr">
              <a:defRPr sz="4500"/>
            </a:lvl1pPr>
          </a:lstStyle>
          <a:p>
            <a:r>
              <a:rPr kumimoji="1" lang="zh-CN" altLang="en-US" dirty="0"/>
              <a:t>单击此处编辑母版标题样式</a:t>
            </a:r>
          </a:p>
        </p:txBody>
      </p:sp>
      <p:sp>
        <p:nvSpPr>
          <p:cNvPr id="3" name="副标题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kumimoji="1" lang="zh-CN" altLang="en-US"/>
              <a:t>单击此处编辑母版副标题样式</a:t>
            </a:r>
          </a:p>
        </p:txBody>
      </p:sp>
      <p:sp>
        <p:nvSpPr>
          <p:cNvPr id="4" name="日期占位符 3"/>
          <p:cNvSpPr>
            <a:spLocks noGrp="1"/>
          </p:cNvSpPr>
          <p:nvPr>
            <p:ph type="dt" sz="half" idx="10"/>
          </p:nvPr>
        </p:nvSpPr>
        <p:spPr/>
        <p:txBody>
          <a:bodyPr/>
          <a:lstStyle/>
          <a:p>
            <a:fld id="{5B426490-533E-0540-8982-6E0161797CA6}" type="datetimeFigureOut">
              <a:rPr kumimoji="1" lang="zh-CN" altLang="en-US" smtClean="0"/>
              <a:t>2024/3/12</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AA1C0330-6A73-1445-B02D-53703D6AE09E}" type="slidenum">
              <a:rPr kumimoji="1" lang="zh-CN" altLang="en-US" smtClean="0"/>
              <a:t>‹#›</a:t>
            </a:fld>
            <a:endParaRPr kumimoji="1"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2_封面2">
    <p:spTree>
      <p:nvGrpSpPr>
        <p:cNvPr id="1" name=""/>
        <p:cNvGrpSpPr/>
        <p:nvPr/>
      </p:nvGrpSpPr>
      <p:grpSpPr>
        <a:xfrm>
          <a:off x="0" y="0"/>
          <a:ext cx="0" cy="0"/>
          <a:chOff x="0" y="0"/>
          <a:chExt cx="0" cy="0"/>
        </a:xfrm>
      </p:grpSpPr>
      <p:sp>
        <p:nvSpPr>
          <p:cNvPr id="2" name="矩形 1"/>
          <p:cNvSpPr/>
          <p:nvPr userDrawn="1"/>
        </p:nvSpPr>
        <p:spPr>
          <a:xfrm>
            <a:off x="-65548" y="-62094"/>
            <a:ext cx="9209548" cy="5205594"/>
          </a:xfrm>
          <a:prstGeom prst="rect">
            <a:avLst/>
          </a:prstGeom>
          <a:solidFill>
            <a:srgbClr val="202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latin typeface="思源黑体" panose="020F0502020204030204" charset="-122"/>
              <a:ea typeface="思源黑体" panose="020F0502020204030204" charset="-122"/>
              <a:cs typeface="思源黑体" panose="020F0502020204030204" charset="-122"/>
            </a:endParaRPr>
          </a:p>
        </p:txBody>
      </p:sp>
      <p:sp>
        <p:nvSpPr>
          <p:cNvPr id="15" name="文本占位符 14"/>
          <p:cNvSpPr>
            <a:spLocks noGrp="1"/>
          </p:cNvSpPr>
          <p:nvPr>
            <p:ph type="body" sz="quarter" idx="13"/>
          </p:nvPr>
        </p:nvSpPr>
        <p:spPr>
          <a:xfrm>
            <a:off x="389965" y="3455341"/>
            <a:ext cx="8125385" cy="532981"/>
          </a:xfrm>
        </p:spPr>
        <p:txBody>
          <a:bodyPr>
            <a:normAutofit/>
          </a:bodyPr>
          <a:lstStyle>
            <a:lvl1pPr marL="0" indent="0" algn="l">
              <a:buNone/>
              <a:defRPr sz="2000" b="0" i="0">
                <a:ln>
                  <a:noFill/>
                </a:ln>
                <a:solidFill>
                  <a:srgbClr val="FFE1AA"/>
                </a:solidFill>
                <a:latin typeface="微软雅黑 Light" panose="020B0502040204020203" pitchFamily="34" charset="-122"/>
                <a:ea typeface="微软雅黑 Light" panose="020B0502040204020203" pitchFamily="34" charset="-122"/>
              </a:defRPr>
            </a:lvl1pPr>
            <a:lvl3pPr marL="685800" indent="0">
              <a:buNone/>
              <a:defRPr/>
            </a:lvl3pPr>
          </a:lstStyle>
          <a:p>
            <a:pPr lvl="0"/>
            <a:endParaRPr kumimoji="1" lang="zh-CN" altLang="en-US" dirty="0"/>
          </a:p>
        </p:txBody>
      </p:sp>
      <p:sp>
        <p:nvSpPr>
          <p:cNvPr id="19" name="标题 18"/>
          <p:cNvSpPr>
            <a:spLocks noGrp="1"/>
          </p:cNvSpPr>
          <p:nvPr>
            <p:ph type="title"/>
          </p:nvPr>
        </p:nvSpPr>
        <p:spPr>
          <a:xfrm>
            <a:off x="389965" y="2092075"/>
            <a:ext cx="8125385" cy="994172"/>
          </a:xfrm>
        </p:spPr>
        <p:txBody>
          <a:bodyPr>
            <a:normAutofit/>
          </a:bodyPr>
          <a:lstStyle>
            <a:lvl1pPr algn="l">
              <a:defRPr sz="4800" b="0" i="0" spc="300">
                <a:solidFill>
                  <a:schemeClr val="bg1"/>
                </a:solidFill>
                <a:latin typeface="微软雅黑" panose="020B0503020204020204" pitchFamily="34" charset="-122"/>
                <a:ea typeface="微软雅黑" panose="020B0503020204020204" pitchFamily="34" charset="-122"/>
              </a:defRPr>
            </a:lvl1pPr>
          </a:lstStyle>
          <a:p>
            <a:r>
              <a:rPr kumimoji="1" lang="zh-CN" altLang="en-US" dirty="0"/>
              <a:t>单击此处编辑母版标题样式</a:t>
            </a:r>
          </a:p>
        </p:txBody>
      </p:sp>
      <p:sp>
        <p:nvSpPr>
          <p:cNvPr id="13" name="文本占位符 14"/>
          <p:cNvSpPr>
            <a:spLocks noGrp="1"/>
          </p:cNvSpPr>
          <p:nvPr>
            <p:ph type="body" sz="quarter" idx="14"/>
          </p:nvPr>
        </p:nvSpPr>
        <p:spPr>
          <a:xfrm>
            <a:off x="389965" y="4357416"/>
            <a:ext cx="8125385" cy="326643"/>
          </a:xfrm>
        </p:spPr>
        <p:txBody>
          <a:bodyPr>
            <a:normAutofit/>
          </a:bodyPr>
          <a:lstStyle>
            <a:lvl1pPr marL="0" indent="0" algn="r">
              <a:buNone/>
              <a:defRPr sz="1400" b="0" i="0">
                <a:ln>
                  <a:noFill/>
                </a:ln>
                <a:solidFill>
                  <a:schemeClr val="accent1">
                    <a:lumMod val="60000"/>
                    <a:lumOff val="40000"/>
                  </a:schemeClr>
                </a:solidFill>
                <a:latin typeface="微软雅黑 Light" panose="020B0502040204020203" pitchFamily="34" charset="-122"/>
                <a:ea typeface="微软雅黑 Light" panose="020B0502040204020203" pitchFamily="34" charset="-122"/>
              </a:defRPr>
            </a:lvl1pPr>
            <a:lvl3pPr marL="685800" indent="0">
              <a:buNone/>
              <a:defRPr/>
            </a:lvl3pPr>
          </a:lstStyle>
          <a:p>
            <a:pPr lvl="0"/>
            <a:endParaRPr kumimoji="1" lang="zh-CN" altLang="en-US" dirty="0"/>
          </a:p>
        </p:txBody>
      </p:sp>
      <p:pic>
        <p:nvPicPr>
          <p:cNvPr id="11" name="图片 10" descr="方块.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628291" y="516282"/>
            <a:ext cx="6887024" cy="4143714"/>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目录">
    <p:spTree>
      <p:nvGrpSpPr>
        <p:cNvPr id="1" name=""/>
        <p:cNvGrpSpPr/>
        <p:nvPr/>
      </p:nvGrpSpPr>
      <p:grpSpPr>
        <a:xfrm>
          <a:off x="0" y="0"/>
          <a:ext cx="0" cy="0"/>
          <a:chOff x="0" y="0"/>
          <a:chExt cx="0" cy="0"/>
        </a:xfrm>
      </p:grpSpPr>
      <p:sp>
        <p:nvSpPr>
          <p:cNvPr id="6" name="矩形 5"/>
          <p:cNvSpPr/>
          <p:nvPr userDrawn="1"/>
        </p:nvSpPr>
        <p:spPr>
          <a:xfrm>
            <a:off x="0" y="4235824"/>
            <a:ext cx="9144000" cy="907676"/>
          </a:xfrm>
          <a:prstGeom prst="rect">
            <a:avLst/>
          </a:prstGeom>
          <a:solidFill>
            <a:srgbClr val="202B88"/>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latin typeface="思源黑体" panose="020F0502020204030204" charset="-122"/>
              <a:ea typeface="思源黑体" panose="020F0502020204030204" charset="-122"/>
              <a:cs typeface="思源黑体" panose="020F0502020204030204" charset="-122"/>
            </a:endParaRPr>
          </a:p>
        </p:txBody>
      </p:sp>
      <p:pic>
        <p:nvPicPr>
          <p:cNvPr id="7" name="图片 6" descr="形状 3.png"/>
          <p:cNvPicPr>
            <a:picLocks noChangeAspect="1"/>
          </p:cNvPicPr>
          <p:nvPr userDrawn="1"/>
        </p:nvPicPr>
        <p:blipFill>
          <a:blip r:embed="rId2">
            <a:alphaModFix amt="64000"/>
            <a:extLst>
              <a:ext uri="{28A0092B-C50C-407E-A947-70E740481C1C}">
                <a14:useLocalDpi xmlns:a14="http://schemas.microsoft.com/office/drawing/2010/main" val="0"/>
              </a:ext>
            </a:extLst>
          </a:blip>
          <a:stretch>
            <a:fillRect/>
          </a:stretch>
        </p:blipFill>
        <p:spPr>
          <a:xfrm>
            <a:off x="0" y="4244314"/>
            <a:ext cx="9144000" cy="907676"/>
          </a:xfrm>
          <a:prstGeom prst="rect">
            <a:avLst/>
          </a:prstGeom>
        </p:spPr>
      </p:pic>
      <p:pic>
        <p:nvPicPr>
          <p:cNvPr id="3" name="图片 2"/>
          <p:cNvPicPr>
            <a:picLocks noChangeAspect="1"/>
          </p:cNvPicPr>
          <p:nvPr userDrawn="1"/>
        </p:nvPicPr>
        <p:blipFill>
          <a:blip r:embed="rId3"/>
          <a:stretch>
            <a:fillRect/>
          </a:stretch>
        </p:blipFill>
        <p:spPr>
          <a:xfrm>
            <a:off x="1057275" y="2124075"/>
            <a:ext cx="7029450" cy="895350"/>
          </a:xfrm>
          <a:prstGeom prst="rect">
            <a:avLst/>
          </a:prstGeom>
        </p:spPr>
      </p:pic>
      <p:sp>
        <p:nvSpPr>
          <p:cNvPr id="27" name="文本占位符 26"/>
          <p:cNvSpPr>
            <a:spLocks noGrp="1"/>
          </p:cNvSpPr>
          <p:nvPr>
            <p:ph type="body" sz="quarter" idx="10" hasCustomPrompt="1"/>
          </p:nvPr>
        </p:nvSpPr>
        <p:spPr>
          <a:xfrm>
            <a:off x="1057275" y="1146724"/>
            <a:ext cx="6524474" cy="1954701"/>
          </a:xfrm>
        </p:spPr>
        <p:txBody>
          <a:bodyPr/>
          <a:lstStyle>
            <a:lvl1pPr marL="171450" indent="-171450">
              <a:lnSpc>
                <a:spcPct val="150000"/>
              </a:lnSpc>
              <a:buClr>
                <a:srgbClr val="CFA967"/>
              </a:buClr>
              <a:buSzPct val="100000"/>
              <a:buFont typeface="Arial" panose="020B0604020202020204"/>
              <a:buChar char="•"/>
              <a:defRPr sz="2400" b="0" i="0">
                <a:solidFill>
                  <a:srgbClr val="202B88"/>
                </a:solidFill>
                <a:latin typeface="微软雅黑" panose="020B0503020204020204" pitchFamily="34" charset="-122"/>
                <a:ea typeface="微软雅黑" panose="020B0503020204020204" pitchFamily="34" charset="-122"/>
                <a:cs typeface="微软雅黑" panose="020B0503020204020204" pitchFamily="34" charset="-122"/>
              </a:defRPr>
            </a:lvl1pPr>
            <a:lvl2pPr marL="342900" indent="0">
              <a:lnSpc>
                <a:spcPct val="150000"/>
              </a:lnSpc>
              <a:buClr>
                <a:schemeClr val="accent4"/>
              </a:buClr>
              <a:buFont typeface="Wingdings" panose="05000000000000000000" pitchFamily="2" charset="2"/>
              <a:buNone/>
              <a:defRPr b="0" i="0">
                <a:solidFill>
                  <a:schemeClr val="bg1"/>
                </a:solidFill>
                <a:latin typeface="思源黑体 CN Normal" panose="020B0400000000000000" pitchFamily="34" charset="-128"/>
                <a:ea typeface="思源黑体 CN Normal" panose="020B0400000000000000" pitchFamily="34" charset="-128"/>
              </a:defRPr>
            </a:lvl2pPr>
            <a:lvl3pPr marL="857250" indent="-171450">
              <a:lnSpc>
                <a:spcPct val="150000"/>
              </a:lnSpc>
              <a:buClr>
                <a:schemeClr val="accent4"/>
              </a:buClr>
              <a:buFont typeface="Wingdings" panose="05000000000000000000" pitchFamily="2" charset="2"/>
              <a:buChar char="n"/>
              <a:defRPr b="0" i="0">
                <a:solidFill>
                  <a:schemeClr val="bg1"/>
                </a:solidFill>
                <a:latin typeface="思源黑体 CN Normal" panose="020B0400000000000000" pitchFamily="34" charset="-128"/>
                <a:ea typeface="思源黑体 CN Normal" panose="020B0400000000000000" pitchFamily="34" charset="-128"/>
              </a:defRPr>
            </a:lvl3pPr>
            <a:lvl4pPr marL="1200150" indent="-171450">
              <a:lnSpc>
                <a:spcPct val="150000"/>
              </a:lnSpc>
              <a:buClr>
                <a:schemeClr val="accent4"/>
              </a:buClr>
              <a:buFont typeface="Wingdings" panose="05000000000000000000" pitchFamily="2" charset="2"/>
              <a:buChar char="n"/>
              <a:defRPr b="0" i="0">
                <a:solidFill>
                  <a:schemeClr val="bg1"/>
                </a:solidFill>
                <a:latin typeface="思源黑体 CN Normal" panose="020B0400000000000000" pitchFamily="34" charset="-128"/>
                <a:ea typeface="思源黑体 CN Normal" panose="020B0400000000000000" pitchFamily="34" charset="-128"/>
              </a:defRPr>
            </a:lvl4pPr>
            <a:lvl5pPr marL="1543050" indent="-171450">
              <a:lnSpc>
                <a:spcPct val="150000"/>
              </a:lnSpc>
              <a:buClr>
                <a:schemeClr val="accent4"/>
              </a:buClr>
              <a:buFont typeface="Wingdings" panose="05000000000000000000" pitchFamily="2" charset="2"/>
              <a:buChar char="n"/>
              <a:defRPr b="0" i="0">
                <a:solidFill>
                  <a:schemeClr val="bg1"/>
                </a:solidFill>
                <a:latin typeface="思源黑体 CN Normal" panose="020B0400000000000000" pitchFamily="34" charset="-128"/>
                <a:ea typeface="思源黑体 CN Normal" panose="020B0400000000000000" pitchFamily="34" charset="-128"/>
              </a:defRPr>
            </a:lvl5pPr>
          </a:lstStyle>
          <a:p>
            <a:pPr lvl="0"/>
            <a:r>
              <a:rPr kumimoji="1" lang="zh-CN" altLang="en-US" dirty="0"/>
              <a:t> 单击此处编辑母版文本样式</a:t>
            </a:r>
            <a:endParaRPr kumimoji="1" lang="en-US" altLang="zh-CN" dirty="0"/>
          </a:p>
          <a:p>
            <a:pPr lvl="0"/>
            <a:r>
              <a:rPr kumimoji="1" lang="zh-CN" altLang="en-US" dirty="0"/>
              <a:t> 单击此处编辑母版文本样式</a:t>
            </a:r>
            <a:endParaRPr kumimoji="1" lang="en-US" altLang="zh-CN" dirty="0"/>
          </a:p>
          <a:p>
            <a:pPr lvl="0"/>
            <a:r>
              <a:rPr kumimoji="1" lang="zh-CN" altLang="en-US" dirty="0"/>
              <a:t> 单击此处编辑母版文本样式</a:t>
            </a:r>
          </a:p>
        </p:txBody>
      </p:sp>
      <p:grpSp>
        <p:nvGrpSpPr>
          <p:cNvPr id="2" name="组合 1"/>
          <p:cNvGrpSpPr/>
          <p:nvPr userDrawn="1"/>
        </p:nvGrpSpPr>
        <p:grpSpPr>
          <a:xfrm>
            <a:off x="-86810" y="357173"/>
            <a:ext cx="1058582" cy="341703"/>
            <a:chOff x="-86810" y="357173"/>
            <a:chExt cx="1058582" cy="341703"/>
          </a:xfrm>
        </p:grpSpPr>
        <p:sp>
          <p:nvSpPr>
            <p:cNvPr id="32" name="圆角矩形 31"/>
            <p:cNvSpPr/>
            <p:nvPr userDrawn="1"/>
          </p:nvSpPr>
          <p:spPr>
            <a:xfrm>
              <a:off x="-86810" y="357173"/>
              <a:ext cx="742758" cy="341703"/>
            </a:xfrm>
            <a:prstGeom prst="roundRect">
              <a:avLst>
                <a:gd name="adj" fmla="val 10047"/>
              </a:avLst>
            </a:prstGeom>
            <a:solidFill>
              <a:srgbClr val="202B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00" b="0" i="0" dirty="0">
                <a:solidFill>
                  <a:srgbClr val="1D242E"/>
                </a:solidFill>
                <a:latin typeface="思源黑体" panose="020F0502020204030204" charset="-122"/>
                <a:ea typeface="思源黑体" panose="020F0502020204030204" charset="-122"/>
                <a:cs typeface="思源黑体" panose="020F0502020204030204" charset="-122"/>
              </a:endParaRPr>
            </a:p>
          </p:txBody>
        </p:sp>
        <p:sp>
          <p:nvSpPr>
            <p:cNvPr id="33" name="燕尾形 32"/>
            <p:cNvSpPr/>
            <p:nvPr userDrawn="1"/>
          </p:nvSpPr>
          <p:spPr>
            <a:xfrm>
              <a:off x="709555" y="357173"/>
              <a:ext cx="262217" cy="341703"/>
            </a:xfrm>
            <a:prstGeom prst="chevron">
              <a:avLst/>
            </a:prstGeom>
            <a:solidFill>
              <a:srgbClr val="CFA9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rgbClr val="6880B1"/>
                </a:solidFill>
                <a:latin typeface="思源黑体" panose="020F0502020204030204" charset="-122"/>
                <a:ea typeface="思源黑体" panose="020F0502020204030204" charset="-122"/>
                <a:cs typeface="思源黑体" panose="020F0502020204030204" charset="-122"/>
              </a:endParaRPr>
            </a:p>
          </p:txBody>
        </p:sp>
        <p:sp>
          <p:nvSpPr>
            <p:cNvPr id="34" name="燕尾形 33"/>
            <p:cNvSpPr/>
            <p:nvPr userDrawn="1"/>
          </p:nvSpPr>
          <p:spPr>
            <a:xfrm>
              <a:off x="524839" y="357173"/>
              <a:ext cx="262217" cy="341703"/>
            </a:xfrm>
            <a:prstGeom prst="chevron">
              <a:avLst/>
            </a:prstGeom>
            <a:solidFill>
              <a:srgbClr val="202B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rgbClr val="FFC600"/>
                </a:solidFill>
                <a:latin typeface="思源黑体" panose="020F0502020204030204" charset="-122"/>
                <a:ea typeface="思源黑体" panose="020F0502020204030204" charset="-122"/>
                <a:cs typeface="思源黑体" panose="020F0502020204030204" charset="-122"/>
              </a:endParaRPr>
            </a:p>
          </p:txBody>
        </p:sp>
      </p:grpSp>
      <p:sp>
        <p:nvSpPr>
          <p:cNvPr id="35" name="文本框 34"/>
          <p:cNvSpPr txBox="1"/>
          <p:nvPr userDrawn="1"/>
        </p:nvSpPr>
        <p:spPr>
          <a:xfrm>
            <a:off x="0" y="328930"/>
            <a:ext cx="786130" cy="398780"/>
          </a:xfrm>
          <a:prstGeom prst="rect">
            <a:avLst/>
          </a:prstGeom>
          <a:noFill/>
        </p:spPr>
        <p:txBody>
          <a:bodyPr wrap="square" rtlCol="0">
            <a:spAutoFit/>
          </a:bodyPr>
          <a:lstStyle/>
          <a:p>
            <a:r>
              <a:rPr kumimoji="1" lang="zh-CN" altLang="en-US" sz="2000" b="1" i="0" dirty="0">
                <a:solidFill>
                  <a:schemeClr val="bg1"/>
                </a:solidFill>
                <a:latin typeface="思源黑体 Medium" panose="020B0600000000000000" charset="-122"/>
                <a:ea typeface="思源黑体 Medium" panose="020B0600000000000000" charset="-122"/>
                <a:cs typeface="思源黑体" panose="020F0502020204030204" charset="-122"/>
              </a:rPr>
              <a:t>目录</a:t>
            </a:r>
          </a:p>
        </p:txBody>
      </p:sp>
      <p:pic>
        <p:nvPicPr>
          <p:cNvPr id="4" name="图片 3">
            <a:extLst>
              <a:ext uri="{FF2B5EF4-FFF2-40B4-BE49-F238E27FC236}">
                <a16:creationId xmlns:a16="http://schemas.microsoft.com/office/drawing/2014/main" id="{EBC51939-329D-FAE7-273D-282F3641134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517710" y="4461938"/>
            <a:ext cx="1417284" cy="472428"/>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_内容页标准版式">
    <p:spTree>
      <p:nvGrpSpPr>
        <p:cNvPr id="1" name=""/>
        <p:cNvGrpSpPr/>
        <p:nvPr/>
      </p:nvGrpSpPr>
      <p:grpSpPr>
        <a:xfrm>
          <a:off x="0" y="0"/>
          <a:ext cx="0" cy="0"/>
          <a:chOff x="0" y="0"/>
          <a:chExt cx="0" cy="0"/>
        </a:xfrm>
      </p:grpSpPr>
      <p:sp>
        <p:nvSpPr>
          <p:cNvPr id="10" name="标题 18"/>
          <p:cNvSpPr>
            <a:spLocks noGrp="1"/>
          </p:cNvSpPr>
          <p:nvPr>
            <p:ph type="title"/>
          </p:nvPr>
        </p:nvSpPr>
        <p:spPr>
          <a:xfrm>
            <a:off x="582038" y="280792"/>
            <a:ext cx="7357005" cy="523875"/>
          </a:xfrm>
        </p:spPr>
        <p:txBody>
          <a:bodyPr>
            <a:noAutofit/>
          </a:bodyPr>
          <a:lstStyle>
            <a:lvl1pPr marL="0" indent="0" algn="l">
              <a:buClr>
                <a:schemeClr val="accent4"/>
              </a:buClr>
              <a:buFontTx/>
              <a:buNone/>
              <a:defRPr sz="2800" b="1" i="0">
                <a:solidFill>
                  <a:srgbClr val="0070C0"/>
                </a:solidFill>
                <a:latin typeface="Microsoft YaHei" panose="020B0503020204020204" pitchFamily="34" charset="-122"/>
                <a:ea typeface="Microsoft YaHei" panose="020B0503020204020204" pitchFamily="34" charset="-122"/>
              </a:defRPr>
            </a:lvl1pPr>
          </a:lstStyle>
          <a:p>
            <a:r>
              <a:rPr kumimoji="1" lang="zh-CN" altLang="en-US" dirty="0"/>
              <a:t>单击此处编辑母版标题样式</a:t>
            </a:r>
          </a:p>
        </p:txBody>
      </p:sp>
      <p:grpSp>
        <p:nvGrpSpPr>
          <p:cNvPr id="13" name="组合 19"/>
          <p:cNvGrpSpPr/>
          <p:nvPr userDrawn="1"/>
        </p:nvGrpSpPr>
        <p:grpSpPr>
          <a:xfrm>
            <a:off x="-139481" y="372601"/>
            <a:ext cx="631650" cy="341703"/>
            <a:chOff x="883264" y="476230"/>
            <a:chExt cx="842200" cy="455604"/>
          </a:xfrm>
          <a:solidFill>
            <a:srgbClr val="FFC600"/>
          </a:solidFill>
        </p:grpSpPr>
        <p:sp>
          <p:nvSpPr>
            <p:cNvPr id="15" name="圆角矩形 14"/>
            <p:cNvSpPr/>
            <p:nvPr userDrawn="1"/>
          </p:nvSpPr>
          <p:spPr>
            <a:xfrm>
              <a:off x="883264" y="476230"/>
              <a:ext cx="421100" cy="455604"/>
            </a:xfrm>
            <a:prstGeom prst="roundRect">
              <a:avLst>
                <a:gd name="adj" fmla="val 10047"/>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00" b="0" i="0" dirty="0">
                <a:solidFill>
                  <a:srgbClr val="6880B1"/>
                </a:solidFill>
                <a:latin typeface="思源黑体" panose="020F0502020204030204" charset="-122"/>
                <a:ea typeface="思源黑体" panose="020F0502020204030204" charset="-122"/>
                <a:cs typeface="思源黑体" panose="020F0502020204030204" charset="-122"/>
              </a:endParaRPr>
            </a:p>
          </p:txBody>
        </p:sp>
        <p:sp>
          <p:nvSpPr>
            <p:cNvPr id="16" name="燕尾形 15"/>
            <p:cNvSpPr/>
            <p:nvPr userDrawn="1"/>
          </p:nvSpPr>
          <p:spPr>
            <a:xfrm>
              <a:off x="1375841" y="476230"/>
              <a:ext cx="349623" cy="455604"/>
            </a:xfrm>
            <a:prstGeom prst="chevron">
              <a:avLst/>
            </a:prstGeom>
            <a:solidFill>
              <a:srgbClr val="6880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sp>
          <p:nvSpPr>
            <p:cNvPr id="17" name="燕尾形 16"/>
            <p:cNvSpPr/>
            <p:nvPr userDrawn="1"/>
          </p:nvSpPr>
          <p:spPr>
            <a:xfrm>
              <a:off x="1129553" y="476230"/>
              <a:ext cx="349623" cy="455604"/>
            </a:xfrm>
            <a:prstGeom prst="chevron">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grpSp>
      <p:sp>
        <p:nvSpPr>
          <p:cNvPr id="8" name="文本占位符 26"/>
          <p:cNvSpPr>
            <a:spLocks noGrp="1"/>
          </p:cNvSpPr>
          <p:nvPr>
            <p:ph type="body" sz="quarter" idx="10" hasCustomPrompt="1"/>
          </p:nvPr>
        </p:nvSpPr>
        <p:spPr>
          <a:xfrm>
            <a:off x="582038" y="1278636"/>
            <a:ext cx="7128035" cy="2233865"/>
          </a:xfrm>
        </p:spPr>
        <p:txBody>
          <a:bodyPr/>
          <a:lstStyle>
            <a:lvl1pPr marL="171450" indent="-171450">
              <a:lnSpc>
                <a:spcPct val="150000"/>
              </a:lnSpc>
              <a:buClr>
                <a:srgbClr val="FFC600"/>
              </a:buClr>
              <a:buSzPct val="100000"/>
              <a:buFont typeface="Arial" panose="020B0604020202020204"/>
              <a:buChar char="•"/>
              <a:defRPr sz="2400"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1pPr>
            <a:lvl2pPr marL="514350" indent="-171450">
              <a:lnSpc>
                <a:spcPct val="150000"/>
              </a:lnSpc>
              <a:buClr>
                <a:srgbClr val="FFC600"/>
              </a:buClr>
              <a:buFont typeface="Arial" panose="020B0604020202020204"/>
              <a:buChar char="•"/>
              <a:defRPr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2pPr>
            <a:lvl3pPr marL="857250" indent="-171450">
              <a:lnSpc>
                <a:spcPct val="150000"/>
              </a:lnSpc>
              <a:buClr>
                <a:srgbClr val="FFC600"/>
              </a:buClr>
              <a:buFont typeface="Arial" panose="020B0604020202020204"/>
              <a:buChar char="•"/>
              <a:defRPr sz="1600"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3pPr>
            <a:lvl4pPr marL="1200150" indent="-171450">
              <a:lnSpc>
                <a:spcPct val="150000"/>
              </a:lnSpc>
              <a:buClr>
                <a:srgbClr val="FFC600"/>
              </a:buClr>
              <a:buFont typeface="Arial" panose="020B0604020202020204"/>
              <a:buChar char="•"/>
              <a:defRPr sz="1400"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4pPr>
            <a:lvl5pPr marL="1371600" indent="0">
              <a:lnSpc>
                <a:spcPct val="150000"/>
              </a:lnSpc>
              <a:buClr>
                <a:srgbClr val="FFC600"/>
              </a:buClr>
              <a:buFont typeface="Arial" panose="020B0604020202020204"/>
              <a:buNone/>
              <a:defRPr sz="1600"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5pPr>
          </a:lstStyle>
          <a:p>
            <a:pPr lvl="0"/>
            <a:r>
              <a:rPr kumimoji="1" lang="zh-CN" altLang="en-US" dirty="0"/>
              <a:t> 单击此处编辑母版文本样式</a:t>
            </a:r>
          </a:p>
          <a:p>
            <a:pPr lvl="1"/>
            <a:r>
              <a:rPr kumimoji="1" lang="zh-CN" altLang="en-US" dirty="0"/>
              <a:t> 二级</a:t>
            </a:r>
          </a:p>
          <a:p>
            <a:pPr lvl="2"/>
            <a:r>
              <a:rPr kumimoji="1" lang="zh-CN" altLang="en-US" dirty="0"/>
              <a:t> 三级</a:t>
            </a:r>
          </a:p>
          <a:p>
            <a:pPr lvl="3"/>
            <a:r>
              <a:rPr kumimoji="1" lang="zh-CN" altLang="en-US" dirty="0"/>
              <a:t> 四级</a:t>
            </a:r>
          </a:p>
        </p:txBody>
      </p:sp>
      <p:sp>
        <p:nvSpPr>
          <p:cNvPr id="11" name="矩形 10"/>
          <p:cNvSpPr/>
          <p:nvPr userDrawn="1"/>
        </p:nvSpPr>
        <p:spPr>
          <a:xfrm flipV="1">
            <a:off x="0" y="5070928"/>
            <a:ext cx="9144000" cy="118287"/>
          </a:xfrm>
          <a:prstGeom prst="rect">
            <a:avLst/>
          </a:prstGeom>
          <a:solidFill>
            <a:srgbClr val="242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highlight>
                <a:srgbClr val="242C52"/>
              </a:highlight>
              <a:latin typeface="思源黑体" panose="020F0502020204030204" charset="-122"/>
              <a:ea typeface="思源黑体" panose="020F0502020204030204" charset="-122"/>
              <a:cs typeface="思源黑体" panose="020F0502020204030204" charset="-122"/>
            </a:endParaRPr>
          </a:p>
        </p:txBody>
      </p:sp>
      <p:pic>
        <p:nvPicPr>
          <p:cNvPr id="3" name="图片 2">
            <a:extLst>
              <a:ext uri="{FF2B5EF4-FFF2-40B4-BE49-F238E27FC236}">
                <a16:creationId xmlns:a16="http://schemas.microsoft.com/office/drawing/2014/main" id="{3AE9EF5C-CB56-40EE-620D-C8B40FB83375}"/>
              </a:ext>
            </a:extLst>
          </p:cNvPr>
          <p:cNvPicPr>
            <a:picLocks noChangeAspect="1"/>
          </p:cNvPicPr>
          <p:nvPr userDrawn="1"/>
        </p:nvPicPr>
        <p:blipFill>
          <a:blip r:embed="rId2"/>
          <a:stretch>
            <a:fillRect/>
          </a:stretch>
        </p:blipFill>
        <p:spPr>
          <a:xfrm>
            <a:off x="7502253" y="4579468"/>
            <a:ext cx="1519827" cy="386943"/>
          </a:xfrm>
          <a:prstGeom prst="rect">
            <a:avLst/>
          </a:prstGeom>
        </p:spPr>
      </p:pic>
    </p:spTree>
    <p:extLst>
      <p:ext uri="{BB962C8B-B14F-4D97-AF65-F5344CB8AC3E}">
        <p14:creationId xmlns:p14="http://schemas.microsoft.com/office/powerpoint/2010/main" val="33558531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标题和内容">
    <p:spTree>
      <p:nvGrpSpPr>
        <p:cNvPr id="1" name=""/>
        <p:cNvGrpSpPr/>
        <p:nvPr/>
      </p:nvGrpSpPr>
      <p:grpSpPr>
        <a:xfrm>
          <a:off x="0" y="0"/>
          <a:ext cx="0" cy="0"/>
          <a:chOff x="0" y="0"/>
          <a:chExt cx="0" cy="0"/>
        </a:xfrm>
      </p:grpSpPr>
      <p:sp>
        <p:nvSpPr>
          <p:cNvPr id="4" name="灯片编号占位符 4"/>
          <p:cNvSpPr>
            <a:spLocks noGrp="1"/>
          </p:cNvSpPr>
          <p:nvPr>
            <p:ph type="sldNum" sz="quarter" idx="10"/>
          </p:nvPr>
        </p:nvSpPr>
        <p:spPr>
          <a:xfrm>
            <a:off x="0" y="4908948"/>
            <a:ext cx="9144000" cy="201216"/>
          </a:xfrm>
          <a:prstGeom prst="rect">
            <a:avLst/>
          </a:prstGeom>
        </p:spPr>
        <p:txBody>
          <a:bodyPr/>
          <a:lstStyle>
            <a:lvl1pPr>
              <a:defRPr/>
            </a:lvl1pPr>
          </a:lstStyle>
          <a:p>
            <a:fld id="{DBE2DA07-CE19-4C9B-A0EC-06D3955056CF}" type="slidenum">
              <a:rPr lang="en-US" altLang="zh-CN"/>
              <a:pPr/>
              <a:t>‹#›</a:t>
            </a:fld>
            <a:endParaRPr lang="en-US" altLang="zh-CN"/>
          </a:p>
        </p:txBody>
      </p:sp>
      <p:sp>
        <p:nvSpPr>
          <p:cNvPr id="15" name="标题 18">
            <a:extLst>
              <a:ext uri="{FF2B5EF4-FFF2-40B4-BE49-F238E27FC236}">
                <a16:creationId xmlns:a16="http://schemas.microsoft.com/office/drawing/2014/main" id="{BC653964-B27B-5D55-2888-123DCEF7E8C3}"/>
              </a:ext>
            </a:extLst>
          </p:cNvPr>
          <p:cNvSpPr>
            <a:spLocks noGrp="1"/>
          </p:cNvSpPr>
          <p:nvPr>
            <p:ph type="title"/>
          </p:nvPr>
        </p:nvSpPr>
        <p:spPr>
          <a:xfrm>
            <a:off x="582038" y="280792"/>
            <a:ext cx="7357005" cy="523875"/>
          </a:xfrm>
        </p:spPr>
        <p:txBody>
          <a:bodyPr>
            <a:noAutofit/>
          </a:bodyPr>
          <a:lstStyle>
            <a:lvl1pPr marL="0" indent="0" algn="l">
              <a:buClr>
                <a:schemeClr val="accent4"/>
              </a:buClr>
              <a:buFontTx/>
              <a:buNone/>
              <a:defRPr sz="2800" b="1" i="0">
                <a:solidFill>
                  <a:srgbClr val="0070C0"/>
                </a:solidFill>
                <a:latin typeface="Microsoft YaHei" panose="020B0503020204020204" pitchFamily="34" charset="-122"/>
                <a:ea typeface="Microsoft YaHei" panose="020B0503020204020204" pitchFamily="34" charset="-122"/>
              </a:defRPr>
            </a:lvl1pPr>
          </a:lstStyle>
          <a:p>
            <a:r>
              <a:rPr kumimoji="1" lang="zh-CN" altLang="en-US" dirty="0"/>
              <a:t>单击此处编辑母版标题样式</a:t>
            </a:r>
          </a:p>
        </p:txBody>
      </p:sp>
      <p:grpSp>
        <p:nvGrpSpPr>
          <p:cNvPr id="16" name="组合 19">
            <a:extLst>
              <a:ext uri="{FF2B5EF4-FFF2-40B4-BE49-F238E27FC236}">
                <a16:creationId xmlns:a16="http://schemas.microsoft.com/office/drawing/2014/main" id="{06DEC1DD-71FA-0879-5B19-99757B7FAD42}"/>
              </a:ext>
            </a:extLst>
          </p:cNvPr>
          <p:cNvGrpSpPr/>
          <p:nvPr userDrawn="1"/>
        </p:nvGrpSpPr>
        <p:grpSpPr>
          <a:xfrm>
            <a:off x="-139481" y="372601"/>
            <a:ext cx="631650" cy="341703"/>
            <a:chOff x="883264" y="476230"/>
            <a:chExt cx="842200" cy="455604"/>
          </a:xfrm>
          <a:solidFill>
            <a:srgbClr val="FFC600"/>
          </a:solidFill>
        </p:grpSpPr>
        <p:sp>
          <p:nvSpPr>
            <p:cNvPr id="17" name="圆角矩形 16">
              <a:extLst>
                <a:ext uri="{FF2B5EF4-FFF2-40B4-BE49-F238E27FC236}">
                  <a16:creationId xmlns:a16="http://schemas.microsoft.com/office/drawing/2014/main" id="{629C1597-78DB-0C24-33AB-69FD1937B675}"/>
                </a:ext>
              </a:extLst>
            </p:cNvPr>
            <p:cNvSpPr/>
            <p:nvPr userDrawn="1"/>
          </p:nvSpPr>
          <p:spPr>
            <a:xfrm>
              <a:off x="883264" y="476230"/>
              <a:ext cx="421100" cy="455604"/>
            </a:xfrm>
            <a:prstGeom prst="roundRect">
              <a:avLst>
                <a:gd name="adj" fmla="val 10047"/>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00" b="0" i="0" dirty="0">
                <a:solidFill>
                  <a:srgbClr val="6880B1"/>
                </a:solidFill>
                <a:latin typeface="思源黑体" panose="020F0502020204030204" charset="-122"/>
                <a:ea typeface="思源黑体" panose="020F0502020204030204" charset="-122"/>
                <a:cs typeface="思源黑体" panose="020F0502020204030204" charset="-122"/>
              </a:endParaRPr>
            </a:p>
          </p:txBody>
        </p:sp>
        <p:sp>
          <p:nvSpPr>
            <p:cNvPr id="18" name="燕尾形 17">
              <a:extLst>
                <a:ext uri="{FF2B5EF4-FFF2-40B4-BE49-F238E27FC236}">
                  <a16:creationId xmlns:a16="http://schemas.microsoft.com/office/drawing/2014/main" id="{3404FDEA-1426-1669-D727-668FE30C1990}"/>
                </a:ext>
              </a:extLst>
            </p:cNvPr>
            <p:cNvSpPr/>
            <p:nvPr userDrawn="1"/>
          </p:nvSpPr>
          <p:spPr>
            <a:xfrm>
              <a:off x="1375841" y="476230"/>
              <a:ext cx="349623" cy="455604"/>
            </a:xfrm>
            <a:prstGeom prst="chevron">
              <a:avLst/>
            </a:prstGeom>
            <a:solidFill>
              <a:srgbClr val="6880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sp>
          <p:nvSpPr>
            <p:cNvPr id="19" name="燕尾形 18">
              <a:extLst>
                <a:ext uri="{FF2B5EF4-FFF2-40B4-BE49-F238E27FC236}">
                  <a16:creationId xmlns:a16="http://schemas.microsoft.com/office/drawing/2014/main" id="{E88921BB-B82E-E706-1419-9F0067267CC9}"/>
                </a:ext>
              </a:extLst>
            </p:cNvPr>
            <p:cNvSpPr/>
            <p:nvPr userDrawn="1"/>
          </p:nvSpPr>
          <p:spPr>
            <a:xfrm>
              <a:off x="1129553" y="476230"/>
              <a:ext cx="349623" cy="455604"/>
            </a:xfrm>
            <a:prstGeom prst="chevron">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grpSp>
      <p:sp>
        <p:nvSpPr>
          <p:cNvPr id="20" name="文本占位符 26">
            <a:extLst>
              <a:ext uri="{FF2B5EF4-FFF2-40B4-BE49-F238E27FC236}">
                <a16:creationId xmlns:a16="http://schemas.microsoft.com/office/drawing/2014/main" id="{CE22F9DF-660D-F9A4-066E-E4F55186B56E}"/>
              </a:ext>
            </a:extLst>
          </p:cNvPr>
          <p:cNvSpPr>
            <a:spLocks noGrp="1"/>
          </p:cNvSpPr>
          <p:nvPr>
            <p:ph type="body" sz="quarter" idx="11" hasCustomPrompt="1"/>
          </p:nvPr>
        </p:nvSpPr>
        <p:spPr>
          <a:xfrm>
            <a:off x="582038" y="1278636"/>
            <a:ext cx="7128035" cy="2233865"/>
          </a:xfrm>
        </p:spPr>
        <p:txBody>
          <a:bodyPr/>
          <a:lstStyle>
            <a:lvl1pPr marL="171450" indent="-171450">
              <a:lnSpc>
                <a:spcPct val="150000"/>
              </a:lnSpc>
              <a:buClr>
                <a:srgbClr val="FFC600"/>
              </a:buClr>
              <a:buSzPct val="100000"/>
              <a:buFont typeface="Arial" panose="020B0604020202020204"/>
              <a:buChar char="•"/>
              <a:defRPr sz="2400"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1pPr>
            <a:lvl2pPr marL="514350" indent="-171450">
              <a:lnSpc>
                <a:spcPct val="150000"/>
              </a:lnSpc>
              <a:buClr>
                <a:srgbClr val="FFC600"/>
              </a:buClr>
              <a:buFont typeface="Arial" panose="020B0604020202020204"/>
              <a:buChar char="•"/>
              <a:defRPr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2pPr>
            <a:lvl3pPr marL="857250" indent="-171450">
              <a:lnSpc>
                <a:spcPct val="150000"/>
              </a:lnSpc>
              <a:buClr>
                <a:srgbClr val="FFC600"/>
              </a:buClr>
              <a:buFont typeface="Arial" panose="020B0604020202020204"/>
              <a:buChar char="•"/>
              <a:defRPr sz="1600"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3pPr>
            <a:lvl4pPr marL="1200150" indent="-171450">
              <a:lnSpc>
                <a:spcPct val="150000"/>
              </a:lnSpc>
              <a:buClr>
                <a:srgbClr val="FFC600"/>
              </a:buClr>
              <a:buFont typeface="Arial" panose="020B0604020202020204"/>
              <a:buChar char="•"/>
              <a:defRPr sz="1400"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4pPr>
            <a:lvl5pPr marL="1371600" indent="0">
              <a:lnSpc>
                <a:spcPct val="150000"/>
              </a:lnSpc>
              <a:buClr>
                <a:srgbClr val="FFC600"/>
              </a:buClr>
              <a:buFont typeface="Arial" panose="020B0604020202020204"/>
              <a:buNone/>
              <a:defRPr sz="1600"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5pPr>
          </a:lstStyle>
          <a:p>
            <a:pPr lvl="0"/>
            <a:r>
              <a:rPr kumimoji="1" lang="zh-CN" altLang="en-US" dirty="0"/>
              <a:t> 单击此处编辑母版文本样式</a:t>
            </a:r>
          </a:p>
          <a:p>
            <a:pPr lvl="1"/>
            <a:r>
              <a:rPr kumimoji="1" lang="zh-CN" altLang="en-US" dirty="0"/>
              <a:t> 二级</a:t>
            </a:r>
          </a:p>
          <a:p>
            <a:pPr lvl="2"/>
            <a:r>
              <a:rPr kumimoji="1" lang="zh-CN" altLang="en-US" dirty="0"/>
              <a:t> 三级</a:t>
            </a:r>
          </a:p>
          <a:p>
            <a:pPr lvl="3"/>
            <a:r>
              <a:rPr kumimoji="1" lang="zh-CN" altLang="en-US" dirty="0"/>
              <a:t> 四级</a:t>
            </a:r>
          </a:p>
        </p:txBody>
      </p:sp>
      <p:sp>
        <p:nvSpPr>
          <p:cNvPr id="21" name="矩形 20">
            <a:extLst>
              <a:ext uri="{FF2B5EF4-FFF2-40B4-BE49-F238E27FC236}">
                <a16:creationId xmlns:a16="http://schemas.microsoft.com/office/drawing/2014/main" id="{793C7ADF-25D4-F38E-95CB-0A24DF6316FB}"/>
              </a:ext>
            </a:extLst>
          </p:cNvPr>
          <p:cNvSpPr/>
          <p:nvPr userDrawn="1"/>
        </p:nvSpPr>
        <p:spPr>
          <a:xfrm flipV="1">
            <a:off x="0" y="5070928"/>
            <a:ext cx="9144000" cy="118287"/>
          </a:xfrm>
          <a:prstGeom prst="rect">
            <a:avLst/>
          </a:prstGeom>
          <a:solidFill>
            <a:srgbClr val="242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highlight>
                <a:srgbClr val="242C52"/>
              </a:highlight>
              <a:latin typeface="思源黑体" panose="020F0502020204030204" charset="-122"/>
              <a:ea typeface="思源黑体" panose="020F0502020204030204" charset="-122"/>
              <a:cs typeface="思源黑体" panose="020F0502020204030204" charset="-122"/>
            </a:endParaRPr>
          </a:p>
        </p:txBody>
      </p:sp>
      <p:pic>
        <p:nvPicPr>
          <p:cNvPr id="22" name="图片 21">
            <a:extLst>
              <a:ext uri="{FF2B5EF4-FFF2-40B4-BE49-F238E27FC236}">
                <a16:creationId xmlns:a16="http://schemas.microsoft.com/office/drawing/2014/main" id="{144543A7-8EC1-BEBA-041D-80CEA1CB687F}"/>
              </a:ext>
            </a:extLst>
          </p:cNvPr>
          <p:cNvPicPr>
            <a:picLocks noChangeAspect="1"/>
          </p:cNvPicPr>
          <p:nvPr userDrawn="1"/>
        </p:nvPicPr>
        <p:blipFill>
          <a:blip r:embed="rId2"/>
          <a:stretch>
            <a:fillRect/>
          </a:stretch>
        </p:blipFill>
        <p:spPr>
          <a:xfrm>
            <a:off x="7288608" y="4636425"/>
            <a:ext cx="1519827" cy="386943"/>
          </a:xfrm>
          <a:prstGeom prst="rect">
            <a:avLst/>
          </a:prstGeom>
        </p:spPr>
      </p:pic>
    </p:spTree>
    <p:extLst>
      <p:ext uri="{BB962C8B-B14F-4D97-AF65-F5344CB8AC3E}">
        <p14:creationId xmlns:p14="http://schemas.microsoft.com/office/powerpoint/2010/main" val="41469873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562868" y="171419"/>
            <a:ext cx="5669600" cy="546552"/>
          </a:xfrm>
        </p:spPr>
        <p:txBody>
          <a:bodyPr>
            <a:normAutofit/>
          </a:bodyPr>
          <a:lstStyle>
            <a:lvl1pPr marL="0" indent="0" algn="l" defTabSz="685800" rtl="0" eaLnBrk="1" latinLnBrk="0" hangingPunct="1">
              <a:lnSpc>
                <a:spcPct val="90000"/>
              </a:lnSpc>
              <a:spcBef>
                <a:spcPct val="0"/>
              </a:spcBef>
              <a:buClr>
                <a:schemeClr val="accent4"/>
              </a:buClr>
              <a:buFontTx/>
              <a:buNone/>
              <a:defRPr kumimoji="1" lang="zh-CN" altLang="en-US" sz="2800" b="1" i="0" kern="1200" dirty="0">
                <a:solidFill>
                  <a:srgbClr val="0070C0"/>
                </a:solidFill>
                <a:latin typeface="Microsoft YaHei" panose="020B0503020204020204" pitchFamily="34" charset="-122"/>
                <a:ea typeface="Microsoft YaHei" panose="020B0503020204020204" pitchFamily="34" charset="-122"/>
                <a:cs typeface="思源黑体" panose="020F0502020204030204" charset="-122"/>
              </a:defRPr>
            </a:lvl1pPr>
          </a:lstStyle>
          <a:p>
            <a:r>
              <a:rPr lang="zh-CN" altLang="en-US" dirty="0"/>
              <a:t>单击此处编辑母版标题样式</a:t>
            </a:r>
          </a:p>
        </p:txBody>
      </p:sp>
      <p:sp>
        <p:nvSpPr>
          <p:cNvPr id="3" name="内容占位符 2"/>
          <p:cNvSpPr>
            <a:spLocks noGrp="1"/>
          </p:cNvSpPr>
          <p:nvPr>
            <p:ph idx="1"/>
          </p:nvPr>
        </p:nvSpPr>
        <p:spPr/>
        <p:txBody>
          <a:bodyPr/>
          <a:lstStyle>
            <a:lvl1pPr>
              <a:lnSpc>
                <a:spcPct val="150000"/>
              </a:lnSpc>
              <a:defRPr>
                <a:latin typeface="Microsoft YaHei" panose="020B0503020204020204" pitchFamily="34" charset="-122"/>
                <a:ea typeface="Microsoft YaHei" panose="020B0503020204020204" pitchFamily="34" charset="-122"/>
              </a:defRPr>
            </a:lvl1pPr>
            <a:lvl2pPr>
              <a:lnSpc>
                <a:spcPct val="150000"/>
              </a:lnSpc>
              <a:defRPr>
                <a:latin typeface="Microsoft YaHei" panose="020B0503020204020204" pitchFamily="34" charset="-122"/>
                <a:ea typeface="Microsoft YaHei" panose="020B0503020204020204" pitchFamily="34" charset="-122"/>
              </a:defRPr>
            </a:lvl2pPr>
            <a:lvl3pPr>
              <a:lnSpc>
                <a:spcPct val="150000"/>
              </a:lnSpc>
              <a:defRPr>
                <a:latin typeface="Microsoft YaHei" panose="020B0503020204020204" pitchFamily="34" charset="-122"/>
                <a:ea typeface="Microsoft YaHei" panose="020B0503020204020204" pitchFamily="34" charset="-122"/>
              </a:defRPr>
            </a:lvl3pPr>
            <a:lvl4pPr>
              <a:lnSpc>
                <a:spcPct val="150000"/>
              </a:lnSpc>
              <a:defRPr>
                <a:latin typeface="Microsoft YaHei" panose="020B0503020204020204" pitchFamily="34" charset="-122"/>
                <a:ea typeface="Microsoft YaHei" panose="020B0503020204020204" pitchFamily="34" charset="-122"/>
              </a:defRPr>
            </a:lvl4pPr>
            <a:lvl5pPr>
              <a:lnSpc>
                <a:spcPct val="150000"/>
              </a:lnSpc>
              <a:defRPr>
                <a:latin typeface="Microsoft YaHei" panose="020B0503020204020204" pitchFamily="34" charset="-122"/>
                <a:ea typeface="Microsoft YaHei"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灯片编号占位符 4"/>
          <p:cNvSpPr>
            <a:spLocks noGrp="1"/>
          </p:cNvSpPr>
          <p:nvPr>
            <p:ph type="sldNum" sz="quarter" idx="10"/>
          </p:nvPr>
        </p:nvSpPr>
        <p:spPr>
          <a:xfrm>
            <a:off x="0" y="4908948"/>
            <a:ext cx="9144000" cy="201215"/>
          </a:xfrm>
          <a:prstGeom prst="rect">
            <a:avLst/>
          </a:prstGeom>
        </p:spPr>
        <p:txBody>
          <a:bodyPr/>
          <a:lstStyle>
            <a:lvl1pPr>
              <a:defRPr/>
            </a:lvl1pPr>
          </a:lstStyle>
          <a:p>
            <a:fld id="{DBE2DA07-CE19-4C9B-A0EC-06D3955056CF}" type="slidenum">
              <a:rPr lang="en-US" altLang="zh-CN"/>
              <a:pPr/>
              <a:t>‹#›</a:t>
            </a:fld>
            <a:endParaRPr lang="en-US" altLang="zh-CN"/>
          </a:p>
        </p:txBody>
      </p:sp>
      <p:grpSp>
        <p:nvGrpSpPr>
          <p:cNvPr id="5" name="组合 19">
            <a:extLst>
              <a:ext uri="{FF2B5EF4-FFF2-40B4-BE49-F238E27FC236}">
                <a16:creationId xmlns:a16="http://schemas.microsoft.com/office/drawing/2014/main" id="{03CE1E87-7783-B5D4-9312-68E9E7456AFE}"/>
              </a:ext>
            </a:extLst>
          </p:cNvPr>
          <p:cNvGrpSpPr/>
          <p:nvPr userDrawn="1"/>
        </p:nvGrpSpPr>
        <p:grpSpPr>
          <a:xfrm>
            <a:off x="-122390" y="273844"/>
            <a:ext cx="631650" cy="341703"/>
            <a:chOff x="883264" y="476230"/>
            <a:chExt cx="842200" cy="455604"/>
          </a:xfrm>
          <a:solidFill>
            <a:srgbClr val="FFC600"/>
          </a:solidFill>
        </p:grpSpPr>
        <p:sp>
          <p:nvSpPr>
            <p:cNvPr id="6" name="圆角矩形 5">
              <a:extLst>
                <a:ext uri="{FF2B5EF4-FFF2-40B4-BE49-F238E27FC236}">
                  <a16:creationId xmlns:a16="http://schemas.microsoft.com/office/drawing/2014/main" id="{D2F7DFD5-56E4-BE01-23AC-F143921471B5}"/>
                </a:ext>
              </a:extLst>
            </p:cNvPr>
            <p:cNvSpPr/>
            <p:nvPr userDrawn="1"/>
          </p:nvSpPr>
          <p:spPr>
            <a:xfrm>
              <a:off x="883264" y="476230"/>
              <a:ext cx="421100" cy="455604"/>
            </a:xfrm>
            <a:prstGeom prst="roundRect">
              <a:avLst>
                <a:gd name="adj" fmla="val 10047"/>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00" b="0" i="0" dirty="0">
                <a:solidFill>
                  <a:srgbClr val="6880B1"/>
                </a:solidFill>
                <a:latin typeface="思源黑体" panose="020F0502020204030204" charset="-122"/>
                <a:ea typeface="思源黑体" panose="020F0502020204030204" charset="-122"/>
                <a:cs typeface="思源黑体" panose="020F0502020204030204" charset="-122"/>
              </a:endParaRPr>
            </a:p>
          </p:txBody>
        </p:sp>
        <p:sp>
          <p:nvSpPr>
            <p:cNvPr id="7" name="燕尾形 6">
              <a:extLst>
                <a:ext uri="{FF2B5EF4-FFF2-40B4-BE49-F238E27FC236}">
                  <a16:creationId xmlns:a16="http://schemas.microsoft.com/office/drawing/2014/main" id="{CBFB48DA-4C61-91FC-630B-A9CB9141D07C}"/>
                </a:ext>
              </a:extLst>
            </p:cNvPr>
            <p:cNvSpPr/>
            <p:nvPr userDrawn="1"/>
          </p:nvSpPr>
          <p:spPr>
            <a:xfrm>
              <a:off x="1375841" y="476230"/>
              <a:ext cx="349623" cy="455604"/>
            </a:xfrm>
            <a:prstGeom prst="chevron">
              <a:avLst/>
            </a:prstGeom>
            <a:solidFill>
              <a:srgbClr val="6880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sp>
          <p:nvSpPr>
            <p:cNvPr id="8" name="燕尾形 7">
              <a:extLst>
                <a:ext uri="{FF2B5EF4-FFF2-40B4-BE49-F238E27FC236}">
                  <a16:creationId xmlns:a16="http://schemas.microsoft.com/office/drawing/2014/main" id="{11B1ABC3-D378-2B81-7843-8D13C7ACB2B7}"/>
                </a:ext>
              </a:extLst>
            </p:cNvPr>
            <p:cNvSpPr/>
            <p:nvPr userDrawn="1"/>
          </p:nvSpPr>
          <p:spPr>
            <a:xfrm>
              <a:off x="1129553" y="476230"/>
              <a:ext cx="349623" cy="455604"/>
            </a:xfrm>
            <a:prstGeom prst="chevron">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grpSp>
      <p:pic>
        <p:nvPicPr>
          <p:cNvPr id="9" name="图片 8">
            <a:extLst>
              <a:ext uri="{FF2B5EF4-FFF2-40B4-BE49-F238E27FC236}">
                <a16:creationId xmlns:a16="http://schemas.microsoft.com/office/drawing/2014/main" id="{7395A3A9-D5A5-F8EB-48C0-232809B762AA}"/>
              </a:ext>
            </a:extLst>
          </p:cNvPr>
          <p:cNvPicPr>
            <a:picLocks noChangeAspect="1"/>
          </p:cNvPicPr>
          <p:nvPr userDrawn="1"/>
        </p:nvPicPr>
        <p:blipFill>
          <a:blip r:embed="rId2"/>
          <a:stretch>
            <a:fillRect/>
          </a:stretch>
        </p:blipFill>
        <p:spPr>
          <a:xfrm>
            <a:off x="7220242" y="4715476"/>
            <a:ext cx="1519827" cy="386943"/>
          </a:xfrm>
          <a:prstGeom prst="rect">
            <a:avLst/>
          </a:prstGeom>
        </p:spPr>
      </p:pic>
    </p:spTree>
    <p:extLst>
      <p:ext uri="{BB962C8B-B14F-4D97-AF65-F5344CB8AC3E}">
        <p14:creationId xmlns:p14="http://schemas.microsoft.com/office/powerpoint/2010/main" val="145881667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secHead">
  <p:cSld name="节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stretch>
            <a:fillRect/>
          </a:stretch>
        </p:blipFill>
        <p:spPr>
          <a:xfrm>
            <a:off x="0" y="1773460"/>
            <a:ext cx="9144000" cy="1171575"/>
          </a:xfrm>
          <a:prstGeom prst="rect">
            <a:avLst/>
          </a:prstGeom>
        </p:spPr>
      </p:pic>
      <p:sp>
        <p:nvSpPr>
          <p:cNvPr id="2" name="矩形 1">
            <a:extLst>
              <a:ext uri="{FF2B5EF4-FFF2-40B4-BE49-F238E27FC236}">
                <a16:creationId xmlns:a16="http://schemas.microsoft.com/office/drawing/2014/main" id="{4075B709-553C-2F31-0AC6-3CD7BEB5F72A}"/>
              </a:ext>
            </a:extLst>
          </p:cNvPr>
          <p:cNvSpPr/>
          <p:nvPr userDrawn="1"/>
        </p:nvSpPr>
        <p:spPr>
          <a:xfrm>
            <a:off x="0" y="4961614"/>
            <a:ext cx="9144000" cy="181886"/>
          </a:xfrm>
          <a:prstGeom prst="rect">
            <a:avLst/>
          </a:prstGeom>
          <a:solidFill>
            <a:srgbClr val="202B88"/>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latin typeface="思源黑体" panose="020F0502020204030204" charset="-122"/>
              <a:ea typeface="思源黑体" panose="020F0502020204030204" charset="-122"/>
              <a:cs typeface="思源黑体" panose="020F0502020204030204" charset="-122"/>
            </a:endParaRPr>
          </a:p>
        </p:txBody>
      </p:sp>
      <p:pic>
        <p:nvPicPr>
          <p:cNvPr id="3" name="图片 2" descr="形状 3.png">
            <a:extLst>
              <a:ext uri="{FF2B5EF4-FFF2-40B4-BE49-F238E27FC236}">
                <a16:creationId xmlns:a16="http://schemas.microsoft.com/office/drawing/2014/main" id="{392AD8B5-C0BE-D767-84D9-E93FB6F13215}"/>
              </a:ext>
            </a:extLst>
          </p:cNvPr>
          <p:cNvPicPr>
            <a:picLocks noChangeAspect="1"/>
          </p:cNvPicPr>
          <p:nvPr userDrawn="1"/>
        </p:nvPicPr>
        <p:blipFill>
          <a:blip r:embed="rId3">
            <a:alphaModFix amt="64000"/>
            <a:extLst>
              <a:ext uri="{28A0092B-C50C-407E-A947-70E740481C1C}">
                <a14:useLocalDpi xmlns:a14="http://schemas.microsoft.com/office/drawing/2010/main" val="0"/>
              </a:ext>
            </a:extLst>
          </a:blip>
          <a:stretch>
            <a:fillRect/>
          </a:stretch>
        </p:blipFill>
        <p:spPr>
          <a:xfrm>
            <a:off x="0" y="1"/>
            <a:ext cx="9144000" cy="683812"/>
          </a:xfrm>
          <a:prstGeom prst="rect">
            <a:avLst/>
          </a:prstGeom>
        </p:spPr>
      </p:pic>
      <p:pic>
        <p:nvPicPr>
          <p:cNvPr id="4" name="图片 3">
            <a:extLst>
              <a:ext uri="{FF2B5EF4-FFF2-40B4-BE49-F238E27FC236}">
                <a16:creationId xmlns:a16="http://schemas.microsoft.com/office/drawing/2014/main" id="{A383A833-E148-B64F-D7B3-8453CEFD81CE}"/>
              </a:ext>
            </a:extLst>
          </p:cNvPr>
          <p:cNvPicPr>
            <a:picLocks noChangeAspect="1"/>
          </p:cNvPicPr>
          <p:nvPr userDrawn="1"/>
        </p:nvPicPr>
        <p:blipFill>
          <a:blip r:embed="rId4">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7501807" y="105693"/>
            <a:ext cx="1417284" cy="472428"/>
          </a:xfrm>
          <a:prstGeom prst="rect">
            <a:avLst/>
          </a:prstGeom>
        </p:spPr>
      </p:pic>
    </p:spTree>
    <p:extLst>
      <p:ext uri="{BB962C8B-B14F-4D97-AF65-F5344CB8AC3E}">
        <p14:creationId xmlns:p14="http://schemas.microsoft.com/office/powerpoint/2010/main" val="17757675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cSld name="空白">
    <p:spTree>
      <p:nvGrpSpPr>
        <p:cNvPr id="1" name=""/>
        <p:cNvGrpSpPr/>
        <p:nvPr/>
      </p:nvGrpSpPr>
      <p:grpSpPr>
        <a:xfrm>
          <a:off x="0" y="0"/>
          <a:ext cx="0" cy="0"/>
          <a:chOff x="0" y="0"/>
          <a:chExt cx="0" cy="0"/>
        </a:xfrm>
      </p:grpSpPr>
      <p:grpSp>
        <p:nvGrpSpPr>
          <p:cNvPr id="8" name="组合 7"/>
          <p:cNvGrpSpPr/>
          <p:nvPr userDrawn="1">
            <p:custDataLst>
              <p:tags r:id="rId1"/>
            </p:custDataLst>
          </p:nvPr>
        </p:nvGrpSpPr>
        <p:grpSpPr>
          <a:xfrm>
            <a:off x="0" y="1"/>
            <a:ext cx="9144000" cy="5143499"/>
            <a:chOff x="0" y="1"/>
            <a:chExt cx="12192000" cy="6857999"/>
          </a:xfrm>
        </p:grpSpPr>
        <p:pic>
          <p:nvPicPr>
            <p:cNvPr id="9" name="图片 8"/>
            <p:cNvPicPr>
              <a:picLocks noChangeAspect="1"/>
            </p:cNvPicPr>
            <p:nvPr userDrawn="1">
              <p:custDataLst>
                <p:tags r:id="rId6"/>
              </p:custDataLst>
            </p:nvPr>
          </p:nvPicPr>
          <p:blipFill rotWithShape="1">
            <a:blip r:embed="rId9"/>
            <a:srcRect/>
            <a:stretch>
              <a:fillRect/>
            </a:stretch>
          </p:blipFill>
          <p:spPr>
            <a:xfrm>
              <a:off x="0" y="1"/>
              <a:ext cx="12192000" cy="277402"/>
            </a:xfrm>
            <a:prstGeom prst="rect">
              <a:avLst/>
            </a:prstGeom>
          </p:spPr>
        </p:pic>
        <p:pic>
          <p:nvPicPr>
            <p:cNvPr id="10" name="图片 9"/>
            <p:cNvPicPr>
              <a:picLocks noChangeAspect="1"/>
            </p:cNvPicPr>
            <p:nvPr userDrawn="1">
              <p:custDataLst>
                <p:tags r:id="rId7"/>
              </p:custDataLst>
            </p:nvPr>
          </p:nvPicPr>
          <p:blipFill rotWithShape="1">
            <a:blip r:embed="rId10"/>
            <a:srcRect/>
            <a:stretch>
              <a:fillRect/>
            </a:stretch>
          </p:blipFill>
          <p:spPr>
            <a:xfrm>
              <a:off x="0" y="6580599"/>
              <a:ext cx="12192000" cy="277401"/>
            </a:xfrm>
            <a:prstGeom prst="rect">
              <a:avLst/>
            </a:prstGeom>
          </p:spPr>
        </p:pic>
      </p:grpSp>
      <p:sp>
        <p:nvSpPr>
          <p:cNvPr id="2" name="日期占位符 1"/>
          <p:cNvSpPr>
            <a:spLocks noGrp="1"/>
          </p:cNvSpPr>
          <p:nvPr>
            <p:ph type="dt" sz="half" idx="10"/>
            <p:custDataLst>
              <p:tags r:id="rId2"/>
            </p:custDataLst>
          </p:nvPr>
        </p:nvSpPr>
        <p:spPr>
          <a:xfrm>
            <a:off x="659807" y="4792075"/>
            <a:ext cx="2025000" cy="178200"/>
          </a:xfrm>
        </p:spPr>
        <p:txBody>
          <a:bodyPr/>
          <a:lstStyle/>
          <a:p>
            <a:fld id="{760FBDFE-C587-4B4C-A407-44438C67B59E}" type="datetimeFigureOut">
              <a:rPr lang="zh-CN" altLang="en-US" smtClean="0"/>
              <a:t>2024/3/12</a:t>
            </a:fld>
            <a:endParaRPr lang="zh-CN" altLang="en-US"/>
          </a:p>
        </p:txBody>
      </p:sp>
      <p:sp>
        <p:nvSpPr>
          <p:cNvPr id="3" name="页脚占位符 2"/>
          <p:cNvSpPr>
            <a:spLocks noGrp="1"/>
          </p:cNvSpPr>
          <p:nvPr>
            <p:ph type="ftr" sz="quarter" idx="11"/>
            <p:custDataLst>
              <p:tags r:id="rId3"/>
            </p:custDataLst>
          </p:nvPr>
        </p:nvSpPr>
        <p:spPr>
          <a:xfrm>
            <a:off x="3087000" y="4792075"/>
            <a:ext cx="2970000" cy="1782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6457950" y="4792075"/>
            <a:ext cx="2025000" cy="178200"/>
          </a:xfrm>
        </p:spPr>
        <p:txBody>
          <a:bodyPr/>
          <a:lstStyle/>
          <a:p>
            <a:fld id="{49AE70B2-8BF9-45C0-BB95-33D1B9D3A854}" type="slidenum">
              <a:rPr lang="zh-CN" altLang="en-US" smtClean="0"/>
              <a:t>‹#›</a:t>
            </a:fld>
            <a:endParaRPr lang="zh-CN" altLang="en-US"/>
          </a:p>
        </p:txBody>
      </p:sp>
      <p:pic>
        <p:nvPicPr>
          <p:cNvPr id="5" name="图片 4" descr="校徽"/>
          <p:cNvPicPr>
            <a:picLocks noChangeAspect="1"/>
          </p:cNvPicPr>
          <p:nvPr userDrawn="1">
            <p:custDataLst>
              <p:tags r:id="rId5"/>
            </p:custDataLst>
          </p:nvPr>
        </p:nvPicPr>
        <p:blipFill>
          <a:blip r:embed="rId11"/>
          <a:stretch>
            <a:fillRect/>
          </a:stretch>
        </p:blipFill>
        <p:spPr>
          <a:xfrm>
            <a:off x="8316596" y="50007"/>
            <a:ext cx="785495" cy="548164"/>
          </a:xfrm>
          <a:prstGeom prst="rect">
            <a:avLst/>
          </a:prstGeom>
        </p:spPr>
      </p:pic>
    </p:spTree>
    <p:extLst>
      <p:ext uri="{BB962C8B-B14F-4D97-AF65-F5344CB8AC3E}">
        <p14:creationId xmlns:p14="http://schemas.microsoft.com/office/powerpoint/2010/main" val="30477588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4767264"/>
            <a:ext cx="2057400" cy="273844"/>
          </a:xfrm>
          <a:prstGeom prst="rect">
            <a:avLst/>
          </a:prstGeom>
        </p:spPr>
        <p:txBody>
          <a:bodyPr vert="horz" lIns="91440" tIns="45720" rIns="91440" bIns="45720" rtlCol="0" anchor="ctr"/>
          <a:lstStyle>
            <a:lvl1pPr algn="l">
              <a:defRPr sz="900">
                <a:solidFill>
                  <a:schemeClr val="tx1">
                    <a:tint val="75000"/>
                  </a:schemeClr>
                </a:solidFill>
                <a:latin typeface="思源黑体" panose="020F0502020204030204" charset="-122"/>
                <a:ea typeface="思源黑体" panose="020F0502020204030204" charset="-122"/>
                <a:cs typeface="思源黑体" panose="020F0502020204030204" charset="-122"/>
              </a:defRPr>
            </a:lvl1pPr>
          </a:lstStyle>
          <a:p>
            <a:fld id="{91A350D4-A768-AE41-8B32-BAB0BDFB4D79}" type="datetimeFigureOut">
              <a:rPr kumimoji="1" lang="zh-CN" altLang="en-US" smtClean="0"/>
              <a:t>2024/3/12</a:t>
            </a:fld>
            <a:endParaRPr kumimoji="1" lang="zh-CN" altLang="en-US"/>
          </a:p>
        </p:txBody>
      </p:sp>
      <p:sp>
        <p:nvSpPr>
          <p:cNvPr id="5" name="Footer Placeholder 4"/>
          <p:cNvSpPr>
            <a:spLocks noGrp="1"/>
          </p:cNvSpPr>
          <p:nvPr>
            <p:ph type="ftr" sz="quarter" idx="3"/>
          </p:nvPr>
        </p:nvSpPr>
        <p:spPr>
          <a:xfrm>
            <a:off x="3028950" y="4767264"/>
            <a:ext cx="3086100" cy="273844"/>
          </a:xfrm>
          <a:prstGeom prst="rect">
            <a:avLst/>
          </a:prstGeom>
        </p:spPr>
        <p:txBody>
          <a:bodyPr vert="horz" lIns="91440" tIns="45720" rIns="91440" bIns="45720" rtlCol="0" anchor="ctr"/>
          <a:lstStyle>
            <a:lvl1pPr algn="ctr">
              <a:defRPr sz="900">
                <a:solidFill>
                  <a:schemeClr val="tx1">
                    <a:tint val="75000"/>
                  </a:schemeClr>
                </a:solidFill>
                <a:latin typeface="思源黑体" panose="020F0502020204030204" charset="-122"/>
                <a:ea typeface="思源黑体" panose="020F0502020204030204" charset="-122"/>
                <a:cs typeface="思源黑体" panose="020F0502020204030204" charset="-122"/>
              </a:defRPr>
            </a:lvl1pPr>
          </a:lstStyle>
          <a:p>
            <a:endParaRPr kumimoji="1" lang="zh-CN" altLang="en-US"/>
          </a:p>
        </p:txBody>
      </p:sp>
      <p:sp>
        <p:nvSpPr>
          <p:cNvPr id="6" name="Slide Number Placeholder 5"/>
          <p:cNvSpPr>
            <a:spLocks noGrp="1"/>
          </p:cNvSpPr>
          <p:nvPr>
            <p:ph type="sldNum" sz="quarter" idx="4"/>
          </p:nvPr>
        </p:nvSpPr>
        <p:spPr>
          <a:xfrm>
            <a:off x="6457950" y="4767264"/>
            <a:ext cx="2057400" cy="273844"/>
          </a:xfrm>
          <a:prstGeom prst="rect">
            <a:avLst/>
          </a:prstGeom>
        </p:spPr>
        <p:txBody>
          <a:bodyPr vert="horz" lIns="91440" tIns="45720" rIns="91440" bIns="45720" rtlCol="0" anchor="ctr"/>
          <a:lstStyle>
            <a:lvl1pPr algn="r">
              <a:defRPr sz="900">
                <a:solidFill>
                  <a:schemeClr val="tx1">
                    <a:tint val="75000"/>
                  </a:schemeClr>
                </a:solidFill>
                <a:latin typeface="思源黑体" panose="020F0502020204030204" charset="-122"/>
                <a:ea typeface="思源黑体" panose="020F0502020204030204" charset="-122"/>
                <a:cs typeface="思源黑体" panose="020F0502020204030204" charset="-122"/>
              </a:defRPr>
            </a:lvl1pPr>
          </a:lstStyle>
          <a:p>
            <a:fld id="{3A1E3D2E-B3F0-E849-A0C0-75DD48B3F946}"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6" r:id="rId15"/>
    <p:sldLayoutId id="2147483664" r:id="rId16"/>
    <p:sldLayoutId id="2147483667" r:id="rId17"/>
    <p:sldLayoutId id="2147483668" r:id="rId18"/>
    <p:sldLayoutId id="2147483669" r:id="rId19"/>
  </p:sldLayoutIdLst>
  <p:txStyles>
    <p:titleStyle>
      <a:lvl1pPr algn="l" defTabSz="685800" rtl="0" eaLnBrk="1" latinLnBrk="0" hangingPunct="1">
        <a:lnSpc>
          <a:spcPct val="90000"/>
        </a:lnSpc>
        <a:spcBef>
          <a:spcPct val="0"/>
        </a:spcBef>
        <a:buNone/>
        <a:defRPr sz="3300" kern="1200">
          <a:solidFill>
            <a:schemeClr val="tx1"/>
          </a:solidFill>
          <a:latin typeface="思源黑体" panose="020F0502020204030204" charset="-122"/>
          <a:ea typeface="思源黑体" panose="020F0502020204030204" charset="-122"/>
          <a:cs typeface="思源黑体" panose="020F0502020204030204" charset="-122"/>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思源黑体" panose="020F0502020204030204" charset="-122"/>
          <a:ea typeface="思源黑体" panose="020F0502020204030204" charset="-122"/>
          <a:cs typeface="思源黑体" panose="020F0502020204030204" charset="-122"/>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思源黑体" panose="020F0502020204030204" charset="-122"/>
          <a:ea typeface="思源黑体" panose="020F0502020204030204" charset="-122"/>
          <a:cs typeface="思源黑体" panose="020F0502020204030204" charset="-122"/>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思源黑体" panose="020F0502020204030204" charset="-122"/>
          <a:ea typeface="思源黑体" panose="020F0502020204030204" charset="-122"/>
          <a:cs typeface="思源黑体" panose="020F0502020204030204" charset="-122"/>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思源黑体" panose="020F0502020204030204" charset="-122"/>
          <a:ea typeface="思源黑体" panose="020F0502020204030204" charset="-122"/>
          <a:cs typeface="思源黑体" panose="020F0502020204030204" charset="-122"/>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思源黑体" panose="020F0502020204030204" charset="-122"/>
          <a:ea typeface="思源黑体" panose="020F0502020204030204" charset="-122"/>
          <a:cs typeface="思源黑体" panose="020F0502020204030204" charset="-122"/>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8" Type="http://schemas.openxmlformats.org/officeDocument/2006/relationships/tags" Target="../tags/tag16.xml"/><Relationship Id="rId3" Type="http://schemas.openxmlformats.org/officeDocument/2006/relationships/tags" Target="../tags/tag11.xml"/><Relationship Id="rId7" Type="http://schemas.openxmlformats.org/officeDocument/2006/relationships/tags" Target="../tags/tag15.xml"/><Relationship Id="rId12" Type="http://schemas.openxmlformats.org/officeDocument/2006/relationships/image" Target="../media/image20.jpeg"/><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tags" Target="../tags/tag14.xml"/><Relationship Id="rId11" Type="http://schemas.openxmlformats.org/officeDocument/2006/relationships/image" Target="../media/image14.jpeg"/><Relationship Id="rId5" Type="http://schemas.openxmlformats.org/officeDocument/2006/relationships/tags" Target="../tags/tag13.xml"/><Relationship Id="rId10" Type="http://schemas.openxmlformats.org/officeDocument/2006/relationships/image" Target="../media/image13.jpeg"/><Relationship Id="rId4" Type="http://schemas.openxmlformats.org/officeDocument/2006/relationships/tags" Target="../tags/tag12.xml"/><Relationship Id="rId9"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tags" Target="../tags/tag19.xml"/><Relationship Id="rId7" Type="http://schemas.openxmlformats.org/officeDocument/2006/relationships/tags" Target="../tags/tag23.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tags" Target="../tags/tag22.xml"/><Relationship Id="rId5" Type="http://schemas.openxmlformats.org/officeDocument/2006/relationships/tags" Target="../tags/tag21.xml"/><Relationship Id="rId10" Type="http://schemas.openxmlformats.org/officeDocument/2006/relationships/image" Target="../media/image14.jpeg"/><Relationship Id="rId4" Type="http://schemas.openxmlformats.org/officeDocument/2006/relationships/tags" Target="../tags/tag20.xml"/><Relationship Id="rId9" Type="http://schemas.openxmlformats.org/officeDocument/2006/relationships/image" Target="../media/image13.jpeg"/></Relationships>
</file>

<file path=ppt/slides/_rels/slide17.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tags" Target="../tags/tag26.xml"/><Relationship Id="rId7" Type="http://schemas.openxmlformats.org/officeDocument/2006/relationships/tags" Target="../tags/tag30.xml"/><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tags" Target="../tags/tag29.xml"/><Relationship Id="rId5" Type="http://schemas.openxmlformats.org/officeDocument/2006/relationships/tags" Target="../tags/tag28.xml"/><Relationship Id="rId10" Type="http://schemas.openxmlformats.org/officeDocument/2006/relationships/image" Target="../media/image14.jpeg"/><Relationship Id="rId4" Type="http://schemas.openxmlformats.org/officeDocument/2006/relationships/tags" Target="../tags/tag27.xml"/><Relationship Id="rId9" Type="http://schemas.openxmlformats.org/officeDocument/2006/relationships/image" Target="../media/image13.jpeg"/></Relationships>
</file>

<file path=ppt/slides/_rels/slide18.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tags" Target="../tags/tag33.xml"/><Relationship Id="rId7" Type="http://schemas.openxmlformats.org/officeDocument/2006/relationships/tags" Target="../tags/tag37.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tags" Target="../tags/tag36.xml"/><Relationship Id="rId11" Type="http://schemas.openxmlformats.org/officeDocument/2006/relationships/image" Target="../media/image14.jpeg"/><Relationship Id="rId5" Type="http://schemas.openxmlformats.org/officeDocument/2006/relationships/tags" Target="../tags/tag35.xml"/><Relationship Id="rId10" Type="http://schemas.openxmlformats.org/officeDocument/2006/relationships/image" Target="../media/image13.jpeg"/><Relationship Id="rId4" Type="http://schemas.openxmlformats.org/officeDocument/2006/relationships/tags" Target="../tags/tag34.xml"/><Relationship Id="rId9"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tags" Target="../tags/tag40.xml"/><Relationship Id="rId7" Type="http://schemas.openxmlformats.org/officeDocument/2006/relationships/tags" Target="../tags/tag44.xml"/><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tags" Target="../tags/tag43.xml"/><Relationship Id="rId5" Type="http://schemas.openxmlformats.org/officeDocument/2006/relationships/tags" Target="../tags/tag42.xml"/><Relationship Id="rId10" Type="http://schemas.openxmlformats.org/officeDocument/2006/relationships/image" Target="../media/image14.jpeg"/><Relationship Id="rId4" Type="http://schemas.openxmlformats.org/officeDocument/2006/relationships/tags" Target="../tags/tag41.xml"/><Relationship Id="rId9" Type="http://schemas.openxmlformats.org/officeDocument/2006/relationships/image" Target="../media/image13.jpeg"/></Relationships>
</file>

<file path=ppt/slides/_rels/slide20.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tags" Target="../tags/tag47.xml"/><Relationship Id="rId7" Type="http://schemas.openxmlformats.org/officeDocument/2006/relationships/tags" Target="../tags/tag51.xml"/><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tags" Target="../tags/tag50.xml"/><Relationship Id="rId11" Type="http://schemas.openxmlformats.org/officeDocument/2006/relationships/image" Target="../media/image14.jpeg"/><Relationship Id="rId5" Type="http://schemas.openxmlformats.org/officeDocument/2006/relationships/tags" Target="../tags/tag49.xml"/><Relationship Id="rId10" Type="http://schemas.openxmlformats.org/officeDocument/2006/relationships/image" Target="../media/image13.jpeg"/><Relationship Id="rId4" Type="http://schemas.openxmlformats.org/officeDocument/2006/relationships/tags" Target="../tags/tag48.xml"/><Relationship Id="rId9"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tags" Target="../tags/tag54.xml"/><Relationship Id="rId7" Type="http://schemas.openxmlformats.org/officeDocument/2006/relationships/tags" Target="../tags/tag58.xml"/><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tags" Target="../tags/tag57.xml"/><Relationship Id="rId5" Type="http://schemas.openxmlformats.org/officeDocument/2006/relationships/tags" Target="../tags/tag56.xml"/><Relationship Id="rId10" Type="http://schemas.openxmlformats.org/officeDocument/2006/relationships/image" Target="../media/image14.jpeg"/><Relationship Id="rId4" Type="http://schemas.openxmlformats.org/officeDocument/2006/relationships/tags" Target="../tags/tag55.xml"/><Relationship Id="rId9" Type="http://schemas.openxmlformats.org/officeDocument/2006/relationships/image" Target="../media/image13.jpeg"/></Relationships>
</file>

<file path=ppt/slides/_rels/slide22.xml.rels><?xml version="1.0" encoding="UTF-8" standalone="yes"?>
<Relationships xmlns="http://schemas.openxmlformats.org/package/2006/relationships"><Relationship Id="rId8" Type="http://schemas.openxmlformats.org/officeDocument/2006/relationships/tags" Target="../tags/tag66.xml"/><Relationship Id="rId13" Type="http://schemas.openxmlformats.org/officeDocument/2006/relationships/image" Target="../media/image21.png"/><Relationship Id="rId3" Type="http://schemas.openxmlformats.org/officeDocument/2006/relationships/tags" Target="../tags/tag61.xml"/><Relationship Id="rId7" Type="http://schemas.openxmlformats.org/officeDocument/2006/relationships/tags" Target="../tags/tag65.xml"/><Relationship Id="rId12" Type="http://schemas.openxmlformats.org/officeDocument/2006/relationships/image" Target="../media/image14.jpeg"/><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tags" Target="../tags/tag64.xml"/><Relationship Id="rId11" Type="http://schemas.openxmlformats.org/officeDocument/2006/relationships/image" Target="../media/image13.jpeg"/><Relationship Id="rId5" Type="http://schemas.openxmlformats.org/officeDocument/2006/relationships/tags" Target="../tags/tag63.xml"/><Relationship Id="rId10" Type="http://schemas.openxmlformats.org/officeDocument/2006/relationships/slideLayout" Target="../slideLayouts/slideLayout19.xml"/><Relationship Id="rId4" Type="http://schemas.openxmlformats.org/officeDocument/2006/relationships/tags" Target="../tags/tag62.xml"/><Relationship Id="rId9" Type="http://schemas.openxmlformats.org/officeDocument/2006/relationships/tags" Target="../tags/tag67.xml"/></Relationships>
</file>

<file path=ppt/slides/_rels/slide23.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tags" Target="../tags/tag70.xml"/><Relationship Id="rId7" Type="http://schemas.openxmlformats.org/officeDocument/2006/relationships/slideLayout" Target="../slideLayouts/slideLayout19.xml"/><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tags" Target="../tags/tag73.xml"/><Relationship Id="rId5" Type="http://schemas.openxmlformats.org/officeDocument/2006/relationships/tags" Target="../tags/tag72.xml"/><Relationship Id="rId10" Type="http://schemas.openxmlformats.org/officeDocument/2006/relationships/image" Target="../media/image22.png"/><Relationship Id="rId4" Type="http://schemas.openxmlformats.org/officeDocument/2006/relationships/tags" Target="../tags/tag71.xml"/><Relationship Id="rId9" Type="http://schemas.openxmlformats.org/officeDocument/2006/relationships/image" Target="../media/image14.jpeg"/></Relationships>
</file>

<file path=ppt/slides/_rels/slide24.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tags" Target="../tags/tag76.xml"/><Relationship Id="rId7" Type="http://schemas.openxmlformats.org/officeDocument/2006/relationships/slideLayout" Target="../slideLayouts/slideLayout19.xml"/><Relationship Id="rId2" Type="http://schemas.openxmlformats.org/officeDocument/2006/relationships/tags" Target="../tags/tag75.xml"/><Relationship Id="rId1" Type="http://schemas.openxmlformats.org/officeDocument/2006/relationships/tags" Target="../tags/tag74.xml"/><Relationship Id="rId6" Type="http://schemas.openxmlformats.org/officeDocument/2006/relationships/tags" Target="../tags/tag79.xml"/><Relationship Id="rId5" Type="http://schemas.openxmlformats.org/officeDocument/2006/relationships/tags" Target="../tags/tag78.xml"/><Relationship Id="rId10" Type="http://schemas.openxmlformats.org/officeDocument/2006/relationships/image" Target="../media/image23.png"/><Relationship Id="rId4" Type="http://schemas.openxmlformats.org/officeDocument/2006/relationships/tags" Target="../tags/tag77.xml"/><Relationship Id="rId9" Type="http://schemas.openxmlformats.org/officeDocument/2006/relationships/image" Target="../media/image14.jpeg"/></Relationships>
</file>

<file path=ppt/slides/_rels/slide25.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tags" Target="../tags/tag82.xml"/><Relationship Id="rId7" Type="http://schemas.openxmlformats.org/officeDocument/2006/relationships/tags" Target="../tags/tag86.xml"/><Relationship Id="rId2" Type="http://schemas.openxmlformats.org/officeDocument/2006/relationships/tags" Target="../tags/tag81.xml"/><Relationship Id="rId1" Type="http://schemas.openxmlformats.org/officeDocument/2006/relationships/tags" Target="../tags/tag80.xml"/><Relationship Id="rId6" Type="http://schemas.openxmlformats.org/officeDocument/2006/relationships/tags" Target="../tags/tag85.xml"/><Relationship Id="rId11" Type="http://schemas.openxmlformats.org/officeDocument/2006/relationships/image" Target="../media/image14.jpeg"/><Relationship Id="rId5" Type="http://schemas.openxmlformats.org/officeDocument/2006/relationships/tags" Target="../tags/tag84.xml"/><Relationship Id="rId10" Type="http://schemas.openxmlformats.org/officeDocument/2006/relationships/image" Target="../media/image13.jpeg"/><Relationship Id="rId4" Type="http://schemas.openxmlformats.org/officeDocument/2006/relationships/tags" Target="../tags/tag83.xml"/><Relationship Id="rId9" Type="http://schemas.openxmlformats.org/officeDocument/2006/relationships/notesSlide" Target="../notesSlides/notesSlide15.xml"/></Relationships>
</file>

<file path=ppt/slides/_rels/slide26.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tags" Target="../tags/tag89.xml"/><Relationship Id="rId7" Type="http://schemas.openxmlformats.org/officeDocument/2006/relationships/tags" Target="../tags/tag93.xml"/><Relationship Id="rId2" Type="http://schemas.openxmlformats.org/officeDocument/2006/relationships/tags" Target="../tags/tag88.xml"/><Relationship Id="rId1" Type="http://schemas.openxmlformats.org/officeDocument/2006/relationships/tags" Target="../tags/tag87.xml"/><Relationship Id="rId6" Type="http://schemas.openxmlformats.org/officeDocument/2006/relationships/tags" Target="../tags/tag92.xml"/><Relationship Id="rId5" Type="http://schemas.openxmlformats.org/officeDocument/2006/relationships/tags" Target="../tags/tag91.xml"/><Relationship Id="rId10" Type="http://schemas.openxmlformats.org/officeDocument/2006/relationships/image" Target="../media/image14.jpeg"/><Relationship Id="rId4" Type="http://schemas.openxmlformats.org/officeDocument/2006/relationships/tags" Target="../tags/tag90.xml"/><Relationship Id="rId9" Type="http://schemas.openxmlformats.org/officeDocument/2006/relationships/image" Target="../media/image13.jpeg"/></Relationships>
</file>

<file path=ppt/slides/_rels/slide27.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tags" Target="../tags/tag96.xml"/><Relationship Id="rId7" Type="http://schemas.openxmlformats.org/officeDocument/2006/relationships/tags" Target="../tags/tag100.xml"/><Relationship Id="rId2" Type="http://schemas.openxmlformats.org/officeDocument/2006/relationships/tags" Target="../tags/tag95.xml"/><Relationship Id="rId1" Type="http://schemas.openxmlformats.org/officeDocument/2006/relationships/tags" Target="../tags/tag94.xml"/><Relationship Id="rId6" Type="http://schemas.openxmlformats.org/officeDocument/2006/relationships/tags" Target="../tags/tag99.xml"/><Relationship Id="rId5" Type="http://schemas.openxmlformats.org/officeDocument/2006/relationships/tags" Target="../tags/tag98.xml"/><Relationship Id="rId10" Type="http://schemas.openxmlformats.org/officeDocument/2006/relationships/image" Target="../media/image14.jpeg"/><Relationship Id="rId4" Type="http://schemas.openxmlformats.org/officeDocument/2006/relationships/tags" Target="../tags/tag97.xml"/><Relationship Id="rId9" Type="http://schemas.openxmlformats.org/officeDocument/2006/relationships/image" Target="../media/image13.jpeg"/></Relationships>
</file>

<file path=ppt/slides/_rels/slide28.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tags" Target="../tags/tag103.xml"/><Relationship Id="rId7" Type="http://schemas.openxmlformats.org/officeDocument/2006/relationships/tags" Target="../tags/tag107.xml"/><Relationship Id="rId2" Type="http://schemas.openxmlformats.org/officeDocument/2006/relationships/tags" Target="../tags/tag102.xml"/><Relationship Id="rId1" Type="http://schemas.openxmlformats.org/officeDocument/2006/relationships/tags" Target="../tags/tag101.xml"/><Relationship Id="rId6" Type="http://schemas.openxmlformats.org/officeDocument/2006/relationships/tags" Target="../tags/tag106.xml"/><Relationship Id="rId5" Type="http://schemas.openxmlformats.org/officeDocument/2006/relationships/tags" Target="../tags/tag105.xml"/><Relationship Id="rId10" Type="http://schemas.openxmlformats.org/officeDocument/2006/relationships/image" Target="../media/image14.jpeg"/><Relationship Id="rId4" Type="http://schemas.openxmlformats.org/officeDocument/2006/relationships/tags" Target="../tags/tag104.xml"/><Relationship Id="rId9" Type="http://schemas.openxmlformats.org/officeDocument/2006/relationships/image" Target="../media/image13.jpeg"/></Relationships>
</file>

<file path=ppt/slides/_rels/slide29.xml.rels><?xml version="1.0" encoding="UTF-8" standalone="yes"?>
<Relationships xmlns="http://schemas.openxmlformats.org/package/2006/relationships"><Relationship Id="rId8" Type="http://schemas.openxmlformats.org/officeDocument/2006/relationships/tags" Target="../tags/tag115.xml"/><Relationship Id="rId3" Type="http://schemas.openxmlformats.org/officeDocument/2006/relationships/tags" Target="../tags/tag110.xml"/><Relationship Id="rId7" Type="http://schemas.openxmlformats.org/officeDocument/2006/relationships/tags" Target="../tags/tag114.xml"/><Relationship Id="rId12" Type="http://schemas.openxmlformats.org/officeDocument/2006/relationships/image" Target="../media/image24.png"/><Relationship Id="rId2" Type="http://schemas.openxmlformats.org/officeDocument/2006/relationships/tags" Target="../tags/tag109.xml"/><Relationship Id="rId1" Type="http://schemas.openxmlformats.org/officeDocument/2006/relationships/tags" Target="../tags/tag108.xml"/><Relationship Id="rId6" Type="http://schemas.openxmlformats.org/officeDocument/2006/relationships/tags" Target="../tags/tag113.xml"/><Relationship Id="rId11" Type="http://schemas.openxmlformats.org/officeDocument/2006/relationships/image" Target="../media/image14.jpeg"/><Relationship Id="rId5" Type="http://schemas.openxmlformats.org/officeDocument/2006/relationships/tags" Target="../tags/tag112.xml"/><Relationship Id="rId10" Type="http://schemas.openxmlformats.org/officeDocument/2006/relationships/image" Target="../media/image13.jpeg"/><Relationship Id="rId4" Type="http://schemas.openxmlformats.org/officeDocument/2006/relationships/tags" Target="../tags/tag111.xml"/><Relationship Id="rId9"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tags" Target="../tags/tag118.xml"/><Relationship Id="rId7" Type="http://schemas.openxmlformats.org/officeDocument/2006/relationships/tags" Target="../tags/tag122.xml"/><Relationship Id="rId2" Type="http://schemas.openxmlformats.org/officeDocument/2006/relationships/tags" Target="../tags/tag117.xml"/><Relationship Id="rId1" Type="http://schemas.openxmlformats.org/officeDocument/2006/relationships/tags" Target="../tags/tag116.xml"/><Relationship Id="rId6" Type="http://schemas.openxmlformats.org/officeDocument/2006/relationships/tags" Target="../tags/tag121.xml"/><Relationship Id="rId11" Type="http://schemas.openxmlformats.org/officeDocument/2006/relationships/image" Target="../media/image25.png"/><Relationship Id="rId5" Type="http://schemas.openxmlformats.org/officeDocument/2006/relationships/tags" Target="../tags/tag120.xml"/><Relationship Id="rId10" Type="http://schemas.openxmlformats.org/officeDocument/2006/relationships/image" Target="../media/image14.jpeg"/><Relationship Id="rId4" Type="http://schemas.openxmlformats.org/officeDocument/2006/relationships/tags" Target="../tags/tag119.xml"/><Relationship Id="rId9" Type="http://schemas.openxmlformats.org/officeDocument/2006/relationships/image" Target="../media/image13.jpeg"/></Relationships>
</file>

<file path=ppt/slides/_rels/slide31.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tags" Target="../tags/tag125.xml"/><Relationship Id="rId7" Type="http://schemas.openxmlformats.org/officeDocument/2006/relationships/tags" Target="../tags/tag129.xml"/><Relationship Id="rId2" Type="http://schemas.openxmlformats.org/officeDocument/2006/relationships/tags" Target="../tags/tag124.xml"/><Relationship Id="rId1" Type="http://schemas.openxmlformats.org/officeDocument/2006/relationships/tags" Target="../tags/tag123.xml"/><Relationship Id="rId6" Type="http://schemas.openxmlformats.org/officeDocument/2006/relationships/tags" Target="../tags/tag128.xml"/><Relationship Id="rId11" Type="http://schemas.openxmlformats.org/officeDocument/2006/relationships/image" Target="../media/image26.png"/><Relationship Id="rId5" Type="http://schemas.openxmlformats.org/officeDocument/2006/relationships/tags" Target="../tags/tag127.xml"/><Relationship Id="rId10" Type="http://schemas.openxmlformats.org/officeDocument/2006/relationships/image" Target="../media/image14.jpeg"/><Relationship Id="rId4" Type="http://schemas.openxmlformats.org/officeDocument/2006/relationships/tags" Target="../tags/tag126.xml"/><Relationship Id="rId9" Type="http://schemas.openxmlformats.org/officeDocument/2006/relationships/image" Target="../media/image13.jpeg"/></Relationships>
</file>

<file path=ppt/slides/_rels/slide3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tags" Target="../tags/tag132.xml"/><Relationship Id="rId7" Type="http://schemas.openxmlformats.org/officeDocument/2006/relationships/tags" Target="../tags/tag136.xml"/><Relationship Id="rId2" Type="http://schemas.openxmlformats.org/officeDocument/2006/relationships/tags" Target="../tags/tag131.xml"/><Relationship Id="rId1" Type="http://schemas.openxmlformats.org/officeDocument/2006/relationships/tags" Target="../tags/tag130.xml"/><Relationship Id="rId6" Type="http://schemas.openxmlformats.org/officeDocument/2006/relationships/tags" Target="../tags/tag135.xml"/><Relationship Id="rId11" Type="http://schemas.openxmlformats.org/officeDocument/2006/relationships/image" Target="../media/image27.png"/><Relationship Id="rId5" Type="http://schemas.openxmlformats.org/officeDocument/2006/relationships/tags" Target="../tags/tag134.xml"/><Relationship Id="rId10" Type="http://schemas.openxmlformats.org/officeDocument/2006/relationships/image" Target="../media/image14.jpeg"/><Relationship Id="rId4" Type="http://schemas.openxmlformats.org/officeDocument/2006/relationships/tags" Target="../tags/tag133.xml"/><Relationship Id="rId9" Type="http://schemas.openxmlformats.org/officeDocument/2006/relationships/image" Target="../media/image13.jpeg"/></Relationships>
</file>

<file path=ppt/slides/_rels/slide33.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tags" Target="../tags/tag139.xml"/><Relationship Id="rId7" Type="http://schemas.openxmlformats.org/officeDocument/2006/relationships/tags" Target="../tags/tag143.xml"/><Relationship Id="rId2" Type="http://schemas.openxmlformats.org/officeDocument/2006/relationships/tags" Target="../tags/tag138.xml"/><Relationship Id="rId1" Type="http://schemas.openxmlformats.org/officeDocument/2006/relationships/tags" Target="../tags/tag137.xml"/><Relationship Id="rId6" Type="http://schemas.openxmlformats.org/officeDocument/2006/relationships/tags" Target="../tags/tag142.xml"/><Relationship Id="rId5" Type="http://schemas.openxmlformats.org/officeDocument/2006/relationships/tags" Target="../tags/tag141.xml"/><Relationship Id="rId10" Type="http://schemas.openxmlformats.org/officeDocument/2006/relationships/image" Target="../media/image14.jpeg"/><Relationship Id="rId4" Type="http://schemas.openxmlformats.org/officeDocument/2006/relationships/tags" Target="../tags/tag140.xml"/><Relationship Id="rId9" Type="http://schemas.openxmlformats.org/officeDocument/2006/relationships/image" Target="../media/image13.jpeg"/></Relationships>
</file>

<file path=ppt/slides/_rels/slide34.xml.rels><?xml version="1.0" encoding="UTF-8" standalone="yes"?>
<Relationships xmlns="http://schemas.openxmlformats.org/package/2006/relationships"><Relationship Id="rId8" Type="http://schemas.openxmlformats.org/officeDocument/2006/relationships/tags" Target="../tags/tag151.xml"/><Relationship Id="rId3" Type="http://schemas.openxmlformats.org/officeDocument/2006/relationships/tags" Target="../tags/tag146.xml"/><Relationship Id="rId7" Type="http://schemas.openxmlformats.org/officeDocument/2006/relationships/tags" Target="../tags/tag150.xml"/><Relationship Id="rId12" Type="http://schemas.openxmlformats.org/officeDocument/2006/relationships/image" Target="../media/image28.png"/><Relationship Id="rId2" Type="http://schemas.openxmlformats.org/officeDocument/2006/relationships/tags" Target="../tags/tag145.xml"/><Relationship Id="rId1" Type="http://schemas.openxmlformats.org/officeDocument/2006/relationships/tags" Target="../tags/tag144.xml"/><Relationship Id="rId6" Type="http://schemas.openxmlformats.org/officeDocument/2006/relationships/tags" Target="../tags/tag149.xml"/><Relationship Id="rId11" Type="http://schemas.openxmlformats.org/officeDocument/2006/relationships/image" Target="../media/image14.jpeg"/><Relationship Id="rId5" Type="http://schemas.openxmlformats.org/officeDocument/2006/relationships/tags" Target="../tags/tag148.xml"/><Relationship Id="rId10" Type="http://schemas.openxmlformats.org/officeDocument/2006/relationships/image" Target="../media/image13.jpeg"/><Relationship Id="rId4" Type="http://schemas.openxmlformats.org/officeDocument/2006/relationships/tags" Target="../tags/tag147.xml"/><Relationship Id="rId9"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tags" Target="../tags/tag154.xml"/><Relationship Id="rId7" Type="http://schemas.openxmlformats.org/officeDocument/2006/relationships/slideLayout" Target="../slideLayouts/slideLayout19.xml"/><Relationship Id="rId2" Type="http://schemas.openxmlformats.org/officeDocument/2006/relationships/tags" Target="../tags/tag153.xml"/><Relationship Id="rId1" Type="http://schemas.openxmlformats.org/officeDocument/2006/relationships/tags" Target="../tags/tag152.xml"/><Relationship Id="rId6" Type="http://schemas.openxmlformats.org/officeDocument/2006/relationships/tags" Target="../tags/tag157.xml"/><Relationship Id="rId5" Type="http://schemas.openxmlformats.org/officeDocument/2006/relationships/tags" Target="../tags/tag156.xml"/><Relationship Id="rId10" Type="http://schemas.openxmlformats.org/officeDocument/2006/relationships/image" Target="../media/image29.png"/><Relationship Id="rId4" Type="http://schemas.openxmlformats.org/officeDocument/2006/relationships/tags" Target="../tags/tag155.xml"/><Relationship Id="rId9" Type="http://schemas.openxmlformats.org/officeDocument/2006/relationships/image" Target="../media/image14.jpeg"/></Relationships>
</file>

<file path=ppt/slides/_rels/slide36.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tags" Target="../tags/tag160.xml"/><Relationship Id="rId7" Type="http://schemas.openxmlformats.org/officeDocument/2006/relationships/tags" Target="../tags/tag164.xml"/><Relationship Id="rId2" Type="http://schemas.openxmlformats.org/officeDocument/2006/relationships/tags" Target="../tags/tag159.xml"/><Relationship Id="rId1" Type="http://schemas.openxmlformats.org/officeDocument/2006/relationships/tags" Target="../tags/tag158.xml"/><Relationship Id="rId6" Type="http://schemas.openxmlformats.org/officeDocument/2006/relationships/tags" Target="../tags/tag163.xml"/><Relationship Id="rId11" Type="http://schemas.openxmlformats.org/officeDocument/2006/relationships/image" Target="../media/image30.png"/><Relationship Id="rId5" Type="http://schemas.openxmlformats.org/officeDocument/2006/relationships/tags" Target="../tags/tag162.xml"/><Relationship Id="rId10" Type="http://schemas.openxmlformats.org/officeDocument/2006/relationships/image" Target="../media/image14.jpeg"/><Relationship Id="rId4" Type="http://schemas.openxmlformats.org/officeDocument/2006/relationships/tags" Target="../tags/tag161.xml"/><Relationship Id="rId9" Type="http://schemas.openxmlformats.org/officeDocument/2006/relationships/image" Target="../media/image13.jpeg"/></Relationships>
</file>

<file path=ppt/slides/_rels/slide37.xml.rels><?xml version="1.0" encoding="UTF-8" standalone="yes"?>
<Relationships xmlns="http://schemas.openxmlformats.org/package/2006/relationships"><Relationship Id="rId8" Type="http://schemas.openxmlformats.org/officeDocument/2006/relationships/notesSlide" Target="../notesSlides/notesSlide16.xml"/><Relationship Id="rId3" Type="http://schemas.openxmlformats.org/officeDocument/2006/relationships/tags" Target="../tags/tag167.xml"/><Relationship Id="rId7" Type="http://schemas.openxmlformats.org/officeDocument/2006/relationships/slideLayout" Target="../slideLayouts/slideLayout19.xml"/><Relationship Id="rId2" Type="http://schemas.openxmlformats.org/officeDocument/2006/relationships/tags" Target="../tags/tag166.xml"/><Relationship Id="rId1" Type="http://schemas.openxmlformats.org/officeDocument/2006/relationships/tags" Target="../tags/tag165.xml"/><Relationship Id="rId6" Type="http://schemas.openxmlformats.org/officeDocument/2006/relationships/tags" Target="../tags/tag170.xml"/><Relationship Id="rId11" Type="http://schemas.openxmlformats.org/officeDocument/2006/relationships/image" Target="../media/image31.png"/><Relationship Id="rId5" Type="http://schemas.openxmlformats.org/officeDocument/2006/relationships/tags" Target="../tags/tag169.xml"/><Relationship Id="rId10" Type="http://schemas.openxmlformats.org/officeDocument/2006/relationships/image" Target="../media/image14.jpeg"/><Relationship Id="rId4" Type="http://schemas.openxmlformats.org/officeDocument/2006/relationships/tags" Target="../tags/tag168.xml"/><Relationship Id="rId9" Type="http://schemas.openxmlformats.org/officeDocument/2006/relationships/image" Target="../media/image13.jpeg"/></Relationships>
</file>

<file path=ppt/slides/_rels/slide38.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tags" Target="../tags/tag173.xml"/><Relationship Id="rId7" Type="http://schemas.openxmlformats.org/officeDocument/2006/relationships/slideLayout" Target="../slideLayouts/slideLayout19.xml"/><Relationship Id="rId2" Type="http://schemas.openxmlformats.org/officeDocument/2006/relationships/tags" Target="../tags/tag172.xml"/><Relationship Id="rId1" Type="http://schemas.openxmlformats.org/officeDocument/2006/relationships/tags" Target="../tags/tag171.xml"/><Relationship Id="rId6" Type="http://schemas.openxmlformats.org/officeDocument/2006/relationships/tags" Target="../tags/tag176.xml"/><Relationship Id="rId5" Type="http://schemas.openxmlformats.org/officeDocument/2006/relationships/tags" Target="../tags/tag175.xml"/><Relationship Id="rId4" Type="http://schemas.openxmlformats.org/officeDocument/2006/relationships/tags" Target="../tags/tag174.xml"/><Relationship Id="rId9" Type="http://schemas.openxmlformats.org/officeDocument/2006/relationships/image" Target="../media/image14.jpeg"/></Relationships>
</file>

<file path=ppt/slides/_rels/slide39.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tags" Target="../tags/tag179.xml"/><Relationship Id="rId7" Type="http://schemas.openxmlformats.org/officeDocument/2006/relationships/tags" Target="../tags/tag183.xml"/><Relationship Id="rId2" Type="http://schemas.openxmlformats.org/officeDocument/2006/relationships/tags" Target="../tags/tag178.xml"/><Relationship Id="rId1" Type="http://schemas.openxmlformats.org/officeDocument/2006/relationships/tags" Target="../tags/tag177.xml"/><Relationship Id="rId6" Type="http://schemas.openxmlformats.org/officeDocument/2006/relationships/tags" Target="../tags/tag182.xml"/><Relationship Id="rId11" Type="http://schemas.openxmlformats.org/officeDocument/2006/relationships/image" Target="../media/image32.png"/><Relationship Id="rId5" Type="http://schemas.openxmlformats.org/officeDocument/2006/relationships/tags" Target="../tags/tag181.xml"/><Relationship Id="rId10" Type="http://schemas.openxmlformats.org/officeDocument/2006/relationships/image" Target="../media/image14.jpeg"/><Relationship Id="rId4" Type="http://schemas.openxmlformats.org/officeDocument/2006/relationships/tags" Target="../tags/tag180.xml"/><Relationship Id="rId9" Type="http://schemas.openxmlformats.org/officeDocument/2006/relationships/image" Target="../media/image13.jpeg"/></Relationships>
</file>

<file path=ppt/slides/_rels/slide40.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tags" Target="../tags/tag186.xml"/><Relationship Id="rId7" Type="http://schemas.openxmlformats.org/officeDocument/2006/relationships/tags" Target="../tags/tag190.xml"/><Relationship Id="rId2" Type="http://schemas.openxmlformats.org/officeDocument/2006/relationships/tags" Target="../tags/tag185.xml"/><Relationship Id="rId1" Type="http://schemas.openxmlformats.org/officeDocument/2006/relationships/tags" Target="../tags/tag184.xml"/><Relationship Id="rId6" Type="http://schemas.openxmlformats.org/officeDocument/2006/relationships/tags" Target="../tags/tag189.xml"/><Relationship Id="rId5" Type="http://schemas.openxmlformats.org/officeDocument/2006/relationships/tags" Target="../tags/tag188.xml"/><Relationship Id="rId10" Type="http://schemas.openxmlformats.org/officeDocument/2006/relationships/image" Target="../media/image14.jpeg"/><Relationship Id="rId4" Type="http://schemas.openxmlformats.org/officeDocument/2006/relationships/tags" Target="../tags/tag187.xml"/><Relationship Id="rId9" Type="http://schemas.openxmlformats.org/officeDocument/2006/relationships/image" Target="../media/image13.jpeg"/></Relationships>
</file>

<file path=ppt/slides/_rels/slide41.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tags" Target="../tags/tag193.xml"/><Relationship Id="rId7" Type="http://schemas.openxmlformats.org/officeDocument/2006/relationships/slideLayout" Target="../slideLayouts/slideLayout19.xml"/><Relationship Id="rId2" Type="http://schemas.openxmlformats.org/officeDocument/2006/relationships/tags" Target="../tags/tag192.xml"/><Relationship Id="rId1" Type="http://schemas.openxmlformats.org/officeDocument/2006/relationships/tags" Target="../tags/tag191.xml"/><Relationship Id="rId6" Type="http://schemas.openxmlformats.org/officeDocument/2006/relationships/tags" Target="../tags/tag196.xml"/><Relationship Id="rId5" Type="http://schemas.openxmlformats.org/officeDocument/2006/relationships/tags" Target="../tags/tag195.xml"/><Relationship Id="rId4" Type="http://schemas.openxmlformats.org/officeDocument/2006/relationships/tags" Target="../tags/tag194.xml"/><Relationship Id="rId9" Type="http://schemas.openxmlformats.org/officeDocument/2006/relationships/image" Target="../media/image14.jpeg"/></Relationships>
</file>

<file path=ppt/slides/_rels/slide42.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tags" Target="../tags/tag199.xml"/><Relationship Id="rId7" Type="http://schemas.openxmlformats.org/officeDocument/2006/relationships/slideLayout" Target="../slideLayouts/slideLayout19.xml"/><Relationship Id="rId2" Type="http://schemas.openxmlformats.org/officeDocument/2006/relationships/tags" Target="../tags/tag198.xml"/><Relationship Id="rId1" Type="http://schemas.openxmlformats.org/officeDocument/2006/relationships/tags" Target="../tags/tag197.xml"/><Relationship Id="rId6" Type="http://schemas.openxmlformats.org/officeDocument/2006/relationships/tags" Target="../tags/tag202.xml"/><Relationship Id="rId5" Type="http://schemas.openxmlformats.org/officeDocument/2006/relationships/tags" Target="../tags/tag201.xml"/><Relationship Id="rId4" Type="http://schemas.openxmlformats.org/officeDocument/2006/relationships/tags" Target="../tags/tag200.xml"/><Relationship Id="rId9" Type="http://schemas.openxmlformats.org/officeDocument/2006/relationships/image" Target="../media/image14.jpeg"/></Relationships>
</file>

<file path=ppt/slides/_rels/slide43.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tags" Target="../tags/tag205.xml"/><Relationship Id="rId7" Type="http://schemas.openxmlformats.org/officeDocument/2006/relationships/slideLayout" Target="../slideLayouts/slideLayout19.xml"/><Relationship Id="rId2" Type="http://schemas.openxmlformats.org/officeDocument/2006/relationships/tags" Target="../tags/tag204.xml"/><Relationship Id="rId1" Type="http://schemas.openxmlformats.org/officeDocument/2006/relationships/tags" Target="../tags/tag203.xml"/><Relationship Id="rId6" Type="http://schemas.openxmlformats.org/officeDocument/2006/relationships/tags" Target="../tags/tag208.xml"/><Relationship Id="rId5" Type="http://schemas.openxmlformats.org/officeDocument/2006/relationships/tags" Target="../tags/tag207.xml"/><Relationship Id="rId4" Type="http://schemas.openxmlformats.org/officeDocument/2006/relationships/tags" Target="../tags/tag206.xml"/><Relationship Id="rId9" Type="http://schemas.openxmlformats.org/officeDocument/2006/relationships/image" Target="../media/image14.jpeg"/></Relationships>
</file>

<file path=ppt/slides/_rels/slide44.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tags" Target="../tags/tag211.xml"/><Relationship Id="rId7" Type="http://schemas.openxmlformats.org/officeDocument/2006/relationships/tags" Target="../tags/tag215.xml"/><Relationship Id="rId2" Type="http://schemas.openxmlformats.org/officeDocument/2006/relationships/tags" Target="../tags/tag210.xml"/><Relationship Id="rId1" Type="http://schemas.openxmlformats.org/officeDocument/2006/relationships/tags" Target="../tags/tag209.xml"/><Relationship Id="rId6" Type="http://schemas.openxmlformats.org/officeDocument/2006/relationships/tags" Target="../tags/tag214.xml"/><Relationship Id="rId5" Type="http://schemas.openxmlformats.org/officeDocument/2006/relationships/tags" Target="../tags/tag213.xml"/><Relationship Id="rId10" Type="http://schemas.openxmlformats.org/officeDocument/2006/relationships/image" Target="../media/image14.jpeg"/><Relationship Id="rId4" Type="http://schemas.openxmlformats.org/officeDocument/2006/relationships/tags" Target="../tags/tag212.xml"/><Relationship Id="rId9" Type="http://schemas.openxmlformats.org/officeDocument/2006/relationships/image" Target="../media/image13.jpeg"/></Relationships>
</file>

<file path=ppt/slides/_rels/slide45.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tags" Target="../tags/tag218.xml"/><Relationship Id="rId7" Type="http://schemas.openxmlformats.org/officeDocument/2006/relationships/slideLayout" Target="../slideLayouts/slideLayout19.xml"/><Relationship Id="rId2" Type="http://schemas.openxmlformats.org/officeDocument/2006/relationships/tags" Target="../tags/tag217.xml"/><Relationship Id="rId1" Type="http://schemas.openxmlformats.org/officeDocument/2006/relationships/tags" Target="../tags/tag216.xml"/><Relationship Id="rId6" Type="http://schemas.openxmlformats.org/officeDocument/2006/relationships/tags" Target="../tags/tag221.xml"/><Relationship Id="rId5" Type="http://schemas.openxmlformats.org/officeDocument/2006/relationships/tags" Target="../tags/tag220.xml"/><Relationship Id="rId10" Type="http://schemas.openxmlformats.org/officeDocument/2006/relationships/image" Target="../media/image33.png"/><Relationship Id="rId4" Type="http://schemas.openxmlformats.org/officeDocument/2006/relationships/tags" Target="../tags/tag219.xml"/><Relationship Id="rId9" Type="http://schemas.openxmlformats.org/officeDocument/2006/relationships/image" Target="../media/image14.jpeg"/></Relationships>
</file>

<file path=ppt/slides/_rels/slide46.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tags" Target="../tags/tag224.xml"/><Relationship Id="rId7" Type="http://schemas.openxmlformats.org/officeDocument/2006/relationships/slideLayout" Target="../slideLayouts/slideLayout19.xml"/><Relationship Id="rId2" Type="http://schemas.openxmlformats.org/officeDocument/2006/relationships/tags" Target="../tags/tag223.xml"/><Relationship Id="rId1" Type="http://schemas.openxmlformats.org/officeDocument/2006/relationships/tags" Target="../tags/tag222.xml"/><Relationship Id="rId6" Type="http://schemas.openxmlformats.org/officeDocument/2006/relationships/tags" Target="../tags/tag227.xml"/><Relationship Id="rId5" Type="http://schemas.openxmlformats.org/officeDocument/2006/relationships/tags" Target="../tags/tag226.xml"/><Relationship Id="rId10" Type="http://schemas.openxmlformats.org/officeDocument/2006/relationships/image" Target="../media/image34.png"/><Relationship Id="rId4" Type="http://schemas.openxmlformats.org/officeDocument/2006/relationships/tags" Target="../tags/tag225.xml"/><Relationship Id="rId9" Type="http://schemas.openxmlformats.org/officeDocument/2006/relationships/image" Target="../media/image14.jpeg"/></Relationships>
</file>

<file path=ppt/slides/_rels/slide47.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tags" Target="../tags/tag230.xml"/><Relationship Id="rId7" Type="http://schemas.openxmlformats.org/officeDocument/2006/relationships/slideLayout" Target="../slideLayouts/slideLayout19.xml"/><Relationship Id="rId2" Type="http://schemas.openxmlformats.org/officeDocument/2006/relationships/tags" Target="../tags/tag229.xml"/><Relationship Id="rId1" Type="http://schemas.openxmlformats.org/officeDocument/2006/relationships/tags" Target="../tags/tag228.xml"/><Relationship Id="rId6" Type="http://schemas.openxmlformats.org/officeDocument/2006/relationships/tags" Target="../tags/tag233.xml"/><Relationship Id="rId5" Type="http://schemas.openxmlformats.org/officeDocument/2006/relationships/tags" Target="../tags/tag232.xml"/><Relationship Id="rId4" Type="http://schemas.openxmlformats.org/officeDocument/2006/relationships/tags" Target="../tags/tag231.xml"/><Relationship Id="rId9" Type="http://schemas.openxmlformats.org/officeDocument/2006/relationships/image" Target="../media/image14.jpeg"/></Relationships>
</file>

<file path=ppt/slides/_rels/slide4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oleObject" Target="../embeddings/oleObject1.bin"/><Relationship Id="rId1" Type="http://schemas.openxmlformats.org/officeDocument/2006/relationships/slideLayout" Target="../slideLayouts/slideLayout16.xml"/></Relationships>
</file>

<file path=ppt/slides/_rels/slide49.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tags" Target="../tags/tag236.xml"/><Relationship Id="rId7" Type="http://schemas.openxmlformats.org/officeDocument/2006/relationships/tags" Target="../tags/tag240.xml"/><Relationship Id="rId2" Type="http://schemas.openxmlformats.org/officeDocument/2006/relationships/tags" Target="../tags/tag235.xml"/><Relationship Id="rId1" Type="http://schemas.openxmlformats.org/officeDocument/2006/relationships/tags" Target="../tags/tag234.xml"/><Relationship Id="rId6" Type="http://schemas.openxmlformats.org/officeDocument/2006/relationships/tags" Target="../tags/tag239.xml"/><Relationship Id="rId5" Type="http://schemas.openxmlformats.org/officeDocument/2006/relationships/tags" Target="../tags/tag238.xml"/><Relationship Id="rId10" Type="http://schemas.openxmlformats.org/officeDocument/2006/relationships/image" Target="../media/image14.jpeg"/><Relationship Id="rId4" Type="http://schemas.openxmlformats.org/officeDocument/2006/relationships/tags" Target="../tags/tag237.xml"/><Relationship Id="rId9" Type="http://schemas.openxmlformats.org/officeDocument/2006/relationships/image" Target="../media/image13.jpeg"/></Relationships>
</file>

<file path=ppt/slides/_rels/slide50.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tags" Target="../tags/tag243.xml"/><Relationship Id="rId7" Type="http://schemas.openxmlformats.org/officeDocument/2006/relationships/tags" Target="../tags/tag247.xml"/><Relationship Id="rId12" Type="http://schemas.openxmlformats.org/officeDocument/2006/relationships/image" Target="../media/image37.png"/><Relationship Id="rId2" Type="http://schemas.openxmlformats.org/officeDocument/2006/relationships/tags" Target="../tags/tag242.xml"/><Relationship Id="rId1" Type="http://schemas.openxmlformats.org/officeDocument/2006/relationships/tags" Target="../tags/tag241.xml"/><Relationship Id="rId6" Type="http://schemas.openxmlformats.org/officeDocument/2006/relationships/tags" Target="../tags/tag246.xml"/><Relationship Id="rId11" Type="http://schemas.openxmlformats.org/officeDocument/2006/relationships/image" Target="../media/image36.png"/><Relationship Id="rId5" Type="http://schemas.openxmlformats.org/officeDocument/2006/relationships/tags" Target="../tags/tag245.xml"/><Relationship Id="rId10" Type="http://schemas.openxmlformats.org/officeDocument/2006/relationships/image" Target="../media/image14.jpeg"/><Relationship Id="rId4" Type="http://schemas.openxmlformats.org/officeDocument/2006/relationships/tags" Target="../tags/tag244.xml"/><Relationship Id="rId9" Type="http://schemas.openxmlformats.org/officeDocument/2006/relationships/image" Target="../media/image13.jpe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2.xml.rels><?xml version="1.0" encoding="UTF-8" standalone="yes"?>
<Relationships xmlns="http://schemas.openxmlformats.org/package/2006/relationships"><Relationship Id="rId3" Type="http://schemas.openxmlformats.org/officeDocument/2006/relationships/tags" Target="../tags/tag250.xml"/><Relationship Id="rId2" Type="http://schemas.openxmlformats.org/officeDocument/2006/relationships/tags" Target="../tags/tag249.xml"/><Relationship Id="rId1" Type="http://schemas.openxmlformats.org/officeDocument/2006/relationships/tags" Target="../tags/tag248.xml"/><Relationship Id="rId6" Type="http://schemas.openxmlformats.org/officeDocument/2006/relationships/slideLayout" Target="../slideLayouts/slideLayout17.xml"/><Relationship Id="rId5" Type="http://schemas.openxmlformats.org/officeDocument/2006/relationships/tags" Target="../tags/tag252.xml"/><Relationship Id="rId4" Type="http://schemas.openxmlformats.org/officeDocument/2006/relationships/tags" Target="../tags/tag251.xml"/></Relationships>
</file>

<file path=ppt/slides/_rels/slide53.xml.rels><?xml version="1.0" encoding="UTF-8" standalone="yes"?>
<Relationships xmlns="http://schemas.openxmlformats.org/package/2006/relationships"><Relationship Id="rId3" Type="http://schemas.openxmlformats.org/officeDocument/2006/relationships/tags" Target="../tags/tag255.xml"/><Relationship Id="rId2" Type="http://schemas.openxmlformats.org/officeDocument/2006/relationships/tags" Target="../tags/tag254.xml"/><Relationship Id="rId1" Type="http://schemas.openxmlformats.org/officeDocument/2006/relationships/tags" Target="../tags/tag253.xml"/><Relationship Id="rId5" Type="http://schemas.openxmlformats.org/officeDocument/2006/relationships/image" Target="../media/image38.png"/><Relationship Id="rId4" Type="http://schemas.openxmlformats.org/officeDocument/2006/relationships/slideLayout" Target="../slideLayouts/slideLayout17.xml"/></Relationships>
</file>

<file path=ppt/slides/_rels/slide54.xml.rels><?xml version="1.0" encoding="UTF-8" standalone="yes"?>
<Relationships xmlns="http://schemas.openxmlformats.org/package/2006/relationships"><Relationship Id="rId8" Type="http://schemas.openxmlformats.org/officeDocument/2006/relationships/tags" Target="../tags/tag263.xml"/><Relationship Id="rId13" Type="http://schemas.openxmlformats.org/officeDocument/2006/relationships/tags" Target="../tags/tag268.xml"/><Relationship Id="rId18" Type="http://schemas.openxmlformats.org/officeDocument/2006/relationships/tags" Target="../tags/tag273.xml"/><Relationship Id="rId26" Type="http://schemas.openxmlformats.org/officeDocument/2006/relationships/slideLayout" Target="../slideLayouts/slideLayout17.xml"/><Relationship Id="rId3" Type="http://schemas.openxmlformats.org/officeDocument/2006/relationships/tags" Target="../tags/tag258.xml"/><Relationship Id="rId21" Type="http://schemas.openxmlformats.org/officeDocument/2006/relationships/tags" Target="../tags/tag276.xml"/><Relationship Id="rId7" Type="http://schemas.openxmlformats.org/officeDocument/2006/relationships/tags" Target="../tags/tag262.xml"/><Relationship Id="rId12" Type="http://schemas.openxmlformats.org/officeDocument/2006/relationships/tags" Target="../tags/tag267.xml"/><Relationship Id="rId17" Type="http://schemas.openxmlformats.org/officeDocument/2006/relationships/tags" Target="../tags/tag272.xml"/><Relationship Id="rId25" Type="http://schemas.openxmlformats.org/officeDocument/2006/relationships/tags" Target="../tags/tag280.xml"/><Relationship Id="rId2" Type="http://schemas.openxmlformats.org/officeDocument/2006/relationships/tags" Target="../tags/tag257.xml"/><Relationship Id="rId16" Type="http://schemas.openxmlformats.org/officeDocument/2006/relationships/tags" Target="../tags/tag271.xml"/><Relationship Id="rId20" Type="http://schemas.openxmlformats.org/officeDocument/2006/relationships/tags" Target="../tags/tag275.xml"/><Relationship Id="rId1" Type="http://schemas.openxmlformats.org/officeDocument/2006/relationships/tags" Target="../tags/tag256.xml"/><Relationship Id="rId6" Type="http://schemas.openxmlformats.org/officeDocument/2006/relationships/tags" Target="../tags/tag261.xml"/><Relationship Id="rId11" Type="http://schemas.openxmlformats.org/officeDocument/2006/relationships/tags" Target="../tags/tag266.xml"/><Relationship Id="rId24" Type="http://schemas.openxmlformats.org/officeDocument/2006/relationships/tags" Target="../tags/tag279.xml"/><Relationship Id="rId5" Type="http://schemas.openxmlformats.org/officeDocument/2006/relationships/tags" Target="../tags/tag260.xml"/><Relationship Id="rId15" Type="http://schemas.openxmlformats.org/officeDocument/2006/relationships/tags" Target="../tags/tag270.xml"/><Relationship Id="rId23" Type="http://schemas.openxmlformats.org/officeDocument/2006/relationships/tags" Target="../tags/tag278.xml"/><Relationship Id="rId10" Type="http://schemas.openxmlformats.org/officeDocument/2006/relationships/tags" Target="../tags/tag265.xml"/><Relationship Id="rId19" Type="http://schemas.openxmlformats.org/officeDocument/2006/relationships/tags" Target="../tags/tag274.xml"/><Relationship Id="rId4" Type="http://schemas.openxmlformats.org/officeDocument/2006/relationships/tags" Target="../tags/tag259.xml"/><Relationship Id="rId9" Type="http://schemas.openxmlformats.org/officeDocument/2006/relationships/tags" Target="../tags/tag264.xml"/><Relationship Id="rId14" Type="http://schemas.openxmlformats.org/officeDocument/2006/relationships/tags" Target="../tags/tag269.xml"/><Relationship Id="rId22" Type="http://schemas.openxmlformats.org/officeDocument/2006/relationships/tags" Target="../tags/tag277.xml"/></Relationships>
</file>

<file path=ppt/slides/_rels/slide55.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43.wmf"/><Relationship Id="rId18" Type="http://schemas.openxmlformats.org/officeDocument/2006/relationships/oleObject" Target="../embeddings/oleObject9.bin"/><Relationship Id="rId3" Type="http://schemas.openxmlformats.org/officeDocument/2006/relationships/slideLayout" Target="../slideLayouts/slideLayout17.xml"/><Relationship Id="rId7" Type="http://schemas.openxmlformats.org/officeDocument/2006/relationships/image" Target="../media/image40.wmf"/><Relationship Id="rId12" Type="http://schemas.openxmlformats.org/officeDocument/2006/relationships/oleObject" Target="../embeddings/oleObject6.bin"/><Relationship Id="rId17" Type="http://schemas.openxmlformats.org/officeDocument/2006/relationships/image" Target="../media/image45.wmf"/><Relationship Id="rId2" Type="http://schemas.openxmlformats.org/officeDocument/2006/relationships/tags" Target="../tags/tag282.xml"/><Relationship Id="rId16" Type="http://schemas.openxmlformats.org/officeDocument/2006/relationships/oleObject" Target="../embeddings/oleObject8.bin"/><Relationship Id="rId1" Type="http://schemas.openxmlformats.org/officeDocument/2006/relationships/tags" Target="../tags/tag281.xml"/><Relationship Id="rId6" Type="http://schemas.openxmlformats.org/officeDocument/2006/relationships/oleObject" Target="../embeddings/oleObject3.bin"/><Relationship Id="rId11" Type="http://schemas.openxmlformats.org/officeDocument/2006/relationships/image" Target="../media/image42.wmf"/><Relationship Id="rId5" Type="http://schemas.openxmlformats.org/officeDocument/2006/relationships/image" Target="../media/image39.wmf"/><Relationship Id="rId15" Type="http://schemas.openxmlformats.org/officeDocument/2006/relationships/image" Target="../media/image44.wmf"/><Relationship Id="rId10" Type="http://schemas.openxmlformats.org/officeDocument/2006/relationships/oleObject" Target="../embeddings/oleObject5.bin"/><Relationship Id="rId19" Type="http://schemas.openxmlformats.org/officeDocument/2006/relationships/image" Target="../media/image46.wmf"/><Relationship Id="rId4" Type="http://schemas.openxmlformats.org/officeDocument/2006/relationships/oleObject" Target="../embeddings/oleObject2.bin"/><Relationship Id="rId9" Type="http://schemas.openxmlformats.org/officeDocument/2006/relationships/image" Target="../media/image41.wmf"/><Relationship Id="rId14" Type="http://schemas.openxmlformats.org/officeDocument/2006/relationships/oleObject" Target="../embeddings/oleObject7.bin"/></Relationships>
</file>

<file path=ppt/slides/_rels/slide56.xml.rels><?xml version="1.0" encoding="UTF-8" standalone="yes"?>
<Relationships xmlns="http://schemas.openxmlformats.org/package/2006/relationships"><Relationship Id="rId8" Type="http://schemas.openxmlformats.org/officeDocument/2006/relationships/tags" Target="../tags/tag290.xml"/><Relationship Id="rId13" Type="http://schemas.openxmlformats.org/officeDocument/2006/relationships/tags" Target="../tags/tag295.xml"/><Relationship Id="rId18" Type="http://schemas.openxmlformats.org/officeDocument/2006/relationships/image" Target="../media/image47.wmf"/><Relationship Id="rId3" Type="http://schemas.openxmlformats.org/officeDocument/2006/relationships/tags" Target="../tags/tag285.xml"/><Relationship Id="rId21" Type="http://schemas.openxmlformats.org/officeDocument/2006/relationships/oleObject" Target="../embeddings/oleObject12.bin"/><Relationship Id="rId7" Type="http://schemas.openxmlformats.org/officeDocument/2006/relationships/tags" Target="../tags/tag289.xml"/><Relationship Id="rId12" Type="http://schemas.openxmlformats.org/officeDocument/2006/relationships/tags" Target="../tags/tag294.xml"/><Relationship Id="rId17" Type="http://schemas.openxmlformats.org/officeDocument/2006/relationships/oleObject" Target="../embeddings/oleObject10.bin"/><Relationship Id="rId2" Type="http://schemas.openxmlformats.org/officeDocument/2006/relationships/tags" Target="../tags/tag284.xml"/><Relationship Id="rId16" Type="http://schemas.openxmlformats.org/officeDocument/2006/relationships/slideLayout" Target="../slideLayouts/slideLayout17.xml"/><Relationship Id="rId20" Type="http://schemas.openxmlformats.org/officeDocument/2006/relationships/image" Target="../media/image48.wmf"/><Relationship Id="rId1" Type="http://schemas.openxmlformats.org/officeDocument/2006/relationships/tags" Target="../tags/tag283.xml"/><Relationship Id="rId6" Type="http://schemas.openxmlformats.org/officeDocument/2006/relationships/tags" Target="../tags/tag288.xml"/><Relationship Id="rId11" Type="http://schemas.openxmlformats.org/officeDocument/2006/relationships/tags" Target="../tags/tag293.xml"/><Relationship Id="rId5" Type="http://schemas.openxmlformats.org/officeDocument/2006/relationships/tags" Target="../tags/tag287.xml"/><Relationship Id="rId15" Type="http://schemas.openxmlformats.org/officeDocument/2006/relationships/tags" Target="../tags/tag297.xml"/><Relationship Id="rId10" Type="http://schemas.openxmlformats.org/officeDocument/2006/relationships/tags" Target="../tags/tag292.xml"/><Relationship Id="rId19" Type="http://schemas.openxmlformats.org/officeDocument/2006/relationships/oleObject" Target="../embeddings/oleObject11.bin"/><Relationship Id="rId4" Type="http://schemas.openxmlformats.org/officeDocument/2006/relationships/tags" Target="../tags/tag286.xml"/><Relationship Id="rId9" Type="http://schemas.openxmlformats.org/officeDocument/2006/relationships/tags" Target="../tags/tag291.xml"/><Relationship Id="rId14" Type="http://schemas.openxmlformats.org/officeDocument/2006/relationships/tags" Target="../tags/tag296.xml"/><Relationship Id="rId22" Type="http://schemas.openxmlformats.org/officeDocument/2006/relationships/image" Target="../media/image49.wmf"/></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tags" Target="../tags/tag298.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tags" Target="../tags/tag299.xml"/></Relationships>
</file>

<file path=ppt/slides/_rels/slide59.xml.rels><?xml version="1.0" encoding="UTF-8" standalone="yes"?>
<Relationships xmlns="http://schemas.openxmlformats.org/package/2006/relationships"><Relationship Id="rId3" Type="http://schemas.openxmlformats.org/officeDocument/2006/relationships/tags" Target="../tags/tag302.xml"/><Relationship Id="rId2" Type="http://schemas.openxmlformats.org/officeDocument/2006/relationships/tags" Target="../tags/tag301.xml"/><Relationship Id="rId1" Type="http://schemas.openxmlformats.org/officeDocument/2006/relationships/tags" Target="../tags/tag300.xml"/><Relationship Id="rId6" Type="http://schemas.openxmlformats.org/officeDocument/2006/relationships/slideLayout" Target="../slideLayouts/slideLayout17.xml"/><Relationship Id="rId5" Type="http://schemas.openxmlformats.org/officeDocument/2006/relationships/tags" Target="../tags/tag304.xml"/><Relationship Id="rId4" Type="http://schemas.openxmlformats.org/officeDocument/2006/relationships/tags" Target="../tags/tag303.xml"/></Relationships>
</file>

<file path=ppt/slides/_rels/slide60.xml.rels><?xml version="1.0" encoding="UTF-8" standalone="yes"?>
<Relationships xmlns="http://schemas.openxmlformats.org/package/2006/relationships"><Relationship Id="rId8" Type="http://schemas.openxmlformats.org/officeDocument/2006/relationships/tags" Target="../tags/tag312.xml"/><Relationship Id="rId3" Type="http://schemas.openxmlformats.org/officeDocument/2006/relationships/tags" Target="../tags/tag307.xml"/><Relationship Id="rId7" Type="http://schemas.openxmlformats.org/officeDocument/2006/relationships/tags" Target="../tags/tag311.xml"/><Relationship Id="rId12" Type="http://schemas.openxmlformats.org/officeDocument/2006/relationships/notesSlide" Target="../notesSlides/notesSlide17.xml"/><Relationship Id="rId2" Type="http://schemas.openxmlformats.org/officeDocument/2006/relationships/tags" Target="../tags/tag306.xml"/><Relationship Id="rId1" Type="http://schemas.openxmlformats.org/officeDocument/2006/relationships/tags" Target="../tags/tag305.xml"/><Relationship Id="rId6" Type="http://schemas.openxmlformats.org/officeDocument/2006/relationships/tags" Target="../tags/tag310.xml"/><Relationship Id="rId11" Type="http://schemas.openxmlformats.org/officeDocument/2006/relationships/slideLayout" Target="../slideLayouts/slideLayout17.xml"/><Relationship Id="rId5" Type="http://schemas.openxmlformats.org/officeDocument/2006/relationships/tags" Target="../tags/tag309.xml"/><Relationship Id="rId10" Type="http://schemas.openxmlformats.org/officeDocument/2006/relationships/tags" Target="../tags/tag314.xml"/><Relationship Id="rId4" Type="http://schemas.openxmlformats.org/officeDocument/2006/relationships/tags" Target="../tags/tag308.xml"/><Relationship Id="rId9" Type="http://schemas.openxmlformats.org/officeDocument/2006/relationships/tags" Target="../tags/tag313.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7.xml"/><Relationship Id="rId1" Type="http://schemas.openxmlformats.org/officeDocument/2006/relationships/tags" Target="../tags/tag315.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7.xml"/><Relationship Id="rId1" Type="http://schemas.openxmlformats.org/officeDocument/2006/relationships/tags" Target="../tags/tag316.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7.xml"/><Relationship Id="rId1" Type="http://schemas.openxmlformats.org/officeDocument/2006/relationships/tags" Target="../tags/tag317.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tags" Target="../tags/tag31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320.xml"/><Relationship Id="rId1" Type="http://schemas.openxmlformats.org/officeDocument/2006/relationships/tags" Target="../tags/tag319.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7.xml"/><Relationship Id="rId1" Type="http://schemas.openxmlformats.org/officeDocument/2006/relationships/tags" Target="../tags/tag321.xml"/></Relationships>
</file>

<file path=ppt/slides/_rels/slide68.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tags" Target="../tags/tag324.xml"/><Relationship Id="rId7" Type="http://schemas.openxmlformats.org/officeDocument/2006/relationships/tags" Target="../tags/tag328.xml"/><Relationship Id="rId12" Type="http://schemas.openxmlformats.org/officeDocument/2006/relationships/image" Target="../media/image37.png"/><Relationship Id="rId2" Type="http://schemas.openxmlformats.org/officeDocument/2006/relationships/tags" Target="../tags/tag323.xml"/><Relationship Id="rId1" Type="http://schemas.openxmlformats.org/officeDocument/2006/relationships/tags" Target="../tags/tag322.xml"/><Relationship Id="rId6" Type="http://schemas.openxmlformats.org/officeDocument/2006/relationships/tags" Target="../tags/tag327.xml"/><Relationship Id="rId11" Type="http://schemas.openxmlformats.org/officeDocument/2006/relationships/image" Target="../media/image36.png"/><Relationship Id="rId5" Type="http://schemas.openxmlformats.org/officeDocument/2006/relationships/tags" Target="../tags/tag326.xml"/><Relationship Id="rId10" Type="http://schemas.openxmlformats.org/officeDocument/2006/relationships/image" Target="../media/image14.jpeg"/><Relationship Id="rId4" Type="http://schemas.openxmlformats.org/officeDocument/2006/relationships/tags" Target="../tags/tag325.xml"/><Relationship Id="rId9" Type="http://schemas.openxmlformats.org/officeDocument/2006/relationships/image" Target="../media/image13.jpeg"/></Relationships>
</file>

<file path=ppt/slides/_rels/slide6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7.xml"/></Relationships>
</file>

<file path=ppt/slides/_rels/slide7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slideLayout" Target="../slideLayouts/slideLayout17.xml"/><Relationship Id="rId1" Type="http://schemas.openxmlformats.org/officeDocument/2006/relationships/tags" Target="../tags/tag329.xml"/></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331.xml"/><Relationship Id="rId1" Type="http://schemas.openxmlformats.org/officeDocument/2006/relationships/tags" Target="../tags/tag330.xml"/><Relationship Id="rId4" Type="http://schemas.openxmlformats.org/officeDocument/2006/relationships/image" Target="../media/image52.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7.xml"/></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17.xml"/><Relationship Id="rId1" Type="http://schemas.openxmlformats.org/officeDocument/2006/relationships/tags" Target="../tags/tag332.xml"/><Relationship Id="rId4" Type="http://schemas.openxmlformats.org/officeDocument/2006/relationships/image" Target="../media/image54.wmf"/></Relationships>
</file>

<file path=ppt/slides/_rels/slide7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7.xml"/></Relationships>
</file>

<file path=ppt/slides/_rels/slide76.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7.xml"/></Relationships>
</file>

<file path=ppt/slides/_rels/slide7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7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7.xml"/></Relationships>
</file>

<file path=ppt/slides/_rels/slide7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7.xml"/></Relationships>
</file>

<file path=ppt/slides/_rels/slide80.xml.rels><?xml version="1.0" encoding="UTF-8" standalone="yes"?>
<Relationships xmlns="http://schemas.openxmlformats.org/package/2006/relationships"><Relationship Id="rId3" Type="http://schemas.openxmlformats.org/officeDocument/2006/relationships/tags" Target="../tags/tag335.xml"/><Relationship Id="rId2" Type="http://schemas.openxmlformats.org/officeDocument/2006/relationships/tags" Target="../tags/tag334.xml"/><Relationship Id="rId1" Type="http://schemas.openxmlformats.org/officeDocument/2006/relationships/tags" Target="../tags/tag333.xml"/><Relationship Id="rId5" Type="http://schemas.openxmlformats.org/officeDocument/2006/relationships/image" Target="../media/image60.png"/><Relationship Id="rId4" Type="http://schemas.openxmlformats.org/officeDocument/2006/relationships/slideLayout" Target="../slideLayouts/slideLayout17.xml"/></Relationships>
</file>

<file path=ppt/slides/_rels/slide8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7.xml"/></Relationships>
</file>

<file path=ppt/slides/_rels/slide82.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337.xml"/><Relationship Id="rId1" Type="http://schemas.openxmlformats.org/officeDocument/2006/relationships/tags" Target="../tags/tag33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17.xml"/></Relationships>
</file>

<file path=ppt/slides/_rels/slide85.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tags" Target="../tags/tag340.xml"/><Relationship Id="rId7" Type="http://schemas.openxmlformats.org/officeDocument/2006/relationships/tags" Target="../tags/tag344.xml"/><Relationship Id="rId2" Type="http://schemas.openxmlformats.org/officeDocument/2006/relationships/tags" Target="../tags/tag339.xml"/><Relationship Id="rId1" Type="http://schemas.openxmlformats.org/officeDocument/2006/relationships/tags" Target="../tags/tag338.xml"/><Relationship Id="rId6" Type="http://schemas.openxmlformats.org/officeDocument/2006/relationships/tags" Target="../tags/tag343.xml"/><Relationship Id="rId5" Type="http://schemas.openxmlformats.org/officeDocument/2006/relationships/tags" Target="../tags/tag342.xml"/><Relationship Id="rId10" Type="http://schemas.openxmlformats.org/officeDocument/2006/relationships/image" Target="../media/image64.png"/><Relationship Id="rId4" Type="http://schemas.openxmlformats.org/officeDocument/2006/relationships/tags" Target="../tags/tag341.xml"/><Relationship Id="rId9" Type="http://schemas.openxmlformats.org/officeDocument/2006/relationships/notesSlide" Target="../notesSlides/notesSlide23.xml"/></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tags" Target="../tags/tag345.xml"/></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tags" Target="../tags/tag346.xml"/></Relationships>
</file>

<file path=ppt/slides/_rels/slide88.xml.rels><?xml version="1.0" encoding="UTF-8" standalone="yes"?>
<Relationships xmlns="http://schemas.openxmlformats.org/package/2006/relationships"><Relationship Id="rId3" Type="http://schemas.openxmlformats.org/officeDocument/2006/relationships/tags" Target="../tags/tag349.xml"/><Relationship Id="rId7" Type="http://schemas.openxmlformats.org/officeDocument/2006/relationships/slideLayout" Target="../slideLayouts/slideLayout17.xml"/><Relationship Id="rId2" Type="http://schemas.openxmlformats.org/officeDocument/2006/relationships/tags" Target="../tags/tag348.xml"/><Relationship Id="rId1" Type="http://schemas.openxmlformats.org/officeDocument/2006/relationships/tags" Target="../tags/tag347.xml"/><Relationship Id="rId6" Type="http://schemas.openxmlformats.org/officeDocument/2006/relationships/tags" Target="../tags/tag352.xml"/><Relationship Id="rId5" Type="http://schemas.openxmlformats.org/officeDocument/2006/relationships/tags" Target="../tags/tag351.xml"/><Relationship Id="rId4" Type="http://schemas.openxmlformats.org/officeDocument/2006/relationships/tags" Target="../tags/tag350.xml"/></Relationships>
</file>

<file path=ppt/slides/_rels/slide89.xml.rels><?xml version="1.0" encoding="UTF-8" standalone="yes"?>
<Relationships xmlns="http://schemas.openxmlformats.org/package/2006/relationships"><Relationship Id="rId8" Type="http://schemas.openxmlformats.org/officeDocument/2006/relationships/tags" Target="../tags/tag360.xml"/><Relationship Id="rId13" Type="http://schemas.openxmlformats.org/officeDocument/2006/relationships/tags" Target="../tags/tag365.xml"/><Relationship Id="rId18" Type="http://schemas.openxmlformats.org/officeDocument/2006/relationships/image" Target="../media/image66.wmf"/><Relationship Id="rId3" Type="http://schemas.openxmlformats.org/officeDocument/2006/relationships/tags" Target="../tags/tag355.xml"/><Relationship Id="rId7" Type="http://schemas.openxmlformats.org/officeDocument/2006/relationships/tags" Target="../tags/tag359.xml"/><Relationship Id="rId12" Type="http://schemas.openxmlformats.org/officeDocument/2006/relationships/tags" Target="../tags/tag364.xml"/><Relationship Id="rId17" Type="http://schemas.openxmlformats.org/officeDocument/2006/relationships/oleObject" Target="../embeddings/oleObject14.bin"/><Relationship Id="rId2" Type="http://schemas.openxmlformats.org/officeDocument/2006/relationships/tags" Target="../tags/tag354.xml"/><Relationship Id="rId16" Type="http://schemas.openxmlformats.org/officeDocument/2006/relationships/image" Target="../media/image65.bmp"/><Relationship Id="rId20" Type="http://schemas.openxmlformats.org/officeDocument/2006/relationships/image" Target="../media/image67.wmf"/><Relationship Id="rId1" Type="http://schemas.openxmlformats.org/officeDocument/2006/relationships/tags" Target="../tags/tag353.xml"/><Relationship Id="rId6" Type="http://schemas.openxmlformats.org/officeDocument/2006/relationships/tags" Target="../tags/tag358.xml"/><Relationship Id="rId11" Type="http://schemas.openxmlformats.org/officeDocument/2006/relationships/tags" Target="../tags/tag363.xml"/><Relationship Id="rId5" Type="http://schemas.openxmlformats.org/officeDocument/2006/relationships/tags" Target="../tags/tag357.xml"/><Relationship Id="rId15" Type="http://schemas.openxmlformats.org/officeDocument/2006/relationships/slideLayout" Target="../slideLayouts/slideLayout17.xml"/><Relationship Id="rId10" Type="http://schemas.openxmlformats.org/officeDocument/2006/relationships/tags" Target="../tags/tag362.xml"/><Relationship Id="rId19" Type="http://schemas.openxmlformats.org/officeDocument/2006/relationships/oleObject" Target="../embeddings/oleObject15.bin"/><Relationship Id="rId4" Type="http://schemas.openxmlformats.org/officeDocument/2006/relationships/tags" Target="../tags/tag356.xml"/><Relationship Id="rId9" Type="http://schemas.openxmlformats.org/officeDocument/2006/relationships/tags" Target="../tags/tag361.xml"/><Relationship Id="rId14" Type="http://schemas.openxmlformats.org/officeDocument/2006/relationships/tags" Target="../tags/tag366.xml"/></Relationships>
</file>

<file path=ppt/slides/_rels/slide90.xml.rels><?xml version="1.0" encoding="UTF-8" standalone="yes"?>
<Relationships xmlns="http://schemas.openxmlformats.org/package/2006/relationships"><Relationship Id="rId8" Type="http://schemas.openxmlformats.org/officeDocument/2006/relationships/tags" Target="../tags/tag374.xml"/><Relationship Id="rId13" Type="http://schemas.openxmlformats.org/officeDocument/2006/relationships/tags" Target="../tags/tag379.xml"/><Relationship Id="rId18" Type="http://schemas.openxmlformats.org/officeDocument/2006/relationships/tags" Target="../tags/tag384.xml"/><Relationship Id="rId3" Type="http://schemas.openxmlformats.org/officeDocument/2006/relationships/tags" Target="../tags/tag369.xml"/><Relationship Id="rId21" Type="http://schemas.openxmlformats.org/officeDocument/2006/relationships/slideLayout" Target="../slideLayouts/slideLayout17.xml"/><Relationship Id="rId7" Type="http://schemas.openxmlformats.org/officeDocument/2006/relationships/tags" Target="../tags/tag373.xml"/><Relationship Id="rId12" Type="http://schemas.openxmlformats.org/officeDocument/2006/relationships/tags" Target="../tags/tag378.xml"/><Relationship Id="rId17" Type="http://schemas.openxmlformats.org/officeDocument/2006/relationships/tags" Target="../tags/tag383.xml"/><Relationship Id="rId2" Type="http://schemas.openxmlformats.org/officeDocument/2006/relationships/tags" Target="../tags/tag368.xml"/><Relationship Id="rId16" Type="http://schemas.openxmlformats.org/officeDocument/2006/relationships/tags" Target="../tags/tag382.xml"/><Relationship Id="rId20" Type="http://schemas.openxmlformats.org/officeDocument/2006/relationships/tags" Target="../tags/tag386.xml"/><Relationship Id="rId1" Type="http://schemas.openxmlformats.org/officeDocument/2006/relationships/tags" Target="../tags/tag367.xml"/><Relationship Id="rId6" Type="http://schemas.openxmlformats.org/officeDocument/2006/relationships/tags" Target="../tags/tag372.xml"/><Relationship Id="rId11" Type="http://schemas.openxmlformats.org/officeDocument/2006/relationships/tags" Target="../tags/tag377.xml"/><Relationship Id="rId5" Type="http://schemas.openxmlformats.org/officeDocument/2006/relationships/tags" Target="../tags/tag371.xml"/><Relationship Id="rId15" Type="http://schemas.openxmlformats.org/officeDocument/2006/relationships/tags" Target="../tags/tag381.xml"/><Relationship Id="rId23" Type="http://schemas.openxmlformats.org/officeDocument/2006/relationships/image" Target="../media/image68.bmp"/><Relationship Id="rId10" Type="http://schemas.openxmlformats.org/officeDocument/2006/relationships/tags" Target="../tags/tag376.xml"/><Relationship Id="rId19" Type="http://schemas.openxmlformats.org/officeDocument/2006/relationships/tags" Target="../tags/tag385.xml"/><Relationship Id="rId4" Type="http://schemas.openxmlformats.org/officeDocument/2006/relationships/tags" Target="../tags/tag370.xml"/><Relationship Id="rId9" Type="http://schemas.openxmlformats.org/officeDocument/2006/relationships/tags" Target="../tags/tag375.xml"/><Relationship Id="rId14" Type="http://schemas.openxmlformats.org/officeDocument/2006/relationships/tags" Target="../tags/tag380.xml"/><Relationship Id="rId22" Type="http://schemas.openxmlformats.org/officeDocument/2006/relationships/image" Target="../media/image65.bmp"/></Relationships>
</file>

<file path=ppt/slides/_rels/slide91.xml.rels><?xml version="1.0" encoding="UTF-8" standalone="yes"?>
<Relationships xmlns="http://schemas.openxmlformats.org/package/2006/relationships"><Relationship Id="rId8" Type="http://schemas.openxmlformats.org/officeDocument/2006/relationships/tags" Target="../tags/tag394.xml"/><Relationship Id="rId13" Type="http://schemas.openxmlformats.org/officeDocument/2006/relationships/tags" Target="../tags/tag399.xml"/><Relationship Id="rId18" Type="http://schemas.openxmlformats.org/officeDocument/2006/relationships/tags" Target="../tags/tag404.xml"/><Relationship Id="rId26" Type="http://schemas.openxmlformats.org/officeDocument/2006/relationships/image" Target="../media/image65.bmp"/><Relationship Id="rId3" Type="http://schemas.openxmlformats.org/officeDocument/2006/relationships/tags" Target="../tags/tag389.xml"/><Relationship Id="rId21" Type="http://schemas.openxmlformats.org/officeDocument/2006/relationships/tags" Target="../tags/tag407.xml"/><Relationship Id="rId7" Type="http://schemas.openxmlformats.org/officeDocument/2006/relationships/tags" Target="../tags/tag393.xml"/><Relationship Id="rId12" Type="http://schemas.openxmlformats.org/officeDocument/2006/relationships/tags" Target="../tags/tag398.xml"/><Relationship Id="rId17" Type="http://schemas.openxmlformats.org/officeDocument/2006/relationships/tags" Target="../tags/tag403.xml"/><Relationship Id="rId25" Type="http://schemas.openxmlformats.org/officeDocument/2006/relationships/slideLayout" Target="../slideLayouts/slideLayout17.xml"/><Relationship Id="rId2" Type="http://schemas.openxmlformats.org/officeDocument/2006/relationships/tags" Target="../tags/tag388.xml"/><Relationship Id="rId16" Type="http://schemas.openxmlformats.org/officeDocument/2006/relationships/tags" Target="../tags/tag402.xml"/><Relationship Id="rId20" Type="http://schemas.openxmlformats.org/officeDocument/2006/relationships/tags" Target="../tags/tag406.xml"/><Relationship Id="rId1" Type="http://schemas.openxmlformats.org/officeDocument/2006/relationships/tags" Target="../tags/tag387.xml"/><Relationship Id="rId6" Type="http://schemas.openxmlformats.org/officeDocument/2006/relationships/tags" Target="../tags/tag392.xml"/><Relationship Id="rId11" Type="http://schemas.openxmlformats.org/officeDocument/2006/relationships/tags" Target="../tags/tag397.xml"/><Relationship Id="rId24" Type="http://schemas.openxmlformats.org/officeDocument/2006/relationships/tags" Target="../tags/tag410.xml"/><Relationship Id="rId5" Type="http://schemas.openxmlformats.org/officeDocument/2006/relationships/tags" Target="../tags/tag391.xml"/><Relationship Id="rId15" Type="http://schemas.openxmlformats.org/officeDocument/2006/relationships/tags" Target="../tags/tag401.xml"/><Relationship Id="rId23" Type="http://schemas.openxmlformats.org/officeDocument/2006/relationships/tags" Target="../tags/tag409.xml"/><Relationship Id="rId10" Type="http://schemas.openxmlformats.org/officeDocument/2006/relationships/tags" Target="../tags/tag396.xml"/><Relationship Id="rId19" Type="http://schemas.openxmlformats.org/officeDocument/2006/relationships/tags" Target="../tags/tag405.xml"/><Relationship Id="rId4" Type="http://schemas.openxmlformats.org/officeDocument/2006/relationships/tags" Target="../tags/tag390.xml"/><Relationship Id="rId9" Type="http://schemas.openxmlformats.org/officeDocument/2006/relationships/tags" Target="../tags/tag395.xml"/><Relationship Id="rId14" Type="http://schemas.openxmlformats.org/officeDocument/2006/relationships/tags" Target="../tags/tag400.xml"/><Relationship Id="rId22" Type="http://schemas.openxmlformats.org/officeDocument/2006/relationships/tags" Target="../tags/tag408.xml"/><Relationship Id="rId27" Type="http://schemas.openxmlformats.org/officeDocument/2006/relationships/image" Target="../media/image68.bmp"/></Relationships>
</file>

<file path=ppt/slides/_rels/slide92.xml.rels><?xml version="1.0" encoding="UTF-8" standalone="yes"?>
<Relationships xmlns="http://schemas.openxmlformats.org/package/2006/relationships"><Relationship Id="rId8" Type="http://schemas.openxmlformats.org/officeDocument/2006/relationships/tags" Target="../tags/tag418.xml"/><Relationship Id="rId13" Type="http://schemas.openxmlformats.org/officeDocument/2006/relationships/slideLayout" Target="../slideLayouts/slideLayout17.xml"/><Relationship Id="rId3" Type="http://schemas.openxmlformats.org/officeDocument/2006/relationships/tags" Target="../tags/tag413.xml"/><Relationship Id="rId7" Type="http://schemas.openxmlformats.org/officeDocument/2006/relationships/tags" Target="../tags/tag417.xml"/><Relationship Id="rId12" Type="http://schemas.openxmlformats.org/officeDocument/2006/relationships/tags" Target="../tags/tag422.xml"/><Relationship Id="rId2" Type="http://schemas.openxmlformats.org/officeDocument/2006/relationships/tags" Target="../tags/tag412.xml"/><Relationship Id="rId1" Type="http://schemas.openxmlformats.org/officeDocument/2006/relationships/tags" Target="../tags/tag411.xml"/><Relationship Id="rId6" Type="http://schemas.openxmlformats.org/officeDocument/2006/relationships/tags" Target="../tags/tag416.xml"/><Relationship Id="rId11" Type="http://schemas.openxmlformats.org/officeDocument/2006/relationships/tags" Target="../tags/tag421.xml"/><Relationship Id="rId5" Type="http://schemas.openxmlformats.org/officeDocument/2006/relationships/tags" Target="../tags/tag415.xml"/><Relationship Id="rId10" Type="http://schemas.openxmlformats.org/officeDocument/2006/relationships/tags" Target="../tags/tag420.xml"/><Relationship Id="rId4" Type="http://schemas.openxmlformats.org/officeDocument/2006/relationships/tags" Target="../tags/tag414.xml"/><Relationship Id="rId9" Type="http://schemas.openxmlformats.org/officeDocument/2006/relationships/tags" Target="../tags/tag419.xml"/><Relationship Id="rId14" Type="http://schemas.openxmlformats.org/officeDocument/2006/relationships/image" Target="../media/image65.bmp"/></Relationships>
</file>

<file path=ppt/slides/_rels/slide93.xml.rels><?xml version="1.0" encoding="UTF-8" standalone="yes"?>
<Relationships xmlns="http://schemas.openxmlformats.org/package/2006/relationships"><Relationship Id="rId8" Type="http://schemas.openxmlformats.org/officeDocument/2006/relationships/tags" Target="../tags/tag430.xml"/><Relationship Id="rId13" Type="http://schemas.openxmlformats.org/officeDocument/2006/relationships/tags" Target="../tags/tag435.xml"/><Relationship Id="rId18" Type="http://schemas.openxmlformats.org/officeDocument/2006/relationships/tags" Target="../tags/tag440.xml"/><Relationship Id="rId26" Type="http://schemas.openxmlformats.org/officeDocument/2006/relationships/image" Target="../media/image68.bmp"/><Relationship Id="rId3" Type="http://schemas.openxmlformats.org/officeDocument/2006/relationships/tags" Target="../tags/tag425.xml"/><Relationship Id="rId21" Type="http://schemas.openxmlformats.org/officeDocument/2006/relationships/tags" Target="../tags/tag443.xml"/><Relationship Id="rId7" Type="http://schemas.openxmlformats.org/officeDocument/2006/relationships/tags" Target="../tags/tag429.xml"/><Relationship Id="rId12" Type="http://schemas.openxmlformats.org/officeDocument/2006/relationships/tags" Target="../tags/tag434.xml"/><Relationship Id="rId17" Type="http://schemas.openxmlformats.org/officeDocument/2006/relationships/tags" Target="../tags/tag439.xml"/><Relationship Id="rId25" Type="http://schemas.openxmlformats.org/officeDocument/2006/relationships/image" Target="../media/image65.bmp"/><Relationship Id="rId2" Type="http://schemas.openxmlformats.org/officeDocument/2006/relationships/tags" Target="../tags/tag424.xml"/><Relationship Id="rId16" Type="http://schemas.openxmlformats.org/officeDocument/2006/relationships/tags" Target="../tags/tag438.xml"/><Relationship Id="rId20" Type="http://schemas.openxmlformats.org/officeDocument/2006/relationships/tags" Target="../tags/tag442.xml"/><Relationship Id="rId1" Type="http://schemas.openxmlformats.org/officeDocument/2006/relationships/tags" Target="../tags/tag423.xml"/><Relationship Id="rId6" Type="http://schemas.openxmlformats.org/officeDocument/2006/relationships/tags" Target="../tags/tag428.xml"/><Relationship Id="rId11" Type="http://schemas.openxmlformats.org/officeDocument/2006/relationships/tags" Target="../tags/tag433.xml"/><Relationship Id="rId24" Type="http://schemas.openxmlformats.org/officeDocument/2006/relationships/slideLayout" Target="../slideLayouts/slideLayout17.xml"/><Relationship Id="rId5" Type="http://schemas.openxmlformats.org/officeDocument/2006/relationships/tags" Target="../tags/tag427.xml"/><Relationship Id="rId15" Type="http://schemas.openxmlformats.org/officeDocument/2006/relationships/tags" Target="../tags/tag437.xml"/><Relationship Id="rId23" Type="http://schemas.openxmlformats.org/officeDocument/2006/relationships/tags" Target="../tags/tag445.xml"/><Relationship Id="rId10" Type="http://schemas.openxmlformats.org/officeDocument/2006/relationships/tags" Target="../tags/tag432.xml"/><Relationship Id="rId19" Type="http://schemas.openxmlformats.org/officeDocument/2006/relationships/tags" Target="../tags/tag441.xml"/><Relationship Id="rId4" Type="http://schemas.openxmlformats.org/officeDocument/2006/relationships/tags" Target="../tags/tag426.xml"/><Relationship Id="rId9" Type="http://schemas.openxmlformats.org/officeDocument/2006/relationships/tags" Target="../tags/tag431.xml"/><Relationship Id="rId14" Type="http://schemas.openxmlformats.org/officeDocument/2006/relationships/tags" Target="../tags/tag436.xml"/><Relationship Id="rId22" Type="http://schemas.openxmlformats.org/officeDocument/2006/relationships/tags" Target="../tags/tag444.xml"/></Relationships>
</file>

<file path=ppt/slides/_rels/slide94.xml.rels><?xml version="1.0" encoding="UTF-8" standalone="yes"?>
<Relationships xmlns="http://schemas.openxmlformats.org/package/2006/relationships"><Relationship Id="rId8" Type="http://schemas.openxmlformats.org/officeDocument/2006/relationships/tags" Target="../tags/tag453.xml"/><Relationship Id="rId13" Type="http://schemas.openxmlformats.org/officeDocument/2006/relationships/tags" Target="../tags/tag458.xml"/><Relationship Id="rId18" Type="http://schemas.openxmlformats.org/officeDocument/2006/relationships/tags" Target="../tags/tag463.xml"/><Relationship Id="rId26" Type="http://schemas.openxmlformats.org/officeDocument/2006/relationships/tags" Target="../tags/tag471.xml"/><Relationship Id="rId3" Type="http://schemas.openxmlformats.org/officeDocument/2006/relationships/tags" Target="../tags/tag448.xml"/><Relationship Id="rId21" Type="http://schemas.openxmlformats.org/officeDocument/2006/relationships/tags" Target="../tags/tag466.xml"/><Relationship Id="rId7" Type="http://schemas.openxmlformats.org/officeDocument/2006/relationships/tags" Target="../tags/tag452.xml"/><Relationship Id="rId12" Type="http://schemas.openxmlformats.org/officeDocument/2006/relationships/tags" Target="../tags/tag457.xml"/><Relationship Id="rId17" Type="http://schemas.openxmlformats.org/officeDocument/2006/relationships/tags" Target="../tags/tag462.xml"/><Relationship Id="rId25" Type="http://schemas.openxmlformats.org/officeDocument/2006/relationships/tags" Target="../tags/tag470.xml"/><Relationship Id="rId2" Type="http://schemas.openxmlformats.org/officeDocument/2006/relationships/tags" Target="../tags/tag447.xml"/><Relationship Id="rId16" Type="http://schemas.openxmlformats.org/officeDocument/2006/relationships/tags" Target="../tags/tag461.xml"/><Relationship Id="rId20" Type="http://schemas.openxmlformats.org/officeDocument/2006/relationships/tags" Target="../tags/tag465.xml"/><Relationship Id="rId29" Type="http://schemas.openxmlformats.org/officeDocument/2006/relationships/image" Target="../media/image68.bmp"/><Relationship Id="rId1" Type="http://schemas.openxmlformats.org/officeDocument/2006/relationships/tags" Target="../tags/tag446.xml"/><Relationship Id="rId6" Type="http://schemas.openxmlformats.org/officeDocument/2006/relationships/tags" Target="../tags/tag451.xml"/><Relationship Id="rId11" Type="http://schemas.openxmlformats.org/officeDocument/2006/relationships/tags" Target="../tags/tag456.xml"/><Relationship Id="rId24" Type="http://schemas.openxmlformats.org/officeDocument/2006/relationships/tags" Target="../tags/tag469.xml"/><Relationship Id="rId5" Type="http://schemas.openxmlformats.org/officeDocument/2006/relationships/tags" Target="../tags/tag450.xml"/><Relationship Id="rId15" Type="http://schemas.openxmlformats.org/officeDocument/2006/relationships/tags" Target="../tags/tag460.xml"/><Relationship Id="rId23" Type="http://schemas.openxmlformats.org/officeDocument/2006/relationships/tags" Target="../tags/tag468.xml"/><Relationship Id="rId28" Type="http://schemas.openxmlformats.org/officeDocument/2006/relationships/image" Target="../media/image65.bmp"/><Relationship Id="rId10" Type="http://schemas.openxmlformats.org/officeDocument/2006/relationships/tags" Target="../tags/tag455.xml"/><Relationship Id="rId19" Type="http://schemas.openxmlformats.org/officeDocument/2006/relationships/tags" Target="../tags/tag464.xml"/><Relationship Id="rId4" Type="http://schemas.openxmlformats.org/officeDocument/2006/relationships/tags" Target="../tags/tag449.xml"/><Relationship Id="rId9" Type="http://schemas.openxmlformats.org/officeDocument/2006/relationships/tags" Target="../tags/tag454.xml"/><Relationship Id="rId14" Type="http://schemas.openxmlformats.org/officeDocument/2006/relationships/tags" Target="../tags/tag459.xml"/><Relationship Id="rId22" Type="http://schemas.openxmlformats.org/officeDocument/2006/relationships/tags" Target="../tags/tag467.xml"/><Relationship Id="rId27" Type="http://schemas.openxmlformats.org/officeDocument/2006/relationships/slideLayout" Target="../slideLayouts/slideLayout17.xml"/></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tags" Target="../tags/tag472.xml"/></Relationships>
</file>

<file path=ppt/slides/_rels/slide96.xml.rels><?xml version="1.0" encoding="UTF-8" standalone="yes"?>
<Relationships xmlns="http://schemas.openxmlformats.org/package/2006/relationships"><Relationship Id="rId8" Type="http://schemas.openxmlformats.org/officeDocument/2006/relationships/tags" Target="../tags/tag480.xml"/><Relationship Id="rId13" Type="http://schemas.openxmlformats.org/officeDocument/2006/relationships/tags" Target="../tags/tag485.xml"/><Relationship Id="rId18" Type="http://schemas.openxmlformats.org/officeDocument/2006/relationships/tags" Target="../tags/tag490.xml"/><Relationship Id="rId3" Type="http://schemas.openxmlformats.org/officeDocument/2006/relationships/tags" Target="../tags/tag475.xml"/><Relationship Id="rId7" Type="http://schemas.openxmlformats.org/officeDocument/2006/relationships/tags" Target="../tags/tag479.xml"/><Relationship Id="rId12" Type="http://schemas.openxmlformats.org/officeDocument/2006/relationships/tags" Target="../tags/tag484.xml"/><Relationship Id="rId17" Type="http://schemas.openxmlformats.org/officeDocument/2006/relationships/tags" Target="../tags/tag489.xml"/><Relationship Id="rId2" Type="http://schemas.openxmlformats.org/officeDocument/2006/relationships/tags" Target="../tags/tag474.xml"/><Relationship Id="rId16" Type="http://schemas.openxmlformats.org/officeDocument/2006/relationships/tags" Target="../tags/tag488.xml"/><Relationship Id="rId20" Type="http://schemas.openxmlformats.org/officeDocument/2006/relationships/image" Target="../media/image65.bmp"/><Relationship Id="rId1" Type="http://schemas.openxmlformats.org/officeDocument/2006/relationships/tags" Target="../tags/tag473.xml"/><Relationship Id="rId6" Type="http://schemas.openxmlformats.org/officeDocument/2006/relationships/tags" Target="../tags/tag478.xml"/><Relationship Id="rId11" Type="http://schemas.openxmlformats.org/officeDocument/2006/relationships/tags" Target="../tags/tag483.xml"/><Relationship Id="rId5" Type="http://schemas.openxmlformats.org/officeDocument/2006/relationships/tags" Target="../tags/tag477.xml"/><Relationship Id="rId15" Type="http://schemas.openxmlformats.org/officeDocument/2006/relationships/tags" Target="../tags/tag487.xml"/><Relationship Id="rId10" Type="http://schemas.openxmlformats.org/officeDocument/2006/relationships/tags" Target="../tags/tag482.xml"/><Relationship Id="rId19" Type="http://schemas.openxmlformats.org/officeDocument/2006/relationships/slideLayout" Target="../slideLayouts/slideLayout17.xml"/><Relationship Id="rId4" Type="http://schemas.openxmlformats.org/officeDocument/2006/relationships/tags" Target="../tags/tag476.xml"/><Relationship Id="rId9" Type="http://schemas.openxmlformats.org/officeDocument/2006/relationships/tags" Target="../tags/tag481.xml"/><Relationship Id="rId14" Type="http://schemas.openxmlformats.org/officeDocument/2006/relationships/tags" Target="../tags/tag486.xml"/></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tags" Target="../tags/tag491.xml"/></Relationships>
</file>

<file path=ppt/slides/_rels/slide98.xml.rels><?xml version="1.0" encoding="UTF-8" standalone="yes"?>
<Relationships xmlns="http://schemas.openxmlformats.org/package/2006/relationships"><Relationship Id="rId8" Type="http://schemas.openxmlformats.org/officeDocument/2006/relationships/tags" Target="../tags/tag499.xml"/><Relationship Id="rId13" Type="http://schemas.openxmlformats.org/officeDocument/2006/relationships/tags" Target="../tags/tag504.xml"/><Relationship Id="rId18" Type="http://schemas.openxmlformats.org/officeDocument/2006/relationships/tags" Target="../tags/tag509.xml"/><Relationship Id="rId26" Type="http://schemas.openxmlformats.org/officeDocument/2006/relationships/tags" Target="../tags/tag517.xml"/><Relationship Id="rId3" Type="http://schemas.openxmlformats.org/officeDocument/2006/relationships/tags" Target="../tags/tag494.xml"/><Relationship Id="rId21" Type="http://schemas.openxmlformats.org/officeDocument/2006/relationships/tags" Target="../tags/tag512.xml"/><Relationship Id="rId7" Type="http://schemas.openxmlformats.org/officeDocument/2006/relationships/tags" Target="../tags/tag498.xml"/><Relationship Id="rId12" Type="http://schemas.openxmlformats.org/officeDocument/2006/relationships/tags" Target="../tags/tag503.xml"/><Relationship Id="rId17" Type="http://schemas.openxmlformats.org/officeDocument/2006/relationships/tags" Target="../tags/tag508.xml"/><Relationship Id="rId25" Type="http://schemas.openxmlformats.org/officeDocument/2006/relationships/tags" Target="../tags/tag516.xml"/><Relationship Id="rId2" Type="http://schemas.openxmlformats.org/officeDocument/2006/relationships/tags" Target="../tags/tag493.xml"/><Relationship Id="rId16" Type="http://schemas.openxmlformats.org/officeDocument/2006/relationships/tags" Target="../tags/tag507.xml"/><Relationship Id="rId20" Type="http://schemas.openxmlformats.org/officeDocument/2006/relationships/tags" Target="../tags/tag511.xml"/><Relationship Id="rId29" Type="http://schemas.openxmlformats.org/officeDocument/2006/relationships/slideLayout" Target="../slideLayouts/slideLayout17.xml"/><Relationship Id="rId1" Type="http://schemas.openxmlformats.org/officeDocument/2006/relationships/tags" Target="../tags/tag492.xml"/><Relationship Id="rId6" Type="http://schemas.openxmlformats.org/officeDocument/2006/relationships/tags" Target="../tags/tag497.xml"/><Relationship Id="rId11" Type="http://schemas.openxmlformats.org/officeDocument/2006/relationships/tags" Target="../tags/tag502.xml"/><Relationship Id="rId24" Type="http://schemas.openxmlformats.org/officeDocument/2006/relationships/tags" Target="../tags/tag515.xml"/><Relationship Id="rId5" Type="http://schemas.openxmlformats.org/officeDocument/2006/relationships/tags" Target="../tags/tag496.xml"/><Relationship Id="rId15" Type="http://schemas.openxmlformats.org/officeDocument/2006/relationships/tags" Target="../tags/tag506.xml"/><Relationship Id="rId23" Type="http://schemas.openxmlformats.org/officeDocument/2006/relationships/tags" Target="../tags/tag514.xml"/><Relationship Id="rId28" Type="http://schemas.openxmlformats.org/officeDocument/2006/relationships/tags" Target="../tags/tag519.xml"/><Relationship Id="rId10" Type="http://schemas.openxmlformats.org/officeDocument/2006/relationships/tags" Target="../tags/tag501.xml"/><Relationship Id="rId19" Type="http://schemas.openxmlformats.org/officeDocument/2006/relationships/tags" Target="../tags/tag510.xml"/><Relationship Id="rId31" Type="http://schemas.openxmlformats.org/officeDocument/2006/relationships/image" Target="../media/image68.bmp"/><Relationship Id="rId4" Type="http://schemas.openxmlformats.org/officeDocument/2006/relationships/tags" Target="../tags/tag495.xml"/><Relationship Id="rId9" Type="http://schemas.openxmlformats.org/officeDocument/2006/relationships/tags" Target="../tags/tag500.xml"/><Relationship Id="rId14" Type="http://schemas.openxmlformats.org/officeDocument/2006/relationships/tags" Target="../tags/tag505.xml"/><Relationship Id="rId22" Type="http://schemas.openxmlformats.org/officeDocument/2006/relationships/tags" Target="../tags/tag513.xml"/><Relationship Id="rId27" Type="http://schemas.openxmlformats.org/officeDocument/2006/relationships/tags" Target="../tags/tag518.xml"/><Relationship Id="rId30" Type="http://schemas.openxmlformats.org/officeDocument/2006/relationships/image" Target="../media/image65.bmp"/></Relationships>
</file>

<file path=ppt/slides/_rels/slide99.xml.rels><?xml version="1.0" encoding="UTF-8" standalone="yes"?>
<Relationships xmlns="http://schemas.openxmlformats.org/package/2006/relationships"><Relationship Id="rId8" Type="http://schemas.openxmlformats.org/officeDocument/2006/relationships/tags" Target="../tags/tag527.xml"/><Relationship Id="rId13" Type="http://schemas.openxmlformats.org/officeDocument/2006/relationships/tags" Target="../tags/tag532.xml"/><Relationship Id="rId18" Type="http://schemas.openxmlformats.org/officeDocument/2006/relationships/tags" Target="../tags/tag537.xml"/><Relationship Id="rId26" Type="http://schemas.openxmlformats.org/officeDocument/2006/relationships/image" Target="../media/image65.bmp"/><Relationship Id="rId3" Type="http://schemas.openxmlformats.org/officeDocument/2006/relationships/tags" Target="../tags/tag522.xml"/><Relationship Id="rId21" Type="http://schemas.openxmlformats.org/officeDocument/2006/relationships/tags" Target="../tags/tag540.xml"/><Relationship Id="rId7" Type="http://schemas.openxmlformats.org/officeDocument/2006/relationships/tags" Target="../tags/tag526.xml"/><Relationship Id="rId12" Type="http://schemas.openxmlformats.org/officeDocument/2006/relationships/tags" Target="../tags/tag531.xml"/><Relationship Id="rId17" Type="http://schemas.openxmlformats.org/officeDocument/2006/relationships/tags" Target="../tags/tag536.xml"/><Relationship Id="rId25" Type="http://schemas.openxmlformats.org/officeDocument/2006/relationships/slideLayout" Target="../slideLayouts/slideLayout17.xml"/><Relationship Id="rId2" Type="http://schemas.openxmlformats.org/officeDocument/2006/relationships/tags" Target="../tags/tag521.xml"/><Relationship Id="rId16" Type="http://schemas.openxmlformats.org/officeDocument/2006/relationships/tags" Target="../tags/tag535.xml"/><Relationship Id="rId20" Type="http://schemas.openxmlformats.org/officeDocument/2006/relationships/tags" Target="../tags/tag539.xml"/><Relationship Id="rId1" Type="http://schemas.openxmlformats.org/officeDocument/2006/relationships/tags" Target="../tags/tag520.xml"/><Relationship Id="rId6" Type="http://schemas.openxmlformats.org/officeDocument/2006/relationships/tags" Target="../tags/tag525.xml"/><Relationship Id="rId11" Type="http://schemas.openxmlformats.org/officeDocument/2006/relationships/tags" Target="../tags/tag530.xml"/><Relationship Id="rId24" Type="http://schemas.openxmlformats.org/officeDocument/2006/relationships/tags" Target="../tags/tag543.xml"/><Relationship Id="rId5" Type="http://schemas.openxmlformats.org/officeDocument/2006/relationships/tags" Target="../tags/tag524.xml"/><Relationship Id="rId15" Type="http://schemas.openxmlformats.org/officeDocument/2006/relationships/tags" Target="../tags/tag534.xml"/><Relationship Id="rId23" Type="http://schemas.openxmlformats.org/officeDocument/2006/relationships/tags" Target="../tags/tag542.xml"/><Relationship Id="rId10" Type="http://schemas.openxmlformats.org/officeDocument/2006/relationships/tags" Target="../tags/tag529.xml"/><Relationship Id="rId19" Type="http://schemas.openxmlformats.org/officeDocument/2006/relationships/tags" Target="../tags/tag538.xml"/><Relationship Id="rId4" Type="http://schemas.openxmlformats.org/officeDocument/2006/relationships/tags" Target="../tags/tag523.xml"/><Relationship Id="rId9" Type="http://schemas.openxmlformats.org/officeDocument/2006/relationships/tags" Target="../tags/tag528.xml"/><Relationship Id="rId14" Type="http://schemas.openxmlformats.org/officeDocument/2006/relationships/tags" Target="../tags/tag533.xml"/><Relationship Id="rId22" Type="http://schemas.openxmlformats.org/officeDocument/2006/relationships/tags" Target="../tags/tag541.xml"/><Relationship Id="rId27" Type="http://schemas.openxmlformats.org/officeDocument/2006/relationships/image" Target="../media/image68.bmp"/></Relationships>
</file>

<file path=ppt/slides/_rels/slide100.xml.rels><?xml version="1.0" encoding="UTF-8" standalone="yes"?>
<Relationships xmlns="http://schemas.openxmlformats.org/package/2006/relationships"><Relationship Id="rId8" Type="http://schemas.openxmlformats.org/officeDocument/2006/relationships/tags" Target="../tags/tag551.xml"/><Relationship Id="rId13" Type="http://schemas.openxmlformats.org/officeDocument/2006/relationships/tags" Target="../tags/tag556.xml"/><Relationship Id="rId18" Type="http://schemas.openxmlformats.org/officeDocument/2006/relationships/tags" Target="../tags/tag561.xml"/><Relationship Id="rId3" Type="http://schemas.openxmlformats.org/officeDocument/2006/relationships/tags" Target="../tags/tag546.xml"/><Relationship Id="rId21" Type="http://schemas.openxmlformats.org/officeDocument/2006/relationships/slideLayout" Target="../slideLayouts/slideLayout17.xml"/><Relationship Id="rId7" Type="http://schemas.openxmlformats.org/officeDocument/2006/relationships/tags" Target="../tags/tag550.xml"/><Relationship Id="rId12" Type="http://schemas.openxmlformats.org/officeDocument/2006/relationships/tags" Target="../tags/tag555.xml"/><Relationship Id="rId17" Type="http://schemas.openxmlformats.org/officeDocument/2006/relationships/tags" Target="../tags/tag560.xml"/><Relationship Id="rId2" Type="http://schemas.openxmlformats.org/officeDocument/2006/relationships/tags" Target="../tags/tag545.xml"/><Relationship Id="rId16" Type="http://schemas.openxmlformats.org/officeDocument/2006/relationships/tags" Target="../tags/tag559.xml"/><Relationship Id="rId20" Type="http://schemas.openxmlformats.org/officeDocument/2006/relationships/tags" Target="../tags/tag563.xml"/><Relationship Id="rId1" Type="http://schemas.openxmlformats.org/officeDocument/2006/relationships/tags" Target="../tags/tag544.xml"/><Relationship Id="rId6" Type="http://schemas.openxmlformats.org/officeDocument/2006/relationships/tags" Target="../tags/tag549.xml"/><Relationship Id="rId11" Type="http://schemas.openxmlformats.org/officeDocument/2006/relationships/tags" Target="../tags/tag554.xml"/><Relationship Id="rId5" Type="http://schemas.openxmlformats.org/officeDocument/2006/relationships/tags" Target="../tags/tag548.xml"/><Relationship Id="rId15" Type="http://schemas.openxmlformats.org/officeDocument/2006/relationships/tags" Target="../tags/tag558.xml"/><Relationship Id="rId10" Type="http://schemas.openxmlformats.org/officeDocument/2006/relationships/tags" Target="../tags/tag553.xml"/><Relationship Id="rId19" Type="http://schemas.openxmlformats.org/officeDocument/2006/relationships/tags" Target="../tags/tag562.xml"/><Relationship Id="rId4" Type="http://schemas.openxmlformats.org/officeDocument/2006/relationships/tags" Target="../tags/tag547.xml"/><Relationship Id="rId9" Type="http://schemas.openxmlformats.org/officeDocument/2006/relationships/tags" Target="../tags/tag552.xml"/><Relationship Id="rId14" Type="http://schemas.openxmlformats.org/officeDocument/2006/relationships/tags" Target="../tags/tag557.xml"/><Relationship Id="rId22" Type="http://schemas.openxmlformats.org/officeDocument/2006/relationships/image" Target="../media/image65.bmp"/></Relationships>
</file>

<file path=ppt/slides/_rels/slide101.xml.rels><?xml version="1.0" encoding="UTF-8" standalone="yes"?>
<Relationships xmlns="http://schemas.openxmlformats.org/package/2006/relationships"><Relationship Id="rId13" Type="http://schemas.openxmlformats.org/officeDocument/2006/relationships/tags" Target="../tags/tag576.xml"/><Relationship Id="rId18" Type="http://schemas.openxmlformats.org/officeDocument/2006/relationships/tags" Target="../tags/tag581.xml"/><Relationship Id="rId26" Type="http://schemas.openxmlformats.org/officeDocument/2006/relationships/tags" Target="../tags/tag589.xml"/><Relationship Id="rId39" Type="http://schemas.openxmlformats.org/officeDocument/2006/relationships/image" Target="../media/image65.bmp"/><Relationship Id="rId21" Type="http://schemas.openxmlformats.org/officeDocument/2006/relationships/tags" Target="../tags/tag584.xml"/><Relationship Id="rId34" Type="http://schemas.openxmlformats.org/officeDocument/2006/relationships/tags" Target="../tags/tag597.xml"/><Relationship Id="rId7" Type="http://schemas.openxmlformats.org/officeDocument/2006/relationships/tags" Target="../tags/tag570.xml"/><Relationship Id="rId12" Type="http://schemas.openxmlformats.org/officeDocument/2006/relationships/tags" Target="../tags/tag575.xml"/><Relationship Id="rId17" Type="http://schemas.openxmlformats.org/officeDocument/2006/relationships/tags" Target="../tags/tag580.xml"/><Relationship Id="rId25" Type="http://schemas.openxmlformats.org/officeDocument/2006/relationships/tags" Target="../tags/tag588.xml"/><Relationship Id="rId33" Type="http://schemas.openxmlformats.org/officeDocument/2006/relationships/tags" Target="../tags/tag596.xml"/><Relationship Id="rId38" Type="http://schemas.openxmlformats.org/officeDocument/2006/relationships/slideLayout" Target="../slideLayouts/slideLayout17.xml"/><Relationship Id="rId2" Type="http://schemas.openxmlformats.org/officeDocument/2006/relationships/tags" Target="../tags/tag565.xml"/><Relationship Id="rId16" Type="http://schemas.openxmlformats.org/officeDocument/2006/relationships/tags" Target="../tags/tag579.xml"/><Relationship Id="rId20" Type="http://schemas.openxmlformats.org/officeDocument/2006/relationships/tags" Target="../tags/tag583.xml"/><Relationship Id="rId29" Type="http://schemas.openxmlformats.org/officeDocument/2006/relationships/tags" Target="../tags/tag592.xml"/><Relationship Id="rId1" Type="http://schemas.openxmlformats.org/officeDocument/2006/relationships/tags" Target="../tags/tag564.xml"/><Relationship Id="rId6" Type="http://schemas.openxmlformats.org/officeDocument/2006/relationships/tags" Target="../tags/tag569.xml"/><Relationship Id="rId11" Type="http://schemas.openxmlformats.org/officeDocument/2006/relationships/tags" Target="../tags/tag574.xml"/><Relationship Id="rId24" Type="http://schemas.openxmlformats.org/officeDocument/2006/relationships/tags" Target="../tags/tag587.xml"/><Relationship Id="rId32" Type="http://schemas.openxmlformats.org/officeDocument/2006/relationships/tags" Target="../tags/tag595.xml"/><Relationship Id="rId37" Type="http://schemas.openxmlformats.org/officeDocument/2006/relationships/tags" Target="../tags/tag600.xml"/><Relationship Id="rId40" Type="http://schemas.openxmlformats.org/officeDocument/2006/relationships/image" Target="../media/image68.bmp"/><Relationship Id="rId5" Type="http://schemas.openxmlformats.org/officeDocument/2006/relationships/tags" Target="../tags/tag568.xml"/><Relationship Id="rId15" Type="http://schemas.openxmlformats.org/officeDocument/2006/relationships/tags" Target="../tags/tag578.xml"/><Relationship Id="rId23" Type="http://schemas.openxmlformats.org/officeDocument/2006/relationships/tags" Target="../tags/tag586.xml"/><Relationship Id="rId28" Type="http://schemas.openxmlformats.org/officeDocument/2006/relationships/tags" Target="../tags/tag591.xml"/><Relationship Id="rId36" Type="http://schemas.openxmlformats.org/officeDocument/2006/relationships/tags" Target="../tags/tag599.xml"/><Relationship Id="rId10" Type="http://schemas.openxmlformats.org/officeDocument/2006/relationships/tags" Target="../tags/tag573.xml"/><Relationship Id="rId19" Type="http://schemas.openxmlformats.org/officeDocument/2006/relationships/tags" Target="../tags/tag582.xml"/><Relationship Id="rId31" Type="http://schemas.openxmlformats.org/officeDocument/2006/relationships/tags" Target="../tags/tag594.xml"/><Relationship Id="rId4" Type="http://schemas.openxmlformats.org/officeDocument/2006/relationships/tags" Target="../tags/tag567.xml"/><Relationship Id="rId9" Type="http://schemas.openxmlformats.org/officeDocument/2006/relationships/tags" Target="../tags/tag572.xml"/><Relationship Id="rId14" Type="http://schemas.openxmlformats.org/officeDocument/2006/relationships/tags" Target="../tags/tag577.xml"/><Relationship Id="rId22" Type="http://schemas.openxmlformats.org/officeDocument/2006/relationships/tags" Target="../tags/tag585.xml"/><Relationship Id="rId27" Type="http://schemas.openxmlformats.org/officeDocument/2006/relationships/tags" Target="../tags/tag590.xml"/><Relationship Id="rId30" Type="http://schemas.openxmlformats.org/officeDocument/2006/relationships/tags" Target="../tags/tag593.xml"/><Relationship Id="rId35" Type="http://schemas.openxmlformats.org/officeDocument/2006/relationships/tags" Target="../tags/tag598.xml"/><Relationship Id="rId8" Type="http://schemas.openxmlformats.org/officeDocument/2006/relationships/tags" Target="../tags/tag571.xml"/><Relationship Id="rId3" Type="http://schemas.openxmlformats.org/officeDocument/2006/relationships/tags" Target="../tags/tag566.xml"/></Relationships>
</file>

<file path=ppt/slides/_rels/slide102.xml.rels><?xml version="1.0" encoding="UTF-8" standalone="yes"?>
<Relationships xmlns="http://schemas.openxmlformats.org/package/2006/relationships"><Relationship Id="rId13" Type="http://schemas.openxmlformats.org/officeDocument/2006/relationships/tags" Target="../tags/tag613.xml"/><Relationship Id="rId18" Type="http://schemas.openxmlformats.org/officeDocument/2006/relationships/tags" Target="../tags/tag618.xml"/><Relationship Id="rId26" Type="http://schemas.openxmlformats.org/officeDocument/2006/relationships/tags" Target="../tags/tag626.xml"/><Relationship Id="rId39" Type="http://schemas.openxmlformats.org/officeDocument/2006/relationships/tags" Target="../tags/tag639.xml"/><Relationship Id="rId21" Type="http://schemas.openxmlformats.org/officeDocument/2006/relationships/tags" Target="../tags/tag621.xml"/><Relationship Id="rId34" Type="http://schemas.openxmlformats.org/officeDocument/2006/relationships/tags" Target="../tags/tag634.xml"/><Relationship Id="rId42" Type="http://schemas.openxmlformats.org/officeDocument/2006/relationships/image" Target="../media/image65.bmp"/><Relationship Id="rId7" Type="http://schemas.openxmlformats.org/officeDocument/2006/relationships/tags" Target="../tags/tag607.xml"/><Relationship Id="rId2" Type="http://schemas.openxmlformats.org/officeDocument/2006/relationships/tags" Target="../tags/tag602.xml"/><Relationship Id="rId16" Type="http://schemas.openxmlformats.org/officeDocument/2006/relationships/tags" Target="../tags/tag616.xml"/><Relationship Id="rId20" Type="http://schemas.openxmlformats.org/officeDocument/2006/relationships/tags" Target="../tags/tag620.xml"/><Relationship Id="rId29" Type="http://schemas.openxmlformats.org/officeDocument/2006/relationships/tags" Target="../tags/tag629.xml"/><Relationship Id="rId41" Type="http://schemas.openxmlformats.org/officeDocument/2006/relationships/slideLayout" Target="../slideLayouts/slideLayout17.xml"/><Relationship Id="rId1" Type="http://schemas.openxmlformats.org/officeDocument/2006/relationships/tags" Target="../tags/tag601.xml"/><Relationship Id="rId6" Type="http://schemas.openxmlformats.org/officeDocument/2006/relationships/tags" Target="../tags/tag606.xml"/><Relationship Id="rId11" Type="http://schemas.openxmlformats.org/officeDocument/2006/relationships/tags" Target="../tags/tag611.xml"/><Relationship Id="rId24" Type="http://schemas.openxmlformats.org/officeDocument/2006/relationships/tags" Target="../tags/tag624.xml"/><Relationship Id="rId32" Type="http://schemas.openxmlformats.org/officeDocument/2006/relationships/tags" Target="../tags/tag632.xml"/><Relationship Id="rId37" Type="http://schemas.openxmlformats.org/officeDocument/2006/relationships/tags" Target="../tags/tag637.xml"/><Relationship Id="rId40" Type="http://schemas.openxmlformats.org/officeDocument/2006/relationships/tags" Target="../tags/tag640.xml"/><Relationship Id="rId5" Type="http://schemas.openxmlformats.org/officeDocument/2006/relationships/tags" Target="../tags/tag605.xml"/><Relationship Id="rId15" Type="http://schemas.openxmlformats.org/officeDocument/2006/relationships/tags" Target="../tags/tag615.xml"/><Relationship Id="rId23" Type="http://schemas.openxmlformats.org/officeDocument/2006/relationships/tags" Target="../tags/tag623.xml"/><Relationship Id="rId28" Type="http://schemas.openxmlformats.org/officeDocument/2006/relationships/tags" Target="../tags/tag628.xml"/><Relationship Id="rId36" Type="http://schemas.openxmlformats.org/officeDocument/2006/relationships/tags" Target="../tags/tag636.xml"/><Relationship Id="rId10" Type="http://schemas.openxmlformats.org/officeDocument/2006/relationships/tags" Target="../tags/tag610.xml"/><Relationship Id="rId19" Type="http://schemas.openxmlformats.org/officeDocument/2006/relationships/tags" Target="../tags/tag619.xml"/><Relationship Id="rId31" Type="http://schemas.openxmlformats.org/officeDocument/2006/relationships/tags" Target="../tags/tag631.xml"/><Relationship Id="rId4" Type="http://schemas.openxmlformats.org/officeDocument/2006/relationships/tags" Target="../tags/tag604.xml"/><Relationship Id="rId9" Type="http://schemas.openxmlformats.org/officeDocument/2006/relationships/tags" Target="../tags/tag609.xml"/><Relationship Id="rId14" Type="http://schemas.openxmlformats.org/officeDocument/2006/relationships/tags" Target="../tags/tag614.xml"/><Relationship Id="rId22" Type="http://schemas.openxmlformats.org/officeDocument/2006/relationships/tags" Target="../tags/tag622.xml"/><Relationship Id="rId27" Type="http://schemas.openxmlformats.org/officeDocument/2006/relationships/tags" Target="../tags/tag627.xml"/><Relationship Id="rId30" Type="http://schemas.openxmlformats.org/officeDocument/2006/relationships/tags" Target="../tags/tag630.xml"/><Relationship Id="rId35" Type="http://schemas.openxmlformats.org/officeDocument/2006/relationships/tags" Target="../tags/tag635.xml"/><Relationship Id="rId43" Type="http://schemas.openxmlformats.org/officeDocument/2006/relationships/image" Target="../media/image68.bmp"/><Relationship Id="rId8" Type="http://schemas.openxmlformats.org/officeDocument/2006/relationships/tags" Target="../tags/tag608.xml"/><Relationship Id="rId3" Type="http://schemas.openxmlformats.org/officeDocument/2006/relationships/tags" Target="../tags/tag603.xml"/><Relationship Id="rId12" Type="http://schemas.openxmlformats.org/officeDocument/2006/relationships/tags" Target="../tags/tag612.xml"/><Relationship Id="rId17" Type="http://schemas.openxmlformats.org/officeDocument/2006/relationships/tags" Target="../tags/tag617.xml"/><Relationship Id="rId25" Type="http://schemas.openxmlformats.org/officeDocument/2006/relationships/tags" Target="../tags/tag625.xml"/><Relationship Id="rId33" Type="http://schemas.openxmlformats.org/officeDocument/2006/relationships/tags" Target="../tags/tag633.xml"/><Relationship Id="rId38" Type="http://schemas.openxmlformats.org/officeDocument/2006/relationships/tags" Target="../tags/tag638.xml"/></Relationships>
</file>

<file path=ppt/slides/_rels/slide103.xml.rels><?xml version="1.0" encoding="UTF-8" standalone="yes"?>
<Relationships xmlns="http://schemas.openxmlformats.org/package/2006/relationships"><Relationship Id="rId8" Type="http://schemas.openxmlformats.org/officeDocument/2006/relationships/tags" Target="../tags/tag648.xml"/><Relationship Id="rId13" Type="http://schemas.openxmlformats.org/officeDocument/2006/relationships/tags" Target="../tags/tag653.xml"/><Relationship Id="rId3" Type="http://schemas.openxmlformats.org/officeDocument/2006/relationships/tags" Target="../tags/tag643.xml"/><Relationship Id="rId7" Type="http://schemas.openxmlformats.org/officeDocument/2006/relationships/tags" Target="../tags/tag647.xml"/><Relationship Id="rId12" Type="http://schemas.openxmlformats.org/officeDocument/2006/relationships/tags" Target="../tags/tag652.xml"/><Relationship Id="rId2" Type="http://schemas.openxmlformats.org/officeDocument/2006/relationships/tags" Target="../tags/tag642.xml"/><Relationship Id="rId1" Type="http://schemas.openxmlformats.org/officeDocument/2006/relationships/tags" Target="../tags/tag641.xml"/><Relationship Id="rId6" Type="http://schemas.openxmlformats.org/officeDocument/2006/relationships/tags" Target="../tags/tag646.xml"/><Relationship Id="rId11" Type="http://schemas.openxmlformats.org/officeDocument/2006/relationships/tags" Target="../tags/tag651.xml"/><Relationship Id="rId5" Type="http://schemas.openxmlformats.org/officeDocument/2006/relationships/tags" Target="../tags/tag645.xml"/><Relationship Id="rId15" Type="http://schemas.openxmlformats.org/officeDocument/2006/relationships/slideLayout" Target="../slideLayouts/slideLayout17.xml"/><Relationship Id="rId10" Type="http://schemas.openxmlformats.org/officeDocument/2006/relationships/tags" Target="../tags/tag650.xml"/><Relationship Id="rId4" Type="http://schemas.openxmlformats.org/officeDocument/2006/relationships/tags" Target="../tags/tag644.xml"/><Relationship Id="rId9" Type="http://schemas.openxmlformats.org/officeDocument/2006/relationships/tags" Target="../tags/tag649.xml"/><Relationship Id="rId14" Type="http://schemas.openxmlformats.org/officeDocument/2006/relationships/tags" Target="../tags/tag654.xml"/></Relationships>
</file>

<file path=ppt/slides/_rels/slide104.xml.rels><?xml version="1.0" encoding="UTF-8" standalone="yes"?>
<Relationships xmlns="http://schemas.openxmlformats.org/package/2006/relationships"><Relationship Id="rId8" Type="http://schemas.openxmlformats.org/officeDocument/2006/relationships/tags" Target="../tags/tag662.xml"/><Relationship Id="rId3" Type="http://schemas.openxmlformats.org/officeDocument/2006/relationships/tags" Target="../tags/tag657.xml"/><Relationship Id="rId7" Type="http://schemas.openxmlformats.org/officeDocument/2006/relationships/tags" Target="../tags/tag661.xml"/><Relationship Id="rId12" Type="http://schemas.openxmlformats.org/officeDocument/2006/relationships/slideLayout" Target="../slideLayouts/slideLayout17.xml"/><Relationship Id="rId2" Type="http://schemas.openxmlformats.org/officeDocument/2006/relationships/tags" Target="../tags/tag656.xml"/><Relationship Id="rId1" Type="http://schemas.openxmlformats.org/officeDocument/2006/relationships/tags" Target="../tags/tag655.xml"/><Relationship Id="rId6" Type="http://schemas.openxmlformats.org/officeDocument/2006/relationships/tags" Target="../tags/tag660.xml"/><Relationship Id="rId11" Type="http://schemas.openxmlformats.org/officeDocument/2006/relationships/tags" Target="../tags/tag665.xml"/><Relationship Id="rId5" Type="http://schemas.openxmlformats.org/officeDocument/2006/relationships/tags" Target="../tags/tag659.xml"/><Relationship Id="rId10" Type="http://schemas.openxmlformats.org/officeDocument/2006/relationships/tags" Target="../tags/tag664.xml"/><Relationship Id="rId4" Type="http://schemas.openxmlformats.org/officeDocument/2006/relationships/tags" Target="../tags/tag658.xml"/><Relationship Id="rId9" Type="http://schemas.openxmlformats.org/officeDocument/2006/relationships/tags" Target="../tags/tag663.xml"/></Relationships>
</file>

<file path=ppt/slides/_rels/slide105.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667.xml"/><Relationship Id="rId1" Type="http://schemas.openxmlformats.org/officeDocument/2006/relationships/tags" Target="../tags/tag666.xml"/></Relationships>
</file>

<file path=ppt/slides/_rels/slide106.xml.rels><?xml version="1.0" encoding="UTF-8" standalone="yes"?>
<Relationships xmlns="http://schemas.openxmlformats.org/package/2006/relationships"><Relationship Id="rId3" Type="http://schemas.openxmlformats.org/officeDocument/2006/relationships/tags" Target="../tags/tag670.xml"/><Relationship Id="rId2" Type="http://schemas.openxmlformats.org/officeDocument/2006/relationships/tags" Target="../tags/tag669.xml"/><Relationship Id="rId1" Type="http://schemas.openxmlformats.org/officeDocument/2006/relationships/tags" Target="../tags/tag668.xml"/><Relationship Id="rId4" Type="http://schemas.openxmlformats.org/officeDocument/2006/relationships/slideLayout" Target="../slideLayouts/slideLayout17.xml"/></Relationships>
</file>

<file path=ppt/slides/_rels/slide107.xml.rels><?xml version="1.0" encoding="UTF-8" standalone="yes"?>
<Relationships xmlns="http://schemas.openxmlformats.org/package/2006/relationships"><Relationship Id="rId3" Type="http://schemas.openxmlformats.org/officeDocument/2006/relationships/tags" Target="../tags/tag673.xml"/><Relationship Id="rId2" Type="http://schemas.openxmlformats.org/officeDocument/2006/relationships/tags" Target="../tags/tag672.xml"/><Relationship Id="rId1" Type="http://schemas.openxmlformats.org/officeDocument/2006/relationships/tags" Target="../tags/tag671.xml"/><Relationship Id="rId6" Type="http://schemas.openxmlformats.org/officeDocument/2006/relationships/notesSlide" Target="../notesSlides/notesSlide24.xml"/><Relationship Id="rId5" Type="http://schemas.openxmlformats.org/officeDocument/2006/relationships/slideLayout" Target="../slideLayouts/slideLayout17.xml"/><Relationship Id="rId4" Type="http://schemas.openxmlformats.org/officeDocument/2006/relationships/tags" Target="../tags/tag674.xml"/></Relationships>
</file>

<file path=ppt/slides/_rels/slide108.xml.rels><?xml version="1.0" encoding="UTF-8" standalone="yes"?>
<Relationships xmlns="http://schemas.openxmlformats.org/package/2006/relationships"><Relationship Id="rId8" Type="http://schemas.openxmlformats.org/officeDocument/2006/relationships/tags" Target="../tags/tag682.xml"/><Relationship Id="rId13" Type="http://schemas.openxmlformats.org/officeDocument/2006/relationships/tags" Target="../tags/tag687.xml"/><Relationship Id="rId18" Type="http://schemas.openxmlformats.org/officeDocument/2006/relationships/tags" Target="../tags/tag692.xml"/><Relationship Id="rId3" Type="http://schemas.openxmlformats.org/officeDocument/2006/relationships/tags" Target="../tags/tag677.xml"/><Relationship Id="rId21" Type="http://schemas.openxmlformats.org/officeDocument/2006/relationships/slideLayout" Target="../slideLayouts/slideLayout17.xml"/><Relationship Id="rId7" Type="http://schemas.openxmlformats.org/officeDocument/2006/relationships/tags" Target="../tags/tag681.xml"/><Relationship Id="rId12" Type="http://schemas.openxmlformats.org/officeDocument/2006/relationships/tags" Target="../tags/tag686.xml"/><Relationship Id="rId17" Type="http://schemas.openxmlformats.org/officeDocument/2006/relationships/tags" Target="../tags/tag691.xml"/><Relationship Id="rId2" Type="http://schemas.openxmlformats.org/officeDocument/2006/relationships/tags" Target="../tags/tag676.xml"/><Relationship Id="rId16" Type="http://schemas.openxmlformats.org/officeDocument/2006/relationships/tags" Target="../tags/tag690.xml"/><Relationship Id="rId20" Type="http://schemas.openxmlformats.org/officeDocument/2006/relationships/tags" Target="../tags/tag694.xml"/><Relationship Id="rId1" Type="http://schemas.openxmlformats.org/officeDocument/2006/relationships/tags" Target="../tags/tag675.xml"/><Relationship Id="rId6" Type="http://schemas.openxmlformats.org/officeDocument/2006/relationships/tags" Target="../tags/tag680.xml"/><Relationship Id="rId11" Type="http://schemas.openxmlformats.org/officeDocument/2006/relationships/tags" Target="../tags/tag685.xml"/><Relationship Id="rId5" Type="http://schemas.openxmlformats.org/officeDocument/2006/relationships/tags" Target="../tags/tag679.xml"/><Relationship Id="rId15" Type="http://schemas.openxmlformats.org/officeDocument/2006/relationships/tags" Target="../tags/tag689.xml"/><Relationship Id="rId10" Type="http://schemas.openxmlformats.org/officeDocument/2006/relationships/tags" Target="../tags/tag684.xml"/><Relationship Id="rId19" Type="http://schemas.openxmlformats.org/officeDocument/2006/relationships/tags" Target="../tags/tag693.xml"/><Relationship Id="rId4" Type="http://schemas.openxmlformats.org/officeDocument/2006/relationships/tags" Target="../tags/tag678.xml"/><Relationship Id="rId9" Type="http://schemas.openxmlformats.org/officeDocument/2006/relationships/tags" Target="../tags/tag683.xml"/><Relationship Id="rId14" Type="http://schemas.openxmlformats.org/officeDocument/2006/relationships/tags" Target="../tags/tag688.xml"/><Relationship Id="rId22" Type="http://schemas.openxmlformats.org/officeDocument/2006/relationships/image" Target="../media/image65.bmp"/></Relationships>
</file>

<file path=ppt/slides/_rels/slide109.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tags" Target="../tags/tag697.xml"/><Relationship Id="rId7" Type="http://schemas.openxmlformats.org/officeDocument/2006/relationships/tags" Target="../tags/tag701.xml"/><Relationship Id="rId2" Type="http://schemas.openxmlformats.org/officeDocument/2006/relationships/tags" Target="../tags/tag696.xml"/><Relationship Id="rId1" Type="http://schemas.openxmlformats.org/officeDocument/2006/relationships/tags" Target="../tags/tag695.xml"/><Relationship Id="rId6" Type="http://schemas.openxmlformats.org/officeDocument/2006/relationships/tags" Target="../tags/tag700.xml"/><Relationship Id="rId5" Type="http://schemas.openxmlformats.org/officeDocument/2006/relationships/tags" Target="../tags/tag699.xml"/><Relationship Id="rId4" Type="http://schemas.openxmlformats.org/officeDocument/2006/relationships/tags" Target="../tags/tag698.xml"/></Relationships>
</file>

<file path=ppt/slides/_rels/slide110.xml.rels><?xml version="1.0" encoding="UTF-8" standalone="yes"?>
<Relationships xmlns="http://schemas.openxmlformats.org/package/2006/relationships"><Relationship Id="rId8" Type="http://schemas.openxmlformats.org/officeDocument/2006/relationships/tags" Target="../tags/tag709.xml"/><Relationship Id="rId3" Type="http://schemas.openxmlformats.org/officeDocument/2006/relationships/tags" Target="../tags/tag704.xml"/><Relationship Id="rId7" Type="http://schemas.openxmlformats.org/officeDocument/2006/relationships/tags" Target="../tags/tag708.xml"/><Relationship Id="rId2" Type="http://schemas.openxmlformats.org/officeDocument/2006/relationships/tags" Target="../tags/tag703.xml"/><Relationship Id="rId1" Type="http://schemas.openxmlformats.org/officeDocument/2006/relationships/tags" Target="../tags/tag702.xml"/><Relationship Id="rId6" Type="http://schemas.openxmlformats.org/officeDocument/2006/relationships/tags" Target="../tags/tag707.xml"/><Relationship Id="rId11" Type="http://schemas.openxmlformats.org/officeDocument/2006/relationships/notesSlide" Target="../notesSlides/notesSlide25.xml"/><Relationship Id="rId5" Type="http://schemas.openxmlformats.org/officeDocument/2006/relationships/tags" Target="../tags/tag706.xml"/><Relationship Id="rId10" Type="http://schemas.openxmlformats.org/officeDocument/2006/relationships/slideLayout" Target="../slideLayouts/slideLayout17.xml"/><Relationship Id="rId4" Type="http://schemas.openxmlformats.org/officeDocument/2006/relationships/tags" Target="../tags/tag705.xml"/><Relationship Id="rId9" Type="http://schemas.openxmlformats.org/officeDocument/2006/relationships/tags" Target="../tags/tag710.xml"/></Relationships>
</file>

<file path=ppt/slides/_rels/slide111.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tags" Target="../tags/tag711.xml"/></Relationships>
</file>

<file path=ppt/slides/_rels/slide11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slideLayout" Target="../slideLayouts/slideLayout17.xml"/><Relationship Id="rId1" Type="http://schemas.openxmlformats.org/officeDocument/2006/relationships/tags" Target="../tags/tag712.xml"/></Relationships>
</file>

<file path=ppt/slides/_rels/slide11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slideLayout" Target="../slideLayouts/slideLayout17.xml"/><Relationship Id="rId1" Type="http://schemas.openxmlformats.org/officeDocument/2006/relationships/tags" Target="../tags/tag713.xml"/></Relationships>
</file>

<file path=ppt/slides/_rels/slide114.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715.xml"/><Relationship Id="rId1" Type="http://schemas.openxmlformats.org/officeDocument/2006/relationships/tags" Target="../tags/tag714.xml"/></Relationships>
</file>

<file path=ppt/slides/_rels/slide115.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tags" Target="../tags/tag716.xml"/></Relationships>
</file>

<file path=ppt/slides/_rels/slide116.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718.xml"/><Relationship Id="rId1" Type="http://schemas.openxmlformats.org/officeDocument/2006/relationships/tags" Target="../tags/tag717.xml"/></Relationships>
</file>

<file path=ppt/slides/_rels/slide117.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tags" Target="../tags/tag719.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89890" y="1892935"/>
            <a:ext cx="7752624" cy="902513"/>
          </a:xfrm>
        </p:spPr>
        <p:txBody>
          <a:bodyPr>
            <a:noAutofit/>
          </a:bodyPr>
          <a:lstStyle/>
          <a:p>
            <a:pPr algn="l"/>
            <a:r>
              <a:rPr kumimoji="1" lang="zh-CN" altLang="en-US" sz="5400" b="1" dirty="0">
                <a:latin typeface="Tahoma" panose="020B0604030504040204" charset="0"/>
                <a:cs typeface="思源黑体 Bold" panose="020B0800000000000000" charset="-122"/>
              </a:rPr>
              <a:t>软件测试方法和技术</a:t>
            </a:r>
          </a:p>
        </p:txBody>
      </p:sp>
      <p:grpSp>
        <p:nvGrpSpPr>
          <p:cNvPr id="5" name="组合 10"/>
          <p:cNvGrpSpPr/>
          <p:nvPr/>
        </p:nvGrpSpPr>
        <p:grpSpPr>
          <a:xfrm>
            <a:off x="446405" y="1723390"/>
            <a:ext cx="6461760" cy="1363980"/>
            <a:chOff x="2666198" y="2543397"/>
            <a:chExt cx="7199697" cy="1316333"/>
          </a:xfrm>
        </p:grpSpPr>
        <p:cxnSp>
          <p:nvCxnSpPr>
            <p:cNvPr id="6" name="直线连接符 5"/>
            <p:cNvCxnSpPr/>
            <p:nvPr userDrawn="1"/>
          </p:nvCxnSpPr>
          <p:spPr>
            <a:xfrm>
              <a:off x="2666198" y="2543397"/>
              <a:ext cx="7199697" cy="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7" name="直线连接符 6"/>
            <p:cNvCxnSpPr/>
            <p:nvPr userDrawn="1"/>
          </p:nvCxnSpPr>
          <p:spPr>
            <a:xfrm>
              <a:off x="2666198" y="3859730"/>
              <a:ext cx="7199697" cy="0"/>
            </a:xfrm>
            <a:prstGeom prst="line">
              <a:avLst/>
            </a:prstGeom>
            <a:ln>
              <a:solidFill>
                <a:srgbClr val="8FAADC"/>
              </a:solidFill>
            </a:ln>
          </p:spPr>
          <p:style>
            <a:lnRef idx="1">
              <a:schemeClr val="accent1"/>
            </a:lnRef>
            <a:fillRef idx="0">
              <a:schemeClr val="accent1"/>
            </a:fillRef>
            <a:effectRef idx="0">
              <a:schemeClr val="accent1"/>
            </a:effectRef>
            <a:fontRef idx="minor">
              <a:schemeClr val="tx1"/>
            </a:fontRef>
          </p:style>
        </p:cxnSp>
      </p:grpSp>
      <p:sp>
        <p:nvSpPr>
          <p:cNvPr id="8" name="标题 2"/>
          <p:cNvSpPr>
            <a:spLocks noGrp="1"/>
          </p:cNvSpPr>
          <p:nvPr/>
        </p:nvSpPr>
        <p:spPr>
          <a:xfrm>
            <a:off x="389890" y="3250565"/>
            <a:ext cx="5756386" cy="463550"/>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4800" b="0" i="0" kern="1200" spc="300">
                <a:solidFill>
                  <a:schemeClr val="bg1"/>
                </a:solidFill>
                <a:latin typeface="微软雅黑" panose="020B0503020204020204" pitchFamily="34" charset="-122"/>
                <a:ea typeface="微软雅黑" panose="020B0503020204020204" pitchFamily="34" charset="-122"/>
                <a:cs typeface="思源黑体" panose="020F0502020204030204" charset="-122"/>
              </a:defRPr>
            </a:lvl1pPr>
          </a:lstStyle>
          <a:p>
            <a:pPr algn="l"/>
            <a:r>
              <a:rPr kumimoji="1" lang="zh-CN" altLang="en-US" sz="3600" b="1" dirty="0">
                <a:solidFill>
                  <a:srgbClr val="FFC000"/>
                </a:solidFill>
                <a:latin typeface="Tahoma" panose="020B0604030504040204" charset="0"/>
                <a:cs typeface="思源黑体 Bold" panose="020B0800000000000000" charset="-122"/>
              </a:rPr>
              <a:t>第</a:t>
            </a:r>
            <a:r>
              <a:rPr kumimoji="1" lang="en-US" altLang="zh-CN" sz="3600" b="1" dirty="0">
                <a:solidFill>
                  <a:srgbClr val="FFC000"/>
                </a:solidFill>
                <a:latin typeface="Tahoma" panose="020B0604030504040204" charset="0"/>
                <a:cs typeface="思源黑体 Bold" panose="020B0800000000000000" charset="-122"/>
              </a:rPr>
              <a:t>3</a:t>
            </a:r>
            <a:r>
              <a:rPr kumimoji="1" lang="zh-CN" altLang="en-US" sz="3600" b="1" dirty="0">
                <a:solidFill>
                  <a:srgbClr val="FFC000"/>
                </a:solidFill>
                <a:latin typeface="Tahoma" panose="020B0604030504040204" charset="0"/>
                <a:cs typeface="思源黑体 Bold" panose="020B0800000000000000" charset="-122"/>
              </a:rPr>
              <a:t>章 软件测试基本方法</a:t>
            </a:r>
          </a:p>
        </p:txBody>
      </p:sp>
    </p:spTree>
  </p:cSld>
  <p:clrMapOvr>
    <a:masterClrMapping/>
  </p:clrMapOvr>
  <p:transition spd="slow">
    <p:wipe dir="r"/>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683735" y="263262"/>
            <a:ext cx="3348038" cy="496491"/>
          </a:xfrm>
        </p:spPr>
        <p:txBody>
          <a:bodyPr/>
          <a:lstStyle/>
          <a:p>
            <a:r>
              <a:rPr lang="zh-CN" altLang="en-US" dirty="0">
                <a:latin typeface="微软雅黑" panose="020B0503020204020204" pitchFamily="34" charset="-122"/>
                <a:ea typeface="微软雅黑" panose="020B0503020204020204" pitchFamily="34" charset="-122"/>
              </a:rPr>
              <a:t>第</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章 回顾</a:t>
            </a:r>
          </a:p>
        </p:txBody>
      </p:sp>
      <p:sp>
        <p:nvSpPr>
          <p:cNvPr id="5124" name="Text Box 6"/>
          <p:cNvSpPr txBox="1">
            <a:spLocks noChangeArrowheads="1"/>
          </p:cNvSpPr>
          <p:nvPr/>
        </p:nvSpPr>
        <p:spPr bwMode="auto">
          <a:xfrm>
            <a:off x="1188999" y="942233"/>
            <a:ext cx="7239383" cy="3259034"/>
          </a:xfrm>
          <a:prstGeom prst="rect">
            <a:avLst/>
          </a:prstGeom>
          <a:noFill/>
          <a:ln w="9525">
            <a:noFill/>
            <a:miter lim="800000"/>
            <a:headEnd/>
            <a:tailEnd/>
          </a:ln>
        </p:spPr>
        <p:txBody>
          <a:bodyPr wrap="square" lIns="0" tIns="0" rIns="0" bIns="0">
            <a:spAutoFit/>
          </a:bodyPr>
          <a:lstStyle/>
          <a:p>
            <a:pPr marL="266700" indent="-266700">
              <a:lnSpc>
                <a:spcPct val="150000"/>
              </a:lnSpc>
              <a:buClr>
                <a:schemeClr val="accent1">
                  <a:lumMod val="50000"/>
                </a:schemeClr>
              </a:buClr>
              <a:buSzPct val="80000"/>
              <a:buFont typeface="Wingdings" pitchFamily="2" charset="2"/>
              <a:buChar char="p"/>
              <a:defRPr/>
            </a:pPr>
            <a:r>
              <a:rPr lang="zh-CN" altLang="en-US" dirty="0">
                <a:latin typeface="KaiTi" panose="02010609060101010101" pitchFamily="49" charset="-122"/>
                <a:ea typeface="KaiTi" panose="02010609060101010101" pitchFamily="49" charset="-122"/>
              </a:rPr>
              <a:t>软件缺陷是软件质量的对立面</a:t>
            </a:r>
            <a:endParaRPr lang="en-US" altLang="zh-CN" dirty="0">
              <a:latin typeface="KaiTi" panose="02010609060101010101" pitchFamily="49" charset="-122"/>
              <a:ea typeface="KaiTi" panose="02010609060101010101" pitchFamily="49" charset="-122"/>
            </a:endParaRPr>
          </a:p>
          <a:p>
            <a:pPr marL="266700" indent="-266700">
              <a:lnSpc>
                <a:spcPct val="150000"/>
              </a:lnSpc>
              <a:buClr>
                <a:schemeClr val="accent1">
                  <a:lumMod val="50000"/>
                </a:schemeClr>
              </a:buClr>
              <a:buSzPct val="80000"/>
              <a:buFont typeface="Wingdings" pitchFamily="2" charset="2"/>
              <a:buChar char="p"/>
              <a:defRPr/>
            </a:pPr>
            <a:r>
              <a:rPr lang="zh-CN" altLang="en-US" dirty="0">
                <a:latin typeface="KaiTi" panose="02010609060101010101" pitchFamily="49" charset="-122"/>
                <a:ea typeface="KaiTi" panose="02010609060101010101" pitchFamily="49" charset="-122"/>
              </a:rPr>
              <a:t>软件缺陷</a:t>
            </a:r>
            <a:r>
              <a:rPr lang="en-US" altLang="zh-CN" dirty="0">
                <a:latin typeface="KaiTi" panose="02010609060101010101" pitchFamily="49" charset="-122"/>
                <a:ea typeface="KaiTi" panose="02010609060101010101" pitchFamily="49" charset="-122"/>
              </a:rPr>
              <a:t>(Bug)</a:t>
            </a:r>
            <a:r>
              <a:rPr lang="zh-CN" altLang="en-US" dirty="0">
                <a:latin typeface="KaiTi" panose="02010609060101010101" pitchFamily="49" charset="-122"/>
                <a:ea typeface="KaiTi" panose="02010609060101010101" pitchFamily="49" charset="-122"/>
              </a:rPr>
              <a:t>是什么</a:t>
            </a:r>
          </a:p>
          <a:p>
            <a:pPr marL="266700" indent="-266700">
              <a:lnSpc>
                <a:spcPct val="150000"/>
              </a:lnSpc>
              <a:buClr>
                <a:schemeClr val="accent1">
                  <a:lumMod val="50000"/>
                </a:schemeClr>
              </a:buClr>
              <a:buSzPct val="80000"/>
              <a:buFont typeface="Wingdings" pitchFamily="2" charset="2"/>
              <a:buChar char="p"/>
              <a:defRPr/>
            </a:pPr>
            <a:r>
              <a:rPr lang="zh-CN" altLang="en-US" dirty="0">
                <a:latin typeface="KaiTi" panose="02010609060101010101" pitchFamily="49" charset="-122"/>
                <a:ea typeface="KaiTi" panose="02010609060101010101" pitchFamily="49" charset="-122"/>
              </a:rPr>
              <a:t>软件测试的分类：层次、类型和方法</a:t>
            </a:r>
          </a:p>
          <a:p>
            <a:pPr marL="266700" indent="-266700">
              <a:lnSpc>
                <a:spcPct val="150000"/>
              </a:lnSpc>
              <a:buClr>
                <a:schemeClr val="accent1">
                  <a:lumMod val="50000"/>
                </a:schemeClr>
              </a:buClr>
              <a:buSzPct val="80000"/>
              <a:buFont typeface="Wingdings" pitchFamily="2" charset="2"/>
              <a:buChar char="p"/>
              <a:defRPr/>
            </a:pPr>
            <a:r>
              <a:rPr lang="zh-CN" altLang="en-US" dirty="0">
                <a:latin typeface="KaiTi" panose="02010609060101010101" pitchFamily="49" charset="-122"/>
                <a:ea typeface="KaiTi" panose="02010609060101010101" pitchFamily="49" charset="-122"/>
              </a:rPr>
              <a:t>静态测试与动态测试</a:t>
            </a:r>
            <a:endParaRPr lang="en-US" altLang="zh-CN" dirty="0">
              <a:latin typeface="KaiTi" panose="02010609060101010101" pitchFamily="49" charset="-122"/>
              <a:ea typeface="KaiTi" panose="02010609060101010101" pitchFamily="49" charset="-122"/>
            </a:endParaRPr>
          </a:p>
          <a:p>
            <a:pPr marL="266700" indent="-266700">
              <a:lnSpc>
                <a:spcPct val="150000"/>
              </a:lnSpc>
              <a:buClr>
                <a:schemeClr val="accent1">
                  <a:lumMod val="50000"/>
                </a:schemeClr>
              </a:buClr>
              <a:buSzPct val="80000"/>
              <a:buFont typeface="Wingdings" pitchFamily="2" charset="2"/>
              <a:buChar char="p"/>
              <a:defRPr/>
            </a:pPr>
            <a:r>
              <a:rPr lang="zh-CN" altLang="en-US" dirty="0">
                <a:latin typeface="KaiTi" panose="02010609060101010101" pitchFamily="49" charset="-122"/>
                <a:ea typeface="KaiTi" panose="02010609060101010101" pitchFamily="49" charset="-122"/>
              </a:rPr>
              <a:t>主动测试与被动测试</a:t>
            </a:r>
            <a:endParaRPr lang="en-US" altLang="zh-CN" dirty="0">
              <a:latin typeface="KaiTi" panose="02010609060101010101" pitchFamily="49" charset="-122"/>
              <a:ea typeface="KaiTi" panose="02010609060101010101" pitchFamily="49" charset="-122"/>
            </a:endParaRPr>
          </a:p>
          <a:p>
            <a:pPr marL="266700" indent="-266700">
              <a:lnSpc>
                <a:spcPct val="150000"/>
              </a:lnSpc>
              <a:buClr>
                <a:schemeClr val="accent1">
                  <a:lumMod val="50000"/>
                </a:schemeClr>
              </a:buClr>
              <a:buSzPct val="80000"/>
              <a:buFont typeface="Wingdings" pitchFamily="2" charset="2"/>
              <a:buChar char="p"/>
              <a:defRPr/>
            </a:pPr>
            <a:r>
              <a:rPr lang="zh-CN" altLang="en-US" dirty="0">
                <a:latin typeface="KaiTi" panose="02010609060101010101" pitchFamily="49" charset="-122"/>
                <a:ea typeface="KaiTi" panose="02010609060101010101" pitchFamily="49" charset="-122"/>
              </a:rPr>
              <a:t>黑盒测试与白盒测试</a:t>
            </a:r>
            <a:endParaRPr lang="en-US" altLang="zh-CN" dirty="0">
              <a:latin typeface="KaiTi" panose="02010609060101010101" pitchFamily="49" charset="-122"/>
              <a:ea typeface="KaiTi" panose="02010609060101010101" pitchFamily="49" charset="-122"/>
            </a:endParaRPr>
          </a:p>
          <a:p>
            <a:pPr marL="266700" indent="-266700">
              <a:lnSpc>
                <a:spcPct val="150000"/>
              </a:lnSpc>
              <a:buClr>
                <a:schemeClr val="accent1">
                  <a:lumMod val="50000"/>
                </a:schemeClr>
              </a:buClr>
              <a:buSzPct val="80000"/>
              <a:buFont typeface="Wingdings" pitchFamily="2" charset="2"/>
              <a:buChar char="p"/>
              <a:defRPr/>
            </a:pPr>
            <a:r>
              <a:rPr lang="zh-CN" altLang="en-US" dirty="0">
                <a:latin typeface="KaiTi" panose="02010609060101010101" pitchFamily="49" charset="-122"/>
                <a:ea typeface="KaiTi" panose="02010609060101010101" pitchFamily="49" charset="-122"/>
              </a:rPr>
              <a:t>测试层次：单元、集成、系统和验收</a:t>
            </a:r>
          </a:p>
          <a:p>
            <a:pPr marL="266700" indent="-266700">
              <a:lnSpc>
                <a:spcPct val="150000"/>
              </a:lnSpc>
              <a:buClr>
                <a:schemeClr val="accent1">
                  <a:lumMod val="50000"/>
                </a:schemeClr>
              </a:buClr>
              <a:buSzPct val="80000"/>
              <a:buFont typeface="Wingdings" pitchFamily="2" charset="2"/>
              <a:buChar char="p"/>
              <a:defRPr/>
            </a:pPr>
            <a:r>
              <a:rPr lang="zh-CN" altLang="en-US" dirty="0">
                <a:latin typeface="KaiTi" panose="02010609060101010101" pitchFamily="49" charset="-122"/>
                <a:ea typeface="KaiTi" panose="02010609060101010101" pitchFamily="49" charset="-122"/>
              </a:rPr>
              <a:t>软件测试工作范畴：测试需求分析、计划与设计、执行、结果评估</a:t>
            </a:r>
            <a:endParaRPr lang="en-US" altLang="zh-CN" dirty="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37015406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1491284" y="373655"/>
            <a:ext cx="4561647" cy="3870353"/>
          </a:xfrm>
        </p:spPr>
        <p:txBody>
          <a:bodyPr>
            <a:noAutofit/>
          </a:bodyPr>
          <a:lstStyle/>
          <a:p>
            <a:pPr>
              <a:tabLst>
                <a:tab pos="359410" algn="l"/>
                <a:tab pos="719455" algn="l"/>
                <a:tab pos="1079500" algn="l"/>
                <a:tab pos="1439545" algn="l"/>
                <a:tab pos="1799590" algn="l"/>
                <a:tab pos="1854200" algn="l"/>
                <a:tab pos="2519680" algn="l"/>
                <a:tab pos="2879725" algn="l"/>
                <a:tab pos="3239770" algn="l"/>
                <a:tab pos="3599815" algn="l"/>
                <a:tab pos="3959860" algn="l"/>
                <a:tab pos="4319905" algn="l"/>
              </a:tabLst>
            </a:pPr>
            <a:r>
              <a:rPr lang="en-US" altLang="zh-CN" sz="2000" dirty="0"/>
              <a:t>3.1 </a:t>
            </a:r>
            <a:r>
              <a:rPr lang="zh-CN" altLang="zh-CN" sz="2000" dirty="0"/>
              <a:t>基于直觉和经验的方法</a:t>
            </a:r>
            <a:r>
              <a:rPr lang="en-US" altLang="zh-CN" sz="2000" dirty="0"/>
              <a:t>	</a:t>
            </a:r>
            <a:endParaRPr lang="zh-CN" altLang="zh-CN" sz="2000" dirty="0"/>
          </a:p>
          <a:p>
            <a:pPr>
              <a:tabLst>
                <a:tab pos="359410" algn="l"/>
                <a:tab pos="719455" algn="l"/>
                <a:tab pos="1079500" algn="l"/>
                <a:tab pos="1439545" algn="l"/>
                <a:tab pos="1799590" algn="l"/>
                <a:tab pos="2159635" algn="l"/>
                <a:tab pos="2519680" algn="l"/>
                <a:tab pos="2879725" algn="l"/>
                <a:tab pos="3239770" algn="l"/>
                <a:tab pos="3599815" algn="l"/>
                <a:tab pos="3959860" algn="l"/>
                <a:tab pos="4319905" algn="l"/>
              </a:tabLst>
            </a:pPr>
            <a:r>
              <a:rPr lang="en-US" altLang="zh-CN" sz="2000" dirty="0"/>
              <a:t>3.2 </a:t>
            </a:r>
            <a:r>
              <a:rPr lang="zh-CN" altLang="zh-CN" sz="2000" dirty="0"/>
              <a:t>基于输入域的方法</a:t>
            </a:r>
            <a:r>
              <a:rPr lang="en-US" altLang="zh-CN" sz="2000" dirty="0"/>
              <a:t>	</a:t>
            </a:r>
            <a:endParaRPr lang="zh-CN" altLang="zh-CN" sz="2000" dirty="0"/>
          </a:p>
          <a:p>
            <a:pPr>
              <a:tabLst>
                <a:tab pos="359410" algn="l"/>
                <a:tab pos="719455" algn="l"/>
                <a:tab pos="1079500" algn="l"/>
                <a:tab pos="1439545" algn="l"/>
                <a:tab pos="1799590" algn="l"/>
                <a:tab pos="2159635" algn="l"/>
                <a:tab pos="2519680" algn="l"/>
                <a:tab pos="2879725" algn="l"/>
                <a:tab pos="3239770" algn="l"/>
                <a:tab pos="3599815" algn="l"/>
                <a:tab pos="3959860" algn="l"/>
                <a:tab pos="4319905" algn="l"/>
              </a:tabLst>
            </a:pPr>
            <a:r>
              <a:rPr lang="en-US" altLang="zh-CN" sz="2000" dirty="0"/>
              <a:t>3.3 </a:t>
            </a:r>
            <a:r>
              <a:rPr lang="zh-CN" altLang="zh-CN" sz="2000" dirty="0"/>
              <a:t>基于组合及其优化的方法</a:t>
            </a:r>
            <a:r>
              <a:rPr lang="en-US" altLang="zh-CN" sz="2000" dirty="0"/>
              <a:t>	</a:t>
            </a:r>
            <a:endParaRPr lang="zh-CN" altLang="zh-CN" sz="2000" dirty="0"/>
          </a:p>
          <a:p>
            <a:pPr>
              <a:tabLst>
                <a:tab pos="359410" algn="l"/>
                <a:tab pos="719455" algn="l"/>
                <a:tab pos="1079500" algn="l"/>
                <a:tab pos="1439545" algn="l"/>
                <a:tab pos="1799590" algn="l"/>
                <a:tab pos="2159635" algn="l"/>
                <a:tab pos="2519680" algn="l"/>
                <a:tab pos="2879725" algn="l"/>
                <a:tab pos="3239770" algn="l"/>
                <a:tab pos="3599815" algn="l"/>
                <a:tab pos="3959860" algn="l"/>
                <a:tab pos="4319905" algn="l"/>
              </a:tabLst>
            </a:pPr>
            <a:r>
              <a:rPr lang="en-US" altLang="zh-CN" sz="2000" dirty="0"/>
              <a:t>3.4 </a:t>
            </a:r>
            <a:r>
              <a:rPr lang="zh-CN" altLang="zh-CN" sz="2000" dirty="0"/>
              <a:t>基于逻辑覆盖的方法</a:t>
            </a:r>
            <a:r>
              <a:rPr lang="en-US" altLang="zh-CN" sz="2000" dirty="0"/>
              <a:t>	</a:t>
            </a:r>
            <a:endParaRPr lang="zh-CN" altLang="zh-CN" sz="2000" dirty="0"/>
          </a:p>
          <a:p>
            <a:pPr>
              <a:tabLst>
                <a:tab pos="359410" algn="l"/>
                <a:tab pos="719455" algn="l"/>
                <a:tab pos="1079500" algn="l"/>
                <a:tab pos="1439545" algn="l"/>
                <a:tab pos="1799590" algn="l"/>
                <a:tab pos="2159635" algn="l"/>
                <a:tab pos="2519680" algn="l"/>
                <a:tab pos="2879725" algn="l"/>
                <a:tab pos="3239770" algn="l"/>
                <a:tab pos="3599815" algn="l"/>
                <a:tab pos="3959860" algn="l"/>
                <a:tab pos="4319905" algn="l"/>
              </a:tabLst>
            </a:pPr>
            <a:r>
              <a:rPr lang="en-US" altLang="zh-CN" sz="2000" dirty="0"/>
              <a:t>3.5 </a:t>
            </a:r>
            <a:r>
              <a:rPr lang="zh-CN" altLang="zh-CN" sz="2000" dirty="0"/>
              <a:t>基于缺陷模式的测试</a:t>
            </a:r>
            <a:r>
              <a:rPr lang="en-US" altLang="zh-CN" sz="2000" dirty="0"/>
              <a:t>	</a:t>
            </a:r>
            <a:endParaRPr lang="zh-CN" altLang="zh-CN" sz="2000" dirty="0"/>
          </a:p>
          <a:p>
            <a:pPr>
              <a:tabLst>
                <a:tab pos="359410" algn="l"/>
                <a:tab pos="719455" algn="l"/>
                <a:tab pos="1079500" algn="l"/>
                <a:tab pos="1439545" algn="l"/>
                <a:tab pos="1799590" algn="l"/>
                <a:tab pos="2159635" algn="l"/>
                <a:tab pos="2519680" algn="l"/>
                <a:tab pos="2879725" algn="l"/>
                <a:tab pos="3239770" algn="l"/>
                <a:tab pos="3599815" algn="l"/>
                <a:tab pos="3959860" algn="l"/>
                <a:tab pos="4319905" algn="l"/>
              </a:tabLst>
            </a:pPr>
            <a:r>
              <a:rPr lang="en-US" altLang="zh-CN" sz="2000" dirty="0"/>
              <a:t>3.6 </a:t>
            </a:r>
            <a:r>
              <a:rPr lang="zh-CN" altLang="zh-CN" sz="2000" dirty="0"/>
              <a:t>基于模型的测试</a:t>
            </a:r>
            <a:r>
              <a:rPr lang="en-US" altLang="zh-CN" sz="2000" dirty="0"/>
              <a:t>	</a:t>
            </a:r>
            <a:endParaRPr lang="zh-CN" altLang="zh-CN" sz="2000" dirty="0"/>
          </a:p>
          <a:p>
            <a:pPr>
              <a:tabLst>
                <a:tab pos="359410" algn="l"/>
                <a:tab pos="719455" algn="l"/>
                <a:tab pos="1079500" algn="l"/>
                <a:tab pos="1439545" algn="l"/>
                <a:tab pos="1799590" algn="l"/>
                <a:tab pos="2159635" algn="l"/>
                <a:tab pos="2519680" algn="l"/>
                <a:tab pos="2879725" algn="l"/>
                <a:tab pos="3239770" algn="l"/>
                <a:tab pos="3599815" algn="l"/>
                <a:tab pos="3959860" algn="l"/>
                <a:tab pos="4319905" algn="l"/>
              </a:tabLst>
            </a:pPr>
            <a:r>
              <a:rPr lang="en-US" altLang="zh-CN" sz="2000" dirty="0"/>
              <a:t>3.7 </a:t>
            </a:r>
            <a:r>
              <a:rPr lang="zh-CN" altLang="zh-CN" sz="2000" dirty="0"/>
              <a:t>形式化测试方法</a:t>
            </a:r>
            <a:r>
              <a:rPr lang="en-US" altLang="zh-CN" sz="2000" dirty="0"/>
              <a:t>	</a:t>
            </a:r>
            <a:endParaRPr lang="zh-CN" altLang="zh-CN" sz="2000" dirty="0"/>
          </a:p>
        </p:txBody>
      </p:sp>
      <p:sp>
        <p:nvSpPr>
          <p:cNvPr id="3" name="文本框 2">
            <a:extLst>
              <a:ext uri="{FF2B5EF4-FFF2-40B4-BE49-F238E27FC236}">
                <a16:creationId xmlns:a16="http://schemas.microsoft.com/office/drawing/2014/main" id="{B117FBAF-A04E-BB7B-B274-951A6CB77F1D}"/>
              </a:ext>
            </a:extLst>
          </p:cNvPr>
          <p:cNvSpPr txBox="1"/>
          <p:nvPr/>
        </p:nvSpPr>
        <p:spPr>
          <a:xfrm>
            <a:off x="0" y="4600568"/>
            <a:ext cx="2669320" cy="338554"/>
          </a:xfrm>
          <a:prstGeom prst="rect">
            <a:avLst/>
          </a:prstGeom>
          <a:noFill/>
        </p:spPr>
        <p:txBody>
          <a:bodyPr wrap="none" rtlCol="0">
            <a:spAutoFit/>
          </a:bodyPr>
          <a:lstStyle/>
          <a:p>
            <a:r>
              <a:rPr kumimoji="1" lang="zh-CN" altLang="en-US" sz="1600" dirty="0">
                <a:solidFill>
                  <a:schemeClr val="bg1">
                    <a:lumMod val="65000"/>
                  </a:schemeClr>
                </a:solidFill>
              </a:rPr>
              <a:t>版权所有</a:t>
            </a:r>
            <a:r>
              <a:rPr kumimoji="1" lang="en-US" altLang="zh-CN" sz="1600" dirty="0">
                <a:solidFill>
                  <a:schemeClr val="bg1">
                    <a:lumMod val="65000"/>
                  </a:schemeClr>
                </a:solidFill>
              </a:rPr>
              <a:t>©️</a:t>
            </a:r>
            <a:r>
              <a:rPr kumimoji="1" lang="zh-CN" altLang="en-US" sz="1600" dirty="0">
                <a:solidFill>
                  <a:schemeClr val="bg1">
                    <a:lumMod val="65000"/>
                  </a:schemeClr>
                </a:solidFill>
              </a:rPr>
              <a:t> 仅限于教学使用</a:t>
            </a:r>
          </a:p>
        </p:txBody>
      </p:sp>
    </p:spTree>
  </p:cSld>
  <p:clrMapOvr>
    <a:masterClrMapping/>
  </p:clrMapOvr>
  <p:transition spd="slow">
    <p:wipe dir="r"/>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22929" y="207467"/>
            <a:ext cx="4968552" cy="421481"/>
          </a:xfrm>
        </p:spPr>
        <p:txBody>
          <a:bodyPr>
            <a:noAutofit/>
          </a:bodyPr>
          <a:lstStyle/>
          <a:p>
            <a:r>
              <a:rPr lang="zh-CN" altLang="en-US" dirty="0">
                <a:latin typeface="微软雅黑" panose="020B0503020204020204" pitchFamily="34" charset="-122"/>
                <a:ea typeface="微软雅黑" panose="020B0503020204020204" pitchFamily="34" charset="-122"/>
              </a:rPr>
              <a:t>方法论和具体方法</a:t>
            </a:r>
          </a:p>
        </p:txBody>
      </p:sp>
      <p:sp>
        <p:nvSpPr>
          <p:cNvPr id="8195" name="Text Box 3"/>
          <p:cNvSpPr txBox="1">
            <a:spLocks noChangeArrowheads="1"/>
          </p:cNvSpPr>
          <p:nvPr/>
        </p:nvSpPr>
        <p:spPr bwMode="auto">
          <a:xfrm>
            <a:off x="622929" y="1023058"/>
            <a:ext cx="7690375" cy="2137701"/>
          </a:xfrm>
          <a:prstGeom prst="rect">
            <a:avLst/>
          </a:prstGeom>
          <a:noFill/>
          <a:ln w="9525">
            <a:noFill/>
            <a:miter lim="800000"/>
            <a:headEnd/>
            <a:tailEnd/>
          </a:ln>
        </p:spPr>
        <p:txBody>
          <a:bodyPr wrap="square" lIns="0" tIns="0" rIns="0" bIns="0">
            <a:spAutoFit/>
          </a:bodyPr>
          <a:lstStyle/>
          <a:p>
            <a:pPr marL="266700" indent="-266700">
              <a:lnSpc>
                <a:spcPct val="150000"/>
              </a:lnSpc>
              <a:spcBef>
                <a:spcPts val="750"/>
              </a:spcBef>
              <a:buClr>
                <a:schemeClr val="accent1">
                  <a:lumMod val="50000"/>
                </a:schemeClr>
              </a:buClr>
              <a:buSzPct val="80000"/>
              <a:buFont typeface="Wingdings" pitchFamily="2" charset="2"/>
              <a:buChar char="p"/>
              <a:defRPr/>
            </a:pPr>
            <a:r>
              <a:rPr lang="zh-CN" altLang="en-US" b="1" u="sng" dirty="0"/>
              <a:t>从方法论看，更多体现了一种哲学的思想</a:t>
            </a:r>
            <a:r>
              <a:rPr lang="zh-CN" altLang="en-US" dirty="0"/>
              <a:t>，</a:t>
            </a:r>
            <a:r>
              <a:rPr lang="zh-CN" altLang="en-US" dirty="0">
                <a:solidFill>
                  <a:srgbClr val="0C1C1D"/>
                </a:solidFill>
              </a:rPr>
              <a:t>例如辩证统一的方法，在测试中有许多对立统一体，如静态测试和动态测试、白盒测试和黑盒测试、自动化测试和手工测试等。</a:t>
            </a:r>
          </a:p>
          <a:p>
            <a:pPr marL="266700" indent="-266700">
              <a:lnSpc>
                <a:spcPct val="150000"/>
              </a:lnSpc>
              <a:spcBef>
                <a:spcPts val="750"/>
              </a:spcBef>
              <a:buClr>
                <a:schemeClr val="accent1">
                  <a:lumMod val="50000"/>
                </a:schemeClr>
              </a:buClr>
              <a:buSzPct val="80000"/>
              <a:buFont typeface="Wingdings" pitchFamily="2" charset="2"/>
              <a:buChar char="p"/>
              <a:defRPr/>
            </a:pPr>
            <a:r>
              <a:rPr lang="zh-CN" altLang="en-US" b="1" u="sng" dirty="0"/>
              <a:t>软件测试的方法论来源于软件工程的方法论</a:t>
            </a:r>
            <a:r>
              <a:rPr lang="zh-CN" altLang="en-US" dirty="0"/>
              <a:t>，例如有面向对象的开发方法，就有面向对象的测试方法；有敏捷方法，就有和敏捷方法对应的敏捷测试。</a:t>
            </a:r>
          </a:p>
        </p:txBody>
      </p:sp>
      <p:pic>
        <p:nvPicPr>
          <p:cNvPr id="7173" name="Picture 7" descr="http://2.bp.blogspot.com/_JdybrokZBAk/Ri-geJwwj9I/AAAAAAAAAdI/Y7MBbIcHmPw/s320/colored_boxes.png"/>
          <p:cNvPicPr>
            <a:picLocks noChangeAspect="1" noChangeArrowheads="1"/>
          </p:cNvPicPr>
          <p:nvPr/>
        </p:nvPicPr>
        <p:blipFill>
          <a:blip r:embed="rId3" cstate="print"/>
          <a:srcRect/>
          <a:stretch>
            <a:fillRect/>
          </a:stretch>
        </p:blipFill>
        <p:spPr bwMode="auto">
          <a:xfrm>
            <a:off x="2275192" y="3349788"/>
            <a:ext cx="3930574" cy="1454222"/>
          </a:xfrm>
          <a:prstGeom prst="rect">
            <a:avLst/>
          </a:prstGeom>
          <a:noFill/>
          <a:ln w="9525">
            <a:noFill/>
            <a:miter lim="800000"/>
            <a:headEnd/>
            <a:tailEnd/>
          </a:ln>
        </p:spPr>
      </p:pic>
    </p:spTree>
    <p:extLst>
      <p:ext uri="{BB962C8B-B14F-4D97-AF65-F5344CB8AC3E}">
        <p14:creationId xmlns:p14="http://schemas.microsoft.com/office/powerpoint/2010/main" val="3384954088"/>
      </p:ext>
    </p:extLst>
  </p:cSld>
  <p:clrMapOvr>
    <a:masterClrMapping/>
  </p:clrMapOvr>
  <p:transition spd="slow">
    <p:wipe dir="r"/>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Rectangle 3"/>
          <p:cNvSpPr>
            <a:spLocks noGrp="1" noChangeArrowheads="1"/>
          </p:cNvSpPr>
          <p:nvPr>
            <p:ph type="title"/>
          </p:nvPr>
        </p:nvSpPr>
        <p:spPr>
          <a:xfrm>
            <a:off x="531526" y="196265"/>
            <a:ext cx="4914546" cy="513160"/>
          </a:xfrm>
        </p:spPr>
        <p:txBody>
          <a:bodyPr>
            <a:normAutofit/>
          </a:bodyPr>
          <a:lstStyle/>
          <a:p>
            <a:r>
              <a:rPr lang="zh-CN" altLang="en-US" dirty="0">
                <a:latin typeface="微软雅黑" panose="020B0503020204020204" pitchFamily="34" charset="-122"/>
                <a:ea typeface="微软雅黑" panose="020B0503020204020204" pitchFamily="34" charset="-122"/>
              </a:rPr>
              <a:t>黑盒测试方法和白盒测试方法</a:t>
            </a:r>
          </a:p>
        </p:txBody>
      </p:sp>
      <p:grpSp>
        <p:nvGrpSpPr>
          <p:cNvPr id="8195" name="Group 34"/>
          <p:cNvGrpSpPr>
            <a:grpSpLocks/>
          </p:cNvGrpSpPr>
          <p:nvPr/>
        </p:nvGrpSpPr>
        <p:grpSpPr bwMode="auto">
          <a:xfrm>
            <a:off x="5165563" y="1007083"/>
            <a:ext cx="2413397" cy="2403872"/>
            <a:chOff x="3216" y="2109"/>
            <a:chExt cx="2027" cy="2019"/>
          </a:xfrm>
        </p:grpSpPr>
        <p:grpSp>
          <p:nvGrpSpPr>
            <p:cNvPr id="8231" name="Group 35"/>
            <p:cNvGrpSpPr>
              <a:grpSpLocks/>
            </p:cNvGrpSpPr>
            <p:nvPr/>
          </p:nvGrpSpPr>
          <p:grpSpPr bwMode="auto">
            <a:xfrm>
              <a:off x="4218" y="2445"/>
              <a:ext cx="1025" cy="1683"/>
              <a:chOff x="4218" y="2445"/>
              <a:chExt cx="1025" cy="1683"/>
            </a:xfrm>
          </p:grpSpPr>
          <p:sp>
            <p:nvSpPr>
              <p:cNvPr id="8233" name="Oval 36"/>
              <p:cNvSpPr>
                <a:spLocks noChangeArrowheads="1"/>
              </p:cNvSpPr>
              <p:nvPr/>
            </p:nvSpPr>
            <p:spPr bwMode="auto">
              <a:xfrm>
                <a:off x="4666" y="2454"/>
                <a:ext cx="40" cy="72"/>
              </a:xfrm>
              <a:prstGeom prst="ellipse">
                <a:avLst/>
              </a:prstGeom>
              <a:solidFill>
                <a:srgbClr val="FFFFFF"/>
              </a:solidFill>
              <a:ln w="25400">
                <a:solidFill>
                  <a:schemeClr val="tx1"/>
                </a:solidFill>
                <a:round/>
                <a:headEnd/>
                <a:tailEnd/>
              </a:ln>
            </p:spPr>
            <p:txBody>
              <a:bodyPr wrap="none" anchor="ctr"/>
              <a:lstStyle/>
              <a:p>
                <a:endParaRPr lang="zh-CN" altLang="en-US" sz="1350"/>
              </a:p>
            </p:txBody>
          </p:sp>
          <p:sp>
            <p:nvSpPr>
              <p:cNvPr id="8234" name="Oval 37"/>
              <p:cNvSpPr>
                <a:spLocks noChangeArrowheads="1"/>
              </p:cNvSpPr>
              <p:nvPr/>
            </p:nvSpPr>
            <p:spPr bwMode="auto">
              <a:xfrm>
                <a:off x="4658" y="2445"/>
                <a:ext cx="56" cy="90"/>
              </a:xfrm>
              <a:prstGeom prst="ellipse">
                <a:avLst/>
              </a:prstGeom>
              <a:noFill/>
              <a:ln w="25400">
                <a:solidFill>
                  <a:schemeClr val="tx1"/>
                </a:solidFill>
                <a:round/>
                <a:headEnd/>
                <a:tailEnd/>
              </a:ln>
            </p:spPr>
            <p:txBody>
              <a:bodyPr wrap="none" anchor="ctr"/>
              <a:lstStyle/>
              <a:p>
                <a:endParaRPr lang="zh-CN" altLang="en-US" sz="1350"/>
              </a:p>
            </p:txBody>
          </p:sp>
          <p:sp>
            <p:nvSpPr>
              <p:cNvPr id="8235" name="Line 38"/>
              <p:cNvSpPr>
                <a:spLocks noChangeShapeType="1"/>
              </p:cNvSpPr>
              <p:nvPr/>
            </p:nvSpPr>
            <p:spPr bwMode="auto">
              <a:xfrm>
                <a:off x="4690" y="2544"/>
                <a:ext cx="1" cy="54"/>
              </a:xfrm>
              <a:prstGeom prst="line">
                <a:avLst/>
              </a:prstGeom>
              <a:noFill/>
              <a:ln w="25400">
                <a:solidFill>
                  <a:schemeClr val="tx1"/>
                </a:solidFill>
                <a:round/>
                <a:headEnd/>
                <a:tailEnd/>
              </a:ln>
            </p:spPr>
            <p:txBody>
              <a:bodyPr wrap="none" anchor="ctr"/>
              <a:lstStyle/>
              <a:p>
                <a:endParaRPr lang="zh-CN" altLang="en-US" sz="1350"/>
              </a:p>
            </p:txBody>
          </p:sp>
          <p:sp>
            <p:nvSpPr>
              <p:cNvPr id="8236" name="Rectangle 39"/>
              <p:cNvSpPr>
                <a:spLocks noChangeArrowheads="1"/>
              </p:cNvSpPr>
              <p:nvPr/>
            </p:nvSpPr>
            <p:spPr bwMode="auto">
              <a:xfrm>
                <a:off x="4578" y="2634"/>
                <a:ext cx="224" cy="126"/>
              </a:xfrm>
              <a:prstGeom prst="rect">
                <a:avLst/>
              </a:prstGeom>
              <a:solidFill>
                <a:schemeClr val="folHlink"/>
              </a:solidFill>
              <a:ln w="25400">
                <a:solidFill>
                  <a:schemeClr val="tx1"/>
                </a:solidFill>
                <a:miter lim="800000"/>
                <a:headEnd/>
                <a:tailEnd/>
              </a:ln>
            </p:spPr>
            <p:txBody>
              <a:bodyPr wrap="none" anchor="ctr"/>
              <a:lstStyle/>
              <a:p>
                <a:endParaRPr lang="zh-CN" altLang="en-US" sz="1350"/>
              </a:p>
            </p:txBody>
          </p:sp>
          <p:sp>
            <p:nvSpPr>
              <p:cNvPr id="8237" name="Rectangle 40"/>
              <p:cNvSpPr>
                <a:spLocks noChangeArrowheads="1"/>
              </p:cNvSpPr>
              <p:nvPr/>
            </p:nvSpPr>
            <p:spPr bwMode="auto">
              <a:xfrm>
                <a:off x="4570" y="2625"/>
                <a:ext cx="240" cy="144"/>
              </a:xfrm>
              <a:prstGeom prst="rect">
                <a:avLst/>
              </a:prstGeom>
              <a:solidFill>
                <a:schemeClr val="accent1"/>
              </a:solidFill>
              <a:ln w="25400">
                <a:solidFill>
                  <a:schemeClr val="tx1"/>
                </a:solidFill>
                <a:miter lim="800000"/>
                <a:headEnd/>
                <a:tailEnd/>
              </a:ln>
            </p:spPr>
            <p:txBody>
              <a:bodyPr wrap="none" anchor="ctr"/>
              <a:lstStyle/>
              <a:p>
                <a:endParaRPr lang="zh-CN" altLang="en-US" sz="1350"/>
              </a:p>
            </p:txBody>
          </p:sp>
          <p:sp>
            <p:nvSpPr>
              <p:cNvPr id="8238" name="Line 41"/>
              <p:cNvSpPr>
                <a:spLocks noChangeShapeType="1"/>
              </p:cNvSpPr>
              <p:nvPr/>
            </p:nvSpPr>
            <p:spPr bwMode="auto">
              <a:xfrm>
                <a:off x="4690" y="2778"/>
                <a:ext cx="1" cy="45"/>
              </a:xfrm>
              <a:prstGeom prst="line">
                <a:avLst/>
              </a:prstGeom>
              <a:noFill/>
              <a:ln w="25400">
                <a:solidFill>
                  <a:schemeClr val="tx1"/>
                </a:solidFill>
                <a:round/>
                <a:headEnd/>
                <a:tailEnd/>
              </a:ln>
            </p:spPr>
            <p:txBody>
              <a:bodyPr wrap="none" anchor="ctr"/>
              <a:lstStyle/>
              <a:p>
                <a:endParaRPr lang="zh-CN" altLang="en-US" sz="1350"/>
              </a:p>
            </p:txBody>
          </p:sp>
          <p:sp>
            <p:nvSpPr>
              <p:cNvPr id="8239" name="Line 42"/>
              <p:cNvSpPr>
                <a:spLocks noChangeShapeType="1"/>
              </p:cNvSpPr>
              <p:nvPr/>
            </p:nvSpPr>
            <p:spPr bwMode="auto">
              <a:xfrm flipH="1">
                <a:off x="4330" y="2895"/>
                <a:ext cx="224" cy="1"/>
              </a:xfrm>
              <a:prstGeom prst="line">
                <a:avLst/>
              </a:prstGeom>
              <a:noFill/>
              <a:ln w="25400">
                <a:solidFill>
                  <a:schemeClr val="tx1"/>
                </a:solidFill>
                <a:round/>
                <a:headEnd/>
                <a:tailEnd/>
              </a:ln>
            </p:spPr>
            <p:txBody>
              <a:bodyPr wrap="none" anchor="ctr"/>
              <a:lstStyle/>
              <a:p>
                <a:endParaRPr lang="zh-CN" altLang="en-US" sz="1350"/>
              </a:p>
            </p:txBody>
          </p:sp>
          <p:sp>
            <p:nvSpPr>
              <p:cNvPr id="8240" name="Rectangle 43"/>
              <p:cNvSpPr>
                <a:spLocks noChangeArrowheads="1"/>
              </p:cNvSpPr>
              <p:nvPr/>
            </p:nvSpPr>
            <p:spPr bwMode="auto">
              <a:xfrm>
                <a:off x="4226" y="3021"/>
                <a:ext cx="224" cy="126"/>
              </a:xfrm>
              <a:prstGeom prst="rect">
                <a:avLst/>
              </a:prstGeom>
              <a:solidFill>
                <a:schemeClr val="accent2"/>
              </a:solidFill>
              <a:ln w="25400">
                <a:solidFill>
                  <a:schemeClr val="tx1"/>
                </a:solidFill>
                <a:miter lim="800000"/>
                <a:headEnd/>
                <a:tailEnd/>
              </a:ln>
            </p:spPr>
            <p:txBody>
              <a:bodyPr wrap="none" anchor="ctr"/>
              <a:lstStyle/>
              <a:p>
                <a:endParaRPr lang="zh-CN" altLang="en-US" sz="1350"/>
              </a:p>
            </p:txBody>
          </p:sp>
          <p:sp>
            <p:nvSpPr>
              <p:cNvPr id="8241" name="Rectangle 44"/>
              <p:cNvSpPr>
                <a:spLocks noChangeArrowheads="1"/>
              </p:cNvSpPr>
              <p:nvPr/>
            </p:nvSpPr>
            <p:spPr bwMode="auto">
              <a:xfrm>
                <a:off x="4218" y="3012"/>
                <a:ext cx="240" cy="144"/>
              </a:xfrm>
              <a:prstGeom prst="rect">
                <a:avLst/>
              </a:prstGeom>
              <a:solidFill>
                <a:schemeClr val="accent1"/>
              </a:solidFill>
              <a:ln w="25400">
                <a:solidFill>
                  <a:schemeClr val="tx1"/>
                </a:solidFill>
                <a:miter lim="800000"/>
                <a:headEnd/>
                <a:tailEnd/>
              </a:ln>
            </p:spPr>
            <p:txBody>
              <a:bodyPr wrap="none" anchor="ctr"/>
              <a:lstStyle/>
              <a:p>
                <a:endParaRPr lang="zh-CN" altLang="en-US" sz="1350"/>
              </a:p>
            </p:txBody>
          </p:sp>
          <p:sp>
            <p:nvSpPr>
              <p:cNvPr id="8242" name="Rectangle 45"/>
              <p:cNvSpPr>
                <a:spLocks noChangeArrowheads="1"/>
              </p:cNvSpPr>
              <p:nvPr/>
            </p:nvSpPr>
            <p:spPr bwMode="auto">
              <a:xfrm>
                <a:off x="4930" y="3039"/>
                <a:ext cx="224" cy="126"/>
              </a:xfrm>
              <a:prstGeom prst="rect">
                <a:avLst/>
              </a:prstGeom>
              <a:solidFill>
                <a:schemeClr val="accent2"/>
              </a:solidFill>
              <a:ln w="25400">
                <a:solidFill>
                  <a:schemeClr val="tx1"/>
                </a:solidFill>
                <a:miter lim="800000"/>
                <a:headEnd/>
                <a:tailEnd/>
              </a:ln>
            </p:spPr>
            <p:txBody>
              <a:bodyPr wrap="none" anchor="ctr"/>
              <a:lstStyle/>
              <a:p>
                <a:endParaRPr lang="zh-CN" altLang="en-US" sz="1350"/>
              </a:p>
            </p:txBody>
          </p:sp>
          <p:sp>
            <p:nvSpPr>
              <p:cNvPr id="8243" name="Rectangle 46"/>
              <p:cNvSpPr>
                <a:spLocks noChangeArrowheads="1"/>
              </p:cNvSpPr>
              <p:nvPr/>
            </p:nvSpPr>
            <p:spPr bwMode="auto">
              <a:xfrm>
                <a:off x="4922" y="3030"/>
                <a:ext cx="240" cy="144"/>
              </a:xfrm>
              <a:prstGeom prst="rect">
                <a:avLst/>
              </a:prstGeom>
              <a:solidFill>
                <a:schemeClr val="accent1"/>
              </a:solidFill>
              <a:ln w="25400">
                <a:solidFill>
                  <a:schemeClr val="tx1"/>
                </a:solidFill>
                <a:miter lim="800000"/>
                <a:headEnd/>
                <a:tailEnd/>
              </a:ln>
            </p:spPr>
            <p:txBody>
              <a:bodyPr wrap="none" anchor="ctr"/>
              <a:lstStyle/>
              <a:p>
                <a:endParaRPr lang="zh-CN" altLang="en-US" sz="1350"/>
              </a:p>
            </p:txBody>
          </p:sp>
          <p:sp>
            <p:nvSpPr>
              <p:cNvPr id="8244" name="Line 47"/>
              <p:cNvSpPr>
                <a:spLocks noChangeShapeType="1"/>
              </p:cNvSpPr>
              <p:nvPr/>
            </p:nvSpPr>
            <p:spPr bwMode="auto">
              <a:xfrm>
                <a:off x="4338" y="2895"/>
                <a:ext cx="1" cy="108"/>
              </a:xfrm>
              <a:prstGeom prst="line">
                <a:avLst/>
              </a:prstGeom>
              <a:noFill/>
              <a:ln w="25400">
                <a:solidFill>
                  <a:schemeClr val="tx1"/>
                </a:solidFill>
                <a:round/>
                <a:headEnd/>
                <a:tailEnd/>
              </a:ln>
            </p:spPr>
            <p:txBody>
              <a:bodyPr wrap="none" anchor="ctr"/>
              <a:lstStyle/>
              <a:p>
                <a:endParaRPr lang="zh-CN" altLang="en-US" sz="1350"/>
              </a:p>
            </p:txBody>
          </p:sp>
          <p:sp>
            <p:nvSpPr>
              <p:cNvPr id="8245" name="Line 48"/>
              <p:cNvSpPr>
                <a:spLocks noChangeShapeType="1"/>
              </p:cNvSpPr>
              <p:nvPr/>
            </p:nvSpPr>
            <p:spPr bwMode="auto">
              <a:xfrm flipH="1">
                <a:off x="4818" y="2895"/>
                <a:ext cx="224" cy="1"/>
              </a:xfrm>
              <a:prstGeom prst="line">
                <a:avLst/>
              </a:prstGeom>
              <a:noFill/>
              <a:ln w="25400">
                <a:solidFill>
                  <a:schemeClr val="tx1"/>
                </a:solidFill>
                <a:round/>
                <a:headEnd/>
                <a:tailEnd/>
              </a:ln>
            </p:spPr>
            <p:txBody>
              <a:bodyPr wrap="none" anchor="ctr"/>
              <a:lstStyle/>
              <a:p>
                <a:endParaRPr lang="zh-CN" altLang="en-US" sz="1350"/>
              </a:p>
            </p:txBody>
          </p:sp>
          <p:sp>
            <p:nvSpPr>
              <p:cNvPr id="8246" name="Line 49"/>
              <p:cNvSpPr>
                <a:spLocks noChangeShapeType="1"/>
              </p:cNvSpPr>
              <p:nvPr/>
            </p:nvSpPr>
            <p:spPr bwMode="auto">
              <a:xfrm>
                <a:off x="5042" y="2895"/>
                <a:ext cx="1" cy="108"/>
              </a:xfrm>
              <a:prstGeom prst="line">
                <a:avLst/>
              </a:prstGeom>
              <a:noFill/>
              <a:ln w="25400">
                <a:solidFill>
                  <a:schemeClr val="tx1"/>
                </a:solidFill>
                <a:round/>
                <a:headEnd/>
                <a:tailEnd/>
              </a:ln>
            </p:spPr>
            <p:txBody>
              <a:bodyPr wrap="none" anchor="ctr"/>
              <a:lstStyle/>
              <a:p>
                <a:endParaRPr lang="zh-CN" altLang="en-US" sz="1350"/>
              </a:p>
            </p:txBody>
          </p:sp>
          <p:sp>
            <p:nvSpPr>
              <p:cNvPr id="8247" name="Line 50"/>
              <p:cNvSpPr>
                <a:spLocks noChangeShapeType="1"/>
              </p:cNvSpPr>
              <p:nvPr/>
            </p:nvSpPr>
            <p:spPr bwMode="auto">
              <a:xfrm>
                <a:off x="4338" y="3165"/>
                <a:ext cx="1" cy="72"/>
              </a:xfrm>
              <a:prstGeom prst="line">
                <a:avLst/>
              </a:prstGeom>
              <a:noFill/>
              <a:ln w="25400">
                <a:solidFill>
                  <a:schemeClr val="tx1"/>
                </a:solidFill>
                <a:round/>
                <a:headEnd/>
                <a:tailEnd/>
              </a:ln>
            </p:spPr>
            <p:txBody>
              <a:bodyPr wrap="none" anchor="ctr"/>
              <a:lstStyle/>
              <a:p>
                <a:endParaRPr lang="zh-CN" altLang="en-US" sz="1350"/>
              </a:p>
            </p:txBody>
          </p:sp>
          <p:sp>
            <p:nvSpPr>
              <p:cNvPr id="8248" name="Line 51"/>
              <p:cNvSpPr>
                <a:spLocks noChangeShapeType="1"/>
              </p:cNvSpPr>
              <p:nvPr/>
            </p:nvSpPr>
            <p:spPr bwMode="auto">
              <a:xfrm>
                <a:off x="5042" y="3183"/>
                <a:ext cx="1" cy="72"/>
              </a:xfrm>
              <a:prstGeom prst="line">
                <a:avLst/>
              </a:prstGeom>
              <a:noFill/>
              <a:ln w="25400">
                <a:solidFill>
                  <a:schemeClr val="tx1"/>
                </a:solidFill>
                <a:round/>
                <a:headEnd/>
                <a:tailEnd/>
              </a:ln>
            </p:spPr>
            <p:txBody>
              <a:bodyPr wrap="none" anchor="ctr"/>
              <a:lstStyle/>
              <a:p>
                <a:endParaRPr lang="zh-CN" altLang="en-US" sz="1350"/>
              </a:p>
            </p:txBody>
          </p:sp>
          <p:sp>
            <p:nvSpPr>
              <p:cNvPr id="8249" name="Line 52"/>
              <p:cNvSpPr>
                <a:spLocks noChangeShapeType="1"/>
              </p:cNvSpPr>
              <p:nvPr/>
            </p:nvSpPr>
            <p:spPr bwMode="auto">
              <a:xfrm>
                <a:off x="4338" y="3264"/>
                <a:ext cx="696" cy="1"/>
              </a:xfrm>
              <a:prstGeom prst="line">
                <a:avLst/>
              </a:prstGeom>
              <a:noFill/>
              <a:ln w="25400">
                <a:solidFill>
                  <a:schemeClr val="tx1"/>
                </a:solidFill>
                <a:round/>
                <a:headEnd/>
                <a:tailEnd/>
              </a:ln>
            </p:spPr>
            <p:txBody>
              <a:bodyPr wrap="none" anchor="ctr"/>
              <a:lstStyle/>
              <a:p>
                <a:endParaRPr lang="zh-CN" altLang="en-US" sz="1350"/>
              </a:p>
            </p:txBody>
          </p:sp>
          <p:sp>
            <p:nvSpPr>
              <p:cNvPr id="8250" name="Line 53"/>
              <p:cNvSpPr>
                <a:spLocks noChangeShapeType="1"/>
              </p:cNvSpPr>
              <p:nvPr/>
            </p:nvSpPr>
            <p:spPr bwMode="auto">
              <a:xfrm>
                <a:off x="4690" y="3264"/>
                <a:ext cx="1" cy="108"/>
              </a:xfrm>
              <a:prstGeom prst="line">
                <a:avLst/>
              </a:prstGeom>
              <a:noFill/>
              <a:ln w="25400">
                <a:solidFill>
                  <a:schemeClr val="tx1"/>
                </a:solidFill>
                <a:round/>
                <a:headEnd/>
                <a:tailEnd/>
              </a:ln>
            </p:spPr>
            <p:txBody>
              <a:bodyPr wrap="none" anchor="ctr"/>
              <a:lstStyle/>
              <a:p>
                <a:endParaRPr lang="zh-CN" altLang="en-US" sz="1350"/>
              </a:p>
            </p:txBody>
          </p:sp>
          <p:sp>
            <p:nvSpPr>
              <p:cNvPr id="8251" name="Rectangle 54"/>
              <p:cNvSpPr>
                <a:spLocks noChangeArrowheads="1"/>
              </p:cNvSpPr>
              <p:nvPr/>
            </p:nvSpPr>
            <p:spPr bwMode="auto">
              <a:xfrm>
                <a:off x="4578" y="3408"/>
                <a:ext cx="224" cy="126"/>
              </a:xfrm>
              <a:prstGeom prst="rect">
                <a:avLst/>
              </a:prstGeom>
              <a:solidFill>
                <a:schemeClr val="accent1"/>
              </a:solidFill>
              <a:ln w="25400">
                <a:solidFill>
                  <a:schemeClr val="tx1"/>
                </a:solidFill>
                <a:miter lim="800000"/>
                <a:headEnd/>
                <a:tailEnd/>
              </a:ln>
            </p:spPr>
            <p:txBody>
              <a:bodyPr wrap="none" anchor="ctr"/>
              <a:lstStyle/>
              <a:p>
                <a:endParaRPr lang="zh-CN" altLang="en-US" sz="1350"/>
              </a:p>
            </p:txBody>
          </p:sp>
          <p:sp>
            <p:nvSpPr>
              <p:cNvPr id="8252" name="Rectangle 55"/>
              <p:cNvSpPr>
                <a:spLocks noChangeArrowheads="1"/>
              </p:cNvSpPr>
              <p:nvPr/>
            </p:nvSpPr>
            <p:spPr bwMode="auto">
              <a:xfrm>
                <a:off x="4570" y="3399"/>
                <a:ext cx="240" cy="144"/>
              </a:xfrm>
              <a:prstGeom prst="rect">
                <a:avLst/>
              </a:prstGeom>
              <a:noFill/>
              <a:ln w="25400">
                <a:solidFill>
                  <a:schemeClr val="tx1"/>
                </a:solidFill>
                <a:miter lim="800000"/>
                <a:headEnd/>
                <a:tailEnd/>
              </a:ln>
            </p:spPr>
            <p:txBody>
              <a:bodyPr wrap="none" anchor="ctr"/>
              <a:lstStyle/>
              <a:p>
                <a:endParaRPr lang="zh-CN" altLang="en-US" sz="1350"/>
              </a:p>
            </p:txBody>
          </p:sp>
          <p:sp>
            <p:nvSpPr>
              <p:cNvPr id="8253" name="Line 56"/>
              <p:cNvSpPr>
                <a:spLocks noChangeShapeType="1"/>
              </p:cNvSpPr>
              <p:nvPr/>
            </p:nvSpPr>
            <p:spPr bwMode="auto">
              <a:xfrm>
                <a:off x="4690" y="3552"/>
                <a:ext cx="1" cy="135"/>
              </a:xfrm>
              <a:prstGeom prst="line">
                <a:avLst/>
              </a:prstGeom>
              <a:noFill/>
              <a:ln w="25400">
                <a:solidFill>
                  <a:schemeClr val="tx1"/>
                </a:solidFill>
                <a:round/>
                <a:headEnd/>
                <a:tailEnd/>
              </a:ln>
            </p:spPr>
            <p:txBody>
              <a:bodyPr wrap="none" anchor="ctr"/>
              <a:lstStyle/>
              <a:p>
                <a:endParaRPr lang="zh-CN" altLang="en-US" sz="1350"/>
              </a:p>
            </p:txBody>
          </p:sp>
          <p:sp>
            <p:nvSpPr>
              <p:cNvPr id="8254" name="Line 57"/>
              <p:cNvSpPr>
                <a:spLocks noChangeShapeType="1"/>
              </p:cNvSpPr>
              <p:nvPr/>
            </p:nvSpPr>
            <p:spPr bwMode="auto">
              <a:xfrm>
                <a:off x="4690" y="3768"/>
                <a:ext cx="1" cy="45"/>
              </a:xfrm>
              <a:prstGeom prst="line">
                <a:avLst/>
              </a:prstGeom>
              <a:noFill/>
              <a:ln w="25400">
                <a:solidFill>
                  <a:schemeClr val="tx1"/>
                </a:solidFill>
                <a:round/>
                <a:headEnd/>
                <a:tailEnd/>
              </a:ln>
            </p:spPr>
            <p:txBody>
              <a:bodyPr wrap="none" anchor="ctr"/>
              <a:lstStyle/>
              <a:p>
                <a:endParaRPr lang="zh-CN" altLang="en-US" sz="1350"/>
              </a:p>
            </p:txBody>
          </p:sp>
          <p:sp>
            <p:nvSpPr>
              <p:cNvPr id="8255" name="Line 58"/>
              <p:cNvSpPr>
                <a:spLocks noChangeShapeType="1"/>
              </p:cNvSpPr>
              <p:nvPr/>
            </p:nvSpPr>
            <p:spPr bwMode="auto">
              <a:xfrm>
                <a:off x="4690" y="2580"/>
                <a:ext cx="544" cy="1"/>
              </a:xfrm>
              <a:prstGeom prst="line">
                <a:avLst/>
              </a:prstGeom>
              <a:noFill/>
              <a:ln w="25400">
                <a:solidFill>
                  <a:schemeClr val="tx1"/>
                </a:solidFill>
                <a:round/>
                <a:headEnd/>
                <a:tailEnd/>
              </a:ln>
            </p:spPr>
            <p:txBody>
              <a:bodyPr wrap="none" anchor="ctr"/>
              <a:lstStyle/>
              <a:p>
                <a:endParaRPr lang="zh-CN" altLang="en-US" sz="1350"/>
              </a:p>
            </p:txBody>
          </p:sp>
          <p:sp>
            <p:nvSpPr>
              <p:cNvPr id="8256" name="Line 59"/>
              <p:cNvSpPr>
                <a:spLocks noChangeShapeType="1"/>
              </p:cNvSpPr>
              <p:nvPr/>
            </p:nvSpPr>
            <p:spPr bwMode="auto">
              <a:xfrm>
                <a:off x="4690" y="3804"/>
                <a:ext cx="544" cy="1"/>
              </a:xfrm>
              <a:prstGeom prst="line">
                <a:avLst/>
              </a:prstGeom>
              <a:noFill/>
              <a:ln w="25400">
                <a:solidFill>
                  <a:schemeClr val="tx1"/>
                </a:solidFill>
                <a:round/>
                <a:headEnd/>
                <a:tailEnd/>
              </a:ln>
            </p:spPr>
            <p:txBody>
              <a:bodyPr wrap="none" anchor="ctr"/>
              <a:lstStyle/>
              <a:p>
                <a:endParaRPr lang="zh-CN" altLang="en-US" sz="1350"/>
              </a:p>
            </p:txBody>
          </p:sp>
          <p:sp>
            <p:nvSpPr>
              <p:cNvPr id="8257" name="Line 60"/>
              <p:cNvSpPr>
                <a:spLocks noChangeShapeType="1"/>
              </p:cNvSpPr>
              <p:nvPr/>
            </p:nvSpPr>
            <p:spPr bwMode="auto">
              <a:xfrm>
                <a:off x="5242" y="2580"/>
                <a:ext cx="1" cy="1215"/>
              </a:xfrm>
              <a:prstGeom prst="line">
                <a:avLst/>
              </a:prstGeom>
              <a:noFill/>
              <a:ln w="25400">
                <a:solidFill>
                  <a:schemeClr val="tx1"/>
                </a:solidFill>
                <a:round/>
                <a:headEnd/>
                <a:tailEnd/>
              </a:ln>
            </p:spPr>
            <p:txBody>
              <a:bodyPr wrap="none" anchor="ctr"/>
              <a:lstStyle/>
              <a:p>
                <a:endParaRPr lang="zh-CN" altLang="en-US" sz="1350"/>
              </a:p>
            </p:txBody>
          </p:sp>
          <p:sp>
            <p:nvSpPr>
              <p:cNvPr id="8258" name="AutoShape 61"/>
              <p:cNvSpPr>
                <a:spLocks noChangeArrowheads="1"/>
              </p:cNvSpPr>
              <p:nvPr/>
            </p:nvSpPr>
            <p:spPr bwMode="auto">
              <a:xfrm>
                <a:off x="4546" y="2814"/>
                <a:ext cx="280" cy="171"/>
              </a:xfrm>
              <a:prstGeom prst="diamond">
                <a:avLst/>
              </a:prstGeom>
              <a:solidFill>
                <a:srgbClr val="FFCC00"/>
              </a:solidFill>
              <a:ln w="25400">
                <a:solidFill>
                  <a:schemeClr val="tx1"/>
                </a:solidFill>
                <a:miter lim="800000"/>
                <a:headEnd/>
                <a:tailEnd/>
              </a:ln>
            </p:spPr>
            <p:txBody>
              <a:bodyPr wrap="none" anchor="ctr"/>
              <a:lstStyle/>
              <a:p>
                <a:endParaRPr lang="zh-CN" altLang="en-US" sz="1350"/>
              </a:p>
            </p:txBody>
          </p:sp>
          <p:sp>
            <p:nvSpPr>
              <p:cNvPr id="8259" name="AutoShape 62"/>
              <p:cNvSpPr>
                <a:spLocks noChangeArrowheads="1"/>
              </p:cNvSpPr>
              <p:nvPr/>
            </p:nvSpPr>
            <p:spPr bwMode="auto">
              <a:xfrm>
                <a:off x="4546" y="3705"/>
                <a:ext cx="280" cy="171"/>
              </a:xfrm>
              <a:prstGeom prst="diamond">
                <a:avLst/>
              </a:prstGeom>
              <a:solidFill>
                <a:srgbClr val="FFCC00"/>
              </a:solidFill>
              <a:ln w="25400">
                <a:solidFill>
                  <a:schemeClr val="tx1"/>
                </a:solidFill>
                <a:miter lim="800000"/>
                <a:headEnd/>
                <a:tailEnd/>
              </a:ln>
            </p:spPr>
            <p:txBody>
              <a:bodyPr wrap="none" anchor="ctr"/>
              <a:lstStyle/>
              <a:p>
                <a:endParaRPr lang="zh-CN" altLang="en-US" sz="1350"/>
              </a:p>
            </p:txBody>
          </p:sp>
          <p:sp>
            <p:nvSpPr>
              <p:cNvPr id="8260" name="Line 63"/>
              <p:cNvSpPr>
                <a:spLocks noChangeShapeType="1"/>
              </p:cNvSpPr>
              <p:nvPr/>
            </p:nvSpPr>
            <p:spPr bwMode="auto">
              <a:xfrm>
                <a:off x="4690" y="3903"/>
                <a:ext cx="1" cy="225"/>
              </a:xfrm>
              <a:prstGeom prst="line">
                <a:avLst/>
              </a:prstGeom>
              <a:noFill/>
              <a:ln w="25400">
                <a:solidFill>
                  <a:schemeClr val="tx1"/>
                </a:solidFill>
                <a:round/>
                <a:headEnd/>
                <a:tailEnd type="triangle" w="med" len="med"/>
              </a:ln>
            </p:spPr>
            <p:txBody>
              <a:bodyPr wrap="none" anchor="ctr"/>
              <a:lstStyle/>
              <a:p>
                <a:endParaRPr lang="zh-CN" altLang="en-US" sz="1350"/>
              </a:p>
            </p:txBody>
          </p:sp>
        </p:grpSp>
        <p:pic>
          <p:nvPicPr>
            <p:cNvPr id="8232" name="Picture 64"/>
            <p:cNvPicPr>
              <a:picLocks noChangeArrowheads="1"/>
            </p:cNvPicPr>
            <p:nvPr/>
          </p:nvPicPr>
          <p:blipFill>
            <a:blip r:embed="rId3" cstate="print"/>
            <a:srcRect/>
            <a:stretch>
              <a:fillRect/>
            </a:stretch>
          </p:blipFill>
          <p:spPr bwMode="auto">
            <a:xfrm>
              <a:off x="3216" y="2109"/>
              <a:ext cx="1226" cy="1536"/>
            </a:xfrm>
            <a:prstGeom prst="rect">
              <a:avLst/>
            </a:prstGeom>
            <a:noFill/>
            <a:ln w="12700">
              <a:noFill/>
              <a:miter lim="800000"/>
              <a:headEnd/>
              <a:tailEnd/>
            </a:ln>
          </p:spPr>
        </p:pic>
      </p:grpSp>
      <p:sp>
        <p:nvSpPr>
          <p:cNvPr id="8196" name="Text Box 65"/>
          <p:cNvSpPr txBox="1">
            <a:spLocks noChangeArrowheads="1"/>
          </p:cNvSpPr>
          <p:nvPr/>
        </p:nvSpPr>
        <p:spPr bwMode="auto">
          <a:xfrm>
            <a:off x="793551" y="3660742"/>
            <a:ext cx="2484834" cy="861774"/>
          </a:xfrm>
          <a:prstGeom prst="rect">
            <a:avLst/>
          </a:prstGeom>
          <a:noFill/>
          <a:ln w="9525" algn="ctr">
            <a:noFill/>
            <a:miter lim="800000"/>
            <a:headEnd/>
            <a:tailEnd/>
          </a:ln>
        </p:spPr>
        <p:txBody>
          <a:bodyPr>
            <a:spAutoFit/>
          </a:bodyPr>
          <a:lstStyle/>
          <a:p>
            <a:pPr marL="85725" indent="-85725" algn="ctr">
              <a:spcBef>
                <a:spcPct val="50000"/>
              </a:spcBef>
              <a:buClr>
                <a:schemeClr val="accent1"/>
              </a:buClr>
              <a:buSzPct val="75000"/>
            </a:pPr>
            <a:r>
              <a:rPr lang="zh-CN" altLang="en-US" sz="2000" dirty="0">
                <a:solidFill>
                  <a:schemeClr val="accent1"/>
                </a:solidFill>
                <a:latin typeface="Microsoft YaHei" panose="020B0503020204020204" pitchFamily="34" charset="-122"/>
                <a:ea typeface="Microsoft YaHei" panose="020B0503020204020204" pitchFamily="34" charset="-122"/>
              </a:rPr>
              <a:t>基于需求的测试</a:t>
            </a:r>
          </a:p>
          <a:p>
            <a:pPr marL="85725" indent="-85725" algn="ctr">
              <a:spcBef>
                <a:spcPct val="50000"/>
              </a:spcBef>
              <a:buClr>
                <a:schemeClr val="accent1"/>
              </a:buClr>
              <a:buSzPct val="75000"/>
            </a:pPr>
            <a:r>
              <a:rPr lang="zh-CN" altLang="en-US" sz="2000" dirty="0">
                <a:solidFill>
                  <a:schemeClr val="accent1"/>
                </a:solidFill>
                <a:latin typeface="Microsoft YaHei" panose="020B0503020204020204" pitchFamily="34" charset="-122"/>
                <a:ea typeface="Microsoft YaHei" panose="020B0503020204020204" pitchFamily="34" charset="-122"/>
              </a:rPr>
              <a:t>数据驱动测试 </a:t>
            </a:r>
          </a:p>
        </p:txBody>
      </p:sp>
      <p:sp>
        <p:nvSpPr>
          <p:cNvPr id="8197" name="Text Box 66"/>
          <p:cNvSpPr txBox="1">
            <a:spLocks noChangeArrowheads="1"/>
          </p:cNvSpPr>
          <p:nvPr/>
        </p:nvSpPr>
        <p:spPr bwMode="auto">
          <a:xfrm>
            <a:off x="5527402" y="3582695"/>
            <a:ext cx="2484835" cy="861774"/>
          </a:xfrm>
          <a:prstGeom prst="rect">
            <a:avLst/>
          </a:prstGeom>
          <a:noFill/>
          <a:ln w="9525" algn="ctr">
            <a:noFill/>
            <a:miter lim="800000"/>
            <a:headEnd/>
            <a:tailEnd/>
          </a:ln>
        </p:spPr>
        <p:txBody>
          <a:bodyPr>
            <a:spAutoFit/>
          </a:bodyPr>
          <a:lstStyle/>
          <a:p>
            <a:pPr marL="85725" indent="-85725" algn="ctr">
              <a:spcBef>
                <a:spcPct val="50000"/>
              </a:spcBef>
              <a:buClr>
                <a:schemeClr val="accent1"/>
              </a:buClr>
              <a:buSzPct val="75000"/>
            </a:pPr>
            <a:r>
              <a:rPr lang="zh-CN" altLang="en-US" sz="2000" dirty="0">
                <a:solidFill>
                  <a:schemeClr val="accent1"/>
                </a:solidFill>
                <a:latin typeface="Microsoft YaHei" panose="020B0503020204020204" pitchFamily="34" charset="-122"/>
                <a:ea typeface="Microsoft YaHei" panose="020B0503020204020204" pitchFamily="34" charset="-122"/>
              </a:rPr>
              <a:t>结构化测试</a:t>
            </a:r>
          </a:p>
          <a:p>
            <a:pPr marL="85725" indent="-85725" algn="ctr">
              <a:spcBef>
                <a:spcPct val="50000"/>
              </a:spcBef>
              <a:buClr>
                <a:schemeClr val="accent1"/>
              </a:buClr>
              <a:buSzPct val="75000"/>
            </a:pPr>
            <a:r>
              <a:rPr lang="zh-CN" altLang="en-US" sz="2000" dirty="0">
                <a:solidFill>
                  <a:schemeClr val="accent1"/>
                </a:solidFill>
                <a:latin typeface="Microsoft YaHei" panose="020B0503020204020204" pitchFamily="34" charset="-122"/>
                <a:ea typeface="Microsoft YaHei" panose="020B0503020204020204" pitchFamily="34" charset="-122"/>
              </a:rPr>
              <a:t>逻辑驱动测试 </a:t>
            </a:r>
          </a:p>
        </p:txBody>
      </p:sp>
      <p:grpSp>
        <p:nvGrpSpPr>
          <p:cNvPr id="8198" name="Group 71"/>
          <p:cNvGrpSpPr>
            <a:grpSpLocks noChangeAspect="1"/>
          </p:cNvGrpSpPr>
          <p:nvPr/>
        </p:nvGrpSpPr>
        <p:grpSpPr bwMode="auto">
          <a:xfrm>
            <a:off x="562150" y="1141242"/>
            <a:ext cx="2970609" cy="2096261"/>
            <a:chOff x="3130" y="245"/>
            <a:chExt cx="4588" cy="3308"/>
          </a:xfrm>
        </p:grpSpPr>
        <p:sp>
          <p:nvSpPr>
            <p:cNvPr id="8201" name="AutoShape 72"/>
            <p:cNvSpPr>
              <a:spLocks noChangeAspect="1" noChangeArrowheads="1"/>
            </p:cNvSpPr>
            <p:nvPr/>
          </p:nvSpPr>
          <p:spPr bwMode="auto">
            <a:xfrm>
              <a:off x="3130" y="513"/>
              <a:ext cx="4588" cy="3040"/>
            </a:xfrm>
            <a:prstGeom prst="rect">
              <a:avLst/>
            </a:prstGeom>
            <a:noFill/>
            <a:ln w="9525">
              <a:noFill/>
              <a:miter lim="800000"/>
              <a:headEnd/>
              <a:tailEnd/>
            </a:ln>
          </p:spPr>
          <p:txBody>
            <a:bodyPr/>
            <a:lstStyle/>
            <a:p>
              <a:endParaRPr lang="zh-CN" altLang="en-US" sz="1350"/>
            </a:p>
          </p:txBody>
        </p:sp>
        <p:grpSp>
          <p:nvGrpSpPr>
            <p:cNvPr id="8202" name="Group 73"/>
            <p:cNvGrpSpPr>
              <a:grpSpLocks/>
            </p:cNvGrpSpPr>
            <p:nvPr/>
          </p:nvGrpSpPr>
          <p:grpSpPr bwMode="auto">
            <a:xfrm>
              <a:off x="6574" y="833"/>
              <a:ext cx="1054" cy="893"/>
              <a:chOff x="3808" y="1163"/>
              <a:chExt cx="760" cy="730"/>
            </a:xfrm>
          </p:grpSpPr>
          <p:sp>
            <p:nvSpPr>
              <p:cNvPr id="8226" name="Freeform 74"/>
              <p:cNvSpPr>
                <a:spLocks/>
              </p:cNvSpPr>
              <p:nvPr/>
            </p:nvSpPr>
            <p:spPr bwMode="auto">
              <a:xfrm>
                <a:off x="4340" y="1598"/>
                <a:ext cx="94" cy="228"/>
              </a:xfrm>
              <a:custGeom>
                <a:avLst/>
                <a:gdLst>
                  <a:gd name="T0" fmla="*/ 93 w 94"/>
                  <a:gd name="T1" fmla="*/ 227 h 228"/>
                  <a:gd name="T2" fmla="*/ 93 w 94"/>
                  <a:gd name="T3" fmla="*/ 65 h 228"/>
                  <a:gd name="T4" fmla="*/ 0 w 94"/>
                  <a:gd name="T5" fmla="*/ 0 h 228"/>
                  <a:gd name="T6" fmla="*/ 0 w 94"/>
                  <a:gd name="T7" fmla="*/ 162 h 228"/>
                  <a:gd name="T8" fmla="*/ 93 w 94"/>
                  <a:gd name="T9" fmla="*/ 227 h 228"/>
                  <a:gd name="T10" fmla="*/ 0 60000 65536"/>
                  <a:gd name="T11" fmla="*/ 0 60000 65536"/>
                  <a:gd name="T12" fmla="*/ 0 60000 65536"/>
                  <a:gd name="T13" fmla="*/ 0 60000 65536"/>
                  <a:gd name="T14" fmla="*/ 0 60000 65536"/>
                  <a:gd name="T15" fmla="*/ 0 w 94"/>
                  <a:gd name="T16" fmla="*/ 0 h 228"/>
                  <a:gd name="T17" fmla="*/ 94 w 94"/>
                  <a:gd name="T18" fmla="*/ 228 h 228"/>
                </a:gdLst>
                <a:ahLst/>
                <a:cxnLst>
                  <a:cxn ang="T10">
                    <a:pos x="T0" y="T1"/>
                  </a:cxn>
                  <a:cxn ang="T11">
                    <a:pos x="T2" y="T3"/>
                  </a:cxn>
                  <a:cxn ang="T12">
                    <a:pos x="T4" y="T5"/>
                  </a:cxn>
                  <a:cxn ang="T13">
                    <a:pos x="T6" y="T7"/>
                  </a:cxn>
                  <a:cxn ang="T14">
                    <a:pos x="T8" y="T9"/>
                  </a:cxn>
                </a:cxnLst>
                <a:rect l="T15" t="T16" r="T17" b="T18"/>
                <a:pathLst>
                  <a:path w="94" h="228">
                    <a:moveTo>
                      <a:pt x="93" y="227"/>
                    </a:moveTo>
                    <a:lnTo>
                      <a:pt x="93" y="65"/>
                    </a:lnTo>
                    <a:lnTo>
                      <a:pt x="0" y="0"/>
                    </a:lnTo>
                    <a:lnTo>
                      <a:pt x="0" y="162"/>
                    </a:lnTo>
                    <a:lnTo>
                      <a:pt x="93" y="227"/>
                    </a:lnTo>
                  </a:path>
                </a:pathLst>
              </a:custGeom>
              <a:solidFill>
                <a:srgbClr val="333333"/>
              </a:solidFill>
              <a:ln w="12700" cap="rnd">
                <a:noFill/>
                <a:round/>
                <a:headEnd/>
                <a:tailEnd/>
              </a:ln>
            </p:spPr>
            <p:txBody>
              <a:bodyPr/>
              <a:lstStyle/>
              <a:p>
                <a:endParaRPr lang="zh-CN" altLang="en-US" sz="1350"/>
              </a:p>
            </p:txBody>
          </p:sp>
          <p:sp>
            <p:nvSpPr>
              <p:cNvPr id="8227" name="Freeform 75"/>
              <p:cNvSpPr>
                <a:spLocks/>
              </p:cNvSpPr>
              <p:nvPr/>
            </p:nvSpPr>
            <p:spPr bwMode="auto">
              <a:xfrm>
                <a:off x="3907" y="1230"/>
                <a:ext cx="661" cy="663"/>
              </a:xfrm>
              <a:custGeom>
                <a:avLst/>
                <a:gdLst>
                  <a:gd name="T0" fmla="*/ 528 w 661"/>
                  <a:gd name="T1" fmla="*/ 165 h 663"/>
                  <a:gd name="T2" fmla="*/ 0 w 661"/>
                  <a:gd name="T3" fmla="*/ 364 h 663"/>
                  <a:gd name="T4" fmla="*/ 0 w 661"/>
                  <a:gd name="T5" fmla="*/ 662 h 663"/>
                  <a:gd name="T6" fmla="*/ 528 w 661"/>
                  <a:gd name="T7" fmla="*/ 430 h 663"/>
                  <a:gd name="T8" fmla="*/ 528 w 661"/>
                  <a:gd name="T9" fmla="*/ 596 h 663"/>
                  <a:gd name="T10" fmla="*/ 660 w 661"/>
                  <a:gd name="T11" fmla="*/ 265 h 663"/>
                  <a:gd name="T12" fmla="*/ 528 w 661"/>
                  <a:gd name="T13" fmla="*/ 0 h 663"/>
                  <a:gd name="T14" fmla="*/ 528 w 661"/>
                  <a:gd name="T15" fmla="*/ 165 h 663"/>
                  <a:gd name="T16" fmla="*/ 0 60000 65536"/>
                  <a:gd name="T17" fmla="*/ 0 60000 65536"/>
                  <a:gd name="T18" fmla="*/ 0 60000 65536"/>
                  <a:gd name="T19" fmla="*/ 0 60000 65536"/>
                  <a:gd name="T20" fmla="*/ 0 60000 65536"/>
                  <a:gd name="T21" fmla="*/ 0 60000 65536"/>
                  <a:gd name="T22" fmla="*/ 0 60000 65536"/>
                  <a:gd name="T23" fmla="*/ 0 60000 65536"/>
                  <a:gd name="T24" fmla="*/ 0 w 661"/>
                  <a:gd name="T25" fmla="*/ 0 h 663"/>
                  <a:gd name="T26" fmla="*/ 661 w 661"/>
                  <a:gd name="T27" fmla="*/ 663 h 66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61" h="663">
                    <a:moveTo>
                      <a:pt x="528" y="165"/>
                    </a:moveTo>
                    <a:lnTo>
                      <a:pt x="0" y="364"/>
                    </a:lnTo>
                    <a:lnTo>
                      <a:pt x="0" y="662"/>
                    </a:lnTo>
                    <a:lnTo>
                      <a:pt x="528" y="430"/>
                    </a:lnTo>
                    <a:lnTo>
                      <a:pt x="528" y="596"/>
                    </a:lnTo>
                    <a:lnTo>
                      <a:pt x="660" y="265"/>
                    </a:lnTo>
                    <a:lnTo>
                      <a:pt x="528" y="0"/>
                    </a:lnTo>
                    <a:lnTo>
                      <a:pt x="528" y="165"/>
                    </a:lnTo>
                  </a:path>
                </a:pathLst>
              </a:custGeom>
              <a:solidFill>
                <a:srgbClr val="333333"/>
              </a:solidFill>
              <a:ln w="12700" cap="rnd">
                <a:noFill/>
                <a:round/>
                <a:headEnd/>
                <a:tailEnd/>
              </a:ln>
            </p:spPr>
            <p:txBody>
              <a:bodyPr/>
              <a:lstStyle/>
              <a:p>
                <a:endParaRPr lang="zh-CN" altLang="en-US" sz="1350"/>
              </a:p>
            </p:txBody>
          </p:sp>
          <p:sp>
            <p:nvSpPr>
              <p:cNvPr id="8228" name="Freeform 76"/>
              <p:cNvSpPr>
                <a:spLocks/>
              </p:cNvSpPr>
              <p:nvPr/>
            </p:nvSpPr>
            <p:spPr bwMode="auto">
              <a:xfrm>
                <a:off x="3808" y="1531"/>
                <a:ext cx="92" cy="362"/>
              </a:xfrm>
              <a:custGeom>
                <a:avLst/>
                <a:gdLst>
                  <a:gd name="T0" fmla="*/ 91 w 92"/>
                  <a:gd name="T1" fmla="*/ 66 h 362"/>
                  <a:gd name="T2" fmla="*/ 91 w 92"/>
                  <a:gd name="T3" fmla="*/ 361 h 362"/>
                  <a:gd name="T4" fmla="*/ 0 w 92"/>
                  <a:gd name="T5" fmla="*/ 295 h 362"/>
                  <a:gd name="T6" fmla="*/ 0 w 92"/>
                  <a:gd name="T7" fmla="*/ 0 h 362"/>
                  <a:gd name="T8" fmla="*/ 91 w 92"/>
                  <a:gd name="T9" fmla="*/ 66 h 362"/>
                  <a:gd name="T10" fmla="*/ 0 60000 65536"/>
                  <a:gd name="T11" fmla="*/ 0 60000 65536"/>
                  <a:gd name="T12" fmla="*/ 0 60000 65536"/>
                  <a:gd name="T13" fmla="*/ 0 60000 65536"/>
                  <a:gd name="T14" fmla="*/ 0 60000 65536"/>
                  <a:gd name="T15" fmla="*/ 0 w 92"/>
                  <a:gd name="T16" fmla="*/ 0 h 362"/>
                  <a:gd name="T17" fmla="*/ 92 w 92"/>
                  <a:gd name="T18" fmla="*/ 362 h 362"/>
                </a:gdLst>
                <a:ahLst/>
                <a:cxnLst>
                  <a:cxn ang="T10">
                    <a:pos x="T0" y="T1"/>
                  </a:cxn>
                  <a:cxn ang="T11">
                    <a:pos x="T2" y="T3"/>
                  </a:cxn>
                  <a:cxn ang="T12">
                    <a:pos x="T4" y="T5"/>
                  </a:cxn>
                  <a:cxn ang="T13">
                    <a:pos x="T6" y="T7"/>
                  </a:cxn>
                  <a:cxn ang="T14">
                    <a:pos x="T8" y="T9"/>
                  </a:cxn>
                </a:cxnLst>
                <a:rect l="T15" t="T16" r="T17" b="T18"/>
                <a:pathLst>
                  <a:path w="92" h="362">
                    <a:moveTo>
                      <a:pt x="91" y="66"/>
                    </a:moveTo>
                    <a:lnTo>
                      <a:pt x="91" y="361"/>
                    </a:lnTo>
                    <a:lnTo>
                      <a:pt x="0" y="295"/>
                    </a:lnTo>
                    <a:lnTo>
                      <a:pt x="0" y="0"/>
                    </a:lnTo>
                    <a:lnTo>
                      <a:pt x="91" y="66"/>
                    </a:lnTo>
                  </a:path>
                </a:pathLst>
              </a:custGeom>
              <a:solidFill>
                <a:srgbClr val="333333"/>
              </a:solidFill>
              <a:ln w="12700" cap="rnd">
                <a:noFill/>
                <a:round/>
                <a:headEnd/>
                <a:tailEnd/>
              </a:ln>
            </p:spPr>
            <p:txBody>
              <a:bodyPr/>
              <a:lstStyle/>
              <a:p>
                <a:endParaRPr lang="zh-CN" altLang="en-US" sz="1350"/>
              </a:p>
            </p:txBody>
          </p:sp>
          <p:sp>
            <p:nvSpPr>
              <p:cNvPr id="8229" name="Freeform 77"/>
              <p:cNvSpPr>
                <a:spLocks/>
              </p:cNvSpPr>
              <p:nvPr/>
            </p:nvSpPr>
            <p:spPr bwMode="auto">
              <a:xfrm>
                <a:off x="3808" y="1330"/>
                <a:ext cx="626" cy="261"/>
              </a:xfrm>
              <a:custGeom>
                <a:avLst/>
                <a:gdLst>
                  <a:gd name="T0" fmla="*/ 0 w 626"/>
                  <a:gd name="T1" fmla="*/ 195 h 261"/>
                  <a:gd name="T2" fmla="*/ 98 w 626"/>
                  <a:gd name="T3" fmla="*/ 260 h 261"/>
                  <a:gd name="T4" fmla="*/ 625 w 626"/>
                  <a:gd name="T5" fmla="*/ 65 h 261"/>
                  <a:gd name="T6" fmla="*/ 525 w 626"/>
                  <a:gd name="T7" fmla="*/ 0 h 261"/>
                  <a:gd name="T8" fmla="*/ 0 w 626"/>
                  <a:gd name="T9" fmla="*/ 195 h 261"/>
                  <a:gd name="T10" fmla="*/ 0 60000 65536"/>
                  <a:gd name="T11" fmla="*/ 0 60000 65536"/>
                  <a:gd name="T12" fmla="*/ 0 60000 65536"/>
                  <a:gd name="T13" fmla="*/ 0 60000 65536"/>
                  <a:gd name="T14" fmla="*/ 0 60000 65536"/>
                  <a:gd name="T15" fmla="*/ 0 w 626"/>
                  <a:gd name="T16" fmla="*/ 0 h 261"/>
                  <a:gd name="T17" fmla="*/ 626 w 626"/>
                  <a:gd name="T18" fmla="*/ 261 h 261"/>
                </a:gdLst>
                <a:ahLst/>
                <a:cxnLst>
                  <a:cxn ang="T10">
                    <a:pos x="T0" y="T1"/>
                  </a:cxn>
                  <a:cxn ang="T11">
                    <a:pos x="T2" y="T3"/>
                  </a:cxn>
                  <a:cxn ang="T12">
                    <a:pos x="T4" y="T5"/>
                  </a:cxn>
                  <a:cxn ang="T13">
                    <a:pos x="T6" y="T7"/>
                  </a:cxn>
                  <a:cxn ang="T14">
                    <a:pos x="T8" y="T9"/>
                  </a:cxn>
                </a:cxnLst>
                <a:rect l="T15" t="T16" r="T17" b="T18"/>
                <a:pathLst>
                  <a:path w="626" h="261">
                    <a:moveTo>
                      <a:pt x="0" y="195"/>
                    </a:moveTo>
                    <a:lnTo>
                      <a:pt x="98" y="260"/>
                    </a:lnTo>
                    <a:lnTo>
                      <a:pt x="625" y="65"/>
                    </a:lnTo>
                    <a:lnTo>
                      <a:pt x="525" y="0"/>
                    </a:lnTo>
                    <a:lnTo>
                      <a:pt x="0" y="195"/>
                    </a:lnTo>
                  </a:path>
                </a:pathLst>
              </a:custGeom>
              <a:solidFill>
                <a:srgbClr val="333333"/>
              </a:solidFill>
              <a:ln w="12700" cap="rnd">
                <a:noFill/>
                <a:round/>
                <a:headEnd/>
                <a:tailEnd/>
              </a:ln>
            </p:spPr>
            <p:txBody>
              <a:bodyPr/>
              <a:lstStyle/>
              <a:p>
                <a:endParaRPr lang="zh-CN" altLang="en-US" sz="1350"/>
              </a:p>
            </p:txBody>
          </p:sp>
          <p:sp>
            <p:nvSpPr>
              <p:cNvPr id="8230" name="Freeform 78"/>
              <p:cNvSpPr>
                <a:spLocks/>
              </p:cNvSpPr>
              <p:nvPr/>
            </p:nvSpPr>
            <p:spPr bwMode="auto">
              <a:xfrm>
                <a:off x="4340" y="1163"/>
                <a:ext cx="94" cy="227"/>
              </a:xfrm>
              <a:custGeom>
                <a:avLst/>
                <a:gdLst>
                  <a:gd name="T0" fmla="*/ 93 w 94"/>
                  <a:gd name="T1" fmla="*/ 65 h 227"/>
                  <a:gd name="T2" fmla="*/ 0 w 94"/>
                  <a:gd name="T3" fmla="*/ 0 h 227"/>
                  <a:gd name="T4" fmla="*/ 0 w 94"/>
                  <a:gd name="T5" fmla="*/ 161 h 227"/>
                  <a:gd name="T6" fmla="*/ 93 w 94"/>
                  <a:gd name="T7" fmla="*/ 226 h 227"/>
                  <a:gd name="T8" fmla="*/ 93 w 94"/>
                  <a:gd name="T9" fmla="*/ 65 h 227"/>
                  <a:gd name="T10" fmla="*/ 0 60000 65536"/>
                  <a:gd name="T11" fmla="*/ 0 60000 65536"/>
                  <a:gd name="T12" fmla="*/ 0 60000 65536"/>
                  <a:gd name="T13" fmla="*/ 0 60000 65536"/>
                  <a:gd name="T14" fmla="*/ 0 60000 65536"/>
                  <a:gd name="T15" fmla="*/ 0 w 94"/>
                  <a:gd name="T16" fmla="*/ 0 h 227"/>
                  <a:gd name="T17" fmla="*/ 94 w 94"/>
                  <a:gd name="T18" fmla="*/ 227 h 227"/>
                </a:gdLst>
                <a:ahLst/>
                <a:cxnLst>
                  <a:cxn ang="T10">
                    <a:pos x="T0" y="T1"/>
                  </a:cxn>
                  <a:cxn ang="T11">
                    <a:pos x="T2" y="T3"/>
                  </a:cxn>
                  <a:cxn ang="T12">
                    <a:pos x="T4" y="T5"/>
                  </a:cxn>
                  <a:cxn ang="T13">
                    <a:pos x="T6" y="T7"/>
                  </a:cxn>
                  <a:cxn ang="T14">
                    <a:pos x="T8" y="T9"/>
                  </a:cxn>
                </a:cxnLst>
                <a:rect l="T15" t="T16" r="T17" b="T18"/>
                <a:pathLst>
                  <a:path w="94" h="227">
                    <a:moveTo>
                      <a:pt x="93" y="65"/>
                    </a:moveTo>
                    <a:lnTo>
                      <a:pt x="0" y="0"/>
                    </a:lnTo>
                    <a:lnTo>
                      <a:pt x="0" y="161"/>
                    </a:lnTo>
                    <a:lnTo>
                      <a:pt x="93" y="226"/>
                    </a:lnTo>
                    <a:lnTo>
                      <a:pt x="93" y="65"/>
                    </a:lnTo>
                  </a:path>
                </a:pathLst>
              </a:custGeom>
              <a:solidFill>
                <a:srgbClr val="333333"/>
              </a:solidFill>
              <a:ln w="12700" cap="rnd">
                <a:noFill/>
                <a:round/>
                <a:headEnd/>
                <a:tailEnd/>
              </a:ln>
            </p:spPr>
            <p:txBody>
              <a:bodyPr/>
              <a:lstStyle/>
              <a:p>
                <a:endParaRPr lang="zh-CN" altLang="en-US" sz="1350"/>
              </a:p>
            </p:txBody>
          </p:sp>
        </p:grpSp>
        <p:grpSp>
          <p:nvGrpSpPr>
            <p:cNvPr id="8203" name="Group 79"/>
            <p:cNvGrpSpPr>
              <a:grpSpLocks/>
            </p:cNvGrpSpPr>
            <p:nvPr/>
          </p:nvGrpSpPr>
          <p:grpSpPr bwMode="auto">
            <a:xfrm>
              <a:off x="5228" y="2433"/>
              <a:ext cx="658" cy="1081"/>
              <a:chOff x="2876" y="2432"/>
              <a:chExt cx="560" cy="798"/>
            </a:xfrm>
          </p:grpSpPr>
          <p:sp>
            <p:nvSpPr>
              <p:cNvPr id="8223" name="Freeform 80"/>
              <p:cNvSpPr>
                <a:spLocks/>
              </p:cNvSpPr>
              <p:nvPr/>
            </p:nvSpPr>
            <p:spPr bwMode="auto">
              <a:xfrm>
                <a:off x="3010" y="2734"/>
                <a:ext cx="60" cy="496"/>
              </a:xfrm>
              <a:custGeom>
                <a:avLst/>
                <a:gdLst>
                  <a:gd name="T0" fmla="*/ 59 w 60"/>
                  <a:gd name="T1" fmla="*/ 495 h 496"/>
                  <a:gd name="T2" fmla="*/ 59 w 60"/>
                  <a:gd name="T3" fmla="*/ 33 h 496"/>
                  <a:gd name="T4" fmla="*/ 0 w 60"/>
                  <a:gd name="T5" fmla="*/ 0 h 496"/>
                  <a:gd name="T6" fmla="*/ 0 w 60"/>
                  <a:gd name="T7" fmla="*/ 429 h 496"/>
                  <a:gd name="T8" fmla="*/ 59 w 60"/>
                  <a:gd name="T9" fmla="*/ 495 h 496"/>
                  <a:gd name="T10" fmla="*/ 0 60000 65536"/>
                  <a:gd name="T11" fmla="*/ 0 60000 65536"/>
                  <a:gd name="T12" fmla="*/ 0 60000 65536"/>
                  <a:gd name="T13" fmla="*/ 0 60000 65536"/>
                  <a:gd name="T14" fmla="*/ 0 60000 65536"/>
                  <a:gd name="T15" fmla="*/ 0 w 60"/>
                  <a:gd name="T16" fmla="*/ 0 h 496"/>
                  <a:gd name="T17" fmla="*/ 60 w 60"/>
                  <a:gd name="T18" fmla="*/ 496 h 496"/>
                </a:gdLst>
                <a:ahLst/>
                <a:cxnLst>
                  <a:cxn ang="T10">
                    <a:pos x="T0" y="T1"/>
                  </a:cxn>
                  <a:cxn ang="T11">
                    <a:pos x="T2" y="T3"/>
                  </a:cxn>
                  <a:cxn ang="T12">
                    <a:pos x="T4" y="T5"/>
                  </a:cxn>
                  <a:cxn ang="T13">
                    <a:pos x="T6" y="T7"/>
                  </a:cxn>
                  <a:cxn ang="T14">
                    <a:pos x="T8" y="T9"/>
                  </a:cxn>
                </a:cxnLst>
                <a:rect l="T15" t="T16" r="T17" b="T18"/>
                <a:pathLst>
                  <a:path w="60" h="496">
                    <a:moveTo>
                      <a:pt x="59" y="495"/>
                    </a:moveTo>
                    <a:lnTo>
                      <a:pt x="59" y="33"/>
                    </a:lnTo>
                    <a:lnTo>
                      <a:pt x="0" y="0"/>
                    </a:lnTo>
                    <a:lnTo>
                      <a:pt x="0" y="429"/>
                    </a:lnTo>
                    <a:lnTo>
                      <a:pt x="59" y="495"/>
                    </a:lnTo>
                  </a:path>
                </a:pathLst>
              </a:custGeom>
              <a:solidFill>
                <a:srgbClr val="333333"/>
              </a:solidFill>
              <a:ln w="12700" cap="rnd">
                <a:noFill/>
                <a:round/>
                <a:headEnd/>
                <a:tailEnd/>
              </a:ln>
            </p:spPr>
            <p:txBody>
              <a:bodyPr/>
              <a:lstStyle/>
              <a:p>
                <a:endParaRPr lang="zh-CN" altLang="en-US" sz="1350"/>
              </a:p>
            </p:txBody>
          </p:sp>
          <p:sp>
            <p:nvSpPr>
              <p:cNvPr id="8224" name="Freeform 81"/>
              <p:cNvSpPr>
                <a:spLocks/>
              </p:cNvSpPr>
              <p:nvPr/>
            </p:nvSpPr>
            <p:spPr bwMode="auto">
              <a:xfrm>
                <a:off x="2943" y="2466"/>
                <a:ext cx="493" cy="764"/>
              </a:xfrm>
              <a:custGeom>
                <a:avLst/>
                <a:gdLst>
                  <a:gd name="T0" fmla="*/ 230 w 493"/>
                  <a:gd name="T1" fmla="*/ 0 h 764"/>
                  <a:gd name="T2" fmla="*/ 492 w 493"/>
                  <a:gd name="T3" fmla="*/ 133 h 764"/>
                  <a:gd name="T4" fmla="*/ 362 w 493"/>
                  <a:gd name="T5" fmla="*/ 198 h 764"/>
                  <a:gd name="T6" fmla="*/ 362 w 493"/>
                  <a:gd name="T7" fmla="*/ 663 h 764"/>
                  <a:gd name="T8" fmla="*/ 132 w 493"/>
                  <a:gd name="T9" fmla="*/ 763 h 764"/>
                  <a:gd name="T10" fmla="*/ 132 w 493"/>
                  <a:gd name="T11" fmla="*/ 299 h 764"/>
                  <a:gd name="T12" fmla="*/ 0 w 493"/>
                  <a:gd name="T13" fmla="*/ 365 h 764"/>
                  <a:gd name="T14" fmla="*/ 230 w 493"/>
                  <a:gd name="T15" fmla="*/ 0 h 764"/>
                  <a:gd name="T16" fmla="*/ 0 60000 65536"/>
                  <a:gd name="T17" fmla="*/ 0 60000 65536"/>
                  <a:gd name="T18" fmla="*/ 0 60000 65536"/>
                  <a:gd name="T19" fmla="*/ 0 60000 65536"/>
                  <a:gd name="T20" fmla="*/ 0 60000 65536"/>
                  <a:gd name="T21" fmla="*/ 0 60000 65536"/>
                  <a:gd name="T22" fmla="*/ 0 60000 65536"/>
                  <a:gd name="T23" fmla="*/ 0 60000 65536"/>
                  <a:gd name="T24" fmla="*/ 0 w 493"/>
                  <a:gd name="T25" fmla="*/ 0 h 764"/>
                  <a:gd name="T26" fmla="*/ 493 w 493"/>
                  <a:gd name="T27" fmla="*/ 764 h 76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93" h="764">
                    <a:moveTo>
                      <a:pt x="230" y="0"/>
                    </a:moveTo>
                    <a:lnTo>
                      <a:pt x="492" y="133"/>
                    </a:lnTo>
                    <a:lnTo>
                      <a:pt x="362" y="198"/>
                    </a:lnTo>
                    <a:lnTo>
                      <a:pt x="362" y="663"/>
                    </a:lnTo>
                    <a:lnTo>
                      <a:pt x="132" y="763"/>
                    </a:lnTo>
                    <a:lnTo>
                      <a:pt x="132" y="299"/>
                    </a:lnTo>
                    <a:lnTo>
                      <a:pt x="0" y="365"/>
                    </a:lnTo>
                    <a:lnTo>
                      <a:pt x="230" y="0"/>
                    </a:lnTo>
                  </a:path>
                </a:pathLst>
              </a:custGeom>
              <a:solidFill>
                <a:srgbClr val="333333"/>
              </a:solidFill>
              <a:ln w="12700" cap="rnd">
                <a:noFill/>
                <a:round/>
                <a:headEnd/>
                <a:tailEnd/>
              </a:ln>
            </p:spPr>
            <p:txBody>
              <a:bodyPr/>
              <a:lstStyle/>
              <a:p>
                <a:endParaRPr lang="zh-CN" altLang="en-US" sz="1350"/>
              </a:p>
            </p:txBody>
          </p:sp>
          <p:sp>
            <p:nvSpPr>
              <p:cNvPr id="8225" name="Freeform 82"/>
              <p:cNvSpPr>
                <a:spLocks/>
              </p:cNvSpPr>
              <p:nvPr/>
            </p:nvSpPr>
            <p:spPr bwMode="auto">
              <a:xfrm>
                <a:off x="2876" y="2432"/>
                <a:ext cx="294" cy="396"/>
              </a:xfrm>
              <a:custGeom>
                <a:avLst/>
                <a:gdLst>
                  <a:gd name="T0" fmla="*/ 65 w 294"/>
                  <a:gd name="T1" fmla="*/ 395 h 396"/>
                  <a:gd name="T2" fmla="*/ 0 w 294"/>
                  <a:gd name="T3" fmla="*/ 362 h 396"/>
                  <a:gd name="T4" fmla="*/ 228 w 294"/>
                  <a:gd name="T5" fmla="*/ 0 h 396"/>
                  <a:gd name="T6" fmla="*/ 293 w 294"/>
                  <a:gd name="T7" fmla="*/ 33 h 396"/>
                  <a:gd name="T8" fmla="*/ 65 w 294"/>
                  <a:gd name="T9" fmla="*/ 395 h 396"/>
                  <a:gd name="T10" fmla="*/ 0 60000 65536"/>
                  <a:gd name="T11" fmla="*/ 0 60000 65536"/>
                  <a:gd name="T12" fmla="*/ 0 60000 65536"/>
                  <a:gd name="T13" fmla="*/ 0 60000 65536"/>
                  <a:gd name="T14" fmla="*/ 0 60000 65536"/>
                  <a:gd name="T15" fmla="*/ 0 w 294"/>
                  <a:gd name="T16" fmla="*/ 0 h 396"/>
                  <a:gd name="T17" fmla="*/ 294 w 294"/>
                  <a:gd name="T18" fmla="*/ 396 h 396"/>
                </a:gdLst>
                <a:ahLst/>
                <a:cxnLst>
                  <a:cxn ang="T10">
                    <a:pos x="T0" y="T1"/>
                  </a:cxn>
                  <a:cxn ang="T11">
                    <a:pos x="T2" y="T3"/>
                  </a:cxn>
                  <a:cxn ang="T12">
                    <a:pos x="T4" y="T5"/>
                  </a:cxn>
                  <a:cxn ang="T13">
                    <a:pos x="T6" y="T7"/>
                  </a:cxn>
                  <a:cxn ang="T14">
                    <a:pos x="T8" y="T9"/>
                  </a:cxn>
                </a:cxnLst>
                <a:rect l="T15" t="T16" r="T17" b="T18"/>
                <a:pathLst>
                  <a:path w="294" h="396">
                    <a:moveTo>
                      <a:pt x="65" y="395"/>
                    </a:moveTo>
                    <a:lnTo>
                      <a:pt x="0" y="362"/>
                    </a:lnTo>
                    <a:lnTo>
                      <a:pt x="228" y="0"/>
                    </a:lnTo>
                    <a:lnTo>
                      <a:pt x="293" y="33"/>
                    </a:lnTo>
                    <a:lnTo>
                      <a:pt x="65" y="395"/>
                    </a:lnTo>
                  </a:path>
                </a:pathLst>
              </a:custGeom>
              <a:solidFill>
                <a:srgbClr val="333333"/>
              </a:solidFill>
              <a:ln w="12700" cap="rnd">
                <a:noFill/>
                <a:round/>
                <a:headEnd/>
                <a:tailEnd/>
              </a:ln>
            </p:spPr>
            <p:txBody>
              <a:bodyPr/>
              <a:lstStyle/>
              <a:p>
                <a:endParaRPr lang="zh-CN" altLang="en-US" sz="1350"/>
              </a:p>
            </p:txBody>
          </p:sp>
        </p:grpSp>
        <p:grpSp>
          <p:nvGrpSpPr>
            <p:cNvPr id="8204" name="Group 83"/>
            <p:cNvGrpSpPr>
              <a:grpSpLocks/>
            </p:cNvGrpSpPr>
            <p:nvPr/>
          </p:nvGrpSpPr>
          <p:grpSpPr bwMode="auto">
            <a:xfrm>
              <a:off x="4133" y="1027"/>
              <a:ext cx="2514" cy="2046"/>
              <a:chOff x="1994" y="1288"/>
              <a:chExt cx="1929" cy="1468"/>
            </a:xfrm>
          </p:grpSpPr>
          <p:sp>
            <p:nvSpPr>
              <p:cNvPr id="8220" name="Freeform 84"/>
              <p:cNvSpPr>
                <a:spLocks/>
              </p:cNvSpPr>
              <p:nvPr/>
            </p:nvSpPr>
            <p:spPr bwMode="auto">
              <a:xfrm>
                <a:off x="1994" y="1858"/>
                <a:ext cx="394" cy="898"/>
              </a:xfrm>
              <a:custGeom>
                <a:avLst/>
                <a:gdLst>
                  <a:gd name="T0" fmla="*/ 0 w 394"/>
                  <a:gd name="T1" fmla="*/ 0 h 898"/>
                  <a:gd name="T2" fmla="*/ 393 w 394"/>
                  <a:gd name="T3" fmla="*/ 232 h 898"/>
                  <a:gd name="T4" fmla="*/ 393 w 394"/>
                  <a:gd name="T5" fmla="*/ 897 h 898"/>
                  <a:gd name="T6" fmla="*/ 0 w 394"/>
                  <a:gd name="T7" fmla="*/ 664 h 898"/>
                  <a:gd name="T8" fmla="*/ 0 w 394"/>
                  <a:gd name="T9" fmla="*/ 0 h 898"/>
                  <a:gd name="T10" fmla="*/ 0 60000 65536"/>
                  <a:gd name="T11" fmla="*/ 0 60000 65536"/>
                  <a:gd name="T12" fmla="*/ 0 60000 65536"/>
                  <a:gd name="T13" fmla="*/ 0 60000 65536"/>
                  <a:gd name="T14" fmla="*/ 0 60000 65536"/>
                  <a:gd name="T15" fmla="*/ 0 w 394"/>
                  <a:gd name="T16" fmla="*/ 0 h 898"/>
                  <a:gd name="T17" fmla="*/ 394 w 394"/>
                  <a:gd name="T18" fmla="*/ 898 h 898"/>
                </a:gdLst>
                <a:ahLst/>
                <a:cxnLst>
                  <a:cxn ang="T10">
                    <a:pos x="T0" y="T1"/>
                  </a:cxn>
                  <a:cxn ang="T11">
                    <a:pos x="T2" y="T3"/>
                  </a:cxn>
                  <a:cxn ang="T12">
                    <a:pos x="T4" y="T5"/>
                  </a:cxn>
                  <a:cxn ang="T13">
                    <a:pos x="T6" y="T7"/>
                  </a:cxn>
                  <a:cxn ang="T14">
                    <a:pos x="T8" y="T9"/>
                  </a:cxn>
                </a:cxnLst>
                <a:rect l="T15" t="T16" r="T17" b="T18"/>
                <a:pathLst>
                  <a:path w="394" h="898">
                    <a:moveTo>
                      <a:pt x="0" y="0"/>
                    </a:moveTo>
                    <a:lnTo>
                      <a:pt x="393" y="232"/>
                    </a:lnTo>
                    <a:lnTo>
                      <a:pt x="393" y="897"/>
                    </a:lnTo>
                    <a:lnTo>
                      <a:pt x="0" y="664"/>
                    </a:lnTo>
                    <a:lnTo>
                      <a:pt x="0" y="0"/>
                    </a:lnTo>
                  </a:path>
                </a:pathLst>
              </a:custGeom>
              <a:solidFill>
                <a:srgbClr val="808080"/>
              </a:solidFill>
              <a:ln w="12700" cap="rnd">
                <a:noFill/>
                <a:round/>
                <a:headEnd/>
                <a:tailEnd/>
              </a:ln>
            </p:spPr>
            <p:txBody>
              <a:bodyPr/>
              <a:lstStyle/>
              <a:p>
                <a:endParaRPr lang="zh-CN" altLang="en-US" sz="1350"/>
              </a:p>
            </p:txBody>
          </p:sp>
          <p:sp>
            <p:nvSpPr>
              <p:cNvPr id="8221" name="Freeform 85"/>
              <p:cNvSpPr>
                <a:spLocks/>
              </p:cNvSpPr>
              <p:nvPr/>
            </p:nvSpPr>
            <p:spPr bwMode="auto">
              <a:xfrm>
                <a:off x="1994" y="1288"/>
                <a:ext cx="1929" cy="797"/>
              </a:xfrm>
              <a:custGeom>
                <a:avLst/>
                <a:gdLst>
                  <a:gd name="T0" fmla="*/ 0 w 1929"/>
                  <a:gd name="T1" fmla="*/ 564 h 797"/>
                  <a:gd name="T2" fmla="*/ 399 w 1929"/>
                  <a:gd name="T3" fmla="*/ 796 h 797"/>
                  <a:gd name="T4" fmla="*/ 1928 w 1929"/>
                  <a:gd name="T5" fmla="*/ 200 h 797"/>
                  <a:gd name="T6" fmla="*/ 1594 w 1929"/>
                  <a:gd name="T7" fmla="*/ 0 h 797"/>
                  <a:gd name="T8" fmla="*/ 0 w 1929"/>
                  <a:gd name="T9" fmla="*/ 564 h 797"/>
                  <a:gd name="T10" fmla="*/ 0 60000 65536"/>
                  <a:gd name="T11" fmla="*/ 0 60000 65536"/>
                  <a:gd name="T12" fmla="*/ 0 60000 65536"/>
                  <a:gd name="T13" fmla="*/ 0 60000 65536"/>
                  <a:gd name="T14" fmla="*/ 0 60000 65536"/>
                  <a:gd name="T15" fmla="*/ 0 w 1929"/>
                  <a:gd name="T16" fmla="*/ 0 h 797"/>
                  <a:gd name="T17" fmla="*/ 1929 w 1929"/>
                  <a:gd name="T18" fmla="*/ 797 h 797"/>
                </a:gdLst>
                <a:ahLst/>
                <a:cxnLst>
                  <a:cxn ang="T10">
                    <a:pos x="T0" y="T1"/>
                  </a:cxn>
                  <a:cxn ang="T11">
                    <a:pos x="T2" y="T3"/>
                  </a:cxn>
                  <a:cxn ang="T12">
                    <a:pos x="T4" y="T5"/>
                  </a:cxn>
                  <a:cxn ang="T13">
                    <a:pos x="T6" y="T7"/>
                  </a:cxn>
                  <a:cxn ang="T14">
                    <a:pos x="T8" y="T9"/>
                  </a:cxn>
                </a:cxnLst>
                <a:rect l="T15" t="T16" r="T17" b="T18"/>
                <a:pathLst>
                  <a:path w="1929" h="797">
                    <a:moveTo>
                      <a:pt x="0" y="564"/>
                    </a:moveTo>
                    <a:lnTo>
                      <a:pt x="399" y="796"/>
                    </a:lnTo>
                    <a:lnTo>
                      <a:pt x="1928" y="200"/>
                    </a:lnTo>
                    <a:lnTo>
                      <a:pt x="1594" y="0"/>
                    </a:lnTo>
                    <a:lnTo>
                      <a:pt x="0" y="564"/>
                    </a:lnTo>
                  </a:path>
                </a:pathLst>
              </a:custGeom>
              <a:solidFill>
                <a:srgbClr val="808080"/>
              </a:solidFill>
              <a:ln w="12700" cap="rnd">
                <a:noFill/>
                <a:round/>
                <a:headEnd/>
                <a:tailEnd/>
              </a:ln>
            </p:spPr>
            <p:txBody>
              <a:bodyPr/>
              <a:lstStyle/>
              <a:p>
                <a:endParaRPr lang="zh-CN" altLang="en-US" sz="1350"/>
              </a:p>
            </p:txBody>
          </p:sp>
          <p:sp>
            <p:nvSpPr>
              <p:cNvPr id="8222" name="Freeform 86"/>
              <p:cNvSpPr>
                <a:spLocks/>
              </p:cNvSpPr>
              <p:nvPr/>
            </p:nvSpPr>
            <p:spPr bwMode="auto">
              <a:xfrm>
                <a:off x="2395" y="1490"/>
                <a:ext cx="1528" cy="1266"/>
              </a:xfrm>
              <a:custGeom>
                <a:avLst/>
                <a:gdLst>
                  <a:gd name="T0" fmla="*/ 0 w 1528"/>
                  <a:gd name="T1" fmla="*/ 598 h 1266"/>
                  <a:gd name="T2" fmla="*/ 0 w 1528"/>
                  <a:gd name="T3" fmla="*/ 1265 h 1266"/>
                  <a:gd name="T4" fmla="*/ 1527 w 1528"/>
                  <a:gd name="T5" fmla="*/ 565 h 1266"/>
                  <a:gd name="T6" fmla="*/ 1527 w 1528"/>
                  <a:gd name="T7" fmla="*/ 0 h 1266"/>
                  <a:gd name="T8" fmla="*/ 0 w 1528"/>
                  <a:gd name="T9" fmla="*/ 598 h 1266"/>
                  <a:gd name="T10" fmla="*/ 0 60000 65536"/>
                  <a:gd name="T11" fmla="*/ 0 60000 65536"/>
                  <a:gd name="T12" fmla="*/ 0 60000 65536"/>
                  <a:gd name="T13" fmla="*/ 0 60000 65536"/>
                  <a:gd name="T14" fmla="*/ 0 60000 65536"/>
                  <a:gd name="T15" fmla="*/ 0 w 1528"/>
                  <a:gd name="T16" fmla="*/ 0 h 1266"/>
                  <a:gd name="T17" fmla="*/ 1528 w 1528"/>
                  <a:gd name="T18" fmla="*/ 1266 h 1266"/>
                </a:gdLst>
                <a:ahLst/>
                <a:cxnLst>
                  <a:cxn ang="T10">
                    <a:pos x="T0" y="T1"/>
                  </a:cxn>
                  <a:cxn ang="T11">
                    <a:pos x="T2" y="T3"/>
                  </a:cxn>
                  <a:cxn ang="T12">
                    <a:pos x="T4" y="T5"/>
                  </a:cxn>
                  <a:cxn ang="T13">
                    <a:pos x="T6" y="T7"/>
                  </a:cxn>
                  <a:cxn ang="T14">
                    <a:pos x="T8" y="T9"/>
                  </a:cxn>
                </a:cxnLst>
                <a:rect l="T15" t="T16" r="T17" b="T18"/>
                <a:pathLst>
                  <a:path w="1528" h="1266">
                    <a:moveTo>
                      <a:pt x="0" y="598"/>
                    </a:moveTo>
                    <a:lnTo>
                      <a:pt x="0" y="1265"/>
                    </a:lnTo>
                    <a:lnTo>
                      <a:pt x="1527" y="565"/>
                    </a:lnTo>
                    <a:lnTo>
                      <a:pt x="1527" y="0"/>
                    </a:lnTo>
                    <a:lnTo>
                      <a:pt x="0" y="598"/>
                    </a:lnTo>
                  </a:path>
                </a:pathLst>
              </a:custGeom>
              <a:solidFill>
                <a:srgbClr val="808080"/>
              </a:solidFill>
              <a:ln w="12700" cap="rnd">
                <a:noFill/>
                <a:round/>
                <a:headEnd/>
                <a:tailEnd/>
              </a:ln>
            </p:spPr>
            <p:txBody>
              <a:bodyPr/>
              <a:lstStyle/>
              <a:p>
                <a:endParaRPr lang="zh-CN" altLang="en-US" sz="1350"/>
              </a:p>
            </p:txBody>
          </p:sp>
        </p:grpSp>
        <p:grpSp>
          <p:nvGrpSpPr>
            <p:cNvPr id="8205" name="Group 87"/>
            <p:cNvGrpSpPr>
              <a:grpSpLocks/>
            </p:cNvGrpSpPr>
            <p:nvPr/>
          </p:nvGrpSpPr>
          <p:grpSpPr bwMode="auto">
            <a:xfrm>
              <a:off x="4946" y="673"/>
              <a:ext cx="845" cy="851"/>
              <a:chOff x="2645" y="920"/>
              <a:chExt cx="649" cy="663"/>
            </a:xfrm>
          </p:grpSpPr>
          <p:sp>
            <p:nvSpPr>
              <p:cNvPr id="8216" name="Freeform 88"/>
              <p:cNvSpPr>
                <a:spLocks/>
              </p:cNvSpPr>
              <p:nvPr/>
            </p:nvSpPr>
            <p:spPr bwMode="auto">
              <a:xfrm>
                <a:off x="3066" y="1246"/>
                <a:ext cx="228" cy="86"/>
              </a:xfrm>
              <a:custGeom>
                <a:avLst/>
                <a:gdLst>
                  <a:gd name="T0" fmla="*/ 64 w 228"/>
                  <a:gd name="T1" fmla="*/ 85 h 86"/>
                  <a:gd name="T2" fmla="*/ 227 w 228"/>
                  <a:gd name="T3" fmla="*/ 27 h 86"/>
                  <a:gd name="T4" fmla="*/ 156 w 228"/>
                  <a:gd name="T5" fmla="*/ 0 h 86"/>
                  <a:gd name="T6" fmla="*/ 0 w 228"/>
                  <a:gd name="T7" fmla="*/ 58 h 86"/>
                  <a:gd name="T8" fmla="*/ 64 w 228"/>
                  <a:gd name="T9" fmla="*/ 85 h 86"/>
                  <a:gd name="T10" fmla="*/ 0 60000 65536"/>
                  <a:gd name="T11" fmla="*/ 0 60000 65536"/>
                  <a:gd name="T12" fmla="*/ 0 60000 65536"/>
                  <a:gd name="T13" fmla="*/ 0 60000 65536"/>
                  <a:gd name="T14" fmla="*/ 0 60000 65536"/>
                  <a:gd name="T15" fmla="*/ 0 w 228"/>
                  <a:gd name="T16" fmla="*/ 0 h 86"/>
                  <a:gd name="T17" fmla="*/ 228 w 228"/>
                  <a:gd name="T18" fmla="*/ 86 h 86"/>
                </a:gdLst>
                <a:ahLst/>
                <a:cxnLst>
                  <a:cxn ang="T10">
                    <a:pos x="T0" y="T1"/>
                  </a:cxn>
                  <a:cxn ang="T11">
                    <a:pos x="T2" y="T3"/>
                  </a:cxn>
                  <a:cxn ang="T12">
                    <a:pos x="T4" y="T5"/>
                  </a:cxn>
                  <a:cxn ang="T13">
                    <a:pos x="T6" y="T7"/>
                  </a:cxn>
                  <a:cxn ang="T14">
                    <a:pos x="T8" y="T9"/>
                  </a:cxn>
                </a:cxnLst>
                <a:rect l="T15" t="T16" r="T17" b="T18"/>
                <a:pathLst>
                  <a:path w="228" h="86">
                    <a:moveTo>
                      <a:pt x="64" y="85"/>
                    </a:moveTo>
                    <a:lnTo>
                      <a:pt x="227" y="27"/>
                    </a:lnTo>
                    <a:lnTo>
                      <a:pt x="156" y="0"/>
                    </a:lnTo>
                    <a:lnTo>
                      <a:pt x="0" y="58"/>
                    </a:lnTo>
                    <a:lnTo>
                      <a:pt x="64" y="85"/>
                    </a:lnTo>
                  </a:path>
                </a:pathLst>
              </a:custGeom>
              <a:solidFill>
                <a:srgbClr val="333333"/>
              </a:solidFill>
              <a:ln w="12700" cap="rnd">
                <a:noFill/>
                <a:round/>
                <a:headEnd/>
                <a:tailEnd/>
              </a:ln>
            </p:spPr>
            <p:txBody>
              <a:bodyPr/>
              <a:lstStyle/>
              <a:p>
                <a:endParaRPr lang="zh-CN" altLang="en-US" sz="1350"/>
              </a:p>
            </p:txBody>
          </p:sp>
          <p:sp>
            <p:nvSpPr>
              <p:cNvPr id="8217" name="Freeform 89"/>
              <p:cNvSpPr>
                <a:spLocks/>
              </p:cNvSpPr>
              <p:nvPr/>
            </p:nvSpPr>
            <p:spPr bwMode="auto">
              <a:xfrm>
                <a:off x="2717" y="920"/>
                <a:ext cx="577" cy="663"/>
              </a:xfrm>
              <a:custGeom>
                <a:avLst/>
                <a:gdLst>
                  <a:gd name="T0" fmla="*/ 183 w 577"/>
                  <a:gd name="T1" fmla="*/ 66 h 663"/>
                  <a:gd name="T2" fmla="*/ 414 w 577"/>
                  <a:gd name="T3" fmla="*/ 0 h 663"/>
                  <a:gd name="T4" fmla="*/ 414 w 577"/>
                  <a:gd name="T5" fmla="*/ 411 h 663"/>
                  <a:gd name="T6" fmla="*/ 576 w 577"/>
                  <a:gd name="T7" fmla="*/ 351 h 663"/>
                  <a:gd name="T8" fmla="*/ 316 w 577"/>
                  <a:gd name="T9" fmla="*/ 662 h 663"/>
                  <a:gd name="T10" fmla="*/ 0 w 577"/>
                  <a:gd name="T11" fmla="*/ 562 h 663"/>
                  <a:gd name="T12" fmla="*/ 183 w 577"/>
                  <a:gd name="T13" fmla="*/ 496 h 663"/>
                  <a:gd name="T14" fmla="*/ 183 w 577"/>
                  <a:gd name="T15" fmla="*/ 66 h 663"/>
                  <a:gd name="T16" fmla="*/ 0 60000 65536"/>
                  <a:gd name="T17" fmla="*/ 0 60000 65536"/>
                  <a:gd name="T18" fmla="*/ 0 60000 65536"/>
                  <a:gd name="T19" fmla="*/ 0 60000 65536"/>
                  <a:gd name="T20" fmla="*/ 0 60000 65536"/>
                  <a:gd name="T21" fmla="*/ 0 60000 65536"/>
                  <a:gd name="T22" fmla="*/ 0 60000 65536"/>
                  <a:gd name="T23" fmla="*/ 0 60000 65536"/>
                  <a:gd name="T24" fmla="*/ 0 w 577"/>
                  <a:gd name="T25" fmla="*/ 0 h 663"/>
                  <a:gd name="T26" fmla="*/ 577 w 577"/>
                  <a:gd name="T27" fmla="*/ 663 h 66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7" h="663">
                    <a:moveTo>
                      <a:pt x="183" y="66"/>
                    </a:moveTo>
                    <a:lnTo>
                      <a:pt x="414" y="0"/>
                    </a:lnTo>
                    <a:lnTo>
                      <a:pt x="414" y="411"/>
                    </a:lnTo>
                    <a:lnTo>
                      <a:pt x="576" y="351"/>
                    </a:lnTo>
                    <a:lnTo>
                      <a:pt x="316" y="662"/>
                    </a:lnTo>
                    <a:lnTo>
                      <a:pt x="0" y="562"/>
                    </a:lnTo>
                    <a:lnTo>
                      <a:pt x="183" y="496"/>
                    </a:lnTo>
                    <a:lnTo>
                      <a:pt x="183" y="66"/>
                    </a:lnTo>
                  </a:path>
                </a:pathLst>
              </a:custGeom>
              <a:solidFill>
                <a:srgbClr val="333333"/>
              </a:solidFill>
              <a:ln w="12700" cap="rnd">
                <a:noFill/>
                <a:round/>
                <a:headEnd/>
                <a:tailEnd/>
              </a:ln>
            </p:spPr>
            <p:txBody>
              <a:bodyPr/>
              <a:lstStyle/>
              <a:p>
                <a:endParaRPr lang="zh-CN" altLang="en-US" sz="1350"/>
              </a:p>
            </p:txBody>
          </p:sp>
          <p:sp>
            <p:nvSpPr>
              <p:cNvPr id="8218" name="Freeform 90"/>
              <p:cNvSpPr>
                <a:spLocks/>
              </p:cNvSpPr>
              <p:nvPr/>
            </p:nvSpPr>
            <p:spPr bwMode="auto">
              <a:xfrm>
                <a:off x="2645" y="1389"/>
                <a:ext cx="251" cy="93"/>
              </a:xfrm>
              <a:custGeom>
                <a:avLst/>
                <a:gdLst>
                  <a:gd name="T0" fmla="*/ 70 w 251"/>
                  <a:gd name="T1" fmla="*/ 92 h 93"/>
                  <a:gd name="T2" fmla="*/ 0 w 251"/>
                  <a:gd name="T3" fmla="*/ 59 h 93"/>
                  <a:gd name="T4" fmla="*/ 185 w 251"/>
                  <a:gd name="T5" fmla="*/ 0 h 93"/>
                  <a:gd name="T6" fmla="*/ 250 w 251"/>
                  <a:gd name="T7" fmla="*/ 30 h 93"/>
                  <a:gd name="T8" fmla="*/ 70 w 251"/>
                  <a:gd name="T9" fmla="*/ 92 h 93"/>
                  <a:gd name="T10" fmla="*/ 0 60000 65536"/>
                  <a:gd name="T11" fmla="*/ 0 60000 65536"/>
                  <a:gd name="T12" fmla="*/ 0 60000 65536"/>
                  <a:gd name="T13" fmla="*/ 0 60000 65536"/>
                  <a:gd name="T14" fmla="*/ 0 60000 65536"/>
                  <a:gd name="T15" fmla="*/ 0 w 251"/>
                  <a:gd name="T16" fmla="*/ 0 h 93"/>
                  <a:gd name="T17" fmla="*/ 251 w 251"/>
                  <a:gd name="T18" fmla="*/ 93 h 93"/>
                </a:gdLst>
                <a:ahLst/>
                <a:cxnLst>
                  <a:cxn ang="T10">
                    <a:pos x="T0" y="T1"/>
                  </a:cxn>
                  <a:cxn ang="T11">
                    <a:pos x="T2" y="T3"/>
                  </a:cxn>
                  <a:cxn ang="T12">
                    <a:pos x="T4" y="T5"/>
                  </a:cxn>
                  <a:cxn ang="T13">
                    <a:pos x="T6" y="T7"/>
                  </a:cxn>
                  <a:cxn ang="T14">
                    <a:pos x="T8" y="T9"/>
                  </a:cxn>
                </a:cxnLst>
                <a:rect l="T15" t="T16" r="T17" b="T18"/>
                <a:pathLst>
                  <a:path w="251" h="93">
                    <a:moveTo>
                      <a:pt x="70" y="92"/>
                    </a:moveTo>
                    <a:lnTo>
                      <a:pt x="0" y="59"/>
                    </a:lnTo>
                    <a:lnTo>
                      <a:pt x="185" y="0"/>
                    </a:lnTo>
                    <a:lnTo>
                      <a:pt x="250" y="30"/>
                    </a:lnTo>
                    <a:lnTo>
                      <a:pt x="70" y="92"/>
                    </a:lnTo>
                  </a:path>
                </a:pathLst>
              </a:custGeom>
              <a:solidFill>
                <a:srgbClr val="333333"/>
              </a:solidFill>
              <a:ln w="12700" cap="rnd">
                <a:noFill/>
                <a:round/>
                <a:headEnd/>
                <a:tailEnd/>
              </a:ln>
            </p:spPr>
            <p:txBody>
              <a:bodyPr/>
              <a:lstStyle/>
              <a:p>
                <a:endParaRPr lang="zh-CN" altLang="en-US" sz="1350"/>
              </a:p>
            </p:txBody>
          </p:sp>
          <p:sp>
            <p:nvSpPr>
              <p:cNvPr id="8219" name="Freeform 91"/>
              <p:cNvSpPr>
                <a:spLocks/>
              </p:cNvSpPr>
              <p:nvPr/>
            </p:nvSpPr>
            <p:spPr bwMode="auto">
              <a:xfrm>
                <a:off x="2836" y="953"/>
                <a:ext cx="60" cy="462"/>
              </a:xfrm>
              <a:custGeom>
                <a:avLst/>
                <a:gdLst>
                  <a:gd name="T0" fmla="*/ 0 w 60"/>
                  <a:gd name="T1" fmla="*/ 429 h 462"/>
                  <a:gd name="T2" fmla="*/ 59 w 60"/>
                  <a:gd name="T3" fmla="*/ 461 h 462"/>
                  <a:gd name="T4" fmla="*/ 59 w 60"/>
                  <a:gd name="T5" fmla="*/ 33 h 462"/>
                  <a:gd name="T6" fmla="*/ 0 w 60"/>
                  <a:gd name="T7" fmla="*/ 0 h 462"/>
                  <a:gd name="T8" fmla="*/ 0 w 60"/>
                  <a:gd name="T9" fmla="*/ 429 h 462"/>
                  <a:gd name="T10" fmla="*/ 0 60000 65536"/>
                  <a:gd name="T11" fmla="*/ 0 60000 65536"/>
                  <a:gd name="T12" fmla="*/ 0 60000 65536"/>
                  <a:gd name="T13" fmla="*/ 0 60000 65536"/>
                  <a:gd name="T14" fmla="*/ 0 60000 65536"/>
                  <a:gd name="T15" fmla="*/ 0 w 60"/>
                  <a:gd name="T16" fmla="*/ 0 h 462"/>
                  <a:gd name="T17" fmla="*/ 60 w 60"/>
                  <a:gd name="T18" fmla="*/ 462 h 462"/>
                </a:gdLst>
                <a:ahLst/>
                <a:cxnLst>
                  <a:cxn ang="T10">
                    <a:pos x="T0" y="T1"/>
                  </a:cxn>
                  <a:cxn ang="T11">
                    <a:pos x="T2" y="T3"/>
                  </a:cxn>
                  <a:cxn ang="T12">
                    <a:pos x="T4" y="T5"/>
                  </a:cxn>
                  <a:cxn ang="T13">
                    <a:pos x="T6" y="T7"/>
                  </a:cxn>
                  <a:cxn ang="T14">
                    <a:pos x="T8" y="T9"/>
                  </a:cxn>
                </a:cxnLst>
                <a:rect l="T15" t="T16" r="T17" b="T18"/>
                <a:pathLst>
                  <a:path w="60" h="462">
                    <a:moveTo>
                      <a:pt x="0" y="429"/>
                    </a:moveTo>
                    <a:lnTo>
                      <a:pt x="59" y="461"/>
                    </a:lnTo>
                    <a:lnTo>
                      <a:pt x="59" y="33"/>
                    </a:lnTo>
                    <a:lnTo>
                      <a:pt x="0" y="0"/>
                    </a:lnTo>
                    <a:lnTo>
                      <a:pt x="0" y="429"/>
                    </a:lnTo>
                  </a:path>
                </a:pathLst>
              </a:custGeom>
              <a:solidFill>
                <a:srgbClr val="333333"/>
              </a:solidFill>
              <a:ln w="12700" cap="rnd">
                <a:noFill/>
                <a:round/>
                <a:headEnd/>
                <a:tailEnd/>
              </a:ln>
            </p:spPr>
            <p:txBody>
              <a:bodyPr/>
              <a:lstStyle/>
              <a:p>
                <a:endParaRPr lang="zh-CN" altLang="en-US" sz="1350"/>
              </a:p>
            </p:txBody>
          </p:sp>
        </p:grpSp>
        <p:grpSp>
          <p:nvGrpSpPr>
            <p:cNvPr id="8206" name="Group 92"/>
            <p:cNvGrpSpPr>
              <a:grpSpLocks/>
            </p:cNvGrpSpPr>
            <p:nvPr/>
          </p:nvGrpSpPr>
          <p:grpSpPr bwMode="auto">
            <a:xfrm>
              <a:off x="3507" y="2113"/>
              <a:ext cx="891" cy="908"/>
              <a:chOff x="1528" y="2059"/>
              <a:chExt cx="760" cy="730"/>
            </a:xfrm>
          </p:grpSpPr>
          <p:sp>
            <p:nvSpPr>
              <p:cNvPr id="8211" name="Freeform 93"/>
              <p:cNvSpPr>
                <a:spLocks/>
              </p:cNvSpPr>
              <p:nvPr/>
            </p:nvSpPr>
            <p:spPr bwMode="auto">
              <a:xfrm>
                <a:off x="2060" y="2494"/>
                <a:ext cx="94" cy="228"/>
              </a:xfrm>
              <a:custGeom>
                <a:avLst/>
                <a:gdLst>
                  <a:gd name="T0" fmla="*/ 93 w 94"/>
                  <a:gd name="T1" fmla="*/ 227 h 228"/>
                  <a:gd name="T2" fmla="*/ 93 w 94"/>
                  <a:gd name="T3" fmla="*/ 65 h 228"/>
                  <a:gd name="T4" fmla="*/ 0 w 94"/>
                  <a:gd name="T5" fmla="*/ 0 h 228"/>
                  <a:gd name="T6" fmla="*/ 0 w 94"/>
                  <a:gd name="T7" fmla="*/ 162 h 228"/>
                  <a:gd name="T8" fmla="*/ 93 w 94"/>
                  <a:gd name="T9" fmla="*/ 227 h 228"/>
                  <a:gd name="T10" fmla="*/ 0 60000 65536"/>
                  <a:gd name="T11" fmla="*/ 0 60000 65536"/>
                  <a:gd name="T12" fmla="*/ 0 60000 65536"/>
                  <a:gd name="T13" fmla="*/ 0 60000 65536"/>
                  <a:gd name="T14" fmla="*/ 0 60000 65536"/>
                  <a:gd name="T15" fmla="*/ 0 w 94"/>
                  <a:gd name="T16" fmla="*/ 0 h 228"/>
                  <a:gd name="T17" fmla="*/ 94 w 94"/>
                  <a:gd name="T18" fmla="*/ 228 h 228"/>
                </a:gdLst>
                <a:ahLst/>
                <a:cxnLst>
                  <a:cxn ang="T10">
                    <a:pos x="T0" y="T1"/>
                  </a:cxn>
                  <a:cxn ang="T11">
                    <a:pos x="T2" y="T3"/>
                  </a:cxn>
                  <a:cxn ang="T12">
                    <a:pos x="T4" y="T5"/>
                  </a:cxn>
                  <a:cxn ang="T13">
                    <a:pos x="T6" y="T7"/>
                  </a:cxn>
                  <a:cxn ang="T14">
                    <a:pos x="T8" y="T9"/>
                  </a:cxn>
                </a:cxnLst>
                <a:rect l="T15" t="T16" r="T17" b="T18"/>
                <a:pathLst>
                  <a:path w="94" h="228">
                    <a:moveTo>
                      <a:pt x="93" y="227"/>
                    </a:moveTo>
                    <a:lnTo>
                      <a:pt x="93" y="65"/>
                    </a:lnTo>
                    <a:lnTo>
                      <a:pt x="0" y="0"/>
                    </a:lnTo>
                    <a:lnTo>
                      <a:pt x="0" y="162"/>
                    </a:lnTo>
                    <a:lnTo>
                      <a:pt x="93" y="227"/>
                    </a:lnTo>
                  </a:path>
                </a:pathLst>
              </a:custGeom>
              <a:solidFill>
                <a:srgbClr val="333333"/>
              </a:solidFill>
              <a:ln w="12700" cap="rnd">
                <a:noFill/>
                <a:round/>
                <a:headEnd/>
                <a:tailEnd/>
              </a:ln>
            </p:spPr>
            <p:txBody>
              <a:bodyPr/>
              <a:lstStyle/>
              <a:p>
                <a:endParaRPr lang="zh-CN" altLang="en-US" sz="1350"/>
              </a:p>
            </p:txBody>
          </p:sp>
          <p:sp>
            <p:nvSpPr>
              <p:cNvPr id="8212" name="Freeform 94"/>
              <p:cNvSpPr>
                <a:spLocks/>
              </p:cNvSpPr>
              <p:nvPr/>
            </p:nvSpPr>
            <p:spPr bwMode="auto">
              <a:xfrm>
                <a:off x="1627" y="2126"/>
                <a:ext cx="661" cy="663"/>
              </a:xfrm>
              <a:custGeom>
                <a:avLst/>
                <a:gdLst>
                  <a:gd name="T0" fmla="*/ 528 w 661"/>
                  <a:gd name="T1" fmla="*/ 165 h 663"/>
                  <a:gd name="T2" fmla="*/ 0 w 661"/>
                  <a:gd name="T3" fmla="*/ 364 h 663"/>
                  <a:gd name="T4" fmla="*/ 0 w 661"/>
                  <a:gd name="T5" fmla="*/ 662 h 663"/>
                  <a:gd name="T6" fmla="*/ 528 w 661"/>
                  <a:gd name="T7" fmla="*/ 430 h 663"/>
                  <a:gd name="T8" fmla="*/ 528 w 661"/>
                  <a:gd name="T9" fmla="*/ 596 h 663"/>
                  <a:gd name="T10" fmla="*/ 660 w 661"/>
                  <a:gd name="T11" fmla="*/ 265 h 663"/>
                  <a:gd name="T12" fmla="*/ 528 w 661"/>
                  <a:gd name="T13" fmla="*/ 0 h 663"/>
                  <a:gd name="T14" fmla="*/ 528 w 661"/>
                  <a:gd name="T15" fmla="*/ 165 h 663"/>
                  <a:gd name="T16" fmla="*/ 0 60000 65536"/>
                  <a:gd name="T17" fmla="*/ 0 60000 65536"/>
                  <a:gd name="T18" fmla="*/ 0 60000 65536"/>
                  <a:gd name="T19" fmla="*/ 0 60000 65536"/>
                  <a:gd name="T20" fmla="*/ 0 60000 65536"/>
                  <a:gd name="T21" fmla="*/ 0 60000 65536"/>
                  <a:gd name="T22" fmla="*/ 0 60000 65536"/>
                  <a:gd name="T23" fmla="*/ 0 60000 65536"/>
                  <a:gd name="T24" fmla="*/ 0 w 661"/>
                  <a:gd name="T25" fmla="*/ 0 h 663"/>
                  <a:gd name="T26" fmla="*/ 661 w 661"/>
                  <a:gd name="T27" fmla="*/ 663 h 66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61" h="663">
                    <a:moveTo>
                      <a:pt x="528" y="165"/>
                    </a:moveTo>
                    <a:lnTo>
                      <a:pt x="0" y="364"/>
                    </a:lnTo>
                    <a:lnTo>
                      <a:pt x="0" y="662"/>
                    </a:lnTo>
                    <a:lnTo>
                      <a:pt x="528" y="430"/>
                    </a:lnTo>
                    <a:lnTo>
                      <a:pt x="528" y="596"/>
                    </a:lnTo>
                    <a:lnTo>
                      <a:pt x="660" y="265"/>
                    </a:lnTo>
                    <a:lnTo>
                      <a:pt x="528" y="0"/>
                    </a:lnTo>
                    <a:lnTo>
                      <a:pt x="528" y="165"/>
                    </a:lnTo>
                  </a:path>
                </a:pathLst>
              </a:custGeom>
              <a:solidFill>
                <a:srgbClr val="333333"/>
              </a:solidFill>
              <a:ln w="12700" cap="rnd">
                <a:noFill/>
                <a:round/>
                <a:headEnd/>
                <a:tailEnd/>
              </a:ln>
            </p:spPr>
            <p:txBody>
              <a:bodyPr/>
              <a:lstStyle/>
              <a:p>
                <a:endParaRPr lang="zh-CN" altLang="en-US" sz="1350"/>
              </a:p>
            </p:txBody>
          </p:sp>
          <p:sp>
            <p:nvSpPr>
              <p:cNvPr id="8213" name="Freeform 95"/>
              <p:cNvSpPr>
                <a:spLocks/>
              </p:cNvSpPr>
              <p:nvPr/>
            </p:nvSpPr>
            <p:spPr bwMode="auto">
              <a:xfrm>
                <a:off x="1528" y="2427"/>
                <a:ext cx="92" cy="362"/>
              </a:xfrm>
              <a:custGeom>
                <a:avLst/>
                <a:gdLst>
                  <a:gd name="T0" fmla="*/ 91 w 92"/>
                  <a:gd name="T1" fmla="*/ 66 h 362"/>
                  <a:gd name="T2" fmla="*/ 91 w 92"/>
                  <a:gd name="T3" fmla="*/ 361 h 362"/>
                  <a:gd name="T4" fmla="*/ 0 w 92"/>
                  <a:gd name="T5" fmla="*/ 295 h 362"/>
                  <a:gd name="T6" fmla="*/ 0 w 92"/>
                  <a:gd name="T7" fmla="*/ 0 h 362"/>
                  <a:gd name="T8" fmla="*/ 91 w 92"/>
                  <a:gd name="T9" fmla="*/ 66 h 362"/>
                  <a:gd name="T10" fmla="*/ 0 60000 65536"/>
                  <a:gd name="T11" fmla="*/ 0 60000 65536"/>
                  <a:gd name="T12" fmla="*/ 0 60000 65536"/>
                  <a:gd name="T13" fmla="*/ 0 60000 65536"/>
                  <a:gd name="T14" fmla="*/ 0 60000 65536"/>
                  <a:gd name="T15" fmla="*/ 0 w 92"/>
                  <a:gd name="T16" fmla="*/ 0 h 362"/>
                  <a:gd name="T17" fmla="*/ 92 w 92"/>
                  <a:gd name="T18" fmla="*/ 362 h 362"/>
                </a:gdLst>
                <a:ahLst/>
                <a:cxnLst>
                  <a:cxn ang="T10">
                    <a:pos x="T0" y="T1"/>
                  </a:cxn>
                  <a:cxn ang="T11">
                    <a:pos x="T2" y="T3"/>
                  </a:cxn>
                  <a:cxn ang="T12">
                    <a:pos x="T4" y="T5"/>
                  </a:cxn>
                  <a:cxn ang="T13">
                    <a:pos x="T6" y="T7"/>
                  </a:cxn>
                  <a:cxn ang="T14">
                    <a:pos x="T8" y="T9"/>
                  </a:cxn>
                </a:cxnLst>
                <a:rect l="T15" t="T16" r="T17" b="T18"/>
                <a:pathLst>
                  <a:path w="92" h="362">
                    <a:moveTo>
                      <a:pt x="91" y="66"/>
                    </a:moveTo>
                    <a:lnTo>
                      <a:pt x="91" y="361"/>
                    </a:lnTo>
                    <a:lnTo>
                      <a:pt x="0" y="295"/>
                    </a:lnTo>
                    <a:lnTo>
                      <a:pt x="0" y="0"/>
                    </a:lnTo>
                    <a:lnTo>
                      <a:pt x="91" y="66"/>
                    </a:lnTo>
                  </a:path>
                </a:pathLst>
              </a:custGeom>
              <a:solidFill>
                <a:srgbClr val="333333"/>
              </a:solidFill>
              <a:ln w="12700" cap="rnd">
                <a:noFill/>
                <a:round/>
                <a:headEnd/>
                <a:tailEnd/>
              </a:ln>
            </p:spPr>
            <p:txBody>
              <a:bodyPr/>
              <a:lstStyle/>
              <a:p>
                <a:endParaRPr lang="zh-CN" altLang="en-US" sz="1350"/>
              </a:p>
            </p:txBody>
          </p:sp>
          <p:sp>
            <p:nvSpPr>
              <p:cNvPr id="8214" name="Freeform 96"/>
              <p:cNvSpPr>
                <a:spLocks/>
              </p:cNvSpPr>
              <p:nvPr/>
            </p:nvSpPr>
            <p:spPr bwMode="auto">
              <a:xfrm>
                <a:off x="1528" y="2226"/>
                <a:ext cx="626" cy="261"/>
              </a:xfrm>
              <a:custGeom>
                <a:avLst/>
                <a:gdLst>
                  <a:gd name="T0" fmla="*/ 0 w 626"/>
                  <a:gd name="T1" fmla="*/ 195 h 261"/>
                  <a:gd name="T2" fmla="*/ 98 w 626"/>
                  <a:gd name="T3" fmla="*/ 260 h 261"/>
                  <a:gd name="T4" fmla="*/ 625 w 626"/>
                  <a:gd name="T5" fmla="*/ 65 h 261"/>
                  <a:gd name="T6" fmla="*/ 525 w 626"/>
                  <a:gd name="T7" fmla="*/ 0 h 261"/>
                  <a:gd name="T8" fmla="*/ 0 w 626"/>
                  <a:gd name="T9" fmla="*/ 195 h 261"/>
                  <a:gd name="T10" fmla="*/ 0 60000 65536"/>
                  <a:gd name="T11" fmla="*/ 0 60000 65536"/>
                  <a:gd name="T12" fmla="*/ 0 60000 65536"/>
                  <a:gd name="T13" fmla="*/ 0 60000 65536"/>
                  <a:gd name="T14" fmla="*/ 0 60000 65536"/>
                  <a:gd name="T15" fmla="*/ 0 w 626"/>
                  <a:gd name="T16" fmla="*/ 0 h 261"/>
                  <a:gd name="T17" fmla="*/ 626 w 626"/>
                  <a:gd name="T18" fmla="*/ 261 h 261"/>
                </a:gdLst>
                <a:ahLst/>
                <a:cxnLst>
                  <a:cxn ang="T10">
                    <a:pos x="T0" y="T1"/>
                  </a:cxn>
                  <a:cxn ang="T11">
                    <a:pos x="T2" y="T3"/>
                  </a:cxn>
                  <a:cxn ang="T12">
                    <a:pos x="T4" y="T5"/>
                  </a:cxn>
                  <a:cxn ang="T13">
                    <a:pos x="T6" y="T7"/>
                  </a:cxn>
                  <a:cxn ang="T14">
                    <a:pos x="T8" y="T9"/>
                  </a:cxn>
                </a:cxnLst>
                <a:rect l="T15" t="T16" r="T17" b="T18"/>
                <a:pathLst>
                  <a:path w="626" h="261">
                    <a:moveTo>
                      <a:pt x="0" y="195"/>
                    </a:moveTo>
                    <a:lnTo>
                      <a:pt x="98" y="260"/>
                    </a:lnTo>
                    <a:lnTo>
                      <a:pt x="625" y="65"/>
                    </a:lnTo>
                    <a:lnTo>
                      <a:pt x="525" y="0"/>
                    </a:lnTo>
                    <a:lnTo>
                      <a:pt x="0" y="195"/>
                    </a:lnTo>
                  </a:path>
                </a:pathLst>
              </a:custGeom>
              <a:solidFill>
                <a:srgbClr val="333333"/>
              </a:solidFill>
              <a:ln w="12700" cap="rnd">
                <a:noFill/>
                <a:round/>
                <a:headEnd/>
                <a:tailEnd/>
              </a:ln>
            </p:spPr>
            <p:txBody>
              <a:bodyPr/>
              <a:lstStyle/>
              <a:p>
                <a:endParaRPr lang="zh-CN" altLang="en-US" sz="1350"/>
              </a:p>
            </p:txBody>
          </p:sp>
          <p:sp>
            <p:nvSpPr>
              <p:cNvPr id="8215" name="Freeform 97"/>
              <p:cNvSpPr>
                <a:spLocks/>
              </p:cNvSpPr>
              <p:nvPr/>
            </p:nvSpPr>
            <p:spPr bwMode="auto">
              <a:xfrm>
                <a:off x="2060" y="2059"/>
                <a:ext cx="94" cy="227"/>
              </a:xfrm>
              <a:custGeom>
                <a:avLst/>
                <a:gdLst>
                  <a:gd name="T0" fmla="*/ 93 w 94"/>
                  <a:gd name="T1" fmla="*/ 65 h 227"/>
                  <a:gd name="T2" fmla="*/ 0 w 94"/>
                  <a:gd name="T3" fmla="*/ 0 h 227"/>
                  <a:gd name="T4" fmla="*/ 0 w 94"/>
                  <a:gd name="T5" fmla="*/ 161 h 227"/>
                  <a:gd name="T6" fmla="*/ 93 w 94"/>
                  <a:gd name="T7" fmla="*/ 226 h 227"/>
                  <a:gd name="T8" fmla="*/ 93 w 94"/>
                  <a:gd name="T9" fmla="*/ 65 h 227"/>
                  <a:gd name="T10" fmla="*/ 0 60000 65536"/>
                  <a:gd name="T11" fmla="*/ 0 60000 65536"/>
                  <a:gd name="T12" fmla="*/ 0 60000 65536"/>
                  <a:gd name="T13" fmla="*/ 0 60000 65536"/>
                  <a:gd name="T14" fmla="*/ 0 60000 65536"/>
                  <a:gd name="T15" fmla="*/ 0 w 94"/>
                  <a:gd name="T16" fmla="*/ 0 h 227"/>
                  <a:gd name="T17" fmla="*/ 94 w 94"/>
                  <a:gd name="T18" fmla="*/ 227 h 227"/>
                </a:gdLst>
                <a:ahLst/>
                <a:cxnLst>
                  <a:cxn ang="T10">
                    <a:pos x="T0" y="T1"/>
                  </a:cxn>
                  <a:cxn ang="T11">
                    <a:pos x="T2" y="T3"/>
                  </a:cxn>
                  <a:cxn ang="T12">
                    <a:pos x="T4" y="T5"/>
                  </a:cxn>
                  <a:cxn ang="T13">
                    <a:pos x="T6" y="T7"/>
                  </a:cxn>
                  <a:cxn ang="T14">
                    <a:pos x="T8" y="T9"/>
                  </a:cxn>
                </a:cxnLst>
                <a:rect l="T15" t="T16" r="T17" b="T18"/>
                <a:pathLst>
                  <a:path w="94" h="227">
                    <a:moveTo>
                      <a:pt x="93" y="65"/>
                    </a:moveTo>
                    <a:lnTo>
                      <a:pt x="0" y="0"/>
                    </a:lnTo>
                    <a:lnTo>
                      <a:pt x="0" y="161"/>
                    </a:lnTo>
                    <a:lnTo>
                      <a:pt x="93" y="226"/>
                    </a:lnTo>
                    <a:lnTo>
                      <a:pt x="93" y="65"/>
                    </a:lnTo>
                  </a:path>
                </a:pathLst>
              </a:custGeom>
              <a:solidFill>
                <a:srgbClr val="333333"/>
              </a:solidFill>
              <a:ln w="12700" cap="rnd">
                <a:noFill/>
                <a:round/>
                <a:headEnd/>
                <a:tailEnd/>
              </a:ln>
            </p:spPr>
            <p:txBody>
              <a:bodyPr/>
              <a:lstStyle/>
              <a:p>
                <a:endParaRPr lang="zh-CN" altLang="en-US" sz="1350"/>
              </a:p>
            </p:txBody>
          </p:sp>
        </p:grpSp>
        <p:sp>
          <p:nvSpPr>
            <p:cNvPr id="8207" name="Rectangle 98"/>
            <p:cNvSpPr>
              <a:spLocks noChangeArrowheads="1"/>
            </p:cNvSpPr>
            <p:nvPr/>
          </p:nvSpPr>
          <p:spPr bwMode="auto">
            <a:xfrm>
              <a:off x="4695" y="245"/>
              <a:ext cx="1376" cy="369"/>
            </a:xfrm>
            <a:prstGeom prst="rect">
              <a:avLst/>
            </a:prstGeom>
            <a:noFill/>
            <a:ln w="12700">
              <a:noFill/>
              <a:miter lim="800000"/>
              <a:headEnd/>
              <a:tailEnd/>
            </a:ln>
          </p:spPr>
          <p:txBody>
            <a:bodyPr lIns="67865" tIns="33338" rIns="67865" bIns="33338"/>
            <a:lstStyle/>
            <a:p>
              <a:pPr marL="85725" indent="-85725" algn="just">
                <a:lnSpc>
                  <a:spcPts val="1650"/>
                </a:lnSpc>
                <a:buClr>
                  <a:schemeClr val="accent1"/>
                </a:buClr>
                <a:buSzPct val="75000"/>
              </a:pPr>
              <a:r>
                <a:rPr lang="zh-CN" altLang="en-US" sz="1350" dirty="0">
                  <a:solidFill>
                    <a:srgbClr val="000099"/>
                  </a:solidFill>
                  <a:cs typeface="Angsana New" pitchFamily="18" charset="-34"/>
                </a:rPr>
                <a:t>客户需求</a:t>
              </a:r>
              <a:endParaRPr lang="zh-CN" altLang="en-US" sz="1350" dirty="0">
                <a:solidFill>
                  <a:schemeClr val="bg1"/>
                </a:solidFill>
                <a:latin typeface="Arial Black" pitchFamily="34" charset="0"/>
                <a:ea typeface="楷体_GB2312" pitchFamily="49" charset="-122"/>
                <a:cs typeface="Angsana New" pitchFamily="18" charset="-34"/>
              </a:endParaRPr>
            </a:p>
          </p:txBody>
        </p:sp>
        <p:sp>
          <p:nvSpPr>
            <p:cNvPr id="8208" name="Rectangle 99"/>
            <p:cNvSpPr>
              <a:spLocks noChangeArrowheads="1"/>
            </p:cNvSpPr>
            <p:nvPr/>
          </p:nvSpPr>
          <p:spPr bwMode="auto">
            <a:xfrm>
              <a:off x="5698" y="2753"/>
              <a:ext cx="1253" cy="480"/>
            </a:xfrm>
            <a:prstGeom prst="rect">
              <a:avLst/>
            </a:prstGeom>
            <a:noFill/>
            <a:ln w="12700">
              <a:noFill/>
              <a:miter lim="800000"/>
              <a:headEnd/>
              <a:tailEnd/>
            </a:ln>
          </p:spPr>
          <p:txBody>
            <a:bodyPr lIns="67865" tIns="33338" rIns="67865" bIns="33338"/>
            <a:lstStyle/>
            <a:p>
              <a:pPr marL="85725" indent="-85725" algn="just">
                <a:lnSpc>
                  <a:spcPts val="1650"/>
                </a:lnSpc>
                <a:buClr>
                  <a:schemeClr val="accent1"/>
                </a:buClr>
                <a:buSzPct val="75000"/>
              </a:pPr>
              <a:r>
                <a:rPr lang="zh-CN" altLang="en-US" sz="1200">
                  <a:solidFill>
                    <a:srgbClr val="000099"/>
                  </a:solidFill>
                  <a:cs typeface="Angsana New" pitchFamily="18" charset="-34"/>
                </a:rPr>
                <a:t>事件驱动</a:t>
              </a:r>
              <a:endParaRPr lang="zh-CN" altLang="en-US" sz="1200">
                <a:solidFill>
                  <a:schemeClr val="bg1"/>
                </a:solidFill>
                <a:latin typeface="Arial Black" pitchFamily="34" charset="0"/>
                <a:ea typeface="楷体_GB2312" pitchFamily="49" charset="-122"/>
                <a:cs typeface="Angsana New" pitchFamily="18" charset="-34"/>
              </a:endParaRPr>
            </a:p>
          </p:txBody>
        </p:sp>
        <p:sp>
          <p:nvSpPr>
            <p:cNvPr id="8209" name="Rectangle 100"/>
            <p:cNvSpPr>
              <a:spLocks noChangeArrowheads="1"/>
            </p:cNvSpPr>
            <p:nvPr/>
          </p:nvSpPr>
          <p:spPr bwMode="auto">
            <a:xfrm>
              <a:off x="3287" y="2113"/>
              <a:ext cx="764" cy="344"/>
            </a:xfrm>
            <a:prstGeom prst="rect">
              <a:avLst/>
            </a:prstGeom>
            <a:noFill/>
            <a:ln w="12700">
              <a:noFill/>
              <a:miter lim="800000"/>
              <a:headEnd/>
              <a:tailEnd/>
            </a:ln>
          </p:spPr>
          <p:txBody>
            <a:bodyPr lIns="67865" tIns="33338" rIns="67865" bIns="33338"/>
            <a:lstStyle/>
            <a:p>
              <a:pPr marL="85725" indent="-85725" algn="just">
                <a:lnSpc>
                  <a:spcPts val="1650"/>
                </a:lnSpc>
                <a:buClr>
                  <a:schemeClr val="accent1"/>
                </a:buClr>
                <a:buSzPct val="75000"/>
              </a:pPr>
              <a:r>
                <a:rPr lang="zh-CN" altLang="en-US" sz="1350">
                  <a:solidFill>
                    <a:srgbClr val="000099"/>
                  </a:solidFill>
                  <a:cs typeface="Angsana New" pitchFamily="18" charset="-34"/>
                </a:rPr>
                <a:t>输入</a:t>
              </a:r>
              <a:endParaRPr lang="zh-CN" altLang="en-US" sz="1350">
                <a:solidFill>
                  <a:schemeClr val="bg1"/>
                </a:solidFill>
                <a:latin typeface="Arial Black" pitchFamily="34" charset="0"/>
                <a:ea typeface="楷体_GB2312" pitchFamily="49" charset="-122"/>
                <a:cs typeface="Angsana New" pitchFamily="18" charset="-34"/>
              </a:endParaRPr>
            </a:p>
          </p:txBody>
        </p:sp>
        <p:sp>
          <p:nvSpPr>
            <p:cNvPr id="8210" name="Rectangle 101"/>
            <p:cNvSpPr>
              <a:spLocks noChangeArrowheads="1"/>
            </p:cNvSpPr>
            <p:nvPr/>
          </p:nvSpPr>
          <p:spPr bwMode="auto">
            <a:xfrm>
              <a:off x="7012" y="1633"/>
              <a:ext cx="706" cy="410"/>
            </a:xfrm>
            <a:prstGeom prst="rect">
              <a:avLst/>
            </a:prstGeom>
            <a:noFill/>
            <a:ln w="12700">
              <a:noFill/>
              <a:miter lim="800000"/>
              <a:headEnd/>
              <a:tailEnd/>
            </a:ln>
          </p:spPr>
          <p:txBody>
            <a:bodyPr lIns="67865" tIns="33338" rIns="67865" bIns="33338"/>
            <a:lstStyle/>
            <a:p>
              <a:pPr marL="85725" indent="-85725" algn="just">
                <a:lnSpc>
                  <a:spcPts val="1650"/>
                </a:lnSpc>
                <a:buClr>
                  <a:schemeClr val="accent1"/>
                </a:buClr>
                <a:buSzPct val="75000"/>
              </a:pPr>
              <a:r>
                <a:rPr lang="zh-CN" altLang="en-US" sz="1200">
                  <a:solidFill>
                    <a:srgbClr val="000099"/>
                  </a:solidFill>
                  <a:cs typeface="Angsana New" pitchFamily="18" charset="-34"/>
                </a:rPr>
                <a:t>输出</a:t>
              </a:r>
              <a:endParaRPr lang="zh-CN" altLang="en-US" sz="1200">
                <a:solidFill>
                  <a:schemeClr val="bg1"/>
                </a:solidFill>
                <a:latin typeface="Arial Black" pitchFamily="34" charset="0"/>
                <a:ea typeface="楷体_GB2312" pitchFamily="49" charset="-122"/>
                <a:cs typeface="Angsana New" pitchFamily="18" charset="-34"/>
              </a:endParaRPr>
            </a:p>
          </p:txBody>
        </p:sp>
      </p:grpSp>
      <p:sp>
        <p:nvSpPr>
          <p:cNvPr id="8199" name="Line 102"/>
          <p:cNvSpPr>
            <a:spLocks noChangeShapeType="1"/>
          </p:cNvSpPr>
          <p:nvPr/>
        </p:nvSpPr>
        <p:spPr bwMode="auto">
          <a:xfrm>
            <a:off x="4298497" y="766644"/>
            <a:ext cx="0" cy="4002881"/>
          </a:xfrm>
          <a:prstGeom prst="line">
            <a:avLst/>
          </a:prstGeom>
          <a:noFill/>
          <a:ln w="38100" cmpd="dbl">
            <a:solidFill>
              <a:srgbClr val="91AC4E"/>
            </a:solidFill>
            <a:round/>
            <a:headEnd/>
            <a:tailEnd/>
          </a:ln>
        </p:spPr>
        <p:txBody>
          <a:bodyPr lIns="0" tIns="0" rIns="0" bIns="0" anchor="ctr"/>
          <a:lstStyle/>
          <a:p>
            <a:endParaRPr lang="zh-CN" altLang="en-US" sz="1350"/>
          </a:p>
        </p:txBody>
      </p:sp>
    </p:spTree>
    <p:extLst>
      <p:ext uri="{BB962C8B-B14F-4D97-AF65-F5344CB8AC3E}">
        <p14:creationId xmlns:p14="http://schemas.microsoft.com/office/powerpoint/2010/main" val="4085085909"/>
      </p:ext>
    </p:extLst>
  </p:cSld>
  <p:clrMapOvr>
    <a:masterClrMapping/>
  </p:clrMapOvr>
  <p:transition spd="slow">
    <p:wipe dir="r"/>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矩形 10"/>
          <p:cNvSpPr/>
          <p:nvPr/>
        </p:nvSpPr>
        <p:spPr>
          <a:xfrm>
            <a:off x="4644002" y="1383618"/>
            <a:ext cx="1836204" cy="3061800"/>
          </a:xfrm>
          <a:prstGeom prst="rect">
            <a:avLst/>
          </a:prstGeom>
          <a:solidFill>
            <a:schemeClr val="tx1"/>
          </a:solidFill>
        </p:spPr>
        <p:txBody>
          <a:bodyPr wrap="square">
            <a:spAutoFit/>
          </a:bodyPr>
          <a:lstStyle/>
          <a:p>
            <a:pPr>
              <a:lnSpc>
                <a:spcPct val="140000"/>
              </a:lnSpc>
            </a:pPr>
            <a:r>
              <a:rPr lang="zh-CN" altLang="en-US" sz="2000" dirty="0">
                <a:solidFill>
                  <a:schemeClr val="bg1"/>
                </a:solidFill>
                <a:latin typeface="Microsoft YaHei" panose="020B0503020204020204" pitchFamily="34" charset="-122"/>
                <a:ea typeface="Microsoft YaHei" panose="020B0503020204020204" pitchFamily="34" charset="-122"/>
              </a:rPr>
              <a:t>等价类划分法</a:t>
            </a:r>
          </a:p>
          <a:p>
            <a:pPr>
              <a:lnSpc>
                <a:spcPct val="140000"/>
              </a:lnSpc>
            </a:pPr>
            <a:r>
              <a:rPr lang="zh-CN" altLang="en-US" sz="2000" dirty="0">
                <a:solidFill>
                  <a:schemeClr val="bg1"/>
                </a:solidFill>
                <a:latin typeface="Microsoft YaHei" panose="020B0503020204020204" pitchFamily="34" charset="-122"/>
                <a:ea typeface="Microsoft YaHei" panose="020B0503020204020204" pitchFamily="34" charset="-122"/>
              </a:rPr>
              <a:t>边界值分析法</a:t>
            </a:r>
          </a:p>
          <a:p>
            <a:pPr>
              <a:lnSpc>
                <a:spcPct val="140000"/>
              </a:lnSpc>
            </a:pPr>
            <a:r>
              <a:rPr lang="zh-CN" altLang="en-US" sz="2000" dirty="0">
                <a:solidFill>
                  <a:schemeClr val="bg1"/>
                </a:solidFill>
                <a:latin typeface="Microsoft YaHei" panose="020B0503020204020204" pitchFamily="34" charset="-122"/>
                <a:ea typeface="Microsoft YaHei" panose="020B0503020204020204" pitchFamily="34" charset="-122"/>
              </a:rPr>
              <a:t>判定表方法</a:t>
            </a:r>
          </a:p>
          <a:p>
            <a:pPr>
              <a:lnSpc>
                <a:spcPct val="140000"/>
              </a:lnSpc>
            </a:pPr>
            <a:r>
              <a:rPr lang="zh-CN" altLang="en-US" sz="2000" dirty="0">
                <a:solidFill>
                  <a:schemeClr val="bg1"/>
                </a:solidFill>
                <a:latin typeface="Microsoft YaHei" panose="020B0503020204020204" pitchFamily="34" charset="-122"/>
                <a:ea typeface="Microsoft YaHei" panose="020B0503020204020204" pitchFamily="34" charset="-122"/>
              </a:rPr>
              <a:t>因果图法</a:t>
            </a:r>
            <a:endParaRPr lang="en-US" altLang="zh-CN" sz="2000" dirty="0">
              <a:solidFill>
                <a:schemeClr val="bg1"/>
              </a:solidFill>
              <a:latin typeface="Microsoft YaHei" panose="020B0503020204020204" pitchFamily="34" charset="-122"/>
              <a:ea typeface="Microsoft YaHei" panose="020B0503020204020204" pitchFamily="34" charset="-122"/>
            </a:endParaRPr>
          </a:p>
          <a:p>
            <a:pPr>
              <a:lnSpc>
                <a:spcPct val="140000"/>
              </a:lnSpc>
            </a:pPr>
            <a:r>
              <a:rPr lang="en-US" altLang="zh-CN" sz="2000" dirty="0">
                <a:solidFill>
                  <a:schemeClr val="bg1"/>
                </a:solidFill>
                <a:latin typeface="Microsoft YaHei" panose="020B0503020204020204" pitchFamily="34" charset="-122"/>
                <a:ea typeface="Microsoft YaHei" panose="020B0503020204020204" pitchFamily="34" charset="-122"/>
              </a:rPr>
              <a:t>Pairwise</a:t>
            </a:r>
            <a:r>
              <a:rPr lang="zh-CN" altLang="en-US" sz="2000" dirty="0">
                <a:solidFill>
                  <a:schemeClr val="bg1"/>
                </a:solidFill>
                <a:latin typeface="Microsoft YaHei" panose="020B0503020204020204" pitchFamily="34" charset="-122"/>
                <a:ea typeface="Microsoft YaHei" panose="020B0503020204020204" pitchFamily="34" charset="-122"/>
              </a:rPr>
              <a:t>方法</a:t>
            </a:r>
          </a:p>
          <a:p>
            <a:pPr>
              <a:lnSpc>
                <a:spcPct val="140000"/>
              </a:lnSpc>
            </a:pPr>
            <a:r>
              <a:rPr lang="zh-CN" altLang="en-US" sz="2000" dirty="0">
                <a:solidFill>
                  <a:schemeClr val="bg1"/>
                </a:solidFill>
                <a:latin typeface="Microsoft YaHei" panose="020B0503020204020204" pitchFamily="34" charset="-122"/>
                <a:ea typeface="Microsoft YaHei" panose="020B0503020204020204" pitchFamily="34" charset="-122"/>
              </a:rPr>
              <a:t>正交试验法</a:t>
            </a:r>
          </a:p>
          <a:p>
            <a:pPr>
              <a:lnSpc>
                <a:spcPct val="140000"/>
              </a:lnSpc>
            </a:pPr>
            <a:r>
              <a:rPr lang="zh-CN" altLang="en-US" sz="2000" dirty="0">
                <a:solidFill>
                  <a:schemeClr val="bg1"/>
                </a:solidFill>
                <a:latin typeface="Microsoft YaHei" panose="020B0503020204020204" pitchFamily="34" charset="-122"/>
                <a:ea typeface="Microsoft YaHei" panose="020B0503020204020204" pitchFamily="34" charset="-122"/>
              </a:rPr>
              <a:t>功能图法</a:t>
            </a:r>
          </a:p>
        </p:txBody>
      </p:sp>
      <p:sp>
        <p:nvSpPr>
          <p:cNvPr id="3" name="圆角矩形 2"/>
          <p:cNvSpPr/>
          <p:nvPr/>
        </p:nvSpPr>
        <p:spPr>
          <a:xfrm>
            <a:off x="2519772" y="1491630"/>
            <a:ext cx="1890210" cy="2862318"/>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latin typeface="Microsoft YaHei" panose="020B0503020204020204" pitchFamily="34" charset="-122"/>
              <a:ea typeface="Microsoft YaHei" panose="020B0503020204020204" pitchFamily="34" charset="-122"/>
            </a:endParaRPr>
          </a:p>
        </p:txBody>
      </p:sp>
      <p:sp>
        <p:nvSpPr>
          <p:cNvPr id="2" name="标题 1"/>
          <p:cNvSpPr>
            <a:spLocks noGrp="1"/>
          </p:cNvSpPr>
          <p:nvPr>
            <p:ph type="title"/>
          </p:nvPr>
        </p:nvSpPr>
        <p:spPr>
          <a:xfrm>
            <a:off x="638656" y="425894"/>
            <a:ext cx="5222213" cy="550870"/>
          </a:xfrm>
        </p:spPr>
        <p:txBody>
          <a:bodyPr>
            <a:noAutofit/>
          </a:bodyPr>
          <a:lstStyle/>
          <a:p>
            <a:r>
              <a:rPr lang="zh-CN" altLang="en-US" dirty="0">
                <a:latin typeface="微软雅黑" panose="020B0503020204020204" pitchFamily="34" charset="-122"/>
                <a:ea typeface="微软雅黑" panose="020B0503020204020204" pitchFamily="34" charset="-122"/>
              </a:rPr>
              <a:t>过去常提</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黑盒和白盒</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方法</a:t>
            </a:r>
          </a:p>
        </p:txBody>
      </p:sp>
      <p:sp>
        <p:nvSpPr>
          <p:cNvPr id="4" name="幻灯片编号占位符 3"/>
          <p:cNvSpPr>
            <a:spLocks noGrp="1"/>
          </p:cNvSpPr>
          <p:nvPr>
            <p:ph type="sldNum" sz="quarter" idx="10"/>
          </p:nvPr>
        </p:nvSpPr>
        <p:spPr/>
        <p:txBody>
          <a:bodyPr/>
          <a:lstStyle/>
          <a:p>
            <a:fld id="{DBE2DA07-CE19-4C9B-A0EC-06D3955056CF}" type="slidenum">
              <a:rPr lang="en-US" altLang="zh-CN" smtClean="0"/>
              <a:pPr/>
              <a:t>6</a:t>
            </a:fld>
            <a:endParaRPr lang="en-US" altLang="zh-CN"/>
          </a:p>
        </p:txBody>
      </p:sp>
      <p:sp>
        <p:nvSpPr>
          <p:cNvPr id="6" name="Text Box 4"/>
          <p:cNvSpPr txBox="1">
            <a:spLocks noChangeArrowheads="1"/>
          </p:cNvSpPr>
          <p:nvPr/>
        </p:nvSpPr>
        <p:spPr bwMode="auto">
          <a:xfrm>
            <a:off x="2573778" y="1608633"/>
            <a:ext cx="1782198" cy="2520883"/>
          </a:xfrm>
          <a:prstGeom prst="rect">
            <a:avLst/>
          </a:prstGeom>
          <a:noFill/>
          <a:ln w="9525">
            <a:noFill/>
            <a:miter lim="800000"/>
            <a:headEnd/>
            <a:tailEnd/>
          </a:ln>
          <a:effectLst/>
        </p:spPr>
        <p:txBody>
          <a:bodyPr wrap="square" lIns="0" tIns="0" rIns="0" bIns="0">
            <a:spAutoFit/>
          </a:bodyPr>
          <a:lstStyle/>
          <a:p>
            <a:pPr marL="85725" indent="-85725">
              <a:lnSpc>
                <a:spcPct val="140000"/>
              </a:lnSpc>
              <a:buClr>
                <a:schemeClr val="accent1"/>
              </a:buClr>
              <a:buSzPct val="75000"/>
              <a:defRPr/>
            </a:pPr>
            <a:r>
              <a:rPr lang="zh-CN" altLang="en-US" sz="2000" dirty="0">
                <a:effectLst>
                  <a:outerShdw blurRad="38100" dist="38100" dir="2700000" algn="tl">
                    <a:srgbClr val="FFFFFF"/>
                  </a:outerShdw>
                </a:effectLst>
                <a:latin typeface="Microsoft YaHei" panose="020B0503020204020204" pitchFamily="34" charset="-122"/>
                <a:ea typeface="Microsoft YaHei" panose="020B0503020204020204" pitchFamily="34" charset="-122"/>
                <a:cs typeface="宋体"/>
              </a:rPr>
              <a:t>语句覆盖</a:t>
            </a:r>
          </a:p>
          <a:p>
            <a:pPr marL="85725" indent="-85725">
              <a:lnSpc>
                <a:spcPct val="140000"/>
              </a:lnSpc>
              <a:buClr>
                <a:schemeClr val="accent1"/>
              </a:buClr>
              <a:buSzPct val="75000"/>
              <a:defRPr/>
            </a:pPr>
            <a:r>
              <a:rPr lang="zh-CN" altLang="en-US" sz="2000" dirty="0">
                <a:effectLst>
                  <a:outerShdw blurRad="38100" dist="38100" dir="2700000" algn="tl">
                    <a:srgbClr val="FFFFFF"/>
                  </a:outerShdw>
                </a:effectLst>
                <a:latin typeface="Microsoft YaHei" panose="020B0503020204020204" pitchFamily="34" charset="-122"/>
                <a:ea typeface="Microsoft YaHei" panose="020B0503020204020204" pitchFamily="34" charset="-122"/>
                <a:cs typeface="宋体"/>
              </a:rPr>
              <a:t>判定覆盖</a:t>
            </a:r>
          </a:p>
          <a:p>
            <a:pPr marL="85725" indent="-85725">
              <a:lnSpc>
                <a:spcPct val="140000"/>
              </a:lnSpc>
              <a:buClr>
                <a:schemeClr val="accent1"/>
              </a:buClr>
              <a:buSzPct val="75000"/>
              <a:defRPr/>
            </a:pPr>
            <a:r>
              <a:rPr lang="zh-CN" altLang="en-US" sz="2000" dirty="0">
                <a:effectLst>
                  <a:outerShdw blurRad="38100" dist="38100" dir="2700000" algn="tl">
                    <a:srgbClr val="FFFFFF"/>
                  </a:outerShdw>
                </a:effectLst>
                <a:latin typeface="Microsoft YaHei" panose="020B0503020204020204" pitchFamily="34" charset="-122"/>
                <a:ea typeface="Microsoft YaHei" panose="020B0503020204020204" pitchFamily="34" charset="-122"/>
                <a:cs typeface="宋体"/>
              </a:rPr>
              <a:t>条件覆盖</a:t>
            </a:r>
          </a:p>
          <a:p>
            <a:pPr marL="85725" indent="-85725">
              <a:lnSpc>
                <a:spcPct val="140000"/>
              </a:lnSpc>
              <a:buClr>
                <a:schemeClr val="accent1"/>
              </a:buClr>
              <a:buSzPct val="75000"/>
              <a:defRPr/>
            </a:pPr>
            <a:r>
              <a:rPr lang="zh-CN" altLang="en-US" sz="2000" dirty="0">
                <a:effectLst>
                  <a:outerShdw blurRad="38100" dist="38100" dir="2700000" algn="tl">
                    <a:srgbClr val="FFFFFF"/>
                  </a:outerShdw>
                </a:effectLst>
                <a:latin typeface="Microsoft YaHei" panose="020B0503020204020204" pitchFamily="34" charset="-122"/>
                <a:ea typeface="Microsoft YaHei" panose="020B0503020204020204" pitchFamily="34" charset="-122"/>
                <a:cs typeface="宋体"/>
              </a:rPr>
              <a:t>判定条件覆盖</a:t>
            </a:r>
          </a:p>
          <a:p>
            <a:pPr marL="85725" indent="-85725">
              <a:lnSpc>
                <a:spcPct val="140000"/>
              </a:lnSpc>
              <a:buClr>
                <a:schemeClr val="accent1"/>
              </a:buClr>
              <a:buSzPct val="75000"/>
              <a:defRPr/>
            </a:pPr>
            <a:r>
              <a:rPr lang="zh-CN" altLang="en-US" sz="2000" dirty="0">
                <a:effectLst>
                  <a:outerShdw blurRad="38100" dist="38100" dir="2700000" algn="tl">
                    <a:srgbClr val="FFFFFF"/>
                  </a:outerShdw>
                </a:effectLst>
                <a:latin typeface="Microsoft YaHei" panose="020B0503020204020204" pitchFamily="34" charset="-122"/>
                <a:ea typeface="Microsoft YaHei" panose="020B0503020204020204" pitchFamily="34" charset="-122"/>
                <a:cs typeface="宋体"/>
              </a:rPr>
              <a:t>条件组合覆盖</a:t>
            </a:r>
          </a:p>
          <a:p>
            <a:pPr marL="85725" indent="-85725">
              <a:lnSpc>
                <a:spcPct val="140000"/>
              </a:lnSpc>
              <a:buClr>
                <a:schemeClr val="accent1"/>
              </a:buClr>
              <a:buSzPct val="75000"/>
              <a:defRPr/>
            </a:pPr>
            <a:r>
              <a:rPr lang="zh-CN" altLang="en-US" sz="2000" dirty="0">
                <a:effectLst>
                  <a:outerShdw blurRad="38100" dist="38100" dir="2700000" algn="tl">
                    <a:srgbClr val="FFFFFF"/>
                  </a:outerShdw>
                </a:effectLst>
                <a:latin typeface="Microsoft YaHei" panose="020B0503020204020204" pitchFamily="34" charset="-122"/>
                <a:ea typeface="Microsoft YaHei" panose="020B0503020204020204" pitchFamily="34" charset="-122"/>
                <a:cs typeface="宋体"/>
              </a:rPr>
              <a:t>基本路径覆盖</a:t>
            </a:r>
          </a:p>
        </p:txBody>
      </p:sp>
      <p:sp>
        <p:nvSpPr>
          <p:cNvPr id="7" name="右大括号 6"/>
          <p:cNvSpPr/>
          <p:nvPr/>
        </p:nvSpPr>
        <p:spPr bwMode="auto">
          <a:xfrm>
            <a:off x="6536526" y="1333109"/>
            <a:ext cx="378042" cy="3212766"/>
          </a:xfrm>
          <a:prstGeom prst="rightBrace">
            <a:avLst>
              <a:gd name="adj1" fmla="val 36869"/>
              <a:gd name="adj2" fmla="val 50000"/>
            </a:avLst>
          </a:prstGeom>
          <a:noFill/>
          <a:ln w="28575" cap="flat" cmpd="sng" algn="ctr">
            <a:solidFill>
              <a:schemeClr val="accent1">
                <a:lumMod val="75000"/>
              </a:schemeClr>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defTabSz="685800" fontAlgn="base">
              <a:spcBef>
                <a:spcPct val="0"/>
              </a:spcBef>
              <a:spcAft>
                <a:spcPct val="0"/>
              </a:spcAft>
            </a:pPr>
            <a:endParaRPr lang="zh-CN" altLang="en-US" sz="1350" i="1">
              <a:latin typeface="Microsoft YaHei" panose="020B0503020204020204" pitchFamily="34" charset="-122"/>
              <a:ea typeface="Microsoft YaHei" panose="020B0503020204020204" pitchFamily="34" charset="-122"/>
            </a:endParaRPr>
          </a:p>
        </p:txBody>
      </p:sp>
      <p:sp>
        <p:nvSpPr>
          <p:cNvPr id="8" name="文本框 7"/>
          <p:cNvSpPr txBox="1"/>
          <p:nvPr/>
        </p:nvSpPr>
        <p:spPr>
          <a:xfrm>
            <a:off x="6858248" y="2448501"/>
            <a:ext cx="702078" cy="1384995"/>
          </a:xfrm>
          <a:prstGeom prst="rect">
            <a:avLst/>
          </a:prstGeom>
          <a:noFill/>
        </p:spPr>
        <p:txBody>
          <a:bodyPr wrap="square" rtlCol="0">
            <a:spAutoFit/>
          </a:bodyPr>
          <a:lstStyle/>
          <a:p>
            <a:r>
              <a:rPr kumimoji="1" lang="zh-CN" altLang="en-US" sz="2100" dirty="0">
                <a:solidFill>
                  <a:schemeClr val="accent1">
                    <a:lumMod val="10000"/>
                  </a:schemeClr>
                </a:solidFill>
                <a:latin typeface="Microsoft YaHei" panose="020B0503020204020204" pitchFamily="34" charset="-122"/>
                <a:ea typeface="Microsoft YaHei" panose="020B0503020204020204" pitchFamily="34" charset="-122"/>
              </a:rPr>
              <a:t>黑盒方法</a:t>
            </a:r>
          </a:p>
        </p:txBody>
      </p:sp>
      <p:sp>
        <p:nvSpPr>
          <p:cNvPr id="9" name="文本框 8"/>
          <p:cNvSpPr txBox="1"/>
          <p:nvPr/>
        </p:nvSpPr>
        <p:spPr>
          <a:xfrm>
            <a:off x="1583674" y="2300118"/>
            <a:ext cx="702078" cy="1384995"/>
          </a:xfrm>
          <a:prstGeom prst="rect">
            <a:avLst/>
          </a:prstGeom>
          <a:noFill/>
        </p:spPr>
        <p:txBody>
          <a:bodyPr wrap="square" rtlCol="0">
            <a:spAutoFit/>
          </a:bodyPr>
          <a:lstStyle/>
          <a:p>
            <a:r>
              <a:rPr kumimoji="1" lang="zh-CN" altLang="en-US" sz="2100" dirty="0">
                <a:solidFill>
                  <a:schemeClr val="accent1">
                    <a:lumMod val="75000"/>
                  </a:schemeClr>
                </a:solidFill>
                <a:latin typeface="Microsoft YaHei" panose="020B0503020204020204" pitchFamily="34" charset="-122"/>
                <a:ea typeface="Microsoft YaHei" panose="020B0503020204020204" pitchFamily="34" charset="-122"/>
              </a:rPr>
              <a:t>白盒方法</a:t>
            </a:r>
          </a:p>
        </p:txBody>
      </p:sp>
      <p:sp>
        <p:nvSpPr>
          <p:cNvPr id="10" name="左大括号 9"/>
          <p:cNvSpPr/>
          <p:nvPr/>
        </p:nvSpPr>
        <p:spPr bwMode="auto">
          <a:xfrm>
            <a:off x="2141730" y="1599642"/>
            <a:ext cx="486054" cy="2646294"/>
          </a:xfrm>
          <a:prstGeom prst="leftBrace">
            <a:avLst>
              <a:gd name="adj1" fmla="val 34794"/>
              <a:gd name="adj2" fmla="val 50000"/>
            </a:avLst>
          </a:prstGeom>
          <a:noFill/>
          <a:ln w="19050" cap="flat" cmpd="sng" algn="ctr">
            <a:solidFill>
              <a:schemeClr val="accent2">
                <a:lumMod val="40000"/>
                <a:lumOff val="60000"/>
              </a:schemeClr>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defTabSz="685800" fontAlgn="base">
              <a:spcBef>
                <a:spcPct val="0"/>
              </a:spcBef>
              <a:spcAft>
                <a:spcPct val="0"/>
              </a:spcAft>
            </a:pPr>
            <a:endParaRPr lang="zh-CN" altLang="en-US" sz="1350" i="1">
              <a:solidFill>
                <a:srgbClr val="CCFFCC"/>
              </a:solidFill>
              <a:latin typeface="Microsoft YaHei" panose="020B0503020204020204" pitchFamily="34" charset="-122"/>
              <a:ea typeface="Microsoft YaHei" panose="020B0503020204020204" pitchFamily="34" charset="-122"/>
            </a:endParaRPr>
          </a:p>
        </p:txBody>
      </p:sp>
      <p:sp>
        <p:nvSpPr>
          <p:cNvPr id="5" name="文本框 4">
            <a:extLst>
              <a:ext uri="{FF2B5EF4-FFF2-40B4-BE49-F238E27FC236}">
                <a16:creationId xmlns:a16="http://schemas.microsoft.com/office/drawing/2014/main" id="{FA410CFC-DD4B-EF6E-A949-C260012AFA77}"/>
              </a:ext>
            </a:extLst>
          </p:cNvPr>
          <p:cNvSpPr txBox="1"/>
          <p:nvPr/>
        </p:nvSpPr>
        <p:spPr>
          <a:xfrm>
            <a:off x="7792378" y="2068353"/>
            <a:ext cx="492443" cy="2608830"/>
          </a:xfrm>
          <a:prstGeom prst="rect">
            <a:avLst/>
          </a:prstGeom>
          <a:noFill/>
        </p:spPr>
        <p:txBody>
          <a:bodyPr vert="eaVert" wrap="square" rtlCol="0">
            <a:spAutoFit/>
          </a:bodyPr>
          <a:lstStyle/>
          <a:p>
            <a:r>
              <a:rPr kumimoji="1" lang="zh-CN" altLang="en-US" sz="2000" dirty="0">
                <a:solidFill>
                  <a:schemeClr val="accent1"/>
                </a:solidFill>
                <a:latin typeface="Microsoft YaHei" panose="020B0503020204020204" pitchFamily="34" charset="-122"/>
                <a:ea typeface="Microsoft YaHei" panose="020B0503020204020204" pitchFamily="34" charset="-122"/>
              </a:rPr>
              <a:t>基于需求的测试方法</a:t>
            </a:r>
          </a:p>
        </p:txBody>
      </p:sp>
      <p:sp>
        <p:nvSpPr>
          <p:cNvPr id="12" name="文本框 11">
            <a:extLst>
              <a:ext uri="{FF2B5EF4-FFF2-40B4-BE49-F238E27FC236}">
                <a16:creationId xmlns:a16="http://schemas.microsoft.com/office/drawing/2014/main" id="{5234B7AB-F77E-BD1D-2C56-7BCAC0369670}"/>
              </a:ext>
            </a:extLst>
          </p:cNvPr>
          <p:cNvSpPr txBox="1"/>
          <p:nvPr/>
        </p:nvSpPr>
        <p:spPr>
          <a:xfrm>
            <a:off x="638656" y="1869230"/>
            <a:ext cx="548672" cy="2246769"/>
          </a:xfrm>
          <a:prstGeom prst="rect">
            <a:avLst/>
          </a:prstGeom>
          <a:noFill/>
        </p:spPr>
        <p:txBody>
          <a:bodyPr wrap="square" rtlCol="0">
            <a:spAutoFit/>
          </a:bodyPr>
          <a:lstStyle/>
          <a:p>
            <a:r>
              <a:rPr kumimoji="1" lang="zh-CN" altLang="en-US" sz="2000" dirty="0">
                <a:solidFill>
                  <a:schemeClr val="accent1"/>
                </a:solidFill>
                <a:latin typeface="Microsoft YaHei" panose="020B0503020204020204" pitchFamily="34" charset="-122"/>
                <a:ea typeface="Microsoft YaHei" panose="020B0503020204020204" pitchFamily="34" charset="-122"/>
              </a:rPr>
              <a:t>结构化测试方法</a:t>
            </a:r>
          </a:p>
        </p:txBody>
      </p:sp>
      <p:sp>
        <p:nvSpPr>
          <p:cNvPr id="13" name="左箭头 12">
            <a:extLst>
              <a:ext uri="{FF2B5EF4-FFF2-40B4-BE49-F238E27FC236}">
                <a16:creationId xmlns:a16="http://schemas.microsoft.com/office/drawing/2014/main" id="{3CB353DE-2F29-EDF0-0EBE-C4A399C48290}"/>
              </a:ext>
            </a:extLst>
          </p:cNvPr>
          <p:cNvSpPr/>
          <p:nvPr/>
        </p:nvSpPr>
        <p:spPr>
          <a:xfrm>
            <a:off x="1035003" y="2869075"/>
            <a:ext cx="548672" cy="261898"/>
          </a:xfrm>
          <a:prstGeom prst="leftArrow">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anose="020B0503020204020204" pitchFamily="34" charset="-122"/>
              <a:ea typeface="Microsoft YaHei" panose="020B0503020204020204" pitchFamily="34" charset="-122"/>
            </a:endParaRPr>
          </a:p>
        </p:txBody>
      </p:sp>
      <p:sp>
        <p:nvSpPr>
          <p:cNvPr id="14" name="左箭头 13">
            <a:extLst>
              <a:ext uri="{FF2B5EF4-FFF2-40B4-BE49-F238E27FC236}">
                <a16:creationId xmlns:a16="http://schemas.microsoft.com/office/drawing/2014/main" id="{2CA576B9-3F02-BF69-ABAD-93A2D9276B7E}"/>
              </a:ext>
            </a:extLst>
          </p:cNvPr>
          <p:cNvSpPr/>
          <p:nvPr/>
        </p:nvSpPr>
        <p:spPr>
          <a:xfrm rot="10800000">
            <a:off x="7285990" y="3070111"/>
            <a:ext cx="548672" cy="261898"/>
          </a:xfrm>
          <a:prstGeom prst="leftArrow">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245961143"/>
      </p:ext>
    </p:extLst>
  </p:cSld>
  <p:clrMapOvr>
    <a:masterClrMapping/>
  </p:clrMapOvr>
  <p:transition spd="slow">
    <p:wipe dir="r"/>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595114" y="448770"/>
            <a:ext cx="4572555" cy="421481"/>
          </a:xfrm>
        </p:spPr>
        <p:txBody>
          <a:bodyPr>
            <a:normAutofit fontScale="90000"/>
          </a:bodyPr>
          <a:lstStyle/>
          <a:p>
            <a:r>
              <a:rPr lang="zh-CN" altLang="en-US" dirty="0">
                <a:latin typeface="微软雅黑" panose="020B0503020204020204" pitchFamily="34" charset="-122"/>
                <a:ea typeface="微软雅黑" panose="020B0503020204020204" pitchFamily="34" charset="-122"/>
              </a:rPr>
              <a:t>方法论：测试方法</a:t>
            </a:r>
          </a:p>
        </p:txBody>
      </p:sp>
      <p:sp>
        <p:nvSpPr>
          <p:cNvPr id="4" name="幻灯片编号占位符 3"/>
          <p:cNvSpPr>
            <a:spLocks noGrp="1"/>
          </p:cNvSpPr>
          <p:nvPr>
            <p:ph type="sldNum" sz="quarter" idx="10"/>
          </p:nvPr>
        </p:nvSpPr>
        <p:spPr/>
        <p:txBody>
          <a:bodyPr/>
          <a:lstStyle/>
          <a:p>
            <a:fld id="{DBE2DA07-CE19-4C9B-A0EC-06D3955056CF}" type="slidenum">
              <a:rPr lang="en-US" altLang="zh-CN" smtClean="0"/>
              <a:pPr/>
              <a:t>7</a:t>
            </a:fld>
            <a:endParaRPr lang="en-US" altLang="zh-CN" dirty="0"/>
          </a:p>
        </p:txBody>
      </p:sp>
      <p:sp>
        <p:nvSpPr>
          <p:cNvPr id="6" name="Text Box 4"/>
          <p:cNvSpPr txBox="1">
            <a:spLocks noChangeArrowheads="1"/>
          </p:cNvSpPr>
          <p:nvPr/>
        </p:nvSpPr>
        <p:spPr bwMode="auto">
          <a:xfrm>
            <a:off x="1237542" y="999602"/>
            <a:ext cx="3212539" cy="2236190"/>
          </a:xfrm>
          <a:prstGeom prst="rect">
            <a:avLst/>
          </a:prstGeom>
          <a:solidFill>
            <a:srgbClr val="FFFFFF">
              <a:alpha val="40000"/>
            </a:srgbClr>
          </a:solidFill>
          <a:ln w="9525">
            <a:noFill/>
            <a:miter lim="800000"/>
            <a:headEnd/>
            <a:tailEnd/>
          </a:ln>
          <a:effectLst/>
        </p:spPr>
        <p:txBody>
          <a:bodyPr wrap="square" lIns="0" tIns="0" rIns="0" bIns="0">
            <a:spAutoFit/>
          </a:bodyPr>
          <a:lstStyle/>
          <a:p>
            <a:pPr marL="257175" indent="-257175">
              <a:lnSpc>
                <a:spcPct val="150000"/>
              </a:lnSpc>
              <a:buClr>
                <a:schemeClr val="accent1"/>
              </a:buClr>
              <a:buSzPct val="75000"/>
              <a:buFont typeface="Wingdings" charset="2"/>
              <a:buChar char="p"/>
              <a:defRPr/>
            </a:pPr>
            <a:r>
              <a:rPr lang="zh-CN" altLang="en-US" sz="2000" b="1" dirty="0">
                <a:effectLst>
                  <a:outerShdw blurRad="38100" dist="38100" dir="2700000" algn="tl">
                    <a:srgbClr val="FFFFFF"/>
                  </a:outerShdw>
                </a:effectLst>
                <a:latin typeface="宋体"/>
                <a:ea typeface="宋体"/>
                <a:cs typeface="宋体"/>
              </a:rPr>
              <a:t>上下文驱动测试方法</a:t>
            </a:r>
          </a:p>
          <a:p>
            <a:pPr marL="257175" indent="-257175">
              <a:lnSpc>
                <a:spcPct val="150000"/>
              </a:lnSpc>
              <a:buClr>
                <a:schemeClr val="accent1"/>
              </a:buClr>
              <a:buSzPct val="75000"/>
              <a:buFont typeface="Wingdings" charset="2"/>
              <a:buChar char="p"/>
              <a:defRPr/>
            </a:pPr>
            <a:r>
              <a:rPr lang="en-US" altLang="en-US" sz="2000" b="1" dirty="0" err="1">
                <a:effectLst>
                  <a:outerShdw blurRad="38100" dist="38100" dir="2700000" algn="tl">
                    <a:srgbClr val="FFFFFF"/>
                  </a:outerShdw>
                </a:effectLst>
                <a:latin typeface="宋体"/>
                <a:ea typeface="宋体"/>
                <a:cs typeface="宋体"/>
              </a:rPr>
              <a:t>基于需求验证的</a:t>
            </a:r>
            <a:r>
              <a:rPr lang="zh-CN" altLang="en-US" sz="2000" b="1" dirty="0">
                <a:effectLst>
                  <a:outerShdw blurRad="38100" dist="38100" dir="2700000" algn="tl">
                    <a:srgbClr val="FFFFFF"/>
                  </a:outerShdw>
                </a:effectLst>
                <a:latin typeface="宋体"/>
                <a:ea typeface="宋体"/>
                <a:cs typeface="宋体"/>
              </a:rPr>
              <a:t>测试</a:t>
            </a:r>
            <a:r>
              <a:rPr lang="en-US" altLang="en-US" sz="2000" b="1" dirty="0" err="1">
                <a:effectLst>
                  <a:outerShdw blurRad="38100" dist="38100" dir="2700000" algn="tl">
                    <a:srgbClr val="FFFFFF"/>
                  </a:outerShdw>
                </a:effectLst>
                <a:latin typeface="宋体"/>
                <a:ea typeface="宋体"/>
                <a:cs typeface="宋体"/>
              </a:rPr>
              <a:t>方法</a:t>
            </a:r>
            <a:endParaRPr lang="zh-CN" altLang="en-US" sz="2000" b="1" dirty="0">
              <a:effectLst>
                <a:outerShdw blurRad="38100" dist="38100" dir="2700000" algn="tl">
                  <a:srgbClr val="FFFFFF"/>
                </a:outerShdw>
              </a:effectLst>
              <a:latin typeface="宋体"/>
              <a:ea typeface="宋体"/>
              <a:cs typeface="宋体"/>
            </a:endParaRPr>
          </a:p>
          <a:p>
            <a:pPr marL="257175" indent="-257175">
              <a:lnSpc>
                <a:spcPct val="150000"/>
              </a:lnSpc>
              <a:buClr>
                <a:schemeClr val="accent1"/>
              </a:buClr>
              <a:buSzPct val="75000"/>
              <a:buFont typeface="Wingdings" charset="2"/>
              <a:buChar char="p"/>
              <a:defRPr/>
            </a:pPr>
            <a:r>
              <a:rPr lang="en-US" altLang="en-US" sz="2000" b="1" dirty="0">
                <a:effectLst>
                  <a:outerShdw blurRad="38100" dist="38100" dir="2700000" algn="tl">
                    <a:srgbClr val="FFFFFF"/>
                  </a:outerShdw>
                </a:effectLst>
                <a:latin typeface="宋体"/>
                <a:ea typeface="宋体"/>
                <a:cs typeface="宋体"/>
              </a:rPr>
              <a:t>基于场景的测试方法</a:t>
            </a:r>
            <a:endParaRPr lang="zh-CN" altLang="en-US" sz="2000" b="1" dirty="0">
              <a:effectLst>
                <a:outerShdw blurRad="38100" dist="38100" dir="2700000" algn="tl">
                  <a:srgbClr val="FFFFFF"/>
                </a:outerShdw>
              </a:effectLst>
              <a:latin typeface="宋体"/>
              <a:ea typeface="宋体"/>
              <a:cs typeface="宋体"/>
            </a:endParaRPr>
          </a:p>
          <a:p>
            <a:pPr marL="257175" indent="-257175">
              <a:lnSpc>
                <a:spcPct val="150000"/>
              </a:lnSpc>
              <a:buClr>
                <a:schemeClr val="accent1"/>
              </a:buClr>
              <a:buSzPct val="75000"/>
              <a:buFont typeface="Wingdings" charset="2"/>
              <a:buChar char="p"/>
              <a:defRPr/>
            </a:pPr>
            <a:r>
              <a:rPr lang="zh-CN" altLang="en-US" sz="2000" b="1" dirty="0">
                <a:effectLst>
                  <a:outerShdw blurRad="38100" dist="38100" dir="2700000" algn="tl">
                    <a:srgbClr val="FFFFFF"/>
                  </a:outerShdw>
                </a:effectLst>
                <a:latin typeface="宋体"/>
                <a:ea typeface="宋体"/>
                <a:cs typeface="宋体"/>
              </a:rPr>
              <a:t>基于模型的测试</a:t>
            </a:r>
            <a:r>
              <a:rPr lang="en-US" altLang="en-US" sz="2000" b="1" dirty="0" err="1">
                <a:effectLst>
                  <a:outerShdw blurRad="38100" dist="38100" dir="2700000" algn="tl">
                    <a:srgbClr val="FFFFFF"/>
                  </a:outerShdw>
                </a:effectLst>
                <a:latin typeface="宋体"/>
                <a:ea typeface="宋体"/>
                <a:cs typeface="宋体"/>
              </a:rPr>
              <a:t>方法</a:t>
            </a:r>
            <a:endParaRPr lang="zh-CN" altLang="en-US" sz="2000" b="1" dirty="0">
              <a:effectLst>
                <a:outerShdw blurRad="38100" dist="38100" dir="2700000" algn="tl">
                  <a:srgbClr val="FFFFFF"/>
                </a:outerShdw>
              </a:effectLst>
              <a:latin typeface="宋体"/>
              <a:ea typeface="宋体"/>
              <a:cs typeface="宋体"/>
            </a:endParaRPr>
          </a:p>
          <a:p>
            <a:pPr marL="257175" indent="-257175">
              <a:lnSpc>
                <a:spcPct val="150000"/>
              </a:lnSpc>
              <a:buClr>
                <a:schemeClr val="accent1"/>
              </a:buClr>
              <a:buSzPct val="75000"/>
              <a:buFont typeface="Wingdings" charset="2"/>
              <a:buChar char="p"/>
              <a:defRPr/>
            </a:pPr>
            <a:r>
              <a:rPr lang="en-US" altLang="en-US" sz="2000" b="1" dirty="0" err="1">
                <a:effectLst>
                  <a:outerShdw blurRad="38100" dist="38100" dir="2700000" algn="tl">
                    <a:srgbClr val="FFFFFF"/>
                  </a:outerShdw>
                </a:effectLst>
                <a:latin typeface="宋体"/>
                <a:ea typeface="宋体"/>
                <a:cs typeface="宋体"/>
              </a:rPr>
              <a:t>基于经验的</a:t>
            </a:r>
            <a:r>
              <a:rPr lang="zh-CN" altLang="en-US" sz="2000" b="1" dirty="0">
                <a:effectLst>
                  <a:outerShdw blurRad="38100" dist="38100" dir="2700000" algn="tl">
                    <a:srgbClr val="FFFFFF"/>
                  </a:outerShdw>
                </a:effectLst>
                <a:latin typeface="宋体"/>
                <a:ea typeface="宋体"/>
                <a:cs typeface="宋体"/>
              </a:rPr>
              <a:t>测试</a:t>
            </a:r>
            <a:r>
              <a:rPr lang="en-US" altLang="en-US" sz="2000" b="1" dirty="0" err="1">
                <a:effectLst>
                  <a:outerShdw blurRad="38100" dist="38100" dir="2700000" algn="tl">
                    <a:srgbClr val="FFFFFF"/>
                  </a:outerShdw>
                </a:effectLst>
                <a:latin typeface="宋体"/>
                <a:ea typeface="宋体"/>
                <a:cs typeface="宋体"/>
              </a:rPr>
              <a:t>方法</a:t>
            </a:r>
            <a:endParaRPr lang="zh-CN" altLang="en-US" sz="2000" b="1" dirty="0">
              <a:effectLst>
                <a:outerShdw blurRad="38100" dist="38100" dir="2700000" algn="tl">
                  <a:srgbClr val="FFFFFF"/>
                </a:outerShdw>
              </a:effectLst>
              <a:latin typeface="宋体"/>
              <a:ea typeface="宋体"/>
              <a:cs typeface="宋体"/>
            </a:endParaRPr>
          </a:p>
        </p:txBody>
      </p:sp>
      <p:sp>
        <p:nvSpPr>
          <p:cNvPr id="7" name="右大括号 6"/>
          <p:cNvSpPr/>
          <p:nvPr/>
        </p:nvSpPr>
        <p:spPr bwMode="auto">
          <a:xfrm>
            <a:off x="6192180" y="2301720"/>
            <a:ext cx="378042" cy="1350150"/>
          </a:xfrm>
          <a:prstGeom prst="rightBrace">
            <a:avLst>
              <a:gd name="adj1" fmla="val 36869"/>
              <a:gd name="adj2" fmla="val 50000"/>
            </a:avLst>
          </a:prstGeom>
          <a:noFill/>
          <a:ln w="28575" cap="flat" cmpd="sng" algn="ctr">
            <a:solidFill>
              <a:schemeClr val="accent2">
                <a:lumMod val="20000"/>
                <a:lumOff val="80000"/>
              </a:schemeClr>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defTabSz="685800" fontAlgn="base">
              <a:spcBef>
                <a:spcPct val="0"/>
              </a:spcBef>
              <a:spcAft>
                <a:spcPct val="0"/>
              </a:spcAft>
            </a:pPr>
            <a:endParaRPr lang="zh-CN" altLang="en-US" sz="1350" i="1">
              <a:latin typeface="Arial" charset="0"/>
              <a:ea typeface="宋体" pitchFamily="2" charset="-122"/>
            </a:endParaRPr>
          </a:p>
        </p:txBody>
      </p:sp>
      <p:pic>
        <p:nvPicPr>
          <p:cNvPr id="3" name="图片 2" descr="testing-and-test-automation-1.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08427" y="999602"/>
            <a:ext cx="4172415" cy="2796769"/>
          </a:xfrm>
          <a:prstGeom prst="rect">
            <a:avLst/>
          </a:prstGeom>
        </p:spPr>
      </p:pic>
    </p:spTree>
    <p:extLst>
      <p:ext uri="{BB962C8B-B14F-4D97-AF65-F5344CB8AC3E}">
        <p14:creationId xmlns:p14="http://schemas.microsoft.com/office/powerpoint/2010/main" val="1887225855"/>
      </p:ext>
    </p:extLst>
  </p:cSld>
  <p:clrMapOvr>
    <a:masterClrMapping/>
  </p:clrMapOvr>
  <p:transition spd="slow">
    <p:wipe dir="r"/>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581141" y="309857"/>
            <a:ext cx="4734573" cy="421481"/>
          </a:xfrm>
        </p:spPr>
        <p:txBody>
          <a:bodyPr>
            <a:noAutofit/>
          </a:bodyPr>
          <a:lstStyle/>
          <a:p>
            <a:r>
              <a:rPr lang="en-US" altLang="zh-CN" dirty="0">
                <a:latin typeface="微软雅黑" panose="020B0503020204020204" pitchFamily="34" charset="-122"/>
                <a:ea typeface="微软雅黑" panose="020B0503020204020204" pitchFamily="34" charset="-122"/>
              </a:rPr>
              <a:t>SWBOK</a:t>
            </a:r>
            <a:r>
              <a:rPr lang="zh-CN" altLang="en-US" dirty="0">
                <a:latin typeface="微软雅黑" panose="020B0503020204020204" pitchFamily="34" charset="-122"/>
                <a:ea typeface="微软雅黑" panose="020B0503020204020204" pitchFamily="34" charset="-122"/>
              </a:rPr>
              <a:t>对测试方法的分类</a:t>
            </a:r>
          </a:p>
        </p:txBody>
      </p:sp>
      <p:sp>
        <p:nvSpPr>
          <p:cNvPr id="4" name="幻灯片编号占位符 3"/>
          <p:cNvSpPr>
            <a:spLocks noGrp="1"/>
          </p:cNvSpPr>
          <p:nvPr>
            <p:ph type="sldNum" sz="quarter" idx="10"/>
          </p:nvPr>
        </p:nvSpPr>
        <p:spPr/>
        <p:txBody>
          <a:bodyPr/>
          <a:lstStyle/>
          <a:p>
            <a:fld id="{DBE2DA07-CE19-4C9B-A0EC-06D3955056CF}" type="slidenum">
              <a:rPr lang="en-US" altLang="zh-CN" smtClean="0"/>
              <a:pPr/>
              <a:t>8</a:t>
            </a:fld>
            <a:endParaRPr lang="en-US" altLang="zh-CN"/>
          </a:p>
        </p:txBody>
      </p:sp>
      <p:graphicFrame>
        <p:nvGraphicFramePr>
          <p:cNvPr id="13" name="表格 12"/>
          <p:cNvGraphicFramePr>
            <a:graphicFrameLocks noGrp="1"/>
          </p:cNvGraphicFramePr>
          <p:nvPr>
            <p:extLst>
              <p:ext uri="{D42A27DB-BD31-4B8C-83A1-F6EECF244321}">
                <p14:modId xmlns:p14="http://schemas.microsoft.com/office/powerpoint/2010/main" val="2726574939"/>
              </p:ext>
            </p:extLst>
          </p:nvPr>
        </p:nvGraphicFramePr>
        <p:xfrm>
          <a:off x="581141" y="918555"/>
          <a:ext cx="8040344" cy="3703320"/>
        </p:xfrm>
        <a:graphic>
          <a:graphicData uri="http://schemas.openxmlformats.org/drawingml/2006/table">
            <a:tbl>
              <a:tblPr firstRow="1" bandRow="1">
                <a:tableStyleId>{5C22544A-7EE6-4342-B048-85BDC9FD1C3A}</a:tableStyleId>
              </a:tblPr>
              <a:tblGrid>
                <a:gridCol w="1839592">
                  <a:extLst>
                    <a:ext uri="{9D8B030D-6E8A-4147-A177-3AD203B41FA5}">
                      <a16:colId xmlns:a16="http://schemas.microsoft.com/office/drawing/2014/main" val="20000"/>
                    </a:ext>
                  </a:extLst>
                </a:gridCol>
                <a:gridCol w="4944565">
                  <a:extLst>
                    <a:ext uri="{9D8B030D-6E8A-4147-A177-3AD203B41FA5}">
                      <a16:colId xmlns:a16="http://schemas.microsoft.com/office/drawing/2014/main" val="20001"/>
                    </a:ext>
                  </a:extLst>
                </a:gridCol>
                <a:gridCol w="1256187">
                  <a:extLst>
                    <a:ext uri="{9D8B030D-6E8A-4147-A177-3AD203B41FA5}">
                      <a16:colId xmlns:a16="http://schemas.microsoft.com/office/drawing/2014/main" val="20002"/>
                    </a:ext>
                  </a:extLst>
                </a:gridCol>
              </a:tblGrid>
              <a:tr h="617220">
                <a:tc>
                  <a:txBody>
                    <a:bodyPr/>
                    <a:lstStyle/>
                    <a:p>
                      <a:pPr marL="0" marR="0" indent="0" algn="r" defTabSz="685800" rtl="0" eaLnBrk="1" fontAlgn="auto" latinLnBrk="0" hangingPunct="1">
                        <a:lnSpc>
                          <a:spcPct val="100000"/>
                        </a:lnSpc>
                        <a:spcBef>
                          <a:spcPts val="0"/>
                        </a:spcBef>
                        <a:spcAft>
                          <a:spcPts val="0"/>
                        </a:spcAft>
                        <a:buClrTx/>
                        <a:buSzTx/>
                        <a:buFontTx/>
                        <a:buNone/>
                        <a:tabLst/>
                        <a:defRPr/>
                      </a:pPr>
                      <a:r>
                        <a:rPr lang="zh-CN" altLang="en-US" sz="1800" kern="1200" dirty="0">
                          <a:solidFill>
                            <a:schemeClr val="bg1">
                              <a:lumMod val="95000"/>
                            </a:schemeClr>
                          </a:solidFill>
                          <a:latin typeface="Microsoft YaHei" panose="020B0503020204020204" pitchFamily="34" charset="-122"/>
                          <a:ea typeface="Microsoft YaHei" panose="020B0503020204020204" pitchFamily="34" charset="-122"/>
                          <a:cs typeface="+mn-cs"/>
                        </a:rPr>
                        <a:t>基于输入域的测试（</a:t>
                      </a:r>
                      <a:r>
                        <a:rPr lang="en-US" altLang="zh-CN" sz="1800" kern="1200" dirty="0">
                          <a:solidFill>
                            <a:schemeClr val="bg1">
                              <a:lumMod val="95000"/>
                            </a:schemeClr>
                          </a:solidFill>
                          <a:latin typeface="Microsoft YaHei" panose="020B0503020204020204" pitchFamily="34" charset="-122"/>
                          <a:ea typeface="Microsoft YaHei" panose="020B0503020204020204" pitchFamily="34" charset="-122"/>
                          <a:cs typeface="+mn-cs"/>
                        </a:rPr>
                        <a:t>IDBT</a:t>
                      </a:r>
                      <a:r>
                        <a:rPr lang="zh-CN" altLang="en-US" sz="1800" kern="1200" dirty="0">
                          <a:solidFill>
                            <a:schemeClr val="bg1">
                              <a:lumMod val="95000"/>
                            </a:schemeClr>
                          </a:solidFill>
                          <a:latin typeface="Microsoft YaHei" panose="020B0503020204020204" pitchFamily="34" charset="-122"/>
                          <a:ea typeface="Microsoft YaHei" panose="020B0503020204020204" pitchFamily="34" charset="-122"/>
                          <a:cs typeface="+mn-cs"/>
                        </a:rPr>
                        <a:t>）</a:t>
                      </a:r>
                    </a:p>
                  </a:txBody>
                  <a:tcPr marL="68580" marR="68580" marT="34290" marB="34290"/>
                </a:tc>
                <a:tc>
                  <a:txBody>
                    <a:bodyPr/>
                    <a:lstStyle/>
                    <a:p>
                      <a:r>
                        <a:rPr lang="zh-CN" altLang="en-US" sz="1800" dirty="0">
                          <a:solidFill>
                            <a:schemeClr val="bg1">
                              <a:lumMod val="95000"/>
                            </a:schemeClr>
                          </a:solidFill>
                          <a:latin typeface="Microsoft YaHei" panose="020B0503020204020204" pitchFamily="34" charset="-122"/>
                          <a:ea typeface="Microsoft YaHei" panose="020B0503020204020204" pitchFamily="34" charset="-122"/>
                          <a:cs typeface="宋体"/>
                        </a:rPr>
                        <a:t>等价类、边界值、两两组合（</a:t>
                      </a:r>
                      <a:r>
                        <a:rPr lang="en-US" altLang="zh-CN" sz="1800" dirty="0">
                          <a:solidFill>
                            <a:schemeClr val="bg1">
                              <a:lumMod val="95000"/>
                            </a:schemeClr>
                          </a:solidFill>
                          <a:latin typeface="Microsoft YaHei" panose="020B0503020204020204" pitchFamily="34" charset="-122"/>
                          <a:ea typeface="Microsoft YaHei" panose="020B0503020204020204" pitchFamily="34" charset="-122"/>
                          <a:cs typeface="宋体"/>
                        </a:rPr>
                        <a:t>pairwise</a:t>
                      </a:r>
                      <a:r>
                        <a:rPr lang="zh-CN" altLang="en-US" sz="1800" dirty="0">
                          <a:solidFill>
                            <a:schemeClr val="bg1">
                              <a:lumMod val="95000"/>
                            </a:schemeClr>
                          </a:solidFill>
                          <a:latin typeface="Microsoft YaHei" panose="020B0503020204020204" pitchFamily="34" charset="-122"/>
                          <a:ea typeface="Microsoft YaHei" panose="020B0503020204020204" pitchFamily="34" charset="-122"/>
                          <a:cs typeface="宋体"/>
                        </a:rPr>
                        <a:t>）、随机测试</a:t>
                      </a:r>
                    </a:p>
                  </a:txBody>
                  <a:tcPr marL="68580" marR="68580" marT="34290" marB="34290"/>
                </a:tc>
                <a:tc>
                  <a:txBody>
                    <a:bodyPr/>
                    <a:lstStyle/>
                    <a:p>
                      <a:r>
                        <a:rPr lang="zh-CN" altLang="en-US" sz="1800" dirty="0">
                          <a:solidFill>
                            <a:schemeClr val="bg1">
                              <a:lumMod val="95000"/>
                            </a:schemeClr>
                          </a:solidFill>
                          <a:latin typeface="Microsoft YaHei" panose="020B0503020204020204" pitchFamily="34" charset="-122"/>
                          <a:ea typeface="Microsoft YaHei" panose="020B0503020204020204" pitchFamily="34" charset="-122"/>
                          <a:cs typeface="宋体"/>
                        </a:rPr>
                        <a:t>黑盒测试</a:t>
                      </a:r>
                    </a:p>
                  </a:txBody>
                  <a:tcPr marL="68580" marR="68580" marT="34290" marB="34290"/>
                </a:tc>
                <a:extLst>
                  <a:ext uri="{0D108BD9-81ED-4DB2-BD59-A6C34878D82A}">
                    <a16:rowId xmlns:a16="http://schemas.microsoft.com/office/drawing/2014/main" val="10000"/>
                  </a:ext>
                </a:extLst>
              </a:tr>
              <a:tr h="617220">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zh-CN" altLang="en-US" sz="1800" i="0" dirty="0">
                          <a:solidFill>
                            <a:srgbClr val="800000"/>
                          </a:solidFill>
                          <a:effectLst>
                            <a:outerShdw blurRad="38100" dist="38100" dir="2700000" algn="tl">
                              <a:srgbClr val="FFFFFF"/>
                            </a:outerShdw>
                          </a:effectLst>
                          <a:latin typeface="Microsoft YaHei" panose="020B0503020204020204" pitchFamily="34" charset="-122"/>
                          <a:ea typeface="Microsoft YaHei" panose="020B0503020204020204" pitchFamily="34" charset="-122"/>
                        </a:rPr>
                        <a:t>基于代码的测试 （</a:t>
                      </a:r>
                      <a:r>
                        <a:rPr lang="en-US" altLang="zh-CN" sz="1800" i="0" dirty="0">
                          <a:solidFill>
                            <a:srgbClr val="800000"/>
                          </a:solidFill>
                          <a:effectLst>
                            <a:outerShdw blurRad="38100" dist="38100" dir="2700000" algn="tl">
                              <a:srgbClr val="FFFFFF"/>
                            </a:outerShdw>
                          </a:effectLst>
                          <a:latin typeface="Microsoft YaHei" panose="020B0503020204020204" pitchFamily="34" charset="-122"/>
                          <a:ea typeface="Microsoft YaHei" panose="020B0503020204020204" pitchFamily="34" charset="-122"/>
                        </a:rPr>
                        <a:t>CBT</a:t>
                      </a:r>
                      <a:r>
                        <a:rPr lang="zh-CN" altLang="en-US" sz="1800" i="0" dirty="0">
                          <a:solidFill>
                            <a:srgbClr val="800000"/>
                          </a:solidFill>
                          <a:effectLst>
                            <a:outerShdw blurRad="38100" dist="38100" dir="2700000" algn="tl">
                              <a:srgbClr val="FFFFFF"/>
                            </a:outerShdw>
                          </a:effectLst>
                          <a:latin typeface="Microsoft YaHei" panose="020B0503020204020204" pitchFamily="34" charset="-122"/>
                          <a:ea typeface="Microsoft YaHei" panose="020B0503020204020204" pitchFamily="34" charset="-122"/>
                        </a:rPr>
                        <a:t>）</a:t>
                      </a:r>
                    </a:p>
                  </a:txBody>
                  <a:tcPr marL="68580" marR="68580" marT="34290" marB="34290"/>
                </a:tc>
                <a:tc>
                  <a:txBody>
                    <a:bodyPr/>
                    <a:lstStyle/>
                    <a:p>
                      <a:r>
                        <a:rPr lang="zh-CN" altLang="en-US" sz="1800" dirty="0">
                          <a:solidFill>
                            <a:schemeClr val="accent5">
                              <a:lumMod val="25000"/>
                            </a:schemeClr>
                          </a:solidFill>
                          <a:latin typeface="Microsoft YaHei" panose="020B0503020204020204" pitchFamily="34" charset="-122"/>
                          <a:ea typeface="Microsoft YaHei" panose="020B0503020204020204" pitchFamily="34" charset="-122"/>
                          <a:cs typeface="宋体"/>
                        </a:rPr>
                        <a:t>基于控制流的标准、基于数据流的标准、</a:t>
                      </a:r>
                      <a:r>
                        <a:rPr lang="en-US" altLang="zh-CN" sz="1800" dirty="0">
                          <a:solidFill>
                            <a:schemeClr val="accent5">
                              <a:lumMod val="25000"/>
                            </a:schemeClr>
                          </a:solidFill>
                          <a:latin typeface="Microsoft YaHei" panose="020B0503020204020204" pitchFamily="34" charset="-122"/>
                          <a:ea typeface="Microsoft YaHei" panose="020B0503020204020204" pitchFamily="34" charset="-122"/>
                          <a:cs typeface="宋体"/>
                        </a:rPr>
                        <a:t>CBT</a:t>
                      </a:r>
                      <a:r>
                        <a:rPr lang="zh-CN" altLang="en-US" sz="1800" dirty="0">
                          <a:solidFill>
                            <a:schemeClr val="accent5">
                              <a:lumMod val="25000"/>
                            </a:schemeClr>
                          </a:solidFill>
                          <a:latin typeface="Microsoft YaHei" panose="020B0503020204020204" pitchFamily="34" charset="-122"/>
                          <a:ea typeface="Microsoft YaHei" panose="020B0503020204020204" pitchFamily="34" charset="-122"/>
                          <a:cs typeface="宋体"/>
                        </a:rPr>
                        <a:t>参考模型</a:t>
                      </a:r>
                    </a:p>
                  </a:txBody>
                  <a:tcPr marL="68580" marR="68580" marT="34290" marB="34290"/>
                </a:tc>
                <a:tc>
                  <a:txBody>
                    <a:bodyPr/>
                    <a:lstStyle/>
                    <a:p>
                      <a:r>
                        <a:rPr lang="zh-CN" altLang="en-US" sz="1800" dirty="0">
                          <a:solidFill>
                            <a:schemeClr val="accent5">
                              <a:lumMod val="25000"/>
                            </a:schemeClr>
                          </a:solidFill>
                          <a:latin typeface="Microsoft YaHei" panose="020B0503020204020204" pitchFamily="34" charset="-122"/>
                          <a:ea typeface="Microsoft YaHei" panose="020B0503020204020204" pitchFamily="34" charset="-122"/>
                          <a:cs typeface="宋体"/>
                        </a:rPr>
                        <a:t>白盒测试</a:t>
                      </a:r>
                    </a:p>
                  </a:txBody>
                  <a:tcPr marL="68580" marR="68580" marT="34290" marB="34290"/>
                </a:tc>
                <a:extLst>
                  <a:ext uri="{0D108BD9-81ED-4DB2-BD59-A6C34878D82A}">
                    <a16:rowId xmlns:a16="http://schemas.microsoft.com/office/drawing/2014/main" val="10001"/>
                  </a:ext>
                </a:extLst>
              </a:tr>
              <a:tr h="585065">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zh-CN" altLang="en-US" sz="1800" i="0" dirty="0">
                          <a:solidFill>
                            <a:srgbClr val="FF6600"/>
                          </a:solidFill>
                          <a:effectLst>
                            <a:outerShdw blurRad="38100" dist="38100" dir="2700000" algn="tl">
                              <a:srgbClr val="FFFFFF"/>
                            </a:outerShdw>
                          </a:effectLst>
                          <a:latin typeface="Microsoft YaHei" panose="020B0503020204020204" pitchFamily="34" charset="-122"/>
                          <a:ea typeface="Microsoft YaHei" panose="020B0503020204020204" pitchFamily="34" charset="-122"/>
                        </a:rPr>
                        <a:t>基于故障模式的测试（</a:t>
                      </a:r>
                      <a:r>
                        <a:rPr lang="en-US" altLang="zh-CN" sz="1800" i="0" dirty="0">
                          <a:solidFill>
                            <a:srgbClr val="FF6600"/>
                          </a:solidFill>
                          <a:effectLst>
                            <a:outerShdw blurRad="38100" dist="38100" dir="2700000" algn="tl">
                              <a:srgbClr val="FFFFFF"/>
                            </a:outerShdw>
                          </a:effectLst>
                          <a:latin typeface="Microsoft YaHei" panose="020B0503020204020204" pitchFamily="34" charset="-122"/>
                          <a:ea typeface="Microsoft YaHei" panose="020B0503020204020204" pitchFamily="34" charset="-122"/>
                        </a:rPr>
                        <a:t>FBT</a:t>
                      </a:r>
                      <a:r>
                        <a:rPr lang="zh-CN" altLang="en-US" sz="1800" i="0" dirty="0">
                          <a:solidFill>
                            <a:srgbClr val="FF6600"/>
                          </a:solidFill>
                          <a:effectLst>
                            <a:outerShdw blurRad="38100" dist="38100" dir="2700000" algn="tl">
                              <a:srgbClr val="FFFFFF"/>
                            </a:outerShdw>
                          </a:effectLst>
                          <a:latin typeface="Microsoft YaHei" panose="020B0503020204020204" pitchFamily="34" charset="-122"/>
                          <a:ea typeface="Microsoft YaHei" panose="020B0503020204020204" pitchFamily="34" charset="-122"/>
                        </a:rPr>
                        <a:t>）</a:t>
                      </a:r>
                    </a:p>
                  </a:txBody>
                  <a:tcPr marL="68580" marR="68580" marT="34290" marB="34290"/>
                </a:tc>
                <a:tc>
                  <a:txBody>
                    <a:bodyPr/>
                    <a:lstStyle/>
                    <a:p>
                      <a:r>
                        <a:rPr lang="zh-CN" altLang="en-US" sz="1800" dirty="0">
                          <a:solidFill>
                            <a:schemeClr val="accent5">
                              <a:lumMod val="25000"/>
                            </a:schemeClr>
                          </a:solidFill>
                          <a:latin typeface="Microsoft YaHei" panose="020B0503020204020204" pitchFamily="34" charset="-122"/>
                          <a:ea typeface="Microsoft YaHei" panose="020B0503020204020204" pitchFamily="34" charset="-122"/>
                          <a:cs typeface="宋体"/>
                        </a:rPr>
                        <a:t>故障模型、错误猜测法、变异测试</a:t>
                      </a:r>
                    </a:p>
                  </a:txBody>
                  <a:tcPr marL="68580" marR="68580" marT="34290" marB="34290"/>
                </a:tc>
                <a:tc>
                  <a:txBody>
                    <a:bodyPr/>
                    <a:lstStyle/>
                    <a:p>
                      <a:endParaRPr lang="zh-CN" altLang="en-US" sz="1800" dirty="0">
                        <a:solidFill>
                          <a:schemeClr val="accent5">
                            <a:lumMod val="25000"/>
                          </a:schemeClr>
                        </a:solidFill>
                        <a:latin typeface="Microsoft YaHei" panose="020B0503020204020204" pitchFamily="34" charset="-122"/>
                        <a:ea typeface="Microsoft YaHei" panose="020B0503020204020204" pitchFamily="34" charset="-122"/>
                        <a:cs typeface="宋体"/>
                      </a:endParaRPr>
                    </a:p>
                  </a:txBody>
                  <a:tcPr marL="68580" marR="68580" marT="34290" marB="34290"/>
                </a:tc>
                <a:extLst>
                  <a:ext uri="{0D108BD9-81ED-4DB2-BD59-A6C34878D82A}">
                    <a16:rowId xmlns:a16="http://schemas.microsoft.com/office/drawing/2014/main" val="10002"/>
                  </a:ext>
                </a:extLst>
              </a:tr>
              <a:tr h="585065">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zh-CN" altLang="en-US" sz="1800" i="0" dirty="0">
                          <a:solidFill>
                            <a:srgbClr val="008000"/>
                          </a:solidFill>
                          <a:effectLst>
                            <a:outerShdw blurRad="38100" dist="38100" dir="2700000" algn="tl">
                              <a:srgbClr val="FFFFFF"/>
                            </a:outerShdw>
                          </a:effectLst>
                          <a:latin typeface="Microsoft YaHei" panose="020B0503020204020204" pitchFamily="34" charset="-122"/>
                          <a:ea typeface="Microsoft YaHei" panose="020B0503020204020204" pitchFamily="34" charset="-122"/>
                        </a:rPr>
                        <a:t>基于使用的测试（</a:t>
                      </a:r>
                      <a:r>
                        <a:rPr lang="en-US" altLang="zh-CN" sz="1800" i="0" dirty="0">
                          <a:solidFill>
                            <a:srgbClr val="008000"/>
                          </a:solidFill>
                          <a:effectLst>
                            <a:outerShdw blurRad="38100" dist="38100" dir="2700000" algn="tl">
                              <a:srgbClr val="FFFFFF"/>
                            </a:outerShdw>
                          </a:effectLst>
                          <a:latin typeface="Microsoft YaHei" panose="020B0503020204020204" pitchFamily="34" charset="-122"/>
                          <a:ea typeface="Microsoft YaHei" panose="020B0503020204020204" pitchFamily="34" charset="-122"/>
                        </a:rPr>
                        <a:t>UBT</a:t>
                      </a:r>
                      <a:r>
                        <a:rPr lang="zh-CN" altLang="en-US" sz="1800" i="0" dirty="0">
                          <a:solidFill>
                            <a:srgbClr val="008000"/>
                          </a:solidFill>
                          <a:effectLst>
                            <a:outerShdw blurRad="38100" dist="38100" dir="2700000" algn="tl">
                              <a:srgbClr val="FFFFFF"/>
                            </a:outerShdw>
                          </a:effectLst>
                          <a:latin typeface="Microsoft YaHei" panose="020B0503020204020204" pitchFamily="34" charset="-122"/>
                          <a:ea typeface="Microsoft YaHei" panose="020B0503020204020204" pitchFamily="34" charset="-122"/>
                        </a:rPr>
                        <a:t>）</a:t>
                      </a:r>
                    </a:p>
                  </a:txBody>
                  <a:tcPr marL="68580" marR="68580" marT="34290" marB="34290"/>
                </a:tc>
                <a:tc>
                  <a:txBody>
                    <a:bodyPr/>
                    <a:lstStyle/>
                    <a:p>
                      <a:r>
                        <a:rPr lang="zh-CN" altLang="en-US" sz="1800" dirty="0">
                          <a:solidFill>
                            <a:schemeClr val="accent5">
                              <a:lumMod val="25000"/>
                            </a:schemeClr>
                          </a:solidFill>
                          <a:latin typeface="Microsoft YaHei" panose="020B0503020204020204" pitchFamily="34" charset="-122"/>
                          <a:ea typeface="Microsoft YaHei" panose="020B0503020204020204" pitchFamily="34" charset="-122"/>
                          <a:cs typeface="宋体"/>
                        </a:rPr>
                        <a:t>操作配置</a:t>
                      </a:r>
                      <a:r>
                        <a:rPr lang="zh-CN" altLang="en-US" sz="1400" dirty="0">
                          <a:solidFill>
                            <a:schemeClr val="accent5">
                              <a:lumMod val="25000"/>
                            </a:schemeClr>
                          </a:solidFill>
                          <a:latin typeface="Microsoft YaHei" panose="020B0503020204020204" pitchFamily="34" charset="-122"/>
                          <a:ea typeface="Microsoft YaHei" panose="020B0503020204020204" pitchFamily="34" charset="-122"/>
                          <a:cs typeface="宋体"/>
                        </a:rPr>
                        <a:t>（</a:t>
                      </a:r>
                      <a:r>
                        <a:rPr lang="en-US" altLang="zh-CN" sz="1400" dirty="0">
                          <a:solidFill>
                            <a:schemeClr val="accent5">
                              <a:lumMod val="25000"/>
                            </a:schemeClr>
                          </a:solidFill>
                          <a:latin typeface="Microsoft YaHei" panose="020B0503020204020204" pitchFamily="34" charset="-122"/>
                          <a:ea typeface="Microsoft YaHei" panose="020B0503020204020204" pitchFamily="34" charset="-122"/>
                          <a:cs typeface="宋体"/>
                        </a:rPr>
                        <a:t>operational</a:t>
                      </a:r>
                      <a:r>
                        <a:rPr lang="zh-CN" altLang="en-US" sz="1400" dirty="0">
                          <a:solidFill>
                            <a:schemeClr val="accent5">
                              <a:lumMod val="25000"/>
                            </a:schemeClr>
                          </a:solidFill>
                          <a:latin typeface="Microsoft YaHei" panose="020B0503020204020204" pitchFamily="34" charset="-122"/>
                          <a:ea typeface="Microsoft YaHei" panose="020B0503020204020204" pitchFamily="34" charset="-122"/>
                          <a:cs typeface="宋体"/>
                        </a:rPr>
                        <a:t> </a:t>
                      </a:r>
                      <a:r>
                        <a:rPr lang="en-US" altLang="zh-CN" sz="1400" dirty="0">
                          <a:solidFill>
                            <a:schemeClr val="accent5">
                              <a:lumMod val="25000"/>
                            </a:schemeClr>
                          </a:solidFill>
                          <a:latin typeface="Microsoft YaHei" panose="020B0503020204020204" pitchFamily="34" charset="-122"/>
                          <a:ea typeface="Microsoft YaHei" panose="020B0503020204020204" pitchFamily="34" charset="-122"/>
                          <a:cs typeface="宋体"/>
                        </a:rPr>
                        <a:t>profile</a:t>
                      </a:r>
                      <a:r>
                        <a:rPr lang="zh-CN" altLang="en-US" sz="1400" dirty="0">
                          <a:solidFill>
                            <a:schemeClr val="accent5">
                              <a:lumMod val="25000"/>
                            </a:schemeClr>
                          </a:solidFill>
                          <a:latin typeface="Microsoft YaHei" panose="020B0503020204020204" pitchFamily="34" charset="-122"/>
                          <a:ea typeface="Microsoft YaHei" panose="020B0503020204020204" pitchFamily="34" charset="-122"/>
                          <a:cs typeface="宋体"/>
                        </a:rPr>
                        <a:t>）、</a:t>
                      </a:r>
                      <a:r>
                        <a:rPr lang="zh-CN" altLang="en-US" sz="1800" dirty="0">
                          <a:solidFill>
                            <a:schemeClr val="accent5">
                              <a:lumMod val="25000"/>
                            </a:schemeClr>
                          </a:solidFill>
                          <a:latin typeface="Microsoft YaHei" panose="020B0503020204020204" pitchFamily="34" charset="-122"/>
                          <a:ea typeface="Microsoft YaHei" panose="020B0503020204020204" pitchFamily="34" charset="-122"/>
                          <a:cs typeface="宋体"/>
                        </a:rPr>
                        <a:t>用户观察启发</a:t>
                      </a:r>
                      <a:endParaRPr lang="zh-CN" altLang="en-US" sz="1400" dirty="0">
                        <a:solidFill>
                          <a:schemeClr val="accent5">
                            <a:lumMod val="25000"/>
                          </a:schemeClr>
                        </a:solidFill>
                        <a:latin typeface="Microsoft YaHei" panose="020B0503020204020204" pitchFamily="34" charset="-122"/>
                        <a:ea typeface="Microsoft YaHei" panose="020B0503020204020204" pitchFamily="34" charset="-122"/>
                        <a:cs typeface="宋体"/>
                      </a:endParaRPr>
                    </a:p>
                  </a:txBody>
                  <a:tcPr marL="68580" marR="68580" marT="34290" marB="3429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800" dirty="0">
                          <a:solidFill>
                            <a:schemeClr val="accent5">
                              <a:lumMod val="25000"/>
                            </a:schemeClr>
                          </a:solidFill>
                          <a:latin typeface="Microsoft YaHei" panose="020B0503020204020204" pitchFamily="34" charset="-122"/>
                          <a:ea typeface="Microsoft YaHei" panose="020B0503020204020204" pitchFamily="34" charset="-122"/>
                          <a:cs typeface="宋体"/>
                        </a:rPr>
                        <a:t>黑盒测试</a:t>
                      </a:r>
                    </a:p>
                  </a:txBody>
                  <a:tcPr marL="68580" marR="68580" marT="34290" marB="34290"/>
                </a:tc>
                <a:extLst>
                  <a:ext uri="{0D108BD9-81ED-4DB2-BD59-A6C34878D82A}">
                    <a16:rowId xmlns:a16="http://schemas.microsoft.com/office/drawing/2014/main" val="10003"/>
                  </a:ext>
                </a:extLst>
              </a:tr>
              <a:tr h="617220">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zh-CN" altLang="en-US" sz="1800" i="0" dirty="0">
                          <a:solidFill>
                            <a:srgbClr val="3366FF"/>
                          </a:solidFill>
                          <a:effectLst>
                            <a:outerShdw blurRad="38100" dist="38100" dir="2700000" algn="tl">
                              <a:srgbClr val="FFFFFF"/>
                            </a:outerShdw>
                          </a:effectLst>
                          <a:latin typeface="Microsoft YaHei" panose="020B0503020204020204" pitchFamily="34" charset="-122"/>
                          <a:ea typeface="Microsoft YaHei" panose="020B0503020204020204" pitchFamily="34" charset="-122"/>
                        </a:rPr>
                        <a:t>基于模型的测试（</a:t>
                      </a:r>
                      <a:r>
                        <a:rPr lang="en-US" altLang="zh-CN" sz="1800" i="0" dirty="0">
                          <a:solidFill>
                            <a:srgbClr val="3366FF"/>
                          </a:solidFill>
                          <a:effectLst>
                            <a:outerShdw blurRad="38100" dist="38100" dir="2700000" algn="tl">
                              <a:srgbClr val="FFFFFF"/>
                            </a:outerShdw>
                          </a:effectLst>
                          <a:latin typeface="Microsoft YaHei" panose="020B0503020204020204" pitchFamily="34" charset="-122"/>
                          <a:ea typeface="Microsoft YaHei" panose="020B0503020204020204" pitchFamily="34" charset="-122"/>
                        </a:rPr>
                        <a:t>MBT</a:t>
                      </a:r>
                      <a:r>
                        <a:rPr lang="zh-CN" altLang="en-US" sz="1800" i="0" dirty="0">
                          <a:solidFill>
                            <a:srgbClr val="3366FF"/>
                          </a:solidFill>
                          <a:effectLst>
                            <a:outerShdw blurRad="38100" dist="38100" dir="2700000" algn="tl">
                              <a:srgbClr val="FFFFFF"/>
                            </a:outerShdw>
                          </a:effectLst>
                          <a:latin typeface="Microsoft YaHei" panose="020B0503020204020204" pitchFamily="34" charset="-122"/>
                          <a:ea typeface="Microsoft YaHei" panose="020B0503020204020204" pitchFamily="34" charset="-122"/>
                        </a:rPr>
                        <a:t>）</a:t>
                      </a:r>
                    </a:p>
                  </a:txBody>
                  <a:tcPr marL="68580" marR="68580" marT="34290" marB="34290"/>
                </a:tc>
                <a:tc>
                  <a:txBody>
                    <a:bodyPr/>
                    <a:lstStyle/>
                    <a:p>
                      <a:r>
                        <a:rPr lang="zh-CN" altLang="en-US" sz="1800" dirty="0">
                          <a:solidFill>
                            <a:schemeClr val="accent5">
                              <a:lumMod val="25000"/>
                            </a:schemeClr>
                          </a:solidFill>
                          <a:latin typeface="Microsoft YaHei" panose="020B0503020204020204" pitchFamily="34" charset="-122"/>
                          <a:ea typeface="Microsoft YaHei" panose="020B0503020204020204" pitchFamily="34" charset="-122"/>
                          <a:cs typeface="宋体"/>
                        </a:rPr>
                        <a:t>决策表、有限状态机、形式化验证、</a:t>
                      </a:r>
                      <a:r>
                        <a:rPr lang="en-US" altLang="zh-CN" sz="1800" dirty="0">
                          <a:solidFill>
                            <a:schemeClr val="accent5">
                              <a:lumMod val="25000"/>
                            </a:schemeClr>
                          </a:solidFill>
                          <a:latin typeface="Microsoft YaHei" panose="020B0503020204020204" pitchFamily="34" charset="-122"/>
                          <a:ea typeface="Microsoft YaHei" panose="020B0503020204020204" pitchFamily="34" charset="-122"/>
                          <a:cs typeface="宋体"/>
                        </a:rPr>
                        <a:t>TTCN3</a:t>
                      </a:r>
                      <a:r>
                        <a:rPr lang="zh-CN" altLang="en-US" sz="1800" dirty="0">
                          <a:solidFill>
                            <a:schemeClr val="accent5">
                              <a:lumMod val="25000"/>
                            </a:schemeClr>
                          </a:solidFill>
                          <a:latin typeface="Microsoft YaHei" panose="020B0503020204020204" pitchFamily="34" charset="-122"/>
                          <a:ea typeface="Microsoft YaHei" panose="020B0503020204020204" pitchFamily="34" charset="-122"/>
                          <a:cs typeface="宋体"/>
                        </a:rPr>
                        <a:t>、工作流模型</a:t>
                      </a:r>
                    </a:p>
                  </a:txBody>
                  <a:tcPr marL="68580" marR="68580" marT="34290" marB="34290"/>
                </a:tc>
                <a:tc>
                  <a:txBody>
                    <a:bodyPr/>
                    <a:lstStyle/>
                    <a:p>
                      <a:endParaRPr lang="zh-CN" altLang="en-US" sz="1800" dirty="0">
                        <a:solidFill>
                          <a:schemeClr val="accent5">
                            <a:lumMod val="25000"/>
                          </a:schemeClr>
                        </a:solidFill>
                        <a:latin typeface="Microsoft YaHei" panose="020B0503020204020204" pitchFamily="34" charset="-122"/>
                        <a:ea typeface="Microsoft YaHei" panose="020B0503020204020204" pitchFamily="34" charset="-122"/>
                        <a:cs typeface="宋体"/>
                      </a:endParaRPr>
                    </a:p>
                  </a:txBody>
                  <a:tcPr marL="68580" marR="68580" marT="34290" marB="34290"/>
                </a:tc>
                <a:extLst>
                  <a:ext uri="{0D108BD9-81ED-4DB2-BD59-A6C34878D82A}">
                    <a16:rowId xmlns:a16="http://schemas.microsoft.com/office/drawing/2014/main" val="10004"/>
                  </a:ext>
                </a:extLst>
              </a:tr>
              <a:tr h="617220">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zh-CN" altLang="en-US" sz="1800" i="0" dirty="0">
                          <a:solidFill>
                            <a:srgbClr val="000090"/>
                          </a:solidFill>
                          <a:effectLst>
                            <a:outerShdw blurRad="38100" dist="38100" dir="2700000" algn="tl">
                              <a:srgbClr val="FFFFFF"/>
                            </a:outerShdw>
                          </a:effectLst>
                          <a:latin typeface="Microsoft YaHei" panose="020B0503020204020204" pitchFamily="34" charset="-122"/>
                          <a:ea typeface="Microsoft YaHei" panose="020B0503020204020204" pitchFamily="34" charset="-122"/>
                        </a:rPr>
                        <a:t>基于应用特性的测试（</a:t>
                      </a:r>
                      <a:r>
                        <a:rPr lang="en-US" altLang="zh-CN" sz="1800" i="0" dirty="0">
                          <a:solidFill>
                            <a:srgbClr val="000090"/>
                          </a:solidFill>
                          <a:effectLst>
                            <a:outerShdw blurRad="38100" dist="38100" dir="2700000" algn="tl">
                              <a:srgbClr val="FFFFFF"/>
                            </a:outerShdw>
                          </a:effectLst>
                          <a:latin typeface="Microsoft YaHei" panose="020B0503020204020204" pitchFamily="34" charset="-122"/>
                          <a:ea typeface="Microsoft YaHei" panose="020B0503020204020204" pitchFamily="34" charset="-122"/>
                        </a:rPr>
                        <a:t>TBNA</a:t>
                      </a:r>
                      <a:r>
                        <a:rPr lang="zh-CN" altLang="en-US" sz="1800" i="0" dirty="0">
                          <a:solidFill>
                            <a:srgbClr val="000090"/>
                          </a:solidFill>
                          <a:effectLst>
                            <a:outerShdw blurRad="38100" dist="38100" dir="2700000" algn="tl">
                              <a:srgbClr val="FFFFFF"/>
                            </a:outerShdw>
                          </a:effectLst>
                          <a:latin typeface="Microsoft YaHei" panose="020B0503020204020204" pitchFamily="34" charset="-122"/>
                          <a:ea typeface="Microsoft YaHei" panose="020B0503020204020204" pitchFamily="34" charset="-122"/>
                        </a:rPr>
                        <a:t>）</a:t>
                      </a:r>
                    </a:p>
                  </a:txBody>
                  <a:tcPr marL="68580" marR="68580" marT="34290" marB="34290"/>
                </a:tc>
                <a:tc>
                  <a:txBody>
                    <a:bodyPr/>
                    <a:lstStyle/>
                    <a:p>
                      <a:r>
                        <a:rPr lang="en-US" altLang="zh-CN" sz="1800" dirty="0">
                          <a:solidFill>
                            <a:schemeClr val="accent5">
                              <a:lumMod val="25000"/>
                            </a:schemeClr>
                          </a:solidFill>
                          <a:latin typeface="Microsoft YaHei" panose="020B0503020204020204" pitchFamily="34" charset="-122"/>
                          <a:ea typeface="Microsoft YaHei" panose="020B0503020204020204" pitchFamily="34" charset="-122"/>
                          <a:cs typeface="宋体"/>
                        </a:rPr>
                        <a:t>OOS</a:t>
                      </a:r>
                      <a:r>
                        <a:rPr lang="zh-CN" altLang="en-US" sz="1800" dirty="0">
                          <a:solidFill>
                            <a:schemeClr val="accent5">
                              <a:lumMod val="25000"/>
                            </a:schemeClr>
                          </a:solidFill>
                          <a:latin typeface="Microsoft YaHei" panose="020B0503020204020204" pitchFamily="34" charset="-122"/>
                          <a:ea typeface="Microsoft YaHei" panose="020B0503020204020204" pitchFamily="34" charset="-122"/>
                          <a:cs typeface="宋体"/>
                        </a:rPr>
                        <a:t>、</a:t>
                      </a:r>
                      <a:r>
                        <a:rPr lang="en-US" altLang="zh-CN" sz="1800" dirty="0">
                          <a:solidFill>
                            <a:schemeClr val="accent5">
                              <a:lumMod val="25000"/>
                            </a:schemeClr>
                          </a:solidFill>
                          <a:latin typeface="Microsoft YaHei" panose="020B0503020204020204" pitchFamily="34" charset="-122"/>
                          <a:ea typeface="Microsoft YaHei" panose="020B0503020204020204" pitchFamily="34" charset="-122"/>
                          <a:cs typeface="宋体"/>
                        </a:rPr>
                        <a:t>web</a:t>
                      </a:r>
                      <a:r>
                        <a:rPr lang="zh-CN" altLang="en-US" sz="1800" dirty="0">
                          <a:solidFill>
                            <a:schemeClr val="accent5">
                              <a:lumMod val="25000"/>
                            </a:schemeClr>
                          </a:solidFill>
                          <a:latin typeface="Microsoft YaHei" panose="020B0503020204020204" pitchFamily="34" charset="-122"/>
                          <a:ea typeface="Microsoft YaHei" panose="020B0503020204020204" pitchFamily="34" charset="-122"/>
                          <a:cs typeface="宋体"/>
                        </a:rPr>
                        <a:t>、</a:t>
                      </a:r>
                      <a:r>
                        <a:rPr lang="en-US" altLang="zh-CN" sz="1800" dirty="0">
                          <a:solidFill>
                            <a:schemeClr val="accent5">
                              <a:lumMod val="25000"/>
                            </a:schemeClr>
                          </a:solidFill>
                          <a:latin typeface="Microsoft YaHei" panose="020B0503020204020204" pitchFamily="34" charset="-122"/>
                          <a:ea typeface="Microsoft YaHei" panose="020B0503020204020204" pitchFamily="34" charset="-122"/>
                          <a:cs typeface="宋体"/>
                        </a:rPr>
                        <a:t>real-time</a:t>
                      </a:r>
                      <a:r>
                        <a:rPr lang="zh-CN" altLang="en-US" sz="1800" dirty="0">
                          <a:solidFill>
                            <a:schemeClr val="accent5">
                              <a:lumMod val="25000"/>
                            </a:schemeClr>
                          </a:solidFill>
                          <a:latin typeface="Microsoft YaHei" panose="020B0503020204020204" pitchFamily="34" charset="-122"/>
                          <a:ea typeface="Microsoft YaHei" panose="020B0503020204020204" pitchFamily="34" charset="-122"/>
                          <a:cs typeface="宋体"/>
                        </a:rPr>
                        <a:t>、</a:t>
                      </a:r>
                      <a:r>
                        <a:rPr lang="en-US" altLang="zh-CN" sz="1800" dirty="0">
                          <a:solidFill>
                            <a:schemeClr val="accent5">
                              <a:lumMod val="25000"/>
                            </a:schemeClr>
                          </a:solidFill>
                          <a:latin typeface="Microsoft YaHei" panose="020B0503020204020204" pitchFamily="34" charset="-122"/>
                          <a:ea typeface="Microsoft YaHei" panose="020B0503020204020204" pitchFamily="34" charset="-122"/>
                          <a:cs typeface="宋体"/>
                        </a:rPr>
                        <a:t>SOA</a:t>
                      </a:r>
                      <a:r>
                        <a:rPr lang="zh-CN" altLang="en-US" sz="1800" dirty="0">
                          <a:solidFill>
                            <a:schemeClr val="accent5">
                              <a:lumMod val="25000"/>
                            </a:schemeClr>
                          </a:solidFill>
                          <a:latin typeface="Microsoft YaHei" panose="020B0503020204020204" pitchFamily="34" charset="-122"/>
                          <a:ea typeface="Microsoft YaHei" panose="020B0503020204020204" pitchFamily="34" charset="-122"/>
                          <a:cs typeface="宋体"/>
                        </a:rPr>
                        <a:t>、</a:t>
                      </a:r>
                      <a:r>
                        <a:rPr lang="en-US" altLang="zh-CN" sz="1800" dirty="0">
                          <a:solidFill>
                            <a:schemeClr val="accent5">
                              <a:lumMod val="25000"/>
                            </a:schemeClr>
                          </a:solidFill>
                          <a:latin typeface="Microsoft YaHei" panose="020B0503020204020204" pitchFamily="34" charset="-122"/>
                          <a:ea typeface="Microsoft YaHei" panose="020B0503020204020204" pitchFamily="34" charset="-122"/>
                          <a:cs typeface="宋体"/>
                        </a:rPr>
                        <a:t>embedded</a:t>
                      </a:r>
                      <a:r>
                        <a:rPr lang="zh-CN" altLang="en-US" sz="1800" dirty="0">
                          <a:solidFill>
                            <a:schemeClr val="accent5">
                              <a:lumMod val="25000"/>
                            </a:schemeClr>
                          </a:solidFill>
                          <a:latin typeface="Microsoft YaHei" panose="020B0503020204020204" pitchFamily="34" charset="-122"/>
                          <a:ea typeface="Microsoft YaHei" panose="020B0503020204020204" pitchFamily="34" charset="-122"/>
                          <a:cs typeface="宋体"/>
                        </a:rPr>
                        <a:t>、</a:t>
                      </a:r>
                      <a:r>
                        <a:rPr lang="en-US" altLang="zh-CN" sz="1800" dirty="0">
                          <a:solidFill>
                            <a:schemeClr val="accent5">
                              <a:lumMod val="25000"/>
                            </a:schemeClr>
                          </a:solidFill>
                          <a:latin typeface="Microsoft YaHei" panose="020B0503020204020204" pitchFamily="34" charset="-122"/>
                          <a:ea typeface="Microsoft YaHei" panose="020B0503020204020204" pitchFamily="34" charset="-122"/>
                          <a:cs typeface="宋体"/>
                        </a:rPr>
                        <a:t>safe-critical</a:t>
                      </a:r>
                      <a:endParaRPr lang="zh-CN" altLang="en-US" sz="1800" dirty="0">
                        <a:solidFill>
                          <a:schemeClr val="accent5">
                            <a:lumMod val="25000"/>
                          </a:schemeClr>
                        </a:solidFill>
                        <a:latin typeface="Microsoft YaHei" panose="020B0503020204020204" pitchFamily="34" charset="-122"/>
                        <a:ea typeface="Microsoft YaHei" panose="020B0503020204020204" pitchFamily="34" charset="-122"/>
                        <a:cs typeface="宋体"/>
                      </a:endParaRPr>
                    </a:p>
                  </a:txBody>
                  <a:tcPr marL="68580" marR="68580" marT="34290" marB="34290"/>
                </a:tc>
                <a:tc>
                  <a:txBody>
                    <a:bodyPr/>
                    <a:lstStyle/>
                    <a:p>
                      <a:r>
                        <a:rPr lang="zh-CN" altLang="en-US" sz="1800" dirty="0">
                          <a:solidFill>
                            <a:schemeClr val="accent5">
                              <a:lumMod val="25000"/>
                            </a:schemeClr>
                          </a:solidFill>
                          <a:latin typeface="Microsoft YaHei" panose="020B0503020204020204" pitchFamily="34" charset="-122"/>
                          <a:ea typeface="Microsoft YaHei" panose="020B0503020204020204" pitchFamily="34" charset="-122"/>
                          <a:cs typeface="宋体"/>
                        </a:rPr>
                        <a:t>应用领域</a:t>
                      </a:r>
                    </a:p>
                  </a:txBody>
                  <a:tcPr marL="68580" marR="68580" marT="34290" marB="3429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68482722"/>
      </p:ext>
    </p:extLst>
  </p:cSld>
  <p:clrMapOvr>
    <a:masterClrMapping/>
  </p:clrMapOvr>
  <p:transition spd="slow">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userDrawn="1"/>
        </p:nvSpPr>
        <p:spPr>
          <a:xfrm>
            <a:off x="695739" y="2005267"/>
            <a:ext cx="7583557" cy="784830"/>
          </a:xfrm>
          <a:prstGeom prst="rect">
            <a:avLst/>
          </a:prstGeom>
        </p:spPr>
        <p:txBody>
          <a:bodyPr wrap="square">
            <a:spAutoFit/>
          </a:bodyPr>
          <a:lstStyle/>
          <a:p>
            <a:pPr algn="ctr"/>
            <a:r>
              <a:rPr lang="en-US" altLang="zh-CN" sz="4500" b="1" dirty="0">
                <a:ln w="19050">
                  <a:noFill/>
                </a:ln>
                <a:solidFill>
                  <a:srgbClr val="FFFFFF"/>
                </a:solidFill>
                <a:latin typeface="微软雅黑" panose="020B0503020204020204" charset="-122"/>
                <a:ea typeface="微软雅黑" panose="020B0503020204020204" charset="-122"/>
              </a:rPr>
              <a:t>3.1 </a:t>
            </a:r>
            <a:r>
              <a:rPr lang="zh-CN" altLang="en-US" sz="4500" b="1" dirty="0">
                <a:ln w="19050">
                  <a:noFill/>
                </a:ln>
                <a:solidFill>
                  <a:srgbClr val="FFFFFF"/>
                </a:solidFill>
                <a:latin typeface="微软雅黑" panose="020B0503020204020204" charset="-122"/>
                <a:ea typeface="微软雅黑" panose="020B0503020204020204" charset="-122"/>
              </a:rPr>
              <a:t>基于直觉和经验的方法</a:t>
            </a:r>
          </a:p>
        </p:txBody>
      </p:sp>
      <p:sp>
        <p:nvSpPr>
          <p:cNvPr id="3" name="文本框 2">
            <a:extLst>
              <a:ext uri="{FF2B5EF4-FFF2-40B4-BE49-F238E27FC236}">
                <a16:creationId xmlns:a16="http://schemas.microsoft.com/office/drawing/2014/main" id="{1618AB6A-BA5D-B88A-BB3C-A61007EEDC84}"/>
              </a:ext>
            </a:extLst>
          </p:cNvPr>
          <p:cNvSpPr txBox="1"/>
          <p:nvPr/>
        </p:nvSpPr>
        <p:spPr>
          <a:xfrm>
            <a:off x="2283516" y="3357205"/>
            <a:ext cx="4576968" cy="879087"/>
          </a:xfrm>
          <a:prstGeom prst="rect">
            <a:avLst/>
          </a:prstGeom>
          <a:noFill/>
        </p:spPr>
        <p:txBody>
          <a:bodyPr wrap="square">
            <a:spAutoFit/>
          </a:bodyPr>
          <a:lstStyle/>
          <a:p>
            <a:pPr marL="85725" indent="-85725">
              <a:lnSpc>
                <a:spcPct val="150000"/>
              </a:lnSpc>
              <a:buClr>
                <a:schemeClr val="accent1"/>
              </a:buClr>
              <a:buSzPct val="75000"/>
              <a:defRPr/>
            </a:pPr>
            <a:r>
              <a:rPr lang="en-US" altLang="zh-CN" sz="1800" dirty="0">
                <a:solidFill>
                  <a:schemeClr val="accent5">
                    <a:lumMod val="75000"/>
                  </a:schemeClr>
                </a:solidFill>
                <a:effectLst>
                  <a:outerShdw blurRad="38100" dist="38100" dir="2700000" algn="tl">
                    <a:srgbClr val="FFFFFF"/>
                  </a:outerShdw>
                </a:effectLst>
                <a:latin typeface="Microsoft YaHei" panose="020B0503020204020204" pitchFamily="34" charset="-122"/>
                <a:ea typeface="Microsoft YaHei" panose="020B0503020204020204" pitchFamily="34" charset="-122"/>
              </a:rPr>
              <a:t>3.1.1 </a:t>
            </a:r>
            <a:r>
              <a:rPr lang="en-US" altLang="zh-CN" sz="1800" dirty="0">
                <a:solidFill>
                  <a:schemeClr val="accent5">
                    <a:lumMod val="75000"/>
                  </a:schemeClr>
                </a:solidFill>
                <a:latin typeface="Microsoft YaHei" panose="020B0503020204020204" pitchFamily="34" charset="-122"/>
                <a:ea typeface="Microsoft YaHei" panose="020B0503020204020204" pitchFamily="34" charset="-122"/>
              </a:rPr>
              <a:t>Ad-hoc</a:t>
            </a:r>
            <a:r>
              <a:rPr lang="zh-CN" altLang="zh-CN" sz="1800" dirty="0">
                <a:solidFill>
                  <a:schemeClr val="accent5">
                    <a:lumMod val="75000"/>
                  </a:schemeClr>
                </a:solidFill>
                <a:latin typeface="Microsoft YaHei" panose="020B0503020204020204" pitchFamily="34" charset="-122"/>
                <a:ea typeface="Microsoft YaHei" panose="020B0503020204020204" pitchFamily="34" charset="-122"/>
              </a:rPr>
              <a:t>测试方法和</a:t>
            </a:r>
            <a:r>
              <a:rPr lang="en-US" altLang="zh-CN" sz="1800" dirty="0">
                <a:solidFill>
                  <a:schemeClr val="accent5">
                    <a:lumMod val="75000"/>
                  </a:schemeClr>
                </a:solidFill>
                <a:latin typeface="Microsoft YaHei" panose="020B0503020204020204" pitchFamily="34" charset="-122"/>
                <a:ea typeface="Microsoft YaHei" panose="020B0503020204020204" pitchFamily="34" charset="-122"/>
              </a:rPr>
              <a:t>ALAC</a:t>
            </a:r>
            <a:r>
              <a:rPr lang="zh-CN" altLang="zh-CN" sz="1800" dirty="0">
                <a:solidFill>
                  <a:schemeClr val="accent5">
                    <a:lumMod val="75000"/>
                  </a:schemeClr>
                </a:solidFill>
                <a:latin typeface="Microsoft YaHei" panose="020B0503020204020204" pitchFamily="34" charset="-122"/>
                <a:ea typeface="Microsoft YaHei" panose="020B0503020204020204" pitchFamily="34" charset="-122"/>
              </a:rPr>
              <a:t>测试 </a:t>
            </a:r>
            <a:endParaRPr lang="zh-CN" altLang="en-US" sz="1800" dirty="0">
              <a:solidFill>
                <a:schemeClr val="accent5">
                  <a:lumMod val="75000"/>
                </a:schemeClr>
              </a:solidFill>
              <a:effectLst>
                <a:outerShdw blurRad="38100" dist="38100" dir="2700000" algn="tl">
                  <a:srgbClr val="FFFFFF"/>
                </a:outerShdw>
              </a:effectLst>
              <a:latin typeface="Microsoft YaHei" panose="020B0503020204020204" pitchFamily="34" charset="-122"/>
              <a:ea typeface="Microsoft YaHei" panose="020B0503020204020204" pitchFamily="34" charset="-122"/>
            </a:endParaRPr>
          </a:p>
          <a:p>
            <a:pPr marL="85725" indent="-85725">
              <a:lnSpc>
                <a:spcPct val="150000"/>
              </a:lnSpc>
              <a:buClr>
                <a:schemeClr val="accent1"/>
              </a:buClr>
              <a:buSzPct val="75000"/>
              <a:defRPr/>
            </a:pPr>
            <a:r>
              <a:rPr lang="en-US" altLang="zh-CN" sz="1800" dirty="0">
                <a:solidFill>
                  <a:schemeClr val="accent5">
                    <a:lumMod val="75000"/>
                  </a:schemeClr>
                </a:solidFill>
                <a:effectLst>
                  <a:outerShdw blurRad="38100" dist="38100" dir="2700000" algn="tl">
                    <a:srgbClr val="FFFFFF"/>
                  </a:outerShdw>
                </a:effectLst>
                <a:latin typeface="Microsoft YaHei" panose="020B0503020204020204" pitchFamily="34" charset="-122"/>
                <a:ea typeface="Microsoft YaHei" panose="020B0503020204020204" pitchFamily="34" charset="-122"/>
              </a:rPr>
              <a:t>3.1.2</a:t>
            </a:r>
            <a:r>
              <a:rPr lang="zh-CN" altLang="en-US" sz="1800" dirty="0">
                <a:solidFill>
                  <a:schemeClr val="accent5">
                    <a:lumMod val="75000"/>
                  </a:schemeClr>
                </a:solidFill>
                <a:effectLst>
                  <a:outerShdw blurRad="38100" dist="38100" dir="2700000" algn="tl">
                    <a:srgbClr val="FFFFFF"/>
                  </a:outerShdw>
                </a:effectLst>
                <a:latin typeface="Microsoft YaHei" panose="020B0503020204020204" pitchFamily="34" charset="-122"/>
                <a:ea typeface="Microsoft YaHei" panose="020B0503020204020204" pitchFamily="34" charset="-122"/>
              </a:rPr>
              <a:t> </a:t>
            </a:r>
            <a:r>
              <a:rPr lang="zh-CN" altLang="zh-CN" sz="1800" dirty="0">
                <a:solidFill>
                  <a:schemeClr val="accent5">
                    <a:lumMod val="75000"/>
                  </a:schemeClr>
                </a:solidFill>
                <a:latin typeface="Microsoft YaHei" panose="020B0503020204020204" pitchFamily="34" charset="-122"/>
                <a:ea typeface="Microsoft YaHei" panose="020B0503020204020204" pitchFamily="34" charset="-122"/>
              </a:rPr>
              <a:t>错误推测法 </a:t>
            </a:r>
            <a:endParaRPr lang="zh-CN" altLang="en-US" sz="1800" dirty="0">
              <a:solidFill>
                <a:schemeClr val="accent5">
                  <a:lumMod val="75000"/>
                </a:schemeClr>
              </a:solidFill>
              <a:effectLst>
                <a:outerShdw blurRad="38100" dist="38100" dir="2700000" algn="tl">
                  <a:srgbClr val="FFFFFF"/>
                </a:outerShdw>
              </a:effectLst>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370315077"/>
      </p:ext>
    </p:extLst>
  </p:cSld>
  <p:clrMapOvr>
    <a:masterClrMapping/>
  </p:clrMapOvr>
  <p:transition spd="slow">
    <p:wipe dir="r"/>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74F45D-20DC-5A6B-9478-00749C7F2246}"/>
              </a:ext>
            </a:extLst>
          </p:cNvPr>
          <p:cNvSpPr>
            <a:spLocks noGrp="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3.1.1 Ad-hoc</a:t>
            </a:r>
            <a:r>
              <a:rPr lang="zh-CN" altLang="en-US" dirty="0">
                <a:latin typeface="微软雅黑" panose="020B0503020204020204" pitchFamily="34" charset="-122"/>
                <a:ea typeface="微软雅黑" panose="020B0503020204020204" pitchFamily="34" charset="-122"/>
              </a:rPr>
              <a:t>测试和</a:t>
            </a:r>
            <a:r>
              <a:rPr lang="en-US" altLang="zh-CN" dirty="0">
                <a:latin typeface="微软雅黑" panose="020B0503020204020204" pitchFamily="34" charset="-122"/>
                <a:ea typeface="微软雅黑" panose="020B0503020204020204" pitchFamily="34" charset="-122"/>
              </a:rPr>
              <a:t>ALAC</a:t>
            </a:r>
            <a:r>
              <a:rPr lang="zh-CN" altLang="zh-CN" dirty="0">
                <a:latin typeface="微软雅黑" panose="020B0503020204020204" pitchFamily="34" charset="-122"/>
                <a:ea typeface="微软雅黑" panose="020B0503020204020204" pitchFamily="34" charset="-122"/>
              </a:rPr>
              <a:t>测试</a:t>
            </a:r>
            <a:endParaRPr lang="zh-CN" altLang="en-US" dirty="0"/>
          </a:p>
        </p:txBody>
      </p:sp>
      <p:sp>
        <p:nvSpPr>
          <p:cNvPr id="3" name="文本占位符 2">
            <a:extLst>
              <a:ext uri="{FF2B5EF4-FFF2-40B4-BE49-F238E27FC236}">
                <a16:creationId xmlns:a16="http://schemas.microsoft.com/office/drawing/2014/main" id="{D4D2D76D-5602-889A-4E81-EE2BD2C543BB}"/>
              </a:ext>
            </a:extLst>
          </p:cNvPr>
          <p:cNvSpPr>
            <a:spLocks noGrp="1"/>
          </p:cNvSpPr>
          <p:nvPr>
            <p:ph type="body" sz="quarter" idx="10"/>
          </p:nvPr>
        </p:nvSpPr>
        <p:spPr>
          <a:xfrm>
            <a:off x="582038" y="1278636"/>
            <a:ext cx="7899562" cy="3091764"/>
          </a:xfrm>
        </p:spPr>
        <p:txBody>
          <a:bodyPr>
            <a:normAutofit lnSpcReduction="10000"/>
          </a:bodyPr>
          <a:lstStyle/>
          <a:p>
            <a:r>
              <a:rPr lang="en-US" altLang="zh-CN" sz="1600" dirty="0"/>
              <a:t>Ad-hoc</a:t>
            </a:r>
            <a:r>
              <a:rPr lang="zh-CN" altLang="en-US" sz="1600" dirty="0"/>
              <a:t>，是自由测试强调测试人员根据自己的经验，不受测试用例的束缚，放开思路，灵活地进行各种测试。包括：</a:t>
            </a:r>
            <a:endParaRPr lang="en-US" altLang="zh-CN" sz="1600" dirty="0"/>
          </a:p>
          <a:p>
            <a:r>
              <a:rPr lang="en-US" altLang="zh-CN" sz="1600" dirty="0"/>
              <a:t>1.</a:t>
            </a:r>
            <a:r>
              <a:rPr lang="zh-CN" altLang="en-US" sz="1600" dirty="0"/>
              <a:t>软件开发（如系统设计，编程等）的经验和知识；</a:t>
            </a:r>
            <a:endParaRPr lang="en-US" altLang="zh-CN" sz="1600" dirty="0"/>
          </a:p>
          <a:p>
            <a:r>
              <a:rPr lang="en-US" altLang="zh-CN" sz="1600" dirty="0"/>
              <a:t>2.</a:t>
            </a:r>
            <a:r>
              <a:rPr lang="zh-CN" altLang="en-US" sz="1600" dirty="0"/>
              <a:t>与失效和缺陷打交道的经验（发现和处理缺陷的经验和知识）；</a:t>
            </a:r>
            <a:endParaRPr lang="en-US" altLang="zh-CN" sz="1600" dirty="0"/>
          </a:p>
          <a:p>
            <a:r>
              <a:rPr lang="en-US" altLang="zh-CN" sz="1600" dirty="0"/>
              <a:t>3.</a:t>
            </a:r>
            <a:r>
              <a:rPr lang="zh-CN" altLang="en-US" sz="1600" dirty="0"/>
              <a:t>对被测软件系统的经验和知识；</a:t>
            </a:r>
            <a:endParaRPr lang="en-US" altLang="zh-CN" sz="1600" dirty="0"/>
          </a:p>
          <a:p>
            <a:r>
              <a:rPr lang="en-US" altLang="zh-CN" sz="1600" dirty="0"/>
              <a:t>4.</a:t>
            </a:r>
            <a:r>
              <a:rPr lang="zh-CN" altLang="en-US" sz="1600" dirty="0"/>
              <a:t>软件系统涉及的业务知识；</a:t>
            </a:r>
            <a:endParaRPr lang="en-US" altLang="zh-CN" sz="1600" dirty="0"/>
          </a:p>
          <a:p>
            <a:r>
              <a:rPr lang="en-US" altLang="zh-CN" sz="1600" dirty="0"/>
              <a:t>5.</a:t>
            </a:r>
            <a:r>
              <a:rPr lang="zh-CN" altLang="en-US" sz="1600" dirty="0"/>
              <a:t>其他方面的经验，包括心理学，社会学等。</a:t>
            </a:r>
          </a:p>
        </p:txBody>
      </p:sp>
    </p:spTree>
    <p:extLst>
      <p:ext uri="{BB962C8B-B14F-4D97-AF65-F5344CB8AC3E}">
        <p14:creationId xmlns:p14="http://schemas.microsoft.com/office/powerpoint/2010/main" val="27147769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a:xfrm>
            <a:off x="616732" y="179766"/>
            <a:ext cx="4860540" cy="571500"/>
          </a:xfrm>
        </p:spPr>
        <p:txBody>
          <a:bodyPr>
            <a:normAutofit fontScale="90000"/>
          </a:bodyPr>
          <a:lstStyle/>
          <a:p>
            <a:r>
              <a:rPr lang="en-US" altLang="zh-CN" dirty="0">
                <a:latin typeface="微软雅黑" panose="020B0503020204020204" pitchFamily="34" charset="-122"/>
                <a:ea typeface="微软雅黑" panose="020B0503020204020204" pitchFamily="34" charset="-122"/>
              </a:rPr>
              <a:t>3.1.1 Ad-hoc</a:t>
            </a:r>
            <a:r>
              <a:rPr lang="zh-CN" altLang="en-US" dirty="0">
                <a:latin typeface="微软雅黑" panose="020B0503020204020204" pitchFamily="34" charset="-122"/>
                <a:ea typeface="微软雅黑" panose="020B0503020204020204" pitchFamily="34" charset="-122"/>
              </a:rPr>
              <a:t>测试和</a:t>
            </a:r>
            <a:r>
              <a:rPr lang="en-US" altLang="zh-CN" dirty="0">
                <a:latin typeface="微软雅黑" panose="020B0503020204020204" pitchFamily="34" charset="-122"/>
                <a:ea typeface="微软雅黑" panose="020B0503020204020204" pitchFamily="34" charset="-122"/>
              </a:rPr>
              <a:t>ALAC</a:t>
            </a:r>
            <a:r>
              <a:rPr lang="zh-CN" altLang="zh-CN" dirty="0">
                <a:latin typeface="微软雅黑" panose="020B0503020204020204" pitchFamily="34" charset="-122"/>
                <a:ea typeface="微软雅黑" panose="020B0503020204020204" pitchFamily="34" charset="-122"/>
              </a:rPr>
              <a:t>测试</a:t>
            </a:r>
            <a:endParaRPr lang="zh-CN" altLang="en-US" dirty="0">
              <a:latin typeface="微软雅黑" panose="020B0503020204020204" pitchFamily="34" charset="-122"/>
              <a:ea typeface="微软雅黑" panose="020B0503020204020204" pitchFamily="34" charset="-122"/>
            </a:endParaRPr>
          </a:p>
        </p:txBody>
      </p:sp>
      <p:sp>
        <p:nvSpPr>
          <p:cNvPr id="89091" name="Rectangle 3"/>
          <p:cNvSpPr>
            <a:spLocks noGrp="1" noChangeArrowheads="1"/>
          </p:cNvSpPr>
          <p:nvPr>
            <p:ph type="body" idx="1"/>
          </p:nvPr>
        </p:nvSpPr>
        <p:spPr>
          <a:xfrm>
            <a:off x="735319" y="981996"/>
            <a:ext cx="7673362" cy="985838"/>
          </a:xfrm>
        </p:spPr>
        <p:txBody>
          <a:bodyPr>
            <a:normAutofit fontScale="85000" lnSpcReduction="10000"/>
          </a:bodyPr>
          <a:lstStyle/>
          <a:p>
            <a:r>
              <a:rPr lang="en-US" altLang="zh-CN" sz="1800" dirty="0">
                <a:ea typeface="楷体"/>
                <a:cs typeface="楷体"/>
              </a:rPr>
              <a:t>ALAC</a:t>
            </a:r>
            <a:r>
              <a:rPr lang="zh-CN" altLang="en-US" sz="1800" dirty="0">
                <a:ea typeface="楷体"/>
                <a:cs typeface="楷体"/>
              </a:rPr>
              <a:t>，是</a:t>
            </a:r>
            <a:r>
              <a:rPr lang="en-US" altLang="zh-CN" sz="1800" dirty="0">
                <a:ea typeface="楷体"/>
                <a:cs typeface="楷体"/>
              </a:rPr>
              <a:t>Act-like-a-customer</a:t>
            </a:r>
            <a:r>
              <a:rPr lang="zh-CN" altLang="en-US" sz="1800" dirty="0">
                <a:ea typeface="楷体"/>
                <a:cs typeface="楷体"/>
              </a:rPr>
              <a:t>（象客户那样做）的简写，</a:t>
            </a:r>
            <a:r>
              <a:rPr lang="en-US" altLang="zh-CN" sz="1800" dirty="0">
                <a:ea typeface="楷体"/>
                <a:cs typeface="楷体"/>
              </a:rPr>
              <a:t>ALAC</a:t>
            </a:r>
            <a:r>
              <a:rPr lang="zh-CN" altLang="en-US" sz="1800" dirty="0">
                <a:ea typeface="楷体"/>
                <a:cs typeface="楷体"/>
              </a:rPr>
              <a:t>测试方法是一种基于客户使用产品的知识开发出来的测试方法，它的出发点是著名的</a:t>
            </a:r>
            <a:r>
              <a:rPr lang="en-US" altLang="zh-CN" sz="1800" dirty="0">
                <a:ea typeface="楷体"/>
                <a:cs typeface="楷体"/>
              </a:rPr>
              <a:t>Pareto 80/20</a:t>
            </a:r>
            <a:r>
              <a:rPr lang="zh-CN" altLang="en-US" sz="1800" dirty="0">
                <a:ea typeface="楷体"/>
                <a:cs typeface="楷体"/>
              </a:rPr>
              <a:t>规律</a:t>
            </a:r>
            <a:endParaRPr lang="en-US" altLang="zh-CN" sz="1800" dirty="0">
              <a:ea typeface="楷体"/>
              <a:cs typeface="楷体"/>
            </a:endParaRPr>
          </a:p>
          <a:p>
            <a:endParaRPr lang="en-US" altLang="zh-CN" sz="1500" dirty="0">
              <a:ea typeface="楷体"/>
              <a:cs typeface="楷体"/>
            </a:endParaRPr>
          </a:p>
        </p:txBody>
      </p:sp>
      <p:pic>
        <p:nvPicPr>
          <p:cNvPr id="89093" name="Picture 4" descr="3-19.gif"/>
          <p:cNvPicPr>
            <a:picLocks noChangeAspect="1"/>
          </p:cNvPicPr>
          <p:nvPr/>
        </p:nvPicPr>
        <p:blipFill>
          <a:blip r:embed="rId3" cstate="print"/>
          <a:srcRect/>
          <a:stretch>
            <a:fillRect/>
          </a:stretch>
        </p:blipFill>
        <p:spPr bwMode="auto">
          <a:xfrm>
            <a:off x="2655927" y="2136913"/>
            <a:ext cx="4360935" cy="2564296"/>
          </a:xfrm>
          <a:prstGeom prst="rect">
            <a:avLst/>
          </a:prstGeom>
          <a:noFill/>
          <a:ln w="9525">
            <a:noFill/>
            <a:miter lim="800000"/>
            <a:headEnd/>
            <a:tailEnd/>
          </a:ln>
        </p:spPr>
      </p:pic>
    </p:spTree>
    <p:extLst>
      <p:ext uri="{BB962C8B-B14F-4D97-AF65-F5344CB8AC3E}">
        <p14:creationId xmlns:p14="http://schemas.microsoft.com/office/powerpoint/2010/main" val="24029164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a:xfrm>
            <a:off x="586915" y="220190"/>
            <a:ext cx="4860540" cy="571500"/>
          </a:xfrm>
        </p:spPr>
        <p:txBody>
          <a:bodyPr/>
          <a:lstStyle/>
          <a:p>
            <a:r>
              <a:rPr lang="en-US" altLang="zh-CN" dirty="0">
                <a:latin typeface="微软雅黑" panose="020B0503020204020204" pitchFamily="34" charset="-122"/>
                <a:ea typeface="微软雅黑" panose="020B0503020204020204" pitchFamily="34" charset="-122"/>
              </a:rPr>
              <a:t>3.1.2 </a:t>
            </a:r>
            <a:r>
              <a:rPr lang="zh-CN" altLang="en-US" dirty="0">
                <a:latin typeface="微软雅黑" panose="020B0503020204020204" pitchFamily="34" charset="-122"/>
                <a:ea typeface="微软雅黑" panose="020B0503020204020204" pitchFamily="34" charset="-122"/>
              </a:rPr>
              <a:t>错误猜测法</a:t>
            </a:r>
          </a:p>
        </p:txBody>
      </p:sp>
      <p:sp>
        <p:nvSpPr>
          <p:cNvPr id="3" name="矩形 2"/>
          <p:cNvSpPr/>
          <p:nvPr/>
        </p:nvSpPr>
        <p:spPr>
          <a:xfrm>
            <a:off x="666073" y="988787"/>
            <a:ext cx="7831884" cy="943528"/>
          </a:xfrm>
          <a:prstGeom prst="rect">
            <a:avLst/>
          </a:prstGeom>
        </p:spPr>
        <p:txBody>
          <a:bodyPr wrap="square">
            <a:spAutoFit/>
          </a:bodyPr>
          <a:lstStyle/>
          <a:p>
            <a:pPr>
              <a:lnSpc>
                <a:spcPct val="150000"/>
              </a:lnSpc>
            </a:pPr>
            <a:r>
              <a:rPr lang="zh-CN" altLang="zh-CN" sz="2000" dirty="0">
                <a:solidFill>
                  <a:srgbClr val="1E4649"/>
                </a:solidFill>
                <a:latin typeface="楷体"/>
                <a:ea typeface="楷体"/>
                <a:cs typeface="楷体"/>
              </a:rPr>
              <a:t>错误推测法是测试者根据经验、知识和直觉来发现软件错误，来推测程序中可能存在的各种错误，从而有针对性的进行测试。</a:t>
            </a:r>
            <a:endParaRPr lang="en-US" altLang="zh-CN" sz="2000" dirty="0">
              <a:solidFill>
                <a:srgbClr val="1E4649"/>
              </a:solidFill>
              <a:latin typeface="楷体"/>
              <a:ea typeface="楷体"/>
              <a:cs typeface="楷体"/>
            </a:endParaRPr>
          </a:p>
        </p:txBody>
      </p:sp>
      <p:sp>
        <p:nvSpPr>
          <p:cNvPr id="4" name="Rectangle 3"/>
          <p:cNvSpPr txBox="1">
            <a:spLocks noChangeArrowheads="1"/>
          </p:cNvSpPr>
          <p:nvPr/>
        </p:nvSpPr>
        <p:spPr bwMode="auto">
          <a:xfrm>
            <a:off x="1516529" y="2129412"/>
            <a:ext cx="5940660" cy="2484276"/>
          </a:xfrm>
          <a:prstGeom prst="rect">
            <a:avLst/>
          </a:prstGeom>
          <a:noFill/>
          <a:ln w="9525">
            <a:noFill/>
            <a:miter lim="800000"/>
            <a:headEnd/>
            <a:tailEnd/>
          </a:ln>
          <a:effectLst/>
        </p:spPr>
        <p:txBody>
          <a:bodyPr vert="horz" wrap="square" lIns="68580" tIns="34290" rIns="68580" bIns="34290" numCol="1" anchor="t" anchorCtr="0" compatLnSpc="1">
            <a:prstTxWarp prst="textNoShape">
              <a:avLst/>
            </a:prstTxWarp>
          </a:bodyPr>
          <a:lstStyle>
            <a:lvl1pPr marL="342900" indent="-342900" algn="l" rtl="0" eaLnBrk="1" fontAlgn="base" hangingPunct="1">
              <a:spcBef>
                <a:spcPct val="20000"/>
              </a:spcBef>
              <a:spcAft>
                <a:spcPct val="0"/>
              </a:spcAft>
              <a:defRPr sz="2000">
                <a:solidFill>
                  <a:schemeClr val="tx1"/>
                </a:solidFill>
                <a:latin typeface="+mn-lt"/>
                <a:ea typeface="+mn-ea"/>
                <a:cs typeface="+mn-cs"/>
              </a:defRPr>
            </a:lvl1pPr>
            <a:lvl2pPr marL="742950" indent="-285750" algn="l" rtl="0" eaLnBrk="1" fontAlgn="base" hangingPunct="1">
              <a:spcBef>
                <a:spcPct val="20000"/>
              </a:spcBef>
              <a:spcAft>
                <a:spcPct val="0"/>
              </a:spcAft>
              <a:defRPr sz="2000">
                <a:solidFill>
                  <a:schemeClr val="tx1"/>
                </a:solidFill>
                <a:latin typeface="+mn-lt"/>
                <a:ea typeface="+mn-ea"/>
              </a:defRPr>
            </a:lvl2pPr>
            <a:lvl3pPr marL="1143000" indent="-228600" algn="l" rtl="0" eaLnBrk="1" fontAlgn="base" hangingPunct="1">
              <a:spcBef>
                <a:spcPct val="20000"/>
              </a:spcBef>
              <a:spcAft>
                <a:spcPct val="0"/>
              </a:spcAft>
              <a:defRPr sz="2000">
                <a:solidFill>
                  <a:schemeClr val="tx1"/>
                </a:solidFill>
                <a:latin typeface="+mn-lt"/>
                <a:ea typeface="+mn-ea"/>
              </a:defRPr>
            </a:lvl3pPr>
            <a:lvl4pPr marL="1600200" indent="-228600" algn="l" rtl="0" eaLnBrk="1" fontAlgn="base" hangingPunct="1">
              <a:spcBef>
                <a:spcPct val="20000"/>
              </a:spcBef>
              <a:spcAft>
                <a:spcPct val="0"/>
              </a:spcAft>
              <a:defRPr sz="2000">
                <a:solidFill>
                  <a:schemeClr val="tx1"/>
                </a:solidFill>
                <a:latin typeface="+mn-lt"/>
                <a:ea typeface="+mn-ea"/>
              </a:defRPr>
            </a:lvl4pPr>
            <a:lvl5pPr marL="2057400" indent="-228600" algn="l" rtl="0" eaLnBrk="1" fontAlgn="base" hangingPunct="1">
              <a:spcBef>
                <a:spcPct val="20000"/>
              </a:spcBef>
              <a:spcAft>
                <a:spcPct val="0"/>
              </a:spcAft>
              <a:defRPr sz="2000">
                <a:solidFill>
                  <a:schemeClr val="tx1"/>
                </a:solidFill>
                <a:latin typeface="+mn-lt"/>
                <a:ea typeface="+mn-ea"/>
              </a:defRPr>
            </a:lvl5pPr>
            <a:lvl6pPr marL="2514600" indent="-228600" algn="l" rtl="0" eaLnBrk="1" fontAlgn="base" hangingPunct="1">
              <a:spcBef>
                <a:spcPct val="20000"/>
              </a:spcBef>
              <a:spcAft>
                <a:spcPct val="0"/>
              </a:spcAft>
              <a:defRPr sz="2000">
                <a:solidFill>
                  <a:schemeClr val="bg1"/>
                </a:solidFill>
                <a:latin typeface="+mn-lt"/>
                <a:ea typeface="+mn-ea"/>
              </a:defRPr>
            </a:lvl6pPr>
            <a:lvl7pPr marL="2971800" indent="-228600" algn="l" rtl="0" eaLnBrk="1" fontAlgn="base" hangingPunct="1">
              <a:spcBef>
                <a:spcPct val="20000"/>
              </a:spcBef>
              <a:spcAft>
                <a:spcPct val="0"/>
              </a:spcAft>
              <a:defRPr sz="2000">
                <a:solidFill>
                  <a:schemeClr val="bg1"/>
                </a:solidFill>
                <a:latin typeface="+mn-lt"/>
                <a:ea typeface="+mn-ea"/>
              </a:defRPr>
            </a:lvl7pPr>
            <a:lvl8pPr marL="3429000" indent="-228600" algn="l" rtl="0" eaLnBrk="1" fontAlgn="base" hangingPunct="1">
              <a:spcBef>
                <a:spcPct val="20000"/>
              </a:spcBef>
              <a:spcAft>
                <a:spcPct val="0"/>
              </a:spcAft>
              <a:defRPr sz="2000">
                <a:solidFill>
                  <a:schemeClr val="bg1"/>
                </a:solidFill>
                <a:latin typeface="+mn-lt"/>
                <a:ea typeface="+mn-ea"/>
              </a:defRPr>
            </a:lvl8pPr>
            <a:lvl9pPr marL="3886200" indent="-228600" algn="l" rtl="0" eaLnBrk="1" fontAlgn="base" hangingPunct="1">
              <a:spcBef>
                <a:spcPct val="20000"/>
              </a:spcBef>
              <a:spcAft>
                <a:spcPct val="0"/>
              </a:spcAft>
              <a:defRPr sz="2000">
                <a:solidFill>
                  <a:schemeClr val="bg1"/>
                </a:solidFill>
                <a:latin typeface="+mn-lt"/>
                <a:ea typeface="+mn-ea"/>
              </a:defRPr>
            </a:lvl9pPr>
          </a:lstStyle>
          <a:p>
            <a:pPr marL="266700" indent="-266700" eaLnBrk="0" hangingPunct="0">
              <a:lnSpc>
                <a:spcPct val="150000"/>
              </a:lnSpc>
              <a:spcBef>
                <a:spcPct val="0"/>
              </a:spcBef>
              <a:buClr>
                <a:srgbClr val="91AC4E"/>
              </a:buClr>
              <a:buSzPct val="80000"/>
              <a:buFont typeface="Wingdings" pitchFamily="2" charset="2"/>
              <a:buChar char="p"/>
              <a:defRPr/>
            </a:pPr>
            <a:r>
              <a:rPr lang="zh-CN" altLang="en-US" sz="1800" dirty="0">
                <a:effectLst>
                  <a:outerShdw blurRad="38100" dist="38100" dir="2700000" algn="tl">
                    <a:srgbClr val="FFFFFF"/>
                  </a:outerShdw>
                </a:effectLst>
                <a:latin typeface="宋体"/>
                <a:ea typeface="宋体"/>
                <a:cs typeface="宋体"/>
              </a:rPr>
              <a:t>发现程序经常出现的错误的方法：</a:t>
            </a:r>
          </a:p>
          <a:p>
            <a:pPr marL="600075" lvl="1" indent="-257175">
              <a:lnSpc>
                <a:spcPct val="120000"/>
              </a:lnSpc>
              <a:buFont typeface="Wingdings" charset="2"/>
              <a:buChar char="²"/>
            </a:pPr>
            <a:r>
              <a:rPr lang="zh-CN" altLang="en-US" sz="1500" b="1" dirty="0">
                <a:latin typeface="楷体"/>
                <a:ea typeface="楷体"/>
                <a:cs typeface="楷体"/>
              </a:rPr>
              <a:t>单元测试中发现的模块错误；</a:t>
            </a:r>
          </a:p>
          <a:p>
            <a:pPr marL="600075" lvl="1" indent="-257175">
              <a:lnSpc>
                <a:spcPct val="120000"/>
              </a:lnSpc>
              <a:buFont typeface="Wingdings" charset="2"/>
              <a:buChar char="²"/>
            </a:pPr>
            <a:r>
              <a:rPr lang="zh-CN" altLang="en-US" sz="1500" b="1" dirty="0">
                <a:latin typeface="楷体"/>
                <a:ea typeface="楷体"/>
                <a:cs typeface="楷体"/>
              </a:rPr>
              <a:t>产品的以前版本曾经发现的错误；</a:t>
            </a:r>
          </a:p>
          <a:p>
            <a:pPr marL="600075" lvl="1" indent="-257175">
              <a:lnSpc>
                <a:spcPct val="120000"/>
              </a:lnSpc>
              <a:buFont typeface="Wingdings" charset="2"/>
              <a:buChar char="²"/>
            </a:pPr>
            <a:r>
              <a:rPr lang="zh-CN" altLang="en-US" sz="1500" b="1" dirty="0">
                <a:latin typeface="楷体"/>
                <a:ea typeface="楷体"/>
                <a:cs typeface="楷体"/>
              </a:rPr>
              <a:t>输入数据为</a:t>
            </a:r>
            <a:r>
              <a:rPr lang="en-US" altLang="zh-CN" sz="1500" b="1" dirty="0">
                <a:latin typeface="楷体"/>
                <a:ea typeface="楷体"/>
                <a:cs typeface="楷体"/>
              </a:rPr>
              <a:t>0</a:t>
            </a:r>
            <a:r>
              <a:rPr lang="zh-CN" altLang="en-US" sz="1500" b="1" dirty="0">
                <a:latin typeface="楷体"/>
                <a:ea typeface="楷体"/>
                <a:cs typeface="楷体"/>
              </a:rPr>
              <a:t>或字符为空；</a:t>
            </a:r>
          </a:p>
          <a:p>
            <a:pPr marL="600075" lvl="1" indent="-257175">
              <a:lnSpc>
                <a:spcPct val="120000"/>
              </a:lnSpc>
              <a:buFont typeface="Wingdings" charset="2"/>
              <a:buChar char="²"/>
            </a:pPr>
            <a:r>
              <a:rPr lang="zh-CN" altLang="en-US" sz="1500" b="1" dirty="0">
                <a:latin typeface="楷体"/>
                <a:ea typeface="楷体"/>
                <a:cs typeface="楷体"/>
              </a:rPr>
              <a:t>当软件要求输入时</a:t>
            </a:r>
            <a:r>
              <a:rPr lang="en-US" altLang="zh-CN" sz="1500" b="1" dirty="0">
                <a:latin typeface="楷体"/>
                <a:ea typeface="楷体"/>
                <a:cs typeface="楷体"/>
              </a:rPr>
              <a:t>(</a:t>
            </a:r>
            <a:r>
              <a:rPr lang="zh-CN" altLang="en-US" sz="1500" b="1" dirty="0">
                <a:latin typeface="楷体"/>
                <a:ea typeface="楷体"/>
                <a:cs typeface="楷体"/>
              </a:rPr>
              <a:t>比如在文本框中</a:t>
            </a:r>
            <a:r>
              <a:rPr lang="en-US" altLang="zh-CN" sz="1500" b="1" dirty="0">
                <a:latin typeface="楷体"/>
                <a:ea typeface="楷体"/>
                <a:cs typeface="楷体"/>
              </a:rPr>
              <a:t>),</a:t>
            </a:r>
            <a:r>
              <a:rPr lang="zh-CN" altLang="en-US" sz="1500" b="1" dirty="0">
                <a:latin typeface="楷体"/>
                <a:ea typeface="楷体"/>
                <a:cs typeface="楷体"/>
              </a:rPr>
              <a:t>不是没有输入正确的信息，而是根本没有输入任何内容，单单按了</a:t>
            </a:r>
            <a:r>
              <a:rPr lang="en-US" altLang="zh-CN" sz="1500" b="1" dirty="0">
                <a:latin typeface="楷体"/>
                <a:ea typeface="楷体"/>
                <a:cs typeface="楷体"/>
              </a:rPr>
              <a:t>Enter</a:t>
            </a:r>
            <a:r>
              <a:rPr lang="zh-CN" altLang="en-US" sz="1500" b="1" dirty="0">
                <a:latin typeface="楷体"/>
                <a:ea typeface="楷体"/>
                <a:cs typeface="楷体"/>
              </a:rPr>
              <a:t>键；</a:t>
            </a:r>
          </a:p>
          <a:p>
            <a:pPr marL="600075" lvl="1" indent="-257175">
              <a:lnSpc>
                <a:spcPct val="120000"/>
              </a:lnSpc>
              <a:buFont typeface="Wingdings" charset="2"/>
              <a:buChar char="²"/>
            </a:pPr>
            <a:r>
              <a:rPr lang="en-US" altLang="zh-CN" sz="1500" b="1" dirty="0">
                <a:latin typeface="楷体"/>
                <a:ea typeface="楷体"/>
                <a:cs typeface="楷体"/>
              </a:rPr>
              <a:t>…</a:t>
            </a:r>
            <a:r>
              <a:rPr lang="zh-CN" altLang="en-US" sz="1500" b="1" dirty="0">
                <a:latin typeface="楷体"/>
                <a:ea typeface="楷体"/>
                <a:cs typeface="楷体"/>
              </a:rPr>
              <a:t> </a:t>
            </a:r>
            <a:r>
              <a:rPr lang="en-US" altLang="zh-CN" sz="1500" b="1" dirty="0">
                <a:latin typeface="楷体"/>
                <a:ea typeface="楷体"/>
                <a:cs typeface="楷体"/>
              </a:rPr>
              <a:t>…</a:t>
            </a:r>
            <a:endParaRPr lang="zh-CN" altLang="en-US" sz="1500" b="1" dirty="0">
              <a:latin typeface="楷体"/>
              <a:ea typeface="楷体"/>
              <a:cs typeface="楷体"/>
            </a:endParaRPr>
          </a:p>
        </p:txBody>
      </p:sp>
    </p:spTree>
    <p:extLst>
      <p:ext uri="{BB962C8B-B14F-4D97-AF65-F5344CB8AC3E}">
        <p14:creationId xmlns:p14="http://schemas.microsoft.com/office/powerpoint/2010/main" val="40606902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userDrawn="1"/>
        </p:nvSpPr>
        <p:spPr>
          <a:xfrm>
            <a:off x="695739" y="2005267"/>
            <a:ext cx="7583557" cy="784830"/>
          </a:xfrm>
          <a:prstGeom prst="rect">
            <a:avLst/>
          </a:prstGeom>
        </p:spPr>
        <p:txBody>
          <a:bodyPr wrap="square">
            <a:spAutoFit/>
          </a:bodyPr>
          <a:lstStyle/>
          <a:p>
            <a:pPr algn="ctr"/>
            <a:r>
              <a:rPr lang="en-US" altLang="zh-CN" sz="4500" b="1" dirty="0">
                <a:ln w="19050">
                  <a:noFill/>
                </a:ln>
                <a:solidFill>
                  <a:srgbClr val="FFFFFF"/>
                </a:solidFill>
                <a:latin typeface="微软雅黑" panose="020B0503020204020204" charset="-122"/>
                <a:ea typeface="微软雅黑" panose="020B0503020204020204" charset="-122"/>
              </a:rPr>
              <a:t>3.2 </a:t>
            </a:r>
            <a:r>
              <a:rPr lang="zh-CN" altLang="en-US" sz="4500" b="1" dirty="0">
                <a:ln w="19050">
                  <a:noFill/>
                </a:ln>
                <a:solidFill>
                  <a:srgbClr val="FFFFFF"/>
                </a:solidFill>
                <a:latin typeface="微软雅黑" panose="020B0503020204020204" charset="-122"/>
                <a:ea typeface="微软雅黑" panose="020B0503020204020204" charset="-122"/>
              </a:rPr>
              <a:t>基于</a:t>
            </a:r>
            <a:r>
              <a:rPr lang="zh-CN" altLang="zh-CN" sz="4500" b="1" dirty="0">
                <a:ln w="19050">
                  <a:noFill/>
                </a:ln>
                <a:solidFill>
                  <a:srgbClr val="FFFFFF"/>
                </a:solidFill>
                <a:latin typeface="微软雅黑" panose="020B0503020204020204" charset="-122"/>
                <a:ea typeface="微软雅黑" panose="020B0503020204020204" charset="-122"/>
              </a:rPr>
              <a:t>输入域的方法</a:t>
            </a:r>
            <a:endParaRPr lang="zh-CN" altLang="en-US" sz="4500" b="1" dirty="0">
              <a:ln w="19050">
                <a:noFill/>
              </a:ln>
              <a:solidFill>
                <a:srgbClr val="FFFFFF"/>
              </a:solidFill>
              <a:latin typeface="微软雅黑" panose="020B0503020204020204" charset="-122"/>
              <a:ea typeface="微软雅黑" panose="020B0503020204020204" charset="-122"/>
            </a:endParaRPr>
          </a:p>
        </p:txBody>
      </p:sp>
      <p:sp>
        <p:nvSpPr>
          <p:cNvPr id="3" name="文本框 2">
            <a:extLst>
              <a:ext uri="{FF2B5EF4-FFF2-40B4-BE49-F238E27FC236}">
                <a16:creationId xmlns:a16="http://schemas.microsoft.com/office/drawing/2014/main" id="{1618AB6A-BA5D-B88A-BB3C-A61007EEDC84}"/>
              </a:ext>
            </a:extLst>
          </p:cNvPr>
          <p:cNvSpPr txBox="1"/>
          <p:nvPr/>
        </p:nvSpPr>
        <p:spPr>
          <a:xfrm>
            <a:off x="3486151" y="2969579"/>
            <a:ext cx="2626414" cy="874407"/>
          </a:xfrm>
          <a:prstGeom prst="rect">
            <a:avLst/>
          </a:prstGeom>
          <a:noFill/>
        </p:spPr>
        <p:txBody>
          <a:bodyPr wrap="square">
            <a:spAutoFit/>
          </a:bodyPr>
          <a:lstStyle/>
          <a:p>
            <a:pPr marL="85725" indent="-85725">
              <a:lnSpc>
                <a:spcPct val="150000"/>
              </a:lnSpc>
              <a:buClr>
                <a:schemeClr val="accent1"/>
              </a:buClr>
              <a:buSzPct val="75000"/>
              <a:defRPr/>
            </a:pPr>
            <a:r>
              <a:rPr lang="en-US" altLang="zh-CN" dirty="0">
                <a:solidFill>
                  <a:schemeClr val="accent5">
                    <a:lumMod val="75000"/>
                  </a:schemeClr>
                </a:solidFill>
                <a:effectLst>
                  <a:outerShdw blurRad="38100" dist="38100" dir="2700000" algn="tl">
                    <a:srgbClr val="FFFFFF"/>
                  </a:outerShdw>
                </a:effectLst>
                <a:latin typeface="Microsoft YaHei" panose="020B0503020204020204" pitchFamily="34" charset="-122"/>
                <a:ea typeface="Microsoft YaHei" panose="020B0503020204020204" pitchFamily="34" charset="-122"/>
              </a:rPr>
              <a:t>3.2.1</a:t>
            </a:r>
            <a:r>
              <a:rPr lang="zh-CN" altLang="zh-CN" dirty="0">
                <a:solidFill>
                  <a:schemeClr val="accent5">
                    <a:lumMod val="75000"/>
                  </a:schemeClr>
                </a:solidFill>
                <a:effectLst>
                  <a:outerShdw blurRad="38100" dist="38100" dir="2700000" algn="tl">
                    <a:srgbClr val="FFFFFF"/>
                  </a:outerShdw>
                </a:effectLst>
                <a:latin typeface="Microsoft YaHei" panose="020B0503020204020204" pitchFamily="34" charset="-122"/>
                <a:ea typeface="Microsoft YaHei" panose="020B0503020204020204" pitchFamily="34" charset="-122"/>
              </a:rPr>
              <a:t>边界值分析法</a:t>
            </a:r>
          </a:p>
          <a:p>
            <a:pPr marL="85725" indent="-85725">
              <a:lnSpc>
                <a:spcPct val="150000"/>
              </a:lnSpc>
              <a:buClr>
                <a:schemeClr val="accent1"/>
              </a:buClr>
              <a:buSzPct val="75000"/>
              <a:defRPr/>
            </a:pPr>
            <a:r>
              <a:rPr lang="en-US" altLang="zh-CN" dirty="0">
                <a:solidFill>
                  <a:schemeClr val="accent5">
                    <a:lumMod val="75000"/>
                  </a:schemeClr>
                </a:solidFill>
                <a:effectLst>
                  <a:outerShdw blurRad="38100" dist="38100" dir="2700000" algn="tl">
                    <a:srgbClr val="FFFFFF"/>
                  </a:outerShdw>
                </a:effectLst>
                <a:latin typeface="Microsoft YaHei" panose="020B0503020204020204" pitchFamily="34" charset="-122"/>
                <a:ea typeface="Microsoft YaHei" panose="020B0503020204020204" pitchFamily="34" charset="-122"/>
              </a:rPr>
              <a:t>3.2.2</a:t>
            </a:r>
            <a:r>
              <a:rPr lang="zh-CN" altLang="zh-CN" dirty="0">
                <a:solidFill>
                  <a:schemeClr val="accent5">
                    <a:lumMod val="75000"/>
                  </a:schemeClr>
                </a:solidFill>
                <a:effectLst>
                  <a:outerShdw blurRad="38100" dist="38100" dir="2700000" algn="tl">
                    <a:srgbClr val="FFFFFF"/>
                  </a:outerShdw>
                </a:effectLst>
                <a:latin typeface="Microsoft YaHei" panose="020B0503020204020204" pitchFamily="34" charset="-122"/>
                <a:ea typeface="Microsoft YaHei" panose="020B0503020204020204" pitchFamily="34" charset="-122"/>
              </a:rPr>
              <a:t>等价类划分法</a:t>
            </a:r>
            <a:endParaRPr lang="zh-CN" altLang="en-US" dirty="0">
              <a:solidFill>
                <a:schemeClr val="accent5">
                  <a:lumMod val="75000"/>
                </a:schemeClr>
              </a:solidFill>
              <a:effectLst>
                <a:outerShdw blurRad="38100" dist="38100" dir="2700000" algn="tl">
                  <a:srgbClr val="FFFFFF"/>
                </a:outerShdw>
              </a:effectLst>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687877330"/>
      </p:ext>
    </p:extLst>
  </p:cSld>
  <p:clrMapOvr>
    <a:masterClrMapping/>
  </p:clrMapOvr>
  <p:transition spd="slow">
    <p:wipe dir="r"/>
  </p:transition>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244D40-1D69-FE20-78A8-FB817A38C9B7}"/>
              </a:ext>
            </a:extLst>
          </p:cNvPr>
          <p:cNvSpPr>
            <a:spLocks noGrp="1"/>
          </p:cNvSpPr>
          <p:nvPr>
            <p:ph type="title"/>
          </p:nvPr>
        </p:nvSpPr>
        <p:spPr/>
        <p:txBody>
          <a:bodyPr/>
          <a:lstStyle/>
          <a:p>
            <a:r>
              <a:rPr lang="en-US" altLang="zh-CN" dirty="0"/>
              <a:t>3.2.1</a:t>
            </a:r>
            <a:r>
              <a:rPr lang="zh-CN" altLang="en-US" dirty="0"/>
              <a:t> 边界值分析方法</a:t>
            </a:r>
            <a:endParaRPr kumimoji="1" lang="zh-CN" altLang="en-US" dirty="0"/>
          </a:p>
        </p:txBody>
      </p:sp>
      <p:sp>
        <p:nvSpPr>
          <p:cNvPr id="4" name="Rectangle 3">
            <a:extLst>
              <a:ext uri="{FF2B5EF4-FFF2-40B4-BE49-F238E27FC236}">
                <a16:creationId xmlns:a16="http://schemas.microsoft.com/office/drawing/2014/main" id="{E7BC406B-B6AA-6C71-5BF7-7BFE6657F5FD}"/>
              </a:ext>
            </a:extLst>
          </p:cNvPr>
          <p:cNvSpPr txBox="1">
            <a:spLocks noChangeArrowheads="1"/>
          </p:cNvSpPr>
          <p:nvPr/>
        </p:nvSpPr>
        <p:spPr>
          <a:xfrm>
            <a:off x="701806" y="1565283"/>
            <a:ext cx="6085493" cy="2638425"/>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思源黑体" panose="020F0502020204030204" charset="-122"/>
                <a:ea typeface="思源黑体" panose="020F0502020204030204" charset="-122"/>
                <a:cs typeface="思源黑体" panose="020F0502020204030204" charset="-122"/>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思源黑体" panose="020F0502020204030204" charset="-122"/>
                <a:ea typeface="思源黑体" panose="020F0502020204030204" charset="-122"/>
                <a:cs typeface="思源黑体" panose="020F0502020204030204" charset="-122"/>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思源黑体" panose="020F0502020204030204" charset="-122"/>
                <a:ea typeface="思源黑体" panose="020F0502020204030204" charset="-122"/>
                <a:cs typeface="思源黑体" panose="020F0502020204030204" charset="-122"/>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思源黑体" panose="020F0502020204030204" charset="-122"/>
                <a:ea typeface="思源黑体" panose="020F0502020204030204" charset="-122"/>
                <a:cs typeface="思源黑体" panose="020F0502020204030204" charset="-122"/>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思源黑体" panose="020F0502020204030204" charset="-122"/>
                <a:ea typeface="思源黑体" panose="020F0502020204030204" charset="-122"/>
                <a:cs typeface="思源黑体" panose="020F0502020204030204" charset="-122"/>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266700" lvl="1" indent="-266700" eaLnBrk="0" hangingPunct="0">
              <a:lnSpc>
                <a:spcPct val="150000"/>
              </a:lnSpc>
              <a:spcBef>
                <a:spcPct val="0"/>
              </a:spcBef>
              <a:buClr>
                <a:srgbClr val="91AC4E"/>
              </a:buClr>
              <a:buSzPct val="80000"/>
              <a:buFont typeface="Wingdings" pitchFamily="2" charset="2"/>
              <a:buChar char="p"/>
              <a:defRPr/>
            </a:pPr>
            <a:r>
              <a:rPr lang="zh-CN" altLang="de-DE" dirty="0">
                <a:effectLst>
                  <a:outerShdw blurRad="38100" dist="38100" dir="2700000" algn="tl">
                    <a:srgbClr val="FFFFFF"/>
                  </a:outerShdw>
                </a:effectLst>
                <a:latin typeface="宋体"/>
                <a:ea typeface="宋体"/>
                <a:cs typeface="宋体"/>
              </a:rPr>
              <a:t>很多错误发生在输入或输出范围的边界上，因此针对各种边界情况设置测试用例，可以</a:t>
            </a:r>
            <a:r>
              <a:rPr lang="zh-CN" altLang="en-US" dirty="0">
                <a:effectLst>
                  <a:outerShdw blurRad="38100" dist="38100" dir="2700000" algn="tl">
                    <a:srgbClr val="FFFFFF"/>
                  </a:outerShdw>
                </a:effectLst>
                <a:latin typeface="宋体"/>
                <a:ea typeface="宋体"/>
                <a:cs typeface="宋体"/>
              </a:rPr>
              <a:t>更有效地发现</a:t>
            </a:r>
            <a:r>
              <a:rPr lang="zh-CN" altLang="de-DE" dirty="0">
                <a:effectLst>
                  <a:outerShdw blurRad="38100" dist="38100" dir="2700000" algn="tl">
                    <a:srgbClr val="FFFFFF"/>
                  </a:outerShdw>
                </a:effectLst>
                <a:latin typeface="宋体"/>
                <a:ea typeface="宋体"/>
                <a:cs typeface="宋体"/>
              </a:rPr>
              <a:t>缺陷。</a:t>
            </a:r>
            <a:endParaRPr lang="zh-CN" altLang="en-US" dirty="0">
              <a:effectLst>
                <a:outerShdw blurRad="38100" dist="38100" dir="2700000" algn="tl">
                  <a:srgbClr val="FFFFFF"/>
                </a:outerShdw>
              </a:effectLst>
              <a:latin typeface="宋体"/>
              <a:ea typeface="宋体"/>
              <a:cs typeface="宋体"/>
            </a:endParaRPr>
          </a:p>
          <a:p>
            <a:pPr marL="266700" lvl="1" indent="-266700" eaLnBrk="0" hangingPunct="0">
              <a:lnSpc>
                <a:spcPct val="150000"/>
              </a:lnSpc>
              <a:spcBef>
                <a:spcPct val="0"/>
              </a:spcBef>
              <a:buClr>
                <a:srgbClr val="91AC4E"/>
              </a:buClr>
              <a:buSzPct val="80000"/>
              <a:buFont typeface="Wingdings" pitchFamily="2" charset="2"/>
              <a:buChar char="p"/>
              <a:defRPr/>
            </a:pPr>
            <a:r>
              <a:rPr lang="zh-CN" altLang="en-US" dirty="0">
                <a:effectLst>
                  <a:outerShdw blurRad="38100" dist="38100" dir="2700000" algn="tl">
                    <a:srgbClr val="FFFFFF"/>
                  </a:outerShdw>
                </a:effectLst>
                <a:latin typeface="宋体"/>
                <a:ea typeface="宋体"/>
                <a:cs typeface="宋体"/>
              </a:rPr>
              <a:t>设计方法：</a:t>
            </a:r>
          </a:p>
          <a:p>
            <a:pPr marL="535781" lvl="2" indent="-257175">
              <a:lnSpc>
                <a:spcPct val="150000"/>
              </a:lnSpc>
              <a:buFont typeface="Wingdings" charset="2"/>
              <a:buChar char="²"/>
            </a:pPr>
            <a:r>
              <a:rPr lang="zh-CN" altLang="en-US" sz="1800" dirty="0">
                <a:latin typeface="楷体"/>
                <a:ea typeface="楷体"/>
                <a:cs typeface="楷体"/>
              </a:rPr>
              <a:t>确定边界情况（输入或输出等价类的边界）</a:t>
            </a:r>
          </a:p>
          <a:p>
            <a:pPr marL="535781" lvl="2" indent="-257175">
              <a:lnSpc>
                <a:spcPct val="150000"/>
              </a:lnSpc>
              <a:buFont typeface="Wingdings" charset="2"/>
              <a:buChar char="²"/>
            </a:pPr>
            <a:r>
              <a:rPr lang="zh-CN" altLang="en-US" sz="1800" dirty="0">
                <a:latin typeface="楷体"/>
                <a:ea typeface="楷体"/>
                <a:cs typeface="楷体"/>
              </a:rPr>
              <a:t>选取正好等于、刚刚大于或小于边界值作为测试数据</a:t>
            </a:r>
          </a:p>
        </p:txBody>
      </p:sp>
      <p:sp>
        <p:nvSpPr>
          <p:cNvPr id="6" name="文本框 5">
            <a:extLst>
              <a:ext uri="{FF2B5EF4-FFF2-40B4-BE49-F238E27FC236}">
                <a16:creationId xmlns:a16="http://schemas.microsoft.com/office/drawing/2014/main" id="{E0F94FAC-ECAF-0FCB-72F6-99BE69F051E8}"/>
              </a:ext>
            </a:extLst>
          </p:cNvPr>
          <p:cNvSpPr txBox="1"/>
          <p:nvPr/>
        </p:nvSpPr>
        <p:spPr>
          <a:xfrm>
            <a:off x="701806" y="834105"/>
            <a:ext cx="3672231" cy="456472"/>
          </a:xfrm>
          <a:prstGeom prst="rect">
            <a:avLst/>
          </a:prstGeom>
          <a:noFill/>
        </p:spPr>
        <p:txBody>
          <a:bodyPr wrap="square">
            <a:spAutoFit/>
          </a:bodyPr>
          <a:lstStyle/>
          <a:p>
            <a:pPr marL="0" lvl="1" eaLnBrk="0" hangingPunct="0">
              <a:lnSpc>
                <a:spcPct val="150000"/>
              </a:lnSpc>
              <a:spcBef>
                <a:spcPct val="0"/>
              </a:spcBef>
              <a:buClr>
                <a:srgbClr val="91AC4E"/>
              </a:buClr>
              <a:buSzPct val="80000"/>
              <a:defRPr/>
            </a:pPr>
            <a:r>
              <a:rPr lang="en-US" altLang="zh-CN" dirty="0">
                <a:solidFill>
                  <a:schemeClr val="accent1"/>
                </a:solidFill>
                <a:effectLst>
                  <a:outerShdw blurRad="38100" dist="38100" dir="2700000" algn="tl">
                    <a:srgbClr val="FFFFFF"/>
                  </a:outerShdw>
                </a:effectLst>
                <a:latin typeface="Arial"/>
                <a:ea typeface="宋体"/>
                <a:cs typeface="Arial"/>
              </a:rPr>
              <a:t>BVA – Boundary Value Analysis</a:t>
            </a:r>
          </a:p>
        </p:txBody>
      </p:sp>
    </p:spTree>
    <p:extLst>
      <p:ext uri="{BB962C8B-B14F-4D97-AF65-F5344CB8AC3E}">
        <p14:creationId xmlns:p14="http://schemas.microsoft.com/office/powerpoint/2010/main" val="1803146444"/>
      </p:ext>
    </p:extLst>
  </p:cSld>
  <p:clrMapOvr>
    <a:masterClrMapping/>
  </p:clrMapOvr>
  <p:transition spd="slow">
    <p:wipe dir="r"/>
  </p:transition>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6" name="图片 15"/>
          <p:cNvPicPr>
            <a:picLocks noChangeAspect="1"/>
          </p:cNvPicPr>
          <p:nvPr userDrawn="1">
            <p:custDataLst>
              <p:tags r:id="rId2"/>
            </p:custDataLst>
          </p:nvPr>
        </p:nvPicPr>
        <p:blipFill rotWithShape="1">
          <a:blip r:embed="rId10"/>
          <a:srcRect/>
          <a:stretch>
            <a:fillRect/>
          </a:stretch>
        </p:blipFill>
        <p:spPr>
          <a:xfrm>
            <a:off x="1143000" y="1"/>
            <a:ext cx="6858000" cy="208121"/>
          </a:xfrm>
          <a:prstGeom prst="rect">
            <a:avLst/>
          </a:prstGeom>
        </p:spPr>
      </p:pic>
      <p:pic>
        <p:nvPicPr>
          <p:cNvPr id="17" name="图片 16"/>
          <p:cNvPicPr>
            <a:picLocks noChangeAspect="1"/>
          </p:cNvPicPr>
          <p:nvPr userDrawn="1">
            <p:custDataLst>
              <p:tags r:id="rId3"/>
            </p:custDataLst>
          </p:nvPr>
        </p:nvPicPr>
        <p:blipFill rotWithShape="1">
          <a:blip r:embed="rId11"/>
          <a:srcRect/>
          <a:stretch>
            <a:fillRect/>
          </a:stretch>
        </p:blipFill>
        <p:spPr>
          <a:xfrm>
            <a:off x="1143000" y="4935379"/>
            <a:ext cx="6858000" cy="208121"/>
          </a:xfrm>
          <a:prstGeom prst="rect">
            <a:avLst/>
          </a:prstGeom>
        </p:spPr>
      </p:pic>
      <p:sp>
        <p:nvSpPr>
          <p:cNvPr id="3" name="Rectangle 2"/>
          <p:cNvSpPr>
            <a:spLocks noGrp="1"/>
          </p:cNvSpPr>
          <p:nvPr>
            <p:custDataLst>
              <p:tags r:id="rId4"/>
            </p:custDataLst>
          </p:nvPr>
        </p:nvSpPr>
        <p:spPr>
          <a:xfrm>
            <a:off x="1485900" y="91679"/>
            <a:ext cx="5657850" cy="971550"/>
          </a:xfrm>
          <a:prstGeom prst="rect">
            <a:avLst/>
          </a:prstGeom>
          <a:noFill/>
          <a:ln w="9525">
            <a:noFill/>
          </a:ln>
        </p:spPr>
        <p:txBody>
          <a:bodyPr vert="horz" wrap="square" lIns="68580" tIns="34290" rIns="68580" bIns="34290" anchor="b" anchorCtr="0"/>
          <a:lst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a:lstStyle>
          <a:p>
            <a:pPr eaLnBrk="1" hangingPunct="1"/>
            <a:r>
              <a:rPr lang="zh-CN" altLang="en-US" sz="2925" dirty="0">
                <a:solidFill>
                  <a:schemeClr val="accent1">
                    <a:lumMod val="75000"/>
                  </a:schemeClr>
                </a:solidFill>
                <a:latin typeface="微软雅黑" panose="020B0503020204020204" charset="-122"/>
                <a:ea typeface="微软雅黑" panose="020B0503020204020204" charset="-122"/>
                <a:cs typeface="微软雅黑" panose="020B0503020204020204" charset="-122"/>
              </a:rPr>
              <a:t>边界值测试</a:t>
            </a:r>
          </a:p>
        </p:txBody>
      </p:sp>
      <p:grpSp>
        <p:nvGrpSpPr>
          <p:cNvPr id="5" name="组合 4"/>
          <p:cNvGrpSpPr/>
          <p:nvPr/>
        </p:nvGrpSpPr>
        <p:grpSpPr>
          <a:xfrm>
            <a:off x="5112068" y="1491616"/>
            <a:ext cx="2636996" cy="2336006"/>
            <a:chOff x="7674292" y="1786573"/>
            <a:chExt cx="3813141" cy="3608388"/>
          </a:xfrm>
        </p:grpSpPr>
        <p:pic>
          <p:nvPicPr>
            <p:cNvPr id="47106" name="Picture 2" descr="http://tc.sinaimg.cn/maxwidth.2048/tc.service.weibo.com/m_tokon_cn/4b6eec9508b3bb7b671b2c70668dea73.jpg"/>
            <p:cNvPicPr>
              <a:picLocks noChangeAspect="1" noChangeArrowheads="1"/>
            </p:cNvPicPr>
            <p:nvPr/>
          </p:nvPicPr>
          <p:blipFill>
            <a:blip r:embed="rId12">
              <a:extLst>
                <a:ext uri="{28A0092B-C50C-407E-A947-70E740481C1C}">
                  <a14:useLocalDpi xmlns:a14="http://schemas.microsoft.com/office/drawing/2010/main" val="0"/>
                </a:ext>
              </a:extLst>
            </a:blip>
            <a:srcRect l="11959" r="8737"/>
            <a:stretch>
              <a:fillRect/>
            </a:stretch>
          </p:blipFill>
          <p:spPr bwMode="auto">
            <a:xfrm>
              <a:off x="7674292" y="1786573"/>
              <a:ext cx="3813141" cy="3608388"/>
            </a:xfrm>
            <a:prstGeom prst="rect">
              <a:avLst/>
            </a:prstGeom>
            <a:noFill/>
            <a:extLst>
              <a:ext uri="{909E8E84-426E-40DD-AFC4-6F175D3DCCD1}">
                <a14:hiddenFill xmlns:a14="http://schemas.microsoft.com/office/drawing/2010/main">
                  <a:solidFill>
                    <a:srgbClr val="FFFFFF"/>
                  </a:solidFill>
                </a14:hiddenFill>
              </a:ext>
            </a:extLst>
          </p:spPr>
        </p:pic>
        <p:sp>
          <p:nvSpPr>
            <p:cNvPr id="6" name="内容占位符 2"/>
            <p:cNvSpPr txBox="1"/>
            <p:nvPr>
              <p:custDataLst>
                <p:tags r:id="rId8"/>
              </p:custDataLst>
            </p:nvPr>
          </p:nvSpPr>
          <p:spPr>
            <a:xfrm>
              <a:off x="8674510" y="2322201"/>
              <a:ext cx="2052956" cy="579121"/>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1500" dirty="0">
                  <a:solidFill>
                    <a:schemeClr val="lt1"/>
                  </a:solidFill>
                  <a:latin typeface="微软雅黑" panose="020B0503020204020204" charset="-122"/>
                  <a:ea typeface="微软雅黑" panose="020B0503020204020204" charset="-122"/>
                  <a:cs typeface="Lucida Sans Unicode" panose="020B0602030504020204"/>
                </a:rPr>
                <a:t>边界值分析法</a:t>
              </a:r>
            </a:p>
          </p:txBody>
        </p:sp>
      </p:grpSp>
      <p:sp>
        <p:nvSpPr>
          <p:cNvPr id="4" name="Rectangle 3"/>
          <p:cNvSpPr>
            <a:spLocks noGrp="1"/>
          </p:cNvSpPr>
          <p:nvPr>
            <p:custDataLst>
              <p:tags r:id="rId5"/>
            </p:custDataLst>
          </p:nvPr>
        </p:nvSpPr>
        <p:spPr>
          <a:xfrm>
            <a:off x="1485900" y="1289685"/>
            <a:ext cx="3506153" cy="3308509"/>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a:lstStyle>
          <a:p>
            <a:pPr algn="just" eaLnBrk="1" hangingPunct="1">
              <a:lnSpc>
                <a:spcPct val="150000"/>
              </a:lnSpc>
            </a:pPr>
            <a:r>
              <a:rPr lang="zh-CN" altLang="en-US" sz="2550" b="1" dirty="0">
                <a:solidFill>
                  <a:schemeClr val="dk1"/>
                </a:solidFill>
                <a:latin typeface="微软雅黑" panose="020B0503020204020204" charset="-122"/>
                <a:ea typeface="微软雅黑" panose="020B0503020204020204" charset="-122"/>
              </a:rPr>
              <a:t>基本原理</a:t>
            </a:r>
            <a:endParaRPr lang="en-US" altLang="zh-CN" sz="2550" b="1" dirty="0">
              <a:solidFill>
                <a:schemeClr val="dk1"/>
              </a:solidFill>
              <a:latin typeface="微软雅黑" panose="020B0503020204020204" charset="-122"/>
              <a:ea typeface="微软雅黑" panose="020B0503020204020204" charset="-122"/>
            </a:endParaRPr>
          </a:p>
          <a:p>
            <a:pPr algn="just" eaLnBrk="1" hangingPunct="1">
              <a:lnSpc>
                <a:spcPct val="160000"/>
              </a:lnSpc>
            </a:pPr>
            <a:r>
              <a:rPr lang="zh-CN" altLang="en-US" sz="2100" dirty="0">
                <a:solidFill>
                  <a:schemeClr val="dk1"/>
                </a:solidFill>
                <a:latin typeface="微软雅黑" panose="020B0503020204020204" charset="-122"/>
                <a:ea typeface="微软雅黑" panose="020B0503020204020204" charset="-122"/>
              </a:rPr>
              <a:t>在被测对象的边界及边界附近设计测试用例</a:t>
            </a:r>
          </a:p>
          <a:p>
            <a:pPr algn="just" eaLnBrk="1" hangingPunct="1">
              <a:lnSpc>
                <a:spcPct val="160000"/>
              </a:lnSpc>
            </a:pPr>
            <a:r>
              <a:rPr lang="zh-CN" altLang="en-US" sz="2100" dirty="0">
                <a:solidFill>
                  <a:schemeClr val="dk1"/>
                </a:solidFill>
                <a:latin typeface="微软雅黑" panose="020B0503020204020204" charset="-122"/>
                <a:ea typeface="微软雅黑" panose="020B0503020204020204" charset="-122"/>
              </a:rPr>
              <a:t>二八定律</a:t>
            </a:r>
          </a:p>
        </p:txBody>
      </p:sp>
      <p:sp>
        <p:nvSpPr>
          <p:cNvPr id="2" name="日期占位符 1"/>
          <p:cNvSpPr>
            <a:spLocks noGrp="1"/>
          </p:cNvSpPr>
          <p:nvPr>
            <p:ph type="dt" sz="half" idx="10"/>
            <p:custDataLst>
              <p:tags r:id="rId6"/>
            </p:custDataLst>
          </p:nvPr>
        </p:nvSpPr>
        <p:spPr/>
        <p:txBody>
          <a:bodyPr vert="horz" wrap="square" lIns="68580" tIns="34290" rIns="68580" bIns="34290" rtlCol="0" anchor="ctr">
            <a:normAutofit/>
          </a:bodyPr>
          <a:lstStyle>
            <a:defPPr>
              <a:defRPr lang="zh-CN"/>
            </a:defPPr>
            <a:lvl1pPr marL="0" algn="l"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dk1">
                    <a:tint val="75000"/>
                  </a:schemeClr>
                </a:solidFill>
                <a:latin typeface="微软雅黑" panose="020B0503020204020204" charset="-122"/>
                <a:sym typeface="+mn-ea"/>
              </a:rPr>
              <a:t>2024/3/12</a:t>
            </a:fld>
            <a:endParaRPr lang="zh-CN" altLang="en-US">
              <a:solidFill>
                <a:schemeClr val="dk1">
                  <a:tint val="75000"/>
                </a:schemeClr>
              </a:solidFill>
              <a:latin typeface="微软雅黑" panose="020B0503020204020204" charset="-122"/>
              <a:sym typeface="+mn-ea"/>
            </a:endParaRPr>
          </a:p>
        </p:txBody>
      </p:sp>
      <p:sp>
        <p:nvSpPr>
          <p:cNvPr id="7" name="灯片编号占位符 6"/>
          <p:cNvSpPr>
            <a:spLocks noGrp="1"/>
          </p:cNvSpPr>
          <p:nvPr>
            <p:ph type="sldNum" sz="quarter" idx="12"/>
            <p:custDataLst>
              <p:tags r:id="rId7"/>
            </p:custDataLst>
          </p:nvPr>
        </p:nvSpPr>
        <p:spPr/>
        <p:txBody>
          <a:bodyPr vert="horz" wrap="square" lIns="68580" tIns="34290" rIns="68580" bIns="34290" rtlCol="0" anchor="ctr">
            <a:normAutofit/>
          </a:bodyPr>
          <a:lstStyle>
            <a:defPPr>
              <a:defRPr lang="zh-CN"/>
            </a:defPPr>
            <a:lvl1pPr marL="0" algn="r"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dk1">
                    <a:tint val="75000"/>
                  </a:schemeClr>
                </a:solidFill>
                <a:latin typeface="微软雅黑" panose="020B0503020204020204" charset="-122"/>
                <a:sym typeface="+mn-ea"/>
              </a:rPr>
              <a:t>15</a:t>
            </a:fld>
            <a:endParaRPr lang="zh-CN" altLang="en-US">
              <a:solidFill>
                <a:schemeClr val="dk1">
                  <a:tint val="75000"/>
                </a:schemeClr>
              </a:solidFill>
              <a:latin typeface="微软雅黑" panose="020B0503020204020204" charset="-122"/>
              <a:sym typeface="+mn-ea"/>
            </a:endParaRP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图片 7"/>
          <p:cNvPicPr>
            <a:picLocks noChangeAspect="1"/>
          </p:cNvPicPr>
          <p:nvPr userDrawn="1">
            <p:custDataLst>
              <p:tags r:id="rId2"/>
            </p:custDataLst>
          </p:nvPr>
        </p:nvPicPr>
        <p:blipFill rotWithShape="1">
          <a:blip r:embed="rId9"/>
          <a:srcRect/>
          <a:stretch>
            <a:fillRect/>
          </a:stretch>
        </p:blipFill>
        <p:spPr>
          <a:xfrm>
            <a:off x="1143000" y="1"/>
            <a:ext cx="6858000" cy="208121"/>
          </a:xfrm>
          <a:prstGeom prst="rect">
            <a:avLst/>
          </a:prstGeom>
        </p:spPr>
      </p:pic>
      <p:pic>
        <p:nvPicPr>
          <p:cNvPr id="15" name="图片 14"/>
          <p:cNvPicPr>
            <a:picLocks noChangeAspect="1"/>
          </p:cNvPicPr>
          <p:nvPr userDrawn="1">
            <p:custDataLst>
              <p:tags r:id="rId3"/>
            </p:custDataLst>
          </p:nvPr>
        </p:nvPicPr>
        <p:blipFill rotWithShape="1">
          <a:blip r:embed="rId10"/>
          <a:srcRect/>
          <a:stretch>
            <a:fillRect/>
          </a:stretch>
        </p:blipFill>
        <p:spPr>
          <a:xfrm>
            <a:off x="1143000" y="4935379"/>
            <a:ext cx="6858000" cy="208121"/>
          </a:xfrm>
          <a:prstGeom prst="rect">
            <a:avLst/>
          </a:prstGeom>
        </p:spPr>
      </p:pic>
      <p:sp>
        <p:nvSpPr>
          <p:cNvPr id="3" name="Rectangle 2"/>
          <p:cNvSpPr>
            <a:spLocks noGrp="1"/>
          </p:cNvSpPr>
          <p:nvPr>
            <p:custDataLst>
              <p:tags r:id="rId4"/>
            </p:custDataLst>
          </p:nvPr>
        </p:nvSpPr>
        <p:spPr>
          <a:xfrm>
            <a:off x="1485900" y="91679"/>
            <a:ext cx="5657850" cy="971550"/>
          </a:xfrm>
          <a:prstGeom prst="rect">
            <a:avLst/>
          </a:prstGeom>
          <a:noFill/>
          <a:ln w="9525">
            <a:noFill/>
          </a:ln>
        </p:spPr>
        <p:txBody>
          <a:bodyPr vert="horz" wrap="square" lIns="68580" tIns="34290" rIns="68580" bIns="34290" anchor="b" anchorCtr="0"/>
          <a:lst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a:lstStyle>
          <a:p>
            <a:pPr eaLnBrk="1" hangingPunct="1"/>
            <a:r>
              <a:rPr lang="zh-CN" altLang="en-US" sz="2925" dirty="0">
                <a:solidFill>
                  <a:schemeClr val="accent1">
                    <a:lumMod val="75000"/>
                  </a:schemeClr>
                </a:solidFill>
                <a:latin typeface="微软雅黑" panose="020B0503020204020204" charset="-122"/>
                <a:ea typeface="微软雅黑" panose="020B0503020204020204" charset="-122"/>
                <a:cs typeface="微软雅黑" panose="020B0503020204020204" charset="-122"/>
              </a:rPr>
              <a:t>边界值测试</a:t>
            </a:r>
          </a:p>
        </p:txBody>
      </p:sp>
      <p:sp>
        <p:nvSpPr>
          <p:cNvPr id="4" name="Rectangle 3"/>
          <p:cNvSpPr>
            <a:spLocks noGrp="1"/>
          </p:cNvSpPr>
          <p:nvPr>
            <p:custDataLst>
              <p:tags r:id="rId5"/>
            </p:custDataLst>
          </p:nvPr>
        </p:nvSpPr>
        <p:spPr>
          <a:xfrm>
            <a:off x="1485900" y="1204913"/>
            <a:ext cx="6172200" cy="3393281"/>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a:lstStyle>
          <a:p>
            <a:pPr algn="just" eaLnBrk="1" hangingPunct="1">
              <a:lnSpc>
                <a:spcPct val="140000"/>
              </a:lnSpc>
              <a:spcBef>
                <a:spcPts val="450"/>
              </a:spcBef>
              <a:spcAft>
                <a:spcPts val="0"/>
              </a:spcAft>
            </a:pPr>
            <a:r>
              <a:rPr lang="zh-CN" altLang="en-US" sz="2400" b="1" dirty="0">
                <a:solidFill>
                  <a:schemeClr val="dk1"/>
                </a:solidFill>
                <a:latin typeface="微软雅黑" panose="020B0503020204020204" charset="-122"/>
                <a:ea typeface="微软雅黑" panose="020B0503020204020204" charset="-122"/>
                <a:cs typeface="微软雅黑" panose="020B0503020204020204" charset="-122"/>
              </a:rPr>
              <a:t>测试步骤：</a:t>
            </a:r>
          </a:p>
          <a:p>
            <a:pPr marL="601028" lvl="1" indent="-342900" algn="just" eaLnBrk="1" hangingPunct="1">
              <a:lnSpc>
                <a:spcPct val="140000"/>
              </a:lnSpc>
              <a:spcBef>
                <a:spcPts val="450"/>
              </a:spcBef>
              <a:spcAft>
                <a:spcPts val="0"/>
              </a:spcAft>
              <a:buAutoNum type="arabicPeriod"/>
            </a:pPr>
            <a:r>
              <a:rPr lang="zh-CN" altLang="en-US" sz="1500" dirty="0">
                <a:solidFill>
                  <a:schemeClr val="dk1"/>
                </a:solidFill>
                <a:latin typeface="微软雅黑" panose="020B0503020204020204" charset="-122"/>
                <a:ea typeface="微软雅黑" panose="020B0503020204020204" charset="-122"/>
                <a:cs typeface="微软雅黑" panose="020B0503020204020204" charset="-122"/>
              </a:rPr>
              <a:t>选择被测对象：即输入域或输出域，以进行后续的边界值测试用例设计。</a:t>
            </a:r>
            <a:endParaRPr lang="en-US" altLang="zh-CN" sz="1500" dirty="0">
              <a:solidFill>
                <a:schemeClr val="dk1"/>
              </a:solidFill>
              <a:latin typeface="微软雅黑" panose="020B0503020204020204" charset="-122"/>
              <a:ea typeface="微软雅黑" panose="020B0503020204020204" charset="-122"/>
              <a:cs typeface="微软雅黑" panose="020B0503020204020204" charset="-122"/>
            </a:endParaRPr>
          </a:p>
          <a:p>
            <a:pPr marL="601028" lvl="1" indent="-342900" algn="just" eaLnBrk="1" hangingPunct="1">
              <a:lnSpc>
                <a:spcPct val="140000"/>
              </a:lnSpc>
              <a:spcBef>
                <a:spcPts val="450"/>
              </a:spcBef>
              <a:spcAft>
                <a:spcPts val="0"/>
              </a:spcAft>
              <a:buAutoNum type="arabicPeriod"/>
            </a:pPr>
            <a:r>
              <a:rPr lang="zh-CN" altLang="en-US" sz="1500" dirty="0">
                <a:solidFill>
                  <a:schemeClr val="dk1"/>
                </a:solidFill>
                <a:latin typeface="微软雅黑" panose="020B0503020204020204" charset="-122"/>
                <a:ea typeface="微软雅黑" panose="020B0503020204020204" charset="-122"/>
                <a:cs typeface="微软雅黑" panose="020B0503020204020204" charset="-122"/>
              </a:rPr>
              <a:t>确定边界：即输入</a:t>
            </a:r>
            <a:r>
              <a:rPr lang="en-US" altLang="zh-CN" sz="1500" dirty="0">
                <a:solidFill>
                  <a:schemeClr val="dk1"/>
                </a:solidFill>
                <a:latin typeface="微软雅黑" panose="020B0503020204020204" charset="-122"/>
                <a:ea typeface="微软雅黑" panose="020B0503020204020204" charset="-122"/>
                <a:cs typeface="微软雅黑" panose="020B0503020204020204" charset="-122"/>
              </a:rPr>
              <a:t>/</a:t>
            </a:r>
            <a:r>
              <a:rPr lang="zh-CN" altLang="en-US" sz="1500" dirty="0">
                <a:solidFill>
                  <a:schemeClr val="dk1"/>
                </a:solidFill>
                <a:latin typeface="微软雅黑" panose="020B0503020204020204" charset="-122"/>
                <a:ea typeface="微软雅黑" panose="020B0503020204020204" charset="-122"/>
                <a:cs typeface="微软雅黑" panose="020B0503020204020204" charset="-122"/>
              </a:rPr>
              <a:t>输出域的边界，确保覆盖被测对象所有可能的边界。</a:t>
            </a:r>
            <a:endParaRPr lang="en-US" altLang="zh-CN" sz="1500" dirty="0">
              <a:solidFill>
                <a:schemeClr val="dk1"/>
              </a:solidFill>
              <a:latin typeface="微软雅黑" panose="020B0503020204020204" charset="-122"/>
              <a:ea typeface="微软雅黑" panose="020B0503020204020204" charset="-122"/>
              <a:cs typeface="微软雅黑" panose="020B0503020204020204" charset="-122"/>
            </a:endParaRPr>
          </a:p>
          <a:p>
            <a:pPr marL="601028" lvl="1" indent="-342900" algn="just" eaLnBrk="1" hangingPunct="1">
              <a:lnSpc>
                <a:spcPct val="140000"/>
              </a:lnSpc>
              <a:spcBef>
                <a:spcPts val="450"/>
              </a:spcBef>
              <a:spcAft>
                <a:spcPts val="0"/>
              </a:spcAft>
              <a:buAutoNum type="arabicPeriod"/>
            </a:pPr>
            <a:r>
              <a:rPr lang="zh-CN" altLang="en-US" sz="1500" dirty="0">
                <a:solidFill>
                  <a:schemeClr val="dk1"/>
                </a:solidFill>
                <a:latin typeface="微软雅黑" panose="020B0503020204020204" charset="-122"/>
                <a:ea typeface="微软雅黑" panose="020B0503020204020204" charset="-122"/>
                <a:cs typeface="微软雅黑" panose="020B0503020204020204" charset="-122"/>
              </a:rPr>
              <a:t>确定邻域：即输入</a:t>
            </a:r>
            <a:r>
              <a:rPr lang="en-US" altLang="zh-CN" sz="1500" dirty="0">
                <a:solidFill>
                  <a:schemeClr val="dk1"/>
                </a:solidFill>
                <a:latin typeface="微软雅黑" panose="020B0503020204020204" charset="-122"/>
                <a:ea typeface="微软雅黑" panose="020B0503020204020204" charset="-122"/>
                <a:cs typeface="微软雅黑" panose="020B0503020204020204" charset="-122"/>
              </a:rPr>
              <a:t>/</a:t>
            </a:r>
            <a:r>
              <a:rPr lang="zh-CN" altLang="en-US" sz="1500" dirty="0">
                <a:solidFill>
                  <a:schemeClr val="dk1"/>
                </a:solidFill>
                <a:latin typeface="微软雅黑" panose="020B0503020204020204" charset="-122"/>
                <a:ea typeface="微软雅黑" panose="020B0503020204020204" charset="-122"/>
                <a:cs typeface="微软雅黑" panose="020B0503020204020204" charset="-122"/>
              </a:rPr>
              <a:t>输出域边界附近的邻域范围，便于及时发现所有潜伏在边界附近的缺陷。</a:t>
            </a:r>
            <a:endParaRPr lang="en-US" altLang="zh-CN" sz="1500" dirty="0">
              <a:solidFill>
                <a:schemeClr val="dk1"/>
              </a:solidFill>
              <a:latin typeface="微软雅黑" panose="020B0503020204020204" charset="-122"/>
              <a:ea typeface="微软雅黑" panose="020B0503020204020204" charset="-122"/>
              <a:cs typeface="微软雅黑" panose="020B0503020204020204" charset="-122"/>
            </a:endParaRPr>
          </a:p>
          <a:p>
            <a:pPr marL="601028" lvl="1" indent="-342900" algn="just" eaLnBrk="1" hangingPunct="1">
              <a:lnSpc>
                <a:spcPct val="140000"/>
              </a:lnSpc>
              <a:spcBef>
                <a:spcPts val="450"/>
              </a:spcBef>
              <a:spcAft>
                <a:spcPts val="0"/>
              </a:spcAft>
              <a:buAutoNum type="arabicPeriod"/>
            </a:pPr>
            <a:r>
              <a:rPr lang="zh-CN" altLang="en-US" sz="1500" dirty="0">
                <a:solidFill>
                  <a:schemeClr val="dk1"/>
                </a:solidFill>
                <a:latin typeface="微软雅黑" panose="020B0503020204020204" charset="-122"/>
                <a:ea typeface="微软雅黑" panose="020B0503020204020204" charset="-122"/>
                <a:cs typeface="微软雅黑" panose="020B0503020204020204" charset="-122"/>
              </a:rPr>
              <a:t>设计用例：即从边界及其邻域抽取测试数据，设计测试用例。</a:t>
            </a:r>
          </a:p>
        </p:txBody>
      </p:sp>
      <p:sp>
        <p:nvSpPr>
          <p:cNvPr id="2" name="日期占位符 1"/>
          <p:cNvSpPr>
            <a:spLocks noGrp="1"/>
          </p:cNvSpPr>
          <p:nvPr>
            <p:ph type="dt" sz="half" idx="10"/>
            <p:custDataLst>
              <p:tags r:id="rId6"/>
            </p:custDataLst>
          </p:nvPr>
        </p:nvSpPr>
        <p:spPr/>
        <p:txBody>
          <a:bodyPr vert="horz" wrap="square" lIns="68580" tIns="34290" rIns="68580" bIns="34290" rtlCol="0" anchor="ctr">
            <a:normAutofit/>
          </a:bodyPr>
          <a:lstStyle>
            <a:defPPr>
              <a:defRPr lang="zh-CN"/>
            </a:defPPr>
            <a:lvl1pPr marL="0" algn="l"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dk1">
                    <a:tint val="75000"/>
                  </a:schemeClr>
                </a:solidFill>
                <a:latin typeface="微软雅黑" panose="020B0503020204020204" charset="-122"/>
                <a:sym typeface="+mn-ea"/>
              </a:rPr>
              <a:t>2024/3/12</a:t>
            </a:fld>
            <a:endParaRPr lang="zh-CN" altLang="en-US">
              <a:solidFill>
                <a:schemeClr val="dk1">
                  <a:tint val="75000"/>
                </a:schemeClr>
              </a:solidFill>
              <a:latin typeface="微软雅黑" panose="020B0503020204020204" charset="-122"/>
              <a:sym typeface="+mn-ea"/>
            </a:endParaRPr>
          </a:p>
        </p:txBody>
      </p:sp>
      <p:sp>
        <p:nvSpPr>
          <p:cNvPr id="5" name="灯片编号占位符 4"/>
          <p:cNvSpPr>
            <a:spLocks noGrp="1"/>
          </p:cNvSpPr>
          <p:nvPr>
            <p:ph type="sldNum" sz="quarter" idx="12"/>
            <p:custDataLst>
              <p:tags r:id="rId7"/>
            </p:custDataLst>
          </p:nvPr>
        </p:nvSpPr>
        <p:spPr/>
        <p:txBody>
          <a:bodyPr vert="horz" wrap="square" lIns="68580" tIns="34290" rIns="68580" bIns="34290" rtlCol="0" anchor="ctr">
            <a:normAutofit/>
          </a:bodyPr>
          <a:lstStyle>
            <a:defPPr>
              <a:defRPr lang="zh-CN"/>
            </a:defPPr>
            <a:lvl1pPr marL="0" algn="r"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dk1">
                    <a:tint val="75000"/>
                  </a:schemeClr>
                </a:solidFill>
                <a:latin typeface="微软雅黑" panose="020B0503020204020204" charset="-122"/>
                <a:sym typeface="+mn-ea"/>
              </a:rPr>
              <a:t>16</a:t>
            </a:fld>
            <a:endParaRPr lang="zh-CN" altLang="en-US">
              <a:solidFill>
                <a:schemeClr val="dk1">
                  <a:tint val="75000"/>
                </a:schemeClr>
              </a:solidFill>
              <a:latin typeface="微软雅黑" panose="020B0503020204020204" charset="-122"/>
              <a:sym typeface="+mn-ea"/>
            </a:endParaRPr>
          </a:p>
        </p:txBody>
      </p:sp>
    </p:spTree>
    <p:custDataLst>
      <p:tags r:id="rId1"/>
    </p:custData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图片 7"/>
          <p:cNvPicPr>
            <a:picLocks noChangeAspect="1"/>
          </p:cNvPicPr>
          <p:nvPr userDrawn="1">
            <p:custDataLst>
              <p:tags r:id="rId2"/>
            </p:custDataLst>
          </p:nvPr>
        </p:nvPicPr>
        <p:blipFill rotWithShape="1">
          <a:blip r:embed="rId9"/>
          <a:srcRect/>
          <a:stretch>
            <a:fillRect/>
          </a:stretch>
        </p:blipFill>
        <p:spPr>
          <a:xfrm>
            <a:off x="1143000" y="1"/>
            <a:ext cx="6858000" cy="208121"/>
          </a:xfrm>
          <a:prstGeom prst="rect">
            <a:avLst/>
          </a:prstGeom>
        </p:spPr>
      </p:pic>
      <p:pic>
        <p:nvPicPr>
          <p:cNvPr id="15" name="图片 14"/>
          <p:cNvPicPr>
            <a:picLocks noChangeAspect="1"/>
          </p:cNvPicPr>
          <p:nvPr userDrawn="1">
            <p:custDataLst>
              <p:tags r:id="rId3"/>
            </p:custDataLst>
          </p:nvPr>
        </p:nvPicPr>
        <p:blipFill rotWithShape="1">
          <a:blip r:embed="rId10"/>
          <a:srcRect/>
          <a:stretch>
            <a:fillRect/>
          </a:stretch>
        </p:blipFill>
        <p:spPr>
          <a:xfrm>
            <a:off x="1143000" y="4935379"/>
            <a:ext cx="6858000" cy="208121"/>
          </a:xfrm>
          <a:prstGeom prst="rect">
            <a:avLst/>
          </a:prstGeom>
        </p:spPr>
      </p:pic>
      <p:sp>
        <p:nvSpPr>
          <p:cNvPr id="3" name="Rectangle 2"/>
          <p:cNvSpPr>
            <a:spLocks noGrp="1"/>
          </p:cNvSpPr>
          <p:nvPr>
            <p:custDataLst>
              <p:tags r:id="rId4"/>
            </p:custDataLst>
          </p:nvPr>
        </p:nvSpPr>
        <p:spPr>
          <a:xfrm>
            <a:off x="1485900" y="91679"/>
            <a:ext cx="5657850" cy="971550"/>
          </a:xfrm>
          <a:prstGeom prst="rect">
            <a:avLst/>
          </a:prstGeom>
          <a:noFill/>
          <a:ln w="9525">
            <a:noFill/>
          </a:ln>
        </p:spPr>
        <p:txBody>
          <a:bodyPr vert="horz" wrap="square" lIns="68580" tIns="34290" rIns="68580" bIns="34290" anchor="b" anchorCtr="0"/>
          <a:lst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a:lstStyle>
          <a:p>
            <a:pPr eaLnBrk="1" hangingPunct="1"/>
            <a:r>
              <a:rPr lang="zh-CN" altLang="en-US" sz="2925" dirty="0">
                <a:solidFill>
                  <a:schemeClr val="accent1">
                    <a:lumMod val="75000"/>
                  </a:schemeClr>
                </a:solidFill>
                <a:latin typeface="微软雅黑" panose="020B0503020204020204" charset="-122"/>
                <a:ea typeface="微软雅黑" panose="020B0503020204020204" charset="-122"/>
                <a:cs typeface="微软雅黑" panose="020B0503020204020204" charset="-122"/>
              </a:rPr>
              <a:t>边界值测试</a:t>
            </a:r>
          </a:p>
        </p:txBody>
      </p:sp>
      <p:sp>
        <p:nvSpPr>
          <p:cNvPr id="4" name="Rectangle 3"/>
          <p:cNvSpPr>
            <a:spLocks noGrp="1"/>
          </p:cNvSpPr>
          <p:nvPr>
            <p:custDataLst>
              <p:tags r:id="rId5"/>
            </p:custDataLst>
          </p:nvPr>
        </p:nvSpPr>
        <p:spPr>
          <a:xfrm>
            <a:off x="1485900" y="1272064"/>
            <a:ext cx="6172200" cy="3326130"/>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a:lstStyle>
          <a:p>
            <a:pPr algn="just" eaLnBrk="1" hangingPunct="1">
              <a:lnSpc>
                <a:spcPct val="140000"/>
              </a:lnSpc>
              <a:spcBef>
                <a:spcPts val="450"/>
              </a:spcBef>
              <a:spcAft>
                <a:spcPts val="0"/>
              </a:spcAft>
            </a:pPr>
            <a:r>
              <a:rPr lang="zh-CN" altLang="en-US" sz="2400" b="1" dirty="0">
                <a:solidFill>
                  <a:schemeClr val="dk1"/>
                </a:solidFill>
                <a:latin typeface="微软雅黑" panose="020B0503020204020204" charset="-122"/>
                <a:ea typeface="微软雅黑" panose="020B0503020204020204" charset="-122"/>
              </a:rPr>
              <a:t>测试难点：</a:t>
            </a:r>
            <a:endParaRPr lang="en-US" altLang="zh-CN" sz="2400" b="1" dirty="0">
              <a:solidFill>
                <a:schemeClr val="dk1"/>
              </a:solidFill>
              <a:latin typeface="微软雅黑" panose="020B0503020204020204" charset="-122"/>
              <a:ea typeface="微软雅黑" panose="020B0503020204020204" charset="-122"/>
            </a:endParaRPr>
          </a:p>
          <a:p>
            <a:pPr lvl="1" algn="just" eaLnBrk="1" hangingPunct="1">
              <a:lnSpc>
                <a:spcPct val="140000"/>
              </a:lnSpc>
              <a:spcBef>
                <a:spcPts val="450"/>
              </a:spcBef>
              <a:spcAft>
                <a:spcPts val="0"/>
              </a:spcAft>
            </a:pPr>
            <a:r>
              <a:rPr lang="zh-CN" altLang="en-US" sz="1800" dirty="0">
                <a:solidFill>
                  <a:schemeClr val="dk1"/>
                </a:solidFill>
                <a:latin typeface="微软雅黑" panose="020B0503020204020204" charset="-122"/>
                <a:ea typeface="微软雅黑" panose="020B0503020204020204" charset="-122"/>
              </a:rPr>
              <a:t>输入域的确定</a:t>
            </a:r>
            <a:endParaRPr lang="en-US" altLang="zh-CN" sz="1800" dirty="0">
              <a:solidFill>
                <a:schemeClr val="dk1"/>
              </a:solidFill>
              <a:latin typeface="微软雅黑" panose="020B0503020204020204" charset="-122"/>
              <a:ea typeface="微软雅黑" panose="020B0503020204020204" charset="-122"/>
            </a:endParaRPr>
          </a:p>
          <a:p>
            <a:pPr lvl="1" algn="just" eaLnBrk="1" hangingPunct="1">
              <a:lnSpc>
                <a:spcPct val="140000"/>
              </a:lnSpc>
              <a:spcBef>
                <a:spcPts val="450"/>
              </a:spcBef>
              <a:spcAft>
                <a:spcPts val="0"/>
              </a:spcAft>
            </a:pPr>
            <a:r>
              <a:rPr lang="zh-CN" altLang="en-US" sz="1800" dirty="0">
                <a:solidFill>
                  <a:schemeClr val="dk1"/>
                </a:solidFill>
                <a:latin typeface="微软雅黑" panose="020B0503020204020204" charset="-122"/>
                <a:ea typeface="微软雅黑" panose="020B0503020204020204" charset="-122"/>
              </a:rPr>
              <a:t>边界的确定</a:t>
            </a:r>
            <a:endParaRPr lang="en-US" altLang="zh-CN" sz="1800" dirty="0">
              <a:solidFill>
                <a:schemeClr val="dk1"/>
              </a:solidFill>
              <a:latin typeface="微软雅黑" panose="020B0503020204020204" charset="-122"/>
              <a:ea typeface="微软雅黑" panose="020B0503020204020204" charset="-122"/>
            </a:endParaRPr>
          </a:p>
          <a:p>
            <a:pPr lvl="1" algn="just" eaLnBrk="1" hangingPunct="1">
              <a:lnSpc>
                <a:spcPct val="140000"/>
              </a:lnSpc>
              <a:spcBef>
                <a:spcPts val="450"/>
              </a:spcBef>
              <a:spcAft>
                <a:spcPts val="0"/>
              </a:spcAft>
            </a:pPr>
            <a:r>
              <a:rPr lang="zh-CN" altLang="en-US" sz="1800" dirty="0">
                <a:solidFill>
                  <a:schemeClr val="dk1"/>
                </a:solidFill>
                <a:latin typeface="微软雅黑" panose="020B0503020204020204" charset="-122"/>
                <a:ea typeface="微软雅黑" panose="020B0503020204020204" charset="-122"/>
              </a:rPr>
              <a:t>边界点附近邻域的设置</a:t>
            </a:r>
            <a:endParaRPr lang="en-US" altLang="zh-CN" sz="1800" dirty="0">
              <a:solidFill>
                <a:schemeClr val="dk1"/>
              </a:solidFill>
              <a:latin typeface="微软雅黑" panose="020B0503020204020204" charset="-122"/>
              <a:ea typeface="微软雅黑" panose="020B0503020204020204" charset="-122"/>
            </a:endParaRPr>
          </a:p>
          <a:p>
            <a:pPr lvl="1" algn="just" eaLnBrk="1" hangingPunct="1">
              <a:lnSpc>
                <a:spcPct val="140000"/>
              </a:lnSpc>
              <a:spcBef>
                <a:spcPts val="450"/>
              </a:spcBef>
              <a:spcAft>
                <a:spcPts val="0"/>
              </a:spcAft>
            </a:pPr>
            <a:r>
              <a:rPr lang="zh-CN" altLang="en-US" sz="1800" dirty="0">
                <a:solidFill>
                  <a:schemeClr val="dk1"/>
                </a:solidFill>
                <a:latin typeface="微软雅黑" panose="020B0503020204020204" charset="-122"/>
                <a:ea typeface="微软雅黑" panose="020B0503020204020204" charset="-122"/>
              </a:rPr>
              <a:t>测试用例的设计</a:t>
            </a:r>
          </a:p>
        </p:txBody>
      </p:sp>
      <p:sp>
        <p:nvSpPr>
          <p:cNvPr id="2" name="日期占位符 1"/>
          <p:cNvSpPr>
            <a:spLocks noGrp="1"/>
          </p:cNvSpPr>
          <p:nvPr>
            <p:ph type="dt" sz="half" idx="10"/>
            <p:custDataLst>
              <p:tags r:id="rId6"/>
            </p:custDataLst>
          </p:nvPr>
        </p:nvSpPr>
        <p:spPr/>
        <p:txBody>
          <a:bodyPr vert="horz" wrap="square" lIns="68580" tIns="34290" rIns="68580" bIns="34290" rtlCol="0" anchor="ctr">
            <a:normAutofit/>
          </a:bodyPr>
          <a:lstStyle>
            <a:defPPr>
              <a:defRPr lang="zh-CN"/>
            </a:defPPr>
            <a:lvl1pPr marL="0" algn="l"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dk1">
                    <a:tint val="75000"/>
                  </a:schemeClr>
                </a:solidFill>
                <a:latin typeface="微软雅黑" panose="020B0503020204020204" charset="-122"/>
                <a:sym typeface="+mn-ea"/>
              </a:rPr>
              <a:t>2024/3/12</a:t>
            </a:fld>
            <a:endParaRPr lang="zh-CN" altLang="en-US">
              <a:solidFill>
                <a:schemeClr val="dk1">
                  <a:tint val="75000"/>
                </a:schemeClr>
              </a:solidFill>
              <a:latin typeface="微软雅黑" panose="020B0503020204020204" charset="-122"/>
              <a:sym typeface="+mn-ea"/>
            </a:endParaRPr>
          </a:p>
        </p:txBody>
      </p:sp>
      <p:sp>
        <p:nvSpPr>
          <p:cNvPr id="5" name="灯片编号占位符 4"/>
          <p:cNvSpPr>
            <a:spLocks noGrp="1"/>
          </p:cNvSpPr>
          <p:nvPr>
            <p:ph type="sldNum" sz="quarter" idx="12"/>
            <p:custDataLst>
              <p:tags r:id="rId7"/>
            </p:custDataLst>
          </p:nvPr>
        </p:nvSpPr>
        <p:spPr/>
        <p:txBody>
          <a:bodyPr vert="horz" wrap="square" lIns="68580" tIns="34290" rIns="68580" bIns="34290" rtlCol="0" anchor="ctr">
            <a:normAutofit/>
          </a:bodyPr>
          <a:lstStyle>
            <a:defPPr>
              <a:defRPr lang="zh-CN"/>
            </a:defPPr>
            <a:lvl1pPr marL="0" algn="r"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dk1">
                    <a:tint val="75000"/>
                  </a:schemeClr>
                </a:solidFill>
                <a:latin typeface="微软雅黑" panose="020B0503020204020204" charset="-122"/>
                <a:sym typeface="+mn-ea"/>
              </a:rPr>
              <a:t>17</a:t>
            </a:fld>
            <a:endParaRPr lang="zh-CN" altLang="en-US">
              <a:solidFill>
                <a:schemeClr val="dk1">
                  <a:tint val="75000"/>
                </a:schemeClr>
              </a:solidFill>
              <a:latin typeface="微软雅黑" panose="020B0503020204020204" charset="-122"/>
              <a:sym typeface="+mn-ea"/>
            </a:endParaRPr>
          </a:p>
        </p:txBody>
      </p:sp>
    </p:spTree>
    <p:custDataLst>
      <p:tags r:id="rId1"/>
    </p:custData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图片 7"/>
          <p:cNvPicPr>
            <a:picLocks noChangeAspect="1"/>
          </p:cNvPicPr>
          <p:nvPr userDrawn="1">
            <p:custDataLst>
              <p:tags r:id="rId2"/>
            </p:custDataLst>
          </p:nvPr>
        </p:nvPicPr>
        <p:blipFill rotWithShape="1">
          <a:blip r:embed="rId10"/>
          <a:srcRect/>
          <a:stretch>
            <a:fillRect/>
          </a:stretch>
        </p:blipFill>
        <p:spPr>
          <a:xfrm>
            <a:off x="1143000" y="1"/>
            <a:ext cx="6858000" cy="208121"/>
          </a:xfrm>
          <a:prstGeom prst="rect">
            <a:avLst/>
          </a:prstGeom>
        </p:spPr>
      </p:pic>
      <p:pic>
        <p:nvPicPr>
          <p:cNvPr id="15" name="图片 14"/>
          <p:cNvPicPr>
            <a:picLocks noChangeAspect="1"/>
          </p:cNvPicPr>
          <p:nvPr userDrawn="1">
            <p:custDataLst>
              <p:tags r:id="rId3"/>
            </p:custDataLst>
          </p:nvPr>
        </p:nvPicPr>
        <p:blipFill rotWithShape="1">
          <a:blip r:embed="rId11"/>
          <a:srcRect/>
          <a:stretch>
            <a:fillRect/>
          </a:stretch>
        </p:blipFill>
        <p:spPr>
          <a:xfrm>
            <a:off x="1143000" y="4935379"/>
            <a:ext cx="6858000" cy="208121"/>
          </a:xfrm>
          <a:prstGeom prst="rect">
            <a:avLst/>
          </a:prstGeom>
        </p:spPr>
      </p:pic>
      <p:sp>
        <p:nvSpPr>
          <p:cNvPr id="3" name="Rectangle 2"/>
          <p:cNvSpPr>
            <a:spLocks noGrp="1"/>
          </p:cNvSpPr>
          <p:nvPr>
            <p:custDataLst>
              <p:tags r:id="rId4"/>
            </p:custDataLst>
          </p:nvPr>
        </p:nvSpPr>
        <p:spPr>
          <a:xfrm>
            <a:off x="1485900" y="91679"/>
            <a:ext cx="5657850" cy="971550"/>
          </a:xfrm>
          <a:prstGeom prst="rect">
            <a:avLst/>
          </a:prstGeom>
          <a:noFill/>
          <a:ln w="9525">
            <a:noFill/>
          </a:ln>
        </p:spPr>
        <p:txBody>
          <a:bodyPr vert="horz" wrap="square" lIns="68580" tIns="34290" rIns="68580" bIns="34290" anchor="b" anchorCtr="0"/>
          <a:lst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a:lstStyle>
          <a:p>
            <a:pPr eaLnBrk="1" hangingPunct="1"/>
            <a:r>
              <a:rPr lang="zh-CN" altLang="en-US" sz="2925" dirty="0">
                <a:solidFill>
                  <a:schemeClr val="accent1">
                    <a:lumMod val="75000"/>
                  </a:schemeClr>
                </a:solidFill>
                <a:latin typeface="微软雅黑" panose="020B0503020204020204" charset="-122"/>
                <a:ea typeface="微软雅黑" panose="020B0503020204020204" charset="-122"/>
                <a:cs typeface="微软雅黑" panose="020B0503020204020204" charset="-122"/>
              </a:rPr>
              <a:t>边界值测试</a:t>
            </a:r>
          </a:p>
        </p:txBody>
      </p:sp>
      <p:sp>
        <p:nvSpPr>
          <p:cNvPr id="4" name="Rectangle 3"/>
          <p:cNvSpPr>
            <a:spLocks noGrp="1"/>
          </p:cNvSpPr>
          <p:nvPr>
            <p:custDataLst>
              <p:tags r:id="rId5"/>
            </p:custDataLst>
          </p:nvPr>
        </p:nvSpPr>
        <p:spPr>
          <a:xfrm>
            <a:off x="1485900" y="1201103"/>
            <a:ext cx="6172200" cy="3397091"/>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a:lstStyle>
          <a:p>
            <a:pPr eaLnBrk="1" hangingPunct="1">
              <a:lnSpc>
                <a:spcPct val="140000"/>
              </a:lnSpc>
              <a:spcBef>
                <a:spcPts val="450"/>
              </a:spcBef>
              <a:spcAft>
                <a:spcPts val="0"/>
              </a:spcAft>
            </a:pPr>
            <a:r>
              <a:rPr lang="zh-CN" altLang="en-US" sz="2100" b="1" dirty="0">
                <a:solidFill>
                  <a:schemeClr val="dk1"/>
                </a:solidFill>
                <a:latin typeface="微软雅黑" panose="020B0503020204020204" charset="-122"/>
                <a:ea typeface="微软雅黑" panose="020B0503020204020204" charset="-122"/>
                <a:cs typeface="微软雅黑" panose="020B0503020204020204" charset="-122"/>
              </a:rPr>
              <a:t>对于某个输入条件而言，边界的确定可参照如下原则：</a:t>
            </a:r>
          </a:p>
          <a:p>
            <a:pPr lvl="1" eaLnBrk="1" hangingPunct="1">
              <a:lnSpc>
                <a:spcPct val="140000"/>
              </a:lnSpc>
              <a:spcBef>
                <a:spcPts val="450"/>
              </a:spcBef>
              <a:spcAft>
                <a:spcPts val="0"/>
              </a:spcAft>
            </a:pPr>
            <a:r>
              <a:rPr lang="zh-CN" altLang="en-US" sz="1500" dirty="0">
                <a:solidFill>
                  <a:schemeClr val="dk1"/>
                </a:solidFill>
                <a:latin typeface="微软雅黑" panose="020B0503020204020204" charset="-122"/>
                <a:ea typeface="微软雅黑" panose="020B0503020204020204" charset="-122"/>
                <a:cs typeface="微软雅黑" panose="020B0503020204020204" charset="-122"/>
              </a:rPr>
              <a:t>若输入条件规定了取值范围，则以该范围作为边界，如：年龄</a:t>
            </a:r>
            <a:r>
              <a:rPr lang="en-US" altLang="zh-CN" sz="1500" dirty="0">
                <a:solidFill>
                  <a:schemeClr val="dk1"/>
                </a:solidFill>
                <a:latin typeface="微软雅黑" panose="020B0503020204020204" charset="-122"/>
                <a:ea typeface="微软雅黑" panose="020B0503020204020204" charset="-122"/>
                <a:cs typeface="微软雅黑" panose="020B0503020204020204" charset="-122"/>
              </a:rPr>
              <a:t>18~70;</a:t>
            </a:r>
            <a:endParaRPr lang="zh-CN" altLang="en-US" sz="1500" dirty="0">
              <a:solidFill>
                <a:schemeClr val="dk1"/>
              </a:solidFill>
              <a:latin typeface="微软雅黑" panose="020B0503020204020204" charset="-122"/>
              <a:ea typeface="微软雅黑" panose="020B0503020204020204" charset="-122"/>
              <a:cs typeface="微软雅黑" panose="020B0503020204020204" charset="-122"/>
            </a:endParaRPr>
          </a:p>
          <a:p>
            <a:pPr lvl="1" eaLnBrk="1" hangingPunct="1">
              <a:lnSpc>
                <a:spcPct val="140000"/>
              </a:lnSpc>
              <a:spcBef>
                <a:spcPts val="450"/>
              </a:spcBef>
              <a:spcAft>
                <a:spcPts val="0"/>
              </a:spcAft>
            </a:pPr>
            <a:r>
              <a:rPr lang="zh-CN" altLang="en-US" sz="1500" dirty="0">
                <a:solidFill>
                  <a:schemeClr val="dk1"/>
                </a:solidFill>
                <a:latin typeface="微软雅黑" panose="020B0503020204020204" charset="-122"/>
                <a:ea typeface="微软雅黑" panose="020B0503020204020204" charset="-122"/>
                <a:cs typeface="微软雅黑" panose="020B0503020204020204" charset="-122"/>
              </a:rPr>
              <a:t>若输入条件规定了值的个数，则以值的个数为边界，如：密码</a:t>
            </a:r>
            <a:r>
              <a:rPr lang="en-US" altLang="zh-CN" sz="1500" dirty="0">
                <a:solidFill>
                  <a:schemeClr val="dk1"/>
                </a:solidFill>
                <a:latin typeface="微软雅黑" panose="020B0503020204020204" charset="-122"/>
                <a:ea typeface="微软雅黑" panose="020B0503020204020204" charset="-122"/>
                <a:cs typeface="微软雅黑" panose="020B0503020204020204" charset="-122"/>
              </a:rPr>
              <a:t>6~18</a:t>
            </a:r>
            <a:r>
              <a:rPr lang="zh-CN" altLang="en-US" sz="1500" dirty="0">
                <a:solidFill>
                  <a:schemeClr val="dk1"/>
                </a:solidFill>
                <a:latin typeface="微软雅黑" panose="020B0503020204020204" charset="-122"/>
                <a:ea typeface="微软雅黑" panose="020B0503020204020204" charset="-122"/>
                <a:cs typeface="微软雅黑" panose="020B0503020204020204" charset="-122"/>
              </a:rPr>
              <a:t>位，</a:t>
            </a:r>
            <a:r>
              <a:rPr lang="zh-CN" altLang="en-US" sz="1500">
                <a:sym typeface="+mn-ea"/>
              </a:rPr>
              <a:t>身份证号需要</a:t>
            </a:r>
            <a:r>
              <a:rPr lang="en-US" altLang="zh-CN" sz="1500">
                <a:sym typeface="+mn-ea"/>
              </a:rPr>
              <a:t>18</a:t>
            </a:r>
            <a:r>
              <a:rPr lang="zh-CN" altLang="en-US" sz="1500">
                <a:sym typeface="+mn-ea"/>
              </a:rPr>
              <a:t>位、用户名为</a:t>
            </a:r>
            <a:r>
              <a:rPr lang="en-US" altLang="zh-CN" sz="1500">
                <a:sym typeface="+mn-ea"/>
              </a:rPr>
              <a:t>8</a:t>
            </a:r>
            <a:r>
              <a:rPr lang="zh-CN" altLang="en-US" sz="1500">
                <a:sym typeface="+mn-ea"/>
              </a:rPr>
              <a:t>位工号或</a:t>
            </a:r>
            <a:r>
              <a:rPr lang="en-US" altLang="zh-CN" sz="1500">
                <a:sym typeface="+mn-ea"/>
              </a:rPr>
              <a:t>10</a:t>
            </a:r>
            <a:r>
              <a:rPr lang="zh-CN" altLang="en-US" sz="1500">
                <a:sym typeface="+mn-ea"/>
              </a:rPr>
              <a:t>位学号</a:t>
            </a:r>
            <a:r>
              <a:rPr lang="zh-CN" altLang="en-US" sz="1500" dirty="0">
                <a:solidFill>
                  <a:schemeClr val="dk1"/>
                </a:solidFill>
                <a:latin typeface="微软雅黑" panose="020B0503020204020204" charset="-122"/>
                <a:ea typeface="微软雅黑" panose="020B0503020204020204" charset="-122"/>
                <a:cs typeface="微软雅黑" panose="020B0503020204020204" charset="-122"/>
              </a:rPr>
              <a:t>；</a:t>
            </a:r>
          </a:p>
          <a:p>
            <a:pPr lvl="1" eaLnBrk="1" hangingPunct="1">
              <a:lnSpc>
                <a:spcPct val="140000"/>
              </a:lnSpc>
              <a:spcBef>
                <a:spcPts val="450"/>
              </a:spcBef>
              <a:spcAft>
                <a:spcPts val="0"/>
              </a:spcAft>
            </a:pPr>
            <a:r>
              <a:rPr lang="zh-CN" altLang="en-US" sz="1500" dirty="0">
                <a:solidFill>
                  <a:schemeClr val="dk1"/>
                </a:solidFill>
                <a:latin typeface="微软雅黑" panose="020B0503020204020204" charset="-122"/>
                <a:ea typeface="微软雅黑" panose="020B0503020204020204" charset="-122"/>
                <a:cs typeface="微软雅黑" panose="020B0503020204020204" charset="-122"/>
              </a:rPr>
              <a:t>若输入域是有序集合</a:t>
            </a:r>
            <a:r>
              <a:rPr lang="en-US" altLang="en-US" sz="1500" dirty="0">
                <a:solidFill>
                  <a:schemeClr val="dk1"/>
                </a:solidFill>
                <a:latin typeface="微软雅黑" panose="020B0503020204020204" charset="-122"/>
                <a:ea typeface="微软雅黑" panose="020B0503020204020204" charset="-122"/>
                <a:cs typeface="微软雅黑" panose="020B0503020204020204" charset="-122"/>
              </a:rPr>
              <a:t>(</a:t>
            </a:r>
            <a:r>
              <a:rPr lang="zh-CN" altLang="en-US" sz="1500" dirty="0">
                <a:solidFill>
                  <a:schemeClr val="dk1"/>
                </a:solidFill>
                <a:latin typeface="微软雅黑" panose="020B0503020204020204" charset="-122"/>
                <a:ea typeface="微软雅黑" panose="020B0503020204020204" charset="-122"/>
                <a:cs typeface="微软雅黑" panose="020B0503020204020204" charset="-122"/>
              </a:rPr>
              <a:t>如有序表、顺序文件等</a:t>
            </a:r>
            <a:r>
              <a:rPr lang="en-US" altLang="en-US" sz="1500" dirty="0">
                <a:solidFill>
                  <a:schemeClr val="dk1"/>
                </a:solidFill>
                <a:latin typeface="微软雅黑" panose="020B0503020204020204" charset="-122"/>
                <a:ea typeface="微软雅黑" panose="020B0503020204020204" charset="-122"/>
                <a:cs typeface="微软雅黑" panose="020B0503020204020204" charset="-122"/>
              </a:rPr>
              <a:t>)</a:t>
            </a:r>
            <a:r>
              <a:rPr lang="zh-CN" altLang="en-US" sz="1500" dirty="0">
                <a:solidFill>
                  <a:schemeClr val="dk1"/>
                </a:solidFill>
                <a:latin typeface="微软雅黑" panose="020B0503020204020204" charset="-122"/>
                <a:ea typeface="微软雅黑" panose="020B0503020204020204" charset="-122"/>
                <a:cs typeface="微软雅黑" panose="020B0503020204020204" charset="-122"/>
              </a:rPr>
              <a:t>，则选取集合中特定次序的数据作为边界，如第一个或最后一个数据等，如：数组。</a:t>
            </a:r>
          </a:p>
        </p:txBody>
      </p:sp>
      <p:sp>
        <p:nvSpPr>
          <p:cNvPr id="2" name="日期占位符 1"/>
          <p:cNvSpPr>
            <a:spLocks noGrp="1"/>
          </p:cNvSpPr>
          <p:nvPr>
            <p:ph type="dt" sz="half" idx="10"/>
            <p:custDataLst>
              <p:tags r:id="rId6"/>
            </p:custDataLst>
          </p:nvPr>
        </p:nvSpPr>
        <p:spPr/>
        <p:txBody>
          <a:bodyPr vert="horz" wrap="square" lIns="68580" tIns="34290" rIns="68580" bIns="34290" rtlCol="0" anchor="ctr">
            <a:normAutofit/>
          </a:bodyPr>
          <a:lstStyle>
            <a:defPPr>
              <a:defRPr lang="zh-CN"/>
            </a:defPPr>
            <a:lvl1pPr marL="0" algn="l"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dk1">
                    <a:tint val="75000"/>
                  </a:schemeClr>
                </a:solidFill>
                <a:latin typeface="微软雅黑" panose="020B0503020204020204" charset="-122"/>
                <a:sym typeface="+mn-ea"/>
              </a:rPr>
              <a:t>2024/3/12</a:t>
            </a:fld>
            <a:endParaRPr lang="zh-CN" altLang="en-US">
              <a:solidFill>
                <a:schemeClr val="dk1">
                  <a:tint val="75000"/>
                </a:schemeClr>
              </a:solidFill>
              <a:latin typeface="微软雅黑" panose="020B0503020204020204" charset="-122"/>
              <a:sym typeface="+mn-ea"/>
            </a:endParaRPr>
          </a:p>
        </p:txBody>
      </p:sp>
      <p:sp>
        <p:nvSpPr>
          <p:cNvPr id="5" name="灯片编号占位符 4"/>
          <p:cNvSpPr>
            <a:spLocks noGrp="1"/>
          </p:cNvSpPr>
          <p:nvPr>
            <p:ph type="sldNum" sz="quarter" idx="12"/>
            <p:custDataLst>
              <p:tags r:id="rId7"/>
            </p:custDataLst>
          </p:nvPr>
        </p:nvSpPr>
        <p:spPr/>
        <p:txBody>
          <a:bodyPr vert="horz" wrap="square" lIns="68580" tIns="34290" rIns="68580" bIns="34290" rtlCol="0" anchor="ctr">
            <a:normAutofit/>
          </a:bodyPr>
          <a:lstStyle>
            <a:defPPr>
              <a:defRPr lang="zh-CN"/>
            </a:defPPr>
            <a:lvl1pPr marL="0" algn="r"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dk1">
                    <a:tint val="75000"/>
                  </a:schemeClr>
                </a:solidFill>
                <a:latin typeface="微软雅黑" panose="020B0503020204020204" charset="-122"/>
                <a:sym typeface="+mn-ea"/>
              </a:rPr>
              <a:t>18</a:t>
            </a:fld>
            <a:endParaRPr lang="zh-CN" altLang="en-US">
              <a:solidFill>
                <a:schemeClr val="dk1">
                  <a:tint val="75000"/>
                </a:schemeClr>
              </a:solidFill>
              <a:latin typeface="微软雅黑" panose="020B0503020204020204" charset="-122"/>
              <a:sym typeface="+mn-ea"/>
            </a:endParaRPr>
          </a:p>
        </p:txBody>
      </p:sp>
    </p:spTree>
    <p:custDataLst>
      <p:tags r:id="rId1"/>
    </p:custData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9" name="图片 8"/>
          <p:cNvPicPr>
            <a:picLocks noChangeAspect="1"/>
          </p:cNvPicPr>
          <p:nvPr userDrawn="1">
            <p:custDataLst>
              <p:tags r:id="rId2"/>
            </p:custDataLst>
          </p:nvPr>
        </p:nvPicPr>
        <p:blipFill rotWithShape="1">
          <a:blip r:embed="rId9"/>
          <a:srcRect/>
          <a:stretch>
            <a:fillRect/>
          </a:stretch>
        </p:blipFill>
        <p:spPr>
          <a:xfrm>
            <a:off x="1143000" y="1"/>
            <a:ext cx="6858000" cy="208121"/>
          </a:xfrm>
          <a:prstGeom prst="rect">
            <a:avLst/>
          </a:prstGeom>
        </p:spPr>
      </p:pic>
      <p:pic>
        <p:nvPicPr>
          <p:cNvPr id="10" name="图片 9"/>
          <p:cNvPicPr>
            <a:picLocks noChangeAspect="1"/>
          </p:cNvPicPr>
          <p:nvPr userDrawn="1">
            <p:custDataLst>
              <p:tags r:id="rId3"/>
            </p:custDataLst>
          </p:nvPr>
        </p:nvPicPr>
        <p:blipFill rotWithShape="1">
          <a:blip r:embed="rId10"/>
          <a:srcRect/>
          <a:stretch>
            <a:fillRect/>
          </a:stretch>
        </p:blipFill>
        <p:spPr>
          <a:xfrm>
            <a:off x="1143000" y="4935379"/>
            <a:ext cx="6858000" cy="208121"/>
          </a:xfrm>
          <a:prstGeom prst="rect">
            <a:avLst/>
          </a:prstGeom>
        </p:spPr>
      </p:pic>
      <p:sp>
        <p:nvSpPr>
          <p:cNvPr id="3" name="内容占位符 2"/>
          <p:cNvSpPr>
            <a:spLocks noGrp="1"/>
          </p:cNvSpPr>
          <p:nvPr>
            <p:ph idx="4294967295"/>
            <p:custDataLst>
              <p:tags r:id="rId4"/>
            </p:custDataLst>
          </p:nvPr>
        </p:nvSpPr>
        <p:spPr>
          <a:xfrm>
            <a:off x="1519808" y="1219591"/>
            <a:ext cx="6104384" cy="3031260"/>
          </a:xfrm>
        </p:spPr>
        <p:txBody>
          <a:bodyPr vert="horz" wrap="square" lIns="67628" tIns="35243" rIns="67628" bIns="35243" rtlCol="0">
            <a:normAutofit fontScale="92500"/>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lvl="0" algn="l">
              <a:lnSpc>
                <a:spcPct val="140000"/>
              </a:lnSpc>
              <a:buClrTx/>
              <a:buSzTx/>
            </a:pPr>
            <a:r>
              <a:rPr sz="2100" b="1">
                <a:solidFill>
                  <a:schemeClr val="dk1"/>
                </a:solidFill>
                <a:latin typeface="微软雅黑" panose="020B0503020204020204" charset="-122"/>
                <a:cs typeface="微软雅黑" panose="020B0503020204020204" charset="-122"/>
              </a:rPr>
              <a:t>常见的边界值：</a:t>
            </a:r>
          </a:p>
          <a:p>
            <a:pPr marL="0" indent="0">
              <a:lnSpc>
                <a:spcPct val="140000"/>
              </a:lnSpc>
              <a:buNone/>
            </a:pPr>
            <a:r>
              <a:rPr sz="1800" b="1">
                <a:solidFill>
                  <a:schemeClr val="dk1"/>
                </a:solidFill>
                <a:latin typeface="微软雅黑" panose="020B0503020204020204" charset="-122"/>
                <a:cs typeface="微软雅黑" panose="020B0503020204020204" charset="-122"/>
              </a:rPr>
              <a:t>  </a:t>
            </a:r>
            <a:r>
              <a:rPr sz="1800">
                <a:solidFill>
                  <a:schemeClr val="dk1"/>
                </a:solidFill>
                <a:latin typeface="微软雅黑" panose="020B0503020204020204" charset="-122"/>
                <a:cs typeface="微软雅黑" panose="020B0503020204020204" charset="-122"/>
              </a:rPr>
              <a:t>1)对16-bit 的整数而言： 32767 和 -32768 是边界</a:t>
            </a:r>
          </a:p>
          <a:p>
            <a:pPr marL="0" indent="0">
              <a:lnSpc>
                <a:spcPct val="140000"/>
              </a:lnSpc>
              <a:buNone/>
            </a:pPr>
            <a:r>
              <a:rPr sz="1800">
                <a:solidFill>
                  <a:schemeClr val="dk1"/>
                </a:solidFill>
                <a:latin typeface="微软雅黑" panose="020B0503020204020204" charset="-122"/>
                <a:cs typeface="微软雅黑" panose="020B0503020204020204" charset="-122"/>
              </a:rPr>
              <a:t>  2)屏幕上光标在最左上、最右下位置</a:t>
            </a:r>
          </a:p>
          <a:p>
            <a:pPr marL="0" indent="0">
              <a:lnSpc>
                <a:spcPct val="140000"/>
              </a:lnSpc>
              <a:buNone/>
            </a:pPr>
            <a:r>
              <a:rPr sz="1800">
                <a:solidFill>
                  <a:schemeClr val="dk1"/>
                </a:solidFill>
                <a:latin typeface="微软雅黑" panose="020B0503020204020204" charset="-122"/>
                <a:cs typeface="微软雅黑" panose="020B0503020204020204" charset="-122"/>
              </a:rPr>
              <a:t>  3)报表的第一行和最后一行</a:t>
            </a:r>
          </a:p>
          <a:p>
            <a:pPr marL="0" indent="0">
              <a:lnSpc>
                <a:spcPct val="140000"/>
              </a:lnSpc>
              <a:buNone/>
            </a:pPr>
            <a:r>
              <a:rPr sz="1800">
                <a:solidFill>
                  <a:schemeClr val="dk1"/>
                </a:solidFill>
                <a:latin typeface="微软雅黑" panose="020B0503020204020204" charset="-122"/>
                <a:cs typeface="微软雅黑" panose="020B0503020204020204" charset="-122"/>
              </a:rPr>
              <a:t>  4)数组元素的第一个和最后一个</a:t>
            </a:r>
          </a:p>
          <a:p>
            <a:pPr marL="0" indent="0">
              <a:lnSpc>
                <a:spcPct val="140000"/>
              </a:lnSpc>
              <a:buNone/>
            </a:pPr>
            <a:r>
              <a:rPr sz="1800">
                <a:solidFill>
                  <a:schemeClr val="dk1"/>
                </a:solidFill>
                <a:latin typeface="微软雅黑" panose="020B0503020204020204" charset="-122"/>
                <a:cs typeface="微软雅黑" panose="020B0503020204020204" charset="-122"/>
              </a:rPr>
              <a:t>  5)循环的第 0 次、第 1 次和倒数第 2 次、最后一次</a:t>
            </a:r>
          </a:p>
        </p:txBody>
      </p:sp>
      <p:sp>
        <p:nvSpPr>
          <p:cNvPr id="4" name="Rectangle 2"/>
          <p:cNvSpPr>
            <a:spLocks noGrp="1"/>
          </p:cNvSpPr>
          <p:nvPr>
            <p:custDataLst>
              <p:tags r:id="rId5"/>
            </p:custDataLst>
          </p:nvPr>
        </p:nvSpPr>
        <p:spPr>
          <a:xfrm>
            <a:off x="1485900" y="91679"/>
            <a:ext cx="5657850" cy="971550"/>
          </a:xfrm>
          <a:prstGeom prst="rect">
            <a:avLst/>
          </a:prstGeom>
          <a:noFill/>
          <a:ln w="9525">
            <a:noFill/>
          </a:ln>
        </p:spPr>
        <p:txBody>
          <a:bodyPr vert="horz" wrap="square" lIns="68580" tIns="34290" rIns="68580" bIns="34290" anchor="b" anchorCtr="0"/>
          <a:lst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a:lstStyle>
          <a:p>
            <a:pPr eaLnBrk="1" hangingPunct="1"/>
            <a:r>
              <a:rPr lang="zh-CN" altLang="en-US" sz="2925" dirty="0">
                <a:gradFill>
                  <a:gsLst>
                    <a:gs pos="0">
                      <a:schemeClr val="accent1">
                        <a:lumMod val="75000"/>
                      </a:schemeClr>
                    </a:gs>
                    <a:gs pos="100000">
                      <a:srgbClr val="0E2557"/>
                    </a:gs>
                  </a:gsLst>
                  <a:lin scaled="0"/>
                </a:gradFill>
                <a:latin typeface="微软雅黑" panose="020B0503020204020204" charset="-122"/>
                <a:ea typeface="微软雅黑" panose="020B0503020204020204" charset="-122"/>
                <a:cs typeface="微软雅黑" panose="020B0503020204020204" charset="-122"/>
              </a:rPr>
              <a:t>边界值测试</a:t>
            </a:r>
          </a:p>
        </p:txBody>
      </p:sp>
      <p:sp>
        <p:nvSpPr>
          <p:cNvPr id="5" name="日期占位符 4"/>
          <p:cNvSpPr>
            <a:spLocks noGrp="1"/>
          </p:cNvSpPr>
          <p:nvPr>
            <p:ph type="dt" sz="half" idx="10"/>
            <p:custDataLst>
              <p:tags r:id="rId6"/>
            </p:custDataLst>
          </p:nvPr>
        </p:nvSpPr>
        <p:spPr/>
        <p:txBody>
          <a:bodyPr vert="horz" wrap="square" lIns="68580" tIns="34290" rIns="68580" bIns="34290" rtlCol="0" anchor="ctr">
            <a:normAutofit/>
          </a:bodyPr>
          <a:lstStyle>
            <a:defPPr>
              <a:defRPr lang="zh-CN"/>
            </a:defPPr>
            <a:lvl1pPr marL="0" algn="l"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dk1">
                    <a:tint val="75000"/>
                  </a:schemeClr>
                </a:solidFill>
                <a:latin typeface="微软雅黑" panose="020B0503020204020204" charset="-122"/>
                <a:sym typeface="+mn-ea"/>
              </a:rPr>
              <a:t>2024/3/12</a:t>
            </a:fld>
            <a:endParaRPr lang="zh-CN" altLang="en-US">
              <a:solidFill>
                <a:schemeClr val="dk1">
                  <a:tint val="75000"/>
                </a:schemeClr>
              </a:solidFill>
              <a:latin typeface="微软雅黑" panose="020B0503020204020204" charset="-122"/>
              <a:sym typeface="+mn-ea"/>
            </a:endParaRPr>
          </a:p>
        </p:txBody>
      </p:sp>
      <p:sp>
        <p:nvSpPr>
          <p:cNvPr id="6" name="灯片编号占位符 5"/>
          <p:cNvSpPr>
            <a:spLocks noGrp="1"/>
          </p:cNvSpPr>
          <p:nvPr>
            <p:ph type="sldNum" sz="quarter" idx="12"/>
            <p:custDataLst>
              <p:tags r:id="rId7"/>
            </p:custDataLst>
          </p:nvPr>
        </p:nvSpPr>
        <p:spPr/>
        <p:txBody>
          <a:bodyPr vert="horz" wrap="square" lIns="68580" tIns="34290" rIns="68580" bIns="34290" rtlCol="0" anchor="ctr">
            <a:normAutofit/>
          </a:bodyPr>
          <a:lstStyle>
            <a:defPPr>
              <a:defRPr lang="zh-CN"/>
            </a:defPPr>
            <a:lvl1pPr marL="0" algn="r"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dk1">
                    <a:tint val="75000"/>
                  </a:schemeClr>
                </a:solidFill>
                <a:latin typeface="微软雅黑" panose="020B0503020204020204" charset="-122"/>
                <a:sym typeface="+mn-ea"/>
              </a:rPr>
              <a:t>19</a:t>
            </a:fld>
            <a:endParaRPr lang="zh-CN" altLang="en-US">
              <a:solidFill>
                <a:schemeClr val="dk1">
                  <a:tint val="75000"/>
                </a:schemeClr>
              </a:solidFill>
              <a:latin typeface="微软雅黑" panose="020B0503020204020204" charset="-122"/>
              <a:sym typeface="+mn-ea"/>
            </a:endParaRPr>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图片 7"/>
          <p:cNvPicPr>
            <a:picLocks noChangeAspect="1"/>
          </p:cNvPicPr>
          <p:nvPr userDrawn="1">
            <p:custDataLst>
              <p:tags r:id="rId2"/>
            </p:custDataLst>
          </p:nvPr>
        </p:nvPicPr>
        <p:blipFill rotWithShape="1">
          <a:blip r:embed="rId10"/>
          <a:srcRect/>
          <a:stretch>
            <a:fillRect/>
          </a:stretch>
        </p:blipFill>
        <p:spPr>
          <a:xfrm>
            <a:off x="1143000" y="1"/>
            <a:ext cx="6858000" cy="208121"/>
          </a:xfrm>
          <a:prstGeom prst="rect">
            <a:avLst/>
          </a:prstGeom>
        </p:spPr>
      </p:pic>
      <p:pic>
        <p:nvPicPr>
          <p:cNvPr id="15" name="图片 14"/>
          <p:cNvPicPr>
            <a:picLocks noChangeAspect="1"/>
          </p:cNvPicPr>
          <p:nvPr userDrawn="1">
            <p:custDataLst>
              <p:tags r:id="rId3"/>
            </p:custDataLst>
          </p:nvPr>
        </p:nvPicPr>
        <p:blipFill rotWithShape="1">
          <a:blip r:embed="rId11"/>
          <a:srcRect/>
          <a:stretch>
            <a:fillRect/>
          </a:stretch>
        </p:blipFill>
        <p:spPr>
          <a:xfrm>
            <a:off x="1143000" y="4935379"/>
            <a:ext cx="6858000" cy="208121"/>
          </a:xfrm>
          <a:prstGeom prst="rect">
            <a:avLst/>
          </a:prstGeom>
        </p:spPr>
      </p:pic>
      <p:sp>
        <p:nvSpPr>
          <p:cNvPr id="3" name="Rectangle 2"/>
          <p:cNvSpPr>
            <a:spLocks noGrp="1"/>
          </p:cNvSpPr>
          <p:nvPr>
            <p:custDataLst>
              <p:tags r:id="rId4"/>
            </p:custDataLst>
          </p:nvPr>
        </p:nvSpPr>
        <p:spPr>
          <a:xfrm>
            <a:off x="1485900" y="91679"/>
            <a:ext cx="5657850" cy="971550"/>
          </a:xfrm>
          <a:prstGeom prst="rect">
            <a:avLst/>
          </a:prstGeom>
          <a:noFill/>
          <a:ln w="9525">
            <a:noFill/>
          </a:ln>
        </p:spPr>
        <p:txBody>
          <a:bodyPr vert="horz" wrap="square" lIns="68580" tIns="34290" rIns="68580" bIns="34290" anchor="b" anchorCtr="0"/>
          <a:lst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a:lstStyle>
          <a:p>
            <a:pPr eaLnBrk="1" hangingPunct="1"/>
            <a:r>
              <a:rPr lang="en-US" altLang="zh-CN" sz="2925" dirty="0">
                <a:solidFill>
                  <a:schemeClr val="accent1">
                    <a:lumMod val="75000"/>
                  </a:schemeClr>
                </a:solidFill>
                <a:latin typeface="微软雅黑" panose="020B0503020204020204" charset="-122"/>
                <a:ea typeface="微软雅黑" panose="020B0503020204020204" charset="-122"/>
                <a:cs typeface="微软雅黑" panose="020B0503020204020204" charset="-122"/>
              </a:rPr>
              <a:t>3.2 </a:t>
            </a:r>
            <a:r>
              <a:rPr lang="zh-CN" altLang="en-US" sz="2925" dirty="0">
                <a:solidFill>
                  <a:schemeClr val="accent1">
                    <a:lumMod val="75000"/>
                  </a:schemeClr>
                </a:solidFill>
                <a:latin typeface="微软雅黑" panose="020B0503020204020204" charset="-122"/>
                <a:ea typeface="微软雅黑" panose="020B0503020204020204" charset="-122"/>
                <a:cs typeface="微软雅黑" panose="020B0503020204020204" charset="-122"/>
              </a:rPr>
              <a:t>边界值测试</a:t>
            </a:r>
          </a:p>
        </p:txBody>
      </p:sp>
      <p:sp>
        <p:nvSpPr>
          <p:cNvPr id="4" name="Rectangle 3"/>
          <p:cNvSpPr>
            <a:spLocks noGrp="1"/>
          </p:cNvSpPr>
          <p:nvPr>
            <p:custDataLst>
              <p:tags r:id="rId5"/>
            </p:custDataLst>
          </p:nvPr>
        </p:nvSpPr>
        <p:spPr>
          <a:xfrm>
            <a:off x="1485900" y="1289447"/>
            <a:ext cx="6172200" cy="3308747"/>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a:lstStyle>
          <a:p>
            <a:pPr eaLnBrk="1" hangingPunct="1">
              <a:lnSpc>
                <a:spcPct val="140000"/>
              </a:lnSpc>
              <a:spcBef>
                <a:spcPts val="450"/>
              </a:spcBef>
              <a:spcAft>
                <a:spcPts val="0"/>
              </a:spcAft>
            </a:pPr>
            <a:r>
              <a:rPr lang="zh-CN" altLang="en-US" sz="2100" b="1" dirty="0">
                <a:solidFill>
                  <a:schemeClr val="dk1"/>
                </a:solidFill>
                <a:latin typeface="微软雅黑" panose="020B0503020204020204" charset="-122"/>
                <a:ea typeface="微软雅黑" panose="020B0503020204020204" charset="-122"/>
              </a:rPr>
              <a:t>针对某个输入条件确定边界点时，可基于如下的思路：</a:t>
            </a:r>
            <a:endParaRPr lang="en-US" altLang="zh-CN" sz="2100" b="1" dirty="0">
              <a:solidFill>
                <a:schemeClr val="dk1"/>
              </a:solidFill>
              <a:latin typeface="微软雅黑" panose="020B0503020204020204" charset="-122"/>
              <a:ea typeface="微软雅黑" panose="020B0503020204020204" charset="-122"/>
            </a:endParaRPr>
          </a:p>
          <a:p>
            <a:pPr lvl="1" eaLnBrk="1" hangingPunct="1">
              <a:lnSpc>
                <a:spcPct val="140000"/>
              </a:lnSpc>
              <a:spcBef>
                <a:spcPts val="450"/>
              </a:spcBef>
              <a:spcAft>
                <a:spcPts val="0"/>
              </a:spcAft>
            </a:pPr>
            <a:r>
              <a:rPr lang="zh-CN" altLang="en-US" sz="1800" dirty="0">
                <a:solidFill>
                  <a:schemeClr val="dk1"/>
                </a:solidFill>
                <a:latin typeface="微软雅黑" panose="020B0503020204020204" charset="-122"/>
                <a:ea typeface="微软雅黑" panose="020B0503020204020204" charset="-122"/>
              </a:rPr>
              <a:t>在需求描述中寻找最大极限边界；</a:t>
            </a:r>
            <a:endParaRPr lang="en-US" altLang="zh-CN" sz="1800" dirty="0">
              <a:solidFill>
                <a:schemeClr val="dk1"/>
              </a:solidFill>
              <a:latin typeface="微软雅黑" panose="020B0503020204020204" charset="-122"/>
              <a:ea typeface="微软雅黑" panose="020B0503020204020204" charset="-122"/>
            </a:endParaRPr>
          </a:p>
          <a:p>
            <a:pPr lvl="1" eaLnBrk="1" hangingPunct="1">
              <a:lnSpc>
                <a:spcPct val="140000"/>
              </a:lnSpc>
              <a:spcBef>
                <a:spcPts val="450"/>
              </a:spcBef>
              <a:spcAft>
                <a:spcPts val="0"/>
              </a:spcAft>
            </a:pPr>
            <a:r>
              <a:rPr lang="zh-CN" altLang="en-US" sz="1800" dirty="0">
                <a:solidFill>
                  <a:schemeClr val="dk1"/>
                </a:solidFill>
                <a:latin typeface="微软雅黑" panose="020B0503020204020204" charset="-122"/>
                <a:ea typeface="微软雅黑" panose="020B0503020204020204" charset="-122"/>
              </a:rPr>
              <a:t>寻找其他边界，特征是：当在某点附近一个极小的邻域内变化时，系统处理方式完全不同；</a:t>
            </a:r>
            <a:endParaRPr lang="en-US" altLang="zh-CN" sz="1800" dirty="0">
              <a:solidFill>
                <a:schemeClr val="dk1"/>
              </a:solidFill>
              <a:latin typeface="微软雅黑" panose="020B0503020204020204" charset="-122"/>
              <a:ea typeface="微软雅黑" panose="020B0503020204020204" charset="-122"/>
            </a:endParaRPr>
          </a:p>
          <a:p>
            <a:pPr lvl="1" eaLnBrk="1" hangingPunct="1">
              <a:lnSpc>
                <a:spcPct val="140000"/>
              </a:lnSpc>
              <a:spcBef>
                <a:spcPts val="450"/>
              </a:spcBef>
              <a:spcAft>
                <a:spcPts val="0"/>
              </a:spcAft>
            </a:pPr>
            <a:r>
              <a:rPr lang="zh-CN" altLang="en-US" sz="1800" dirty="0">
                <a:solidFill>
                  <a:schemeClr val="dk1"/>
                </a:solidFill>
                <a:latin typeface="微软雅黑" panose="020B0503020204020204" charset="-122"/>
                <a:ea typeface="微软雅黑" panose="020B0503020204020204" charset="-122"/>
              </a:rPr>
              <a:t>关注在软件内部的边界点，称为次边界条件或内部边界条件。</a:t>
            </a:r>
          </a:p>
        </p:txBody>
      </p:sp>
      <p:sp>
        <p:nvSpPr>
          <p:cNvPr id="2" name="日期占位符 1"/>
          <p:cNvSpPr>
            <a:spLocks noGrp="1"/>
          </p:cNvSpPr>
          <p:nvPr>
            <p:ph type="dt" sz="half" idx="10"/>
            <p:custDataLst>
              <p:tags r:id="rId6"/>
            </p:custDataLst>
          </p:nvPr>
        </p:nvSpPr>
        <p:spPr/>
        <p:txBody>
          <a:bodyPr vert="horz" wrap="square" lIns="68580" tIns="34290" rIns="68580" bIns="34290" rtlCol="0" anchor="ctr">
            <a:normAutofit/>
          </a:bodyPr>
          <a:lstStyle>
            <a:defPPr>
              <a:defRPr lang="zh-CN"/>
            </a:defPPr>
            <a:lvl1pPr marL="0" algn="l"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dk1">
                    <a:tint val="75000"/>
                  </a:schemeClr>
                </a:solidFill>
                <a:latin typeface="微软雅黑" panose="020B0503020204020204" charset="-122"/>
                <a:sym typeface="+mn-ea"/>
              </a:rPr>
              <a:t>2024/3/12</a:t>
            </a:fld>
            <a:endParaRPr lang="zh-CN" altLang="en-US">
              <a:solidFill>
                <a:schemeClr val="dk1">
                  <a:tint val="75000"/>
                </a:schemeClr>
              </a:solidFill>
              <a:latin typeface="微软雅黑" panose="020B0503020204020204" charset="-122"/>
              <a:sym typeface="+mn-ea"/>
            </a:endParaRPr>
          </a:p>
        </p:txBody>
      </p:sp>
      <p:sp>
        <p:nvSpPr>
          <p:cNvPr id="5" name="灯片编号占位符 4"/>
          <p:cNvSpPr>
            <a:spLocks noGrp="1"/>
          </p:cNvSpPr>
          <p:nvPr>
            <p:ph type="sldNum" sz="quarter" idx="12"/>
            <p:custDataLst>
              <p:tags r:id="rId7"/>
            </p:custDataLst>
          </p:nvPr>
        </p:nvSpPr>
        <p:spPr/>
        <p:txBody>
          <a:bodyPr vert="horz" wrap="square" lIns="68580" tIns="34290" rIns="68580" bIns="34290" rtlCol="0" anchor="ctr">
            <a:normAutofit/>
          </a:bodyPr>
          <a:lstStyle>
            <a:defPPr>
              <a:defRPr lang="zh-CN"/>
            </a:defPPr>
            <a:lvl1pPr marL="0" algn="r"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dk1">
                    <a:tint val="75000"/>
                  </a:schemeClr>
                </a:solidFill>
                <a:latin typeface="微软雅黑" panose="020B0503020204020204" charset="-122"/>
                <a:sym typeface="+mn-ea"/>
              </a:rPr>
              <a:t>20</a:t>
            </a:fld>
            <a:endParaRPr lang="zh-CN" altLang="en-US">
              <a:solidFill>
                <a:schemeClr val="dk1">
                  <a:tint val="75000"/>
                </a:schemeClr>
              </a:solidFill>
              <a:latin typeface="微软雅黑" panose="020B0503020204020204" charset="-122"/>
              <a:sym typeface="+mn-ea"/>
            </a:endParaRPr>
          </a:p>
        </p:txBody>
      </p:sp>
    </p:spTree>
    <p:custDataLst>
      <p:tags r:id="rId1"/>
    </p:custData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图片 7"/>
          <p:cNvPicPr>
            <a:picLocks noChangeAspect="1"/>
          </p:cNvPicPr>
          <p:nvPr userDrawn="1">
            <p:custDataLst>
              <p:tags r:id="rId2"/>
            </p:custDataLst>
          </p:nvPr>
        </p:nvPicPr>
        <p:blipFill rotWithShape="1">
          <a:blip r:embed="rId9"/>
          <a:srcRect/>
          <a:stretch>
            <a:fillRect/>
          </a:stretch>
        </p:blipFill>
        <p:spPr>
          <a:xfrm>
            <a:off x="1143000" y="1"/>
            <a:ext cx="6858000" cy="208121"/>
          </a:xfrm>
          <a:prstGeom prst="rect">
            <a:avLst/>
          </a:prstGeom>
        </p:spPr>
      </p:pic>
      <p:pic>
        <p:nvPicPr>
          <p:cNvPr id="15" name="图片 14"/>
          <p:cNvPicPr>
            <a:picLocks noChangeAspect="1"/>
          </p:cNvPicPr>
          <p:nvPr userDrawn="1">
            <p:custDataLst>
              <p:tags r:id="rId3"/>
            </p:custDataLst>
          </p:nvPr>
        </p:nvPicPr>
        <p:blipFill rotWithShape="1">
          <a:blip r:embed="rId10"/>
          <a:srcRect/>
          <a:stretch>
            <a:fillRect/>
          </a:stretch>
        </p:blipFill>
        <p:spPr>
          <a:xfrm>
            <a:off x="1143000" y="4935379"/>
            <a:ext cx="6858000" cy="208121"/>
          </a:xfrm>
          <a:prstGeom prst="rect">
            <a:avLst/>
          </a:prstGeom>
        </p:spPr>
      </p:pic>
      <p:sp>
        <p:nvSpPr>
          <p:cNvPr id="3" name="Rectangle 2"/>
          <p:cNvSpPr>
            <a:spLocks noGrp="1"/>
          </p:cNvSpPr>
          <p:nvPr>
            <p:custDataLst>
              <p:tags r:id="rId4"/>
            </p:custDataLst>
          </p:nvPr>
        </p:nvSpPr>
        <p:spPr>
          <a:xfrm>
            <a:off x="1485900" y="91679"/>
            <a:ext cx="5657850" cy="971550"/>
          </a:xfrm>
          <a:prstGeom prst="rect">
            <a:avLst/>
          </a:prstGeom>
          <a:noFill/>
          <a:ln w="9525">
            <a:noFill/>
          </a:ln>
        </p:spPr>
        <p:txBody>
          <a:bodyPr vert="horz" wrap="square" lIns="68580" tIns="34290" rIns="68580" bIns="34290" anchor="b" anchorCtr="0"/>
          <a:lst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a:lstStyle>
          <a:p>
            <a:pPr eaLnBrk="1" hangingPunct="1"/>
            <a:r>
              <a:rPr lang="zh-CN" altLang="en-US" sz="2925" dirty="0">
                <a:solidFill>
                  <a:schemeClr val="accent1">
                    <a:lumMod val="75000"/>
                  </a:schemeClr>
                </a:solidFill>
                <a:latin typeface="微软雅黑" panose="020B0503020204020204" charset="-122"/>
                <a:ea typeface="微软雅黑" panose="020B0503020204020204" charset="-122"/>
                <a:cs typeface="微软雅黑" panose="020B0503020204020204" charset="-122"/>
              </a:rPr>
              <a:t>边界值测试</a:t>
            </a:r>
          </a:p>
        </p:txBody>
      </p:sp>
      <p:sp>
        <p:nvSpPr>
          <p:cNvPr id="4" name="Rectangle 3"/>
          <p:cNvSpPr>
            <a:spLocks noGrp="1"/>
          </p:cNvSpPr>
          <p:nvPr>
            <p:custDataLst>
              <p:tags r:id="rId5"/>
            </p:custDataLst>
          </p:nvPr>
        </p:nvSpPr>
        <p:spPr>
          <a:xfrm>
            <a:off x="1485900" y="1289447"/>
            <a:ext cx="6172200" cy="3308747"/>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a:lstStyle>
          <a:p>
            <a:pPr eaLnBrk="1" hangingPunct="1">
              <a:lnSpc>
                <a:spcPct val="160000"/>
              </a:lnSpc>
              <a:spcBef>
                <a:spcPts val="450"/>
              </a:spcBef>
              <a:spcAft>
                <a:spcPts val="0"/>
              </a:spcAft>
            </a:pPr>
            <a:r>
              <a:rPr lang="zh-CN" altLang="en-US" sz="2100" b="1" dirty="0">
                <a:solidFill>
                  <a:schemeClr val="dk1"/>
                </a:solidFill>
                <a:latin typeface="微软雅黑" panose="020B0503020204020204" charset="-122"/>
                <a:ea typeface="微软雅黑" panose="020B0503020204020204" charset="-122"/>
                <a:cs typeface="微软雅黑" panose="020B0503020204020204" charset="-122"/>
              </a:rPr>
              <a:t>边界点附近邻域的设置：</a:t>
            </a:r>
          </a:p>
          <a:p>
            <a:pPr lvl="1" eaLnBrk="1" hangingPunct="1">
              <a:lnSpc>
                <a:spcPct val="160000"/>
              </a:lnSpc>
              <a:spcBef>
                <a:spcPts val="450"/>
              </a:spcBef>
              <a:spcAft>
                <a:spcPts val="0"/>
              </a:spcAft>
            </a:pPr>
            <a:r>
              <a:rPr lang="zh-CN" altLang="en-US" sz="1500" dirty="0">
                <a:solidFill>
                  <a:schemeClr val="dk1"/>
                </a:solidFill>
                <a:latin typeface="微软雅黑" panose="020B0503020204020204" charset="-122"/>
                <a:ea typeface="微软雅黑" panose="020B0503020204020204" charset="-122"/>
                <a:cs typeface="微软雅黑" panose="020B0503020204020204" charset="-122"/>
              </a:rPr>
              <a:t>对于每个输入条件的每个边界点</a:t>
            </a:r>
            <a:r>
              <a:rPr lang="en-US" altLang="en-US" sz="1500" dirty="0">
                <a:solidFill>
                  <a:schemeClr val="dk1"/>
                </a:solidFill>
                <a:latin typeface="微软雅黑" panose="020B0503020204020204" charset="-122"/>
                <a:ea typeface="微软雅黑" panose="020B0503020204020204" charset="-122"/>
                <a:cs typeface="微软雅黑" panose="020B0503020204020204" charset="-122"/>
              </a:rPr>
              <a:t>(</a:t>
            </a:r>
            <a:r>
              <a:rPr lang="zh-CN" altLang="en-US" sz="1500" dirty="0">
                <a:solidFill>
                  <a:schemeClr val="dk1"/>
                </a:solidFill>
                <a:latin typeface="微软雅黑" panose="020B0503020204020204" charset="-122"/>
                <a:ea typeface="微软雅黑" panose="020B0503020204020204" charset="-122"/>
                <a:cs typeface="微软雅黑" panose="020B0503020204020204" charset="-122"/>
              </a:rPr>
              <a:t>设为</a:t>
            </a:r>
            <a:r>
              <a:rPr lang="en-US" altLang="zh-CN" sz="1500" i="1" dirty="0">
                <a:solidFill>
                  <a:schemeClr val="dk1"/>
                </a:solidFill>
                <a:latin typeface="微软雅黑" panose="020B0503020204020204" charset="-122"/>
                <a:ea typeface="微软雅黑" panose="020B0503020204020204" charset="-122"/>
                <a:cs typeface="微软雅黑" panose="020B0503020204020204" charset="-122"/>
              </a:rPr>
              <a:t>P</a:t>
            </a:r>
            <a:r>
              <a:rPr lang="zh-CN" altLang="en-US" sz="1500" dirty="0">
                <a:solidFill>
                  <a:schemeClr val="dk1"/>
                </a:solidFill>
                <a:latin typeface="微软雅黑" panose="020B0503020204020204" charset="-122"/>
                <a:ea typeface="微软雅黑" panose="020B0503020204020204" charset="-122"/>
                <a:cs typeface="微软雅黑" panose="020B0503020204020204" charset="-122"/>
              </a:rPr>
              <a:t>点</a:t>
            </a:r>
            <a:r>
              <a:rPr lang="en-US" altLang="en-US" sz="1500" dirty="0">
                <a:solidFill>
                  <a:schemeClr val="dk1"/>
                </a:solidFill>
                <a:latin typeface="微软雅黑" panose="020B0503020204020204" charset="-122"/>
                <a:ea typeface="微软雅黑" panose="020B0503020204020204" charset="-122"/>
                <a:cs typeface="微软雅黑" panose="020B0503020204020204" charset="-122"/>
              </a:rPr>
              <a:t>)</a:t>
            </a:r>
            <a:r>
              <a:rPr lang="zh-CN" altLang="en-US" sz="1500" dirty="0">
                <a:solidFill>
                  <a:schemeClr val="dk1"/>
                </a:solidFill>
                <a:latin typeface="微软雅黑" panose="020B0503020204020204" charset="-122"/>
                <a:ea typeface="微软雅黑" panose="020B0503020204020204" charset="-122"/>
                <a:cs typeface="微软雅黑" panose="020B0503020204020204" charset="-122"/>
              </a:rPr>
              <a:t>，需在该点附近确定大小为</a:t>
            </a:r>
            <a:r>
              <a:rPr lang="en-US" altLang="en-US" sz="1500" dirty="0">
                <a:solidFill>
                  <a:schemeClr val="dk1"/>
                </a:solidFill>
                <a:latin typeface="微软雅黑" panose="020B0503020204020204" charset="-122"/>
                <a:ea typeface="微软雅黑" panose="020B0503020204020204" charset="-122"/>
                <a:cs typeface="微软雅黑" panose="020B0503020204020204" charset="-122"/>
              </a:rPr>
              <a:t>1</a:t>
            </a:r>
            <a:r>
              <a:rPr lang="zh-CN" altLang="en-US" sz="1500" dirty="0">
                <a:solidFill>
                  <a:schemeClr val="dk1"/>
                </a:solidFill>
                <a:latin typeface="微软雅黑" panose="020B0503020204020204" charset="-122"/>
                <a:ea typeface="微软雅黑" panose="020B0503020204020204" charset="-122"/>
                <a:cs typeface="微软雅黑" panose="020B0503020204020204" charset="-122"/>
              </a:rPr>
              <a:t>的邻域，并基于所有输入条件的所有边界点及其邻域来设计测试用例。</a:t>
            </a:r>
            <a:endParaRPr lang="en-US" altLang="zh-CN" sz="1500" dirty="0">
              <a:solidFill>
                <a:schemeClr val="dk1"/>
              </a:solidFill>
              <a:latin typeface="微软雅黑" panose="020B0503020204020204" charset="-122"/>
              <a:ea typeface="微软雅黑" panose="020B0503020204020204" charset="-122"/>
              <a:cs typeface="微软雅黑" panose="020B0503020204020204" charset="-122"/>
            </a:endParaRPr>
          </a:p>
          <a:p>
            <a:pPr lvl="1" eaLnBrk="1" hangingPunct="1">
              <a:lnSpc>
                <a:spcPct val="160000"/>
              </a:lnSpc>
              <a:spcBef>
                <a:spcPts val="450"/>
              </a:spcBef>
              <a:spcAft>
                <a:spcPts val="0"/>
              </a:spcAft>
            </a:pPr>
            <a:r>
              <a:rPr lang="zh-CN" altLang="en-US" sz="1500" dirty="0">
                <a:solidFill>
                  <a:schemeClr val="dk1"/>
                </a:solidFill>
                <a:latin typeface="微软雅黑" panose="020B0503020204020204" charset="-122"/>
                <a:ea typeface="微软雅黑" panose="020B0503020204020204" charset="-122"/>
                <a:cs typeface="微软雅黑" panose="020B0503020204020204" charset="-122"/>
              </a:rPr>
              <a:t>注意：这里的“</a:t>
            </a:r>
            <a:r>
              <a:rPr lang="en-US" altLang="en-US" sz="1500" dirty="0">
                <a:solidFill>
                  <a:schemeClr val="dk1"/>
                </a:solidFill>
                <a:latin typeface="微软雅黑" panose="020B0503020204020204" charset="-122"/>
                <a:ea typeface="微软雅黑" panose="020B0503020204020204" charset="-122"/>
                <a:cs typeface="微软雅黑" panose="020B0503020204020204" charset="-122"/>
              </a:rPr>
              <a:t>1</a:t>
            </a:r>
            <a:r>
              <a:rPr lang="zh-CN" altLang="en-US" sz="1500" dirty="0">
                <a:solidFill>
                  <a:schemeClr val="dk1"/>
                </a:solidFill>
                <a:latin typeface="微软雅黑" panose="020B0503020204020204" charset="-122"/>
                <a:ea typeface="微软雅黑" panose="020B0503020204020204" charset="-122"/>
                <a:cs typeface="微软雅黑" panose="020B0503020204020204" charset="-122"/>
              </a:rPr>
              <a:t>”是指</a:t>
            </a:r>
            <a:r>
              <a:rPr lang="en-US" altLang="en-US" sz="1500" dirty="0">
                <a:solidFill>
                  <a:schemeClr val="dk1"/>
                </a:solidFill>
                <a:latin typeface="微软雅黑" panose="020B0503020204020204" charset="-122"/>
                <a:ea typeface="微软雅黑" panose="020B0503020204020204" charset="-122"/>
                <a:cs typeface="微软雅黑" panose="020B0503020204020204" charset="-122"/>
              </a:rPr>
              <a:t>1</a:t>
            </a:r>
            <a:r>
              <a:rPr lang="zh-CN" altLang="en-US" sz="1500" dirty="0">
                <a:solidFill>
                  <a:schemeClr val="dk1"/>
                </a:solidFill>
                <a:latin typeface="微软雅黑" panose="020B0503020204020204" charset="-122"/>
                <a:ea typeface="微软雅黑" panose="020B0503020204020204" charset="-122"/>
                <a:cs typeface="微软雅黑" panose="020B0503020204020204" charset="-122"/>
              </a:rPr>
              <a:t>个单位长度，并未数字意义上的“</a:t>
            </a:r>
            <a:r>
              <a:rPr lang="en-US" altLang="en-US" sz="1500" dirty="0">
                <a:solidFill>
                  <a:schemeClr val="dk1"/>
                </a:solidFill>
                <a:latin typeface="微软雅黑" panose="020B0503020204020204" charset="-122"/>
                <a:ea typeface="微软雅黑" panose="020B0503020204020204" charset="-122"/>
                <a:cs typeface="微软雅黑" panose="020B0503020204020204" charset="-122"/>
              </a:rPr>
              <a:t>1</a:t>
            </a:r>
            <a:r>
              <a:rPr lang="zh-CN" altLang="en-US" sz="1500" dirty="0">
                <a:solidFill>
                  <a:schemeClr val="dk1"/>
                </a:solidFill>
                <a:latin typeface="微软雅黑" panose="020B0503020204020204" charset="-122"/>
                <a:ea typeface="微软雅黑" panose="020B0503020204020204" charset="-122"/>
                <a:cs typeface="微软雅黑" panose="020B0503020204020204" charset="-122"/>
              </a:rPr>
              <a:t>”。</a:t>
            </a:r>
          </a:p>
          <a:p>
            <a:pPr lvl="1" eaLnBrk="1" hangingPunct="1">
              <a:lnSpc>
                <a:spcPct val="160000"/>
              </a:lnSpc>
              <a:spcBef>
                <a:spcPts val="450"/>
              </a:spcBef>
              <a:spcAft>
                <a:spcPts val="0"/>
              </a:spcAft>
            </a:pPr>
            <a:r>
              <a:rPr lang="zh-CN" altLang="en-US" sz="1500" dirty="0">
                <a:solidFill>
                  <a:schemeClr val="dk1"/>
                </a:solidFill>
                <a:latin typeface="微软雅黑" panose="020B0503020204020204" charset="-122"/>
                <a:ea typeface="微软雅黑" panose="020B0503020204020204" charset="-122"/>
                <a:cs typeface="微软雅黑" panose="020B0503020204020204" charset="-122"/>
              </a:rPr>
              <a:t>例如：输入工资要求</a:t>
            </a:r>
            <a:r>
              <a:rPr lang="en-US" altLang="zh-CN" sz="1500" dirty="0">
                <a:solidFill>
                  <a:schemeClr val="dk1"/>
                </a:solidFill>
                <a:latin typeface="微软雅黑" panose="020B0503020204020204" charset="-122"/>
                <a:ea typeface="微软雅黑" panose="020B0503020204020204" charset="-122"/>
                <a:cs typeface="微软雅黑" panose="020B0503020204020204" charset="-122"/>
              </a:rPr>
              <a:t>1~30000</a:t>
            </a:r>
            <a:r>
              <a:rPr lang="zh-CN" altLang="en-US" sz="1500" dirty="0">
                <a:solidFill>
                  <a:schemeClr val="dk1"/>
                </a:solidFill>
                <a:latin typeface="微软雅黑" panose="020B0503020204020204" charset="-122"/>
                <a:ea typeface="微软雅黑" panose="020B0503020204020204" charset="-122"/>
                <a:cs typeface="微软雅黑" panose="020B0503020204020204" charset="-122"/>
              </a:rPr>
              <a:t>之间，最多</a:t>
            </a:r>
            <a:r>
              <a:rPr lang="en-US" altLang="zh-CN" sz="1500" dirty="0">
                <a:solidFill>
                  <a:schemeClr val="dk1"/>
                </a:solidFill>
                <a:latin typeface="微软雅黑" panose="020B0503020204020204" charset="-122"/>
                <a:ea typeface="微软雅黑" panose="020B0503020204020204" charset="-122"/>
                <a:cs typeface="微软雅黑" panose="020B0503020204020204" charset="-122"/>
              </a:rPr>
              <a:t>2</a:t>
            </a:r>
            <a:r>
              <a:rPr lang="zh-CN" altLang="en-US" sz="1500" dirty="0">
                <a:solidFill>
                  <a:schemeClr val="dk1"/>
                </a:solidFill>
                <a:latin typeface="微软雅黑" panose="020B0503020204020204" charset="-122"/>
                <a:ea typeface="微软雅黑" panose="020B0503020204020204" charset="-122"/>
                <a:cs typeface="微软雅黑" panose="020B0503020204020204" charset="-122"/>
              </a:rPr>
              <a:t>位小数。</a:t>
            </a:r>
          </a:p>
        </p:txBody>
      </p:sp>
      <p:sp>
        <p:nvSpPr>
          <p:cNvPr id="2" name="日期占位符 1"/>
          <p:cNvSpPr>
            <a:spLocks noGrp="1"/>
          </p:cNvSpPr>
          <p:nvPr>
            <p:ph type="dt" sz="half" idx="10"/>
            <p:custDataLst>
              <p:tags r:id="rId6"/>
            </p:custDataLst>
          </p:nvPr>
        </p:nvSpPr>
        <p:spPr/>
        <p:txBody>
          <a:bodyPr vert="horz" wrap="square" lIns="68580" tIns="34290" rIns="68580" bIns="34290" rtlCol="0" anchor="ctr">
            <a:normAutofit/>
          </a:bodyPr>
          <a:lstStyle>
            <a:defPPr>
              <a:defRPr lang="zh-CN"/>
            </a:defPPr>
            <a:lvl1pPr marL="0" algn="l"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dk1">
                    <a:tint val="75000"/>
                  </a:schemeClr>
                </a:solidFill>
                <a:latin typeface="微软雅黑" panose="020B0503020204020204" charset="-122"/>
                <a:sym typeface="+mn-ea"/>
              </a:rPr>
              <a:t>2024/3/12</a:t>
            </a:fld>
            <a:endParaRPr lang="zh-CN" altLang="en-US">
              <a:solidFill>
                <a:schemeClr val="dk1">
                  <a:tint val="75000"/>
                </a:schemeClr>
              </a:solidFill>
              <a:latin typeface="微软雅黑" panose="020B0503020204020204" charset="-122"/>
              <a:sym typeface="+mn-ea"/>
            </a:endParaRPr>
          </a:p>
        </p:txBody>
      </p:sp>
      <p:sp>
        <p:nvSpPr>
          <p:cNvPr id="5" name="灯片编号占位符 4"/>
          <p:cNvSpPr>
            <a:spLocks noGrp="1"/>
          </p:cNvSpPr>
          <p:nvPr>
            <p:ph type="sldNum" sz="quarter" idx="12"/>
            <p:custDataLst>
              <p:tags r:id="rId7"/>
            </p:custDataLst>
          </p:nvPr>
        </p:nvSpPr>
        <p:spPr/>
        <p:txBody>
          <a:bodyPr vert="horz" wrap="square" lIns="68580" tIns="34290" rIns="68580" bIns="34290" rtlCol="0" anchor="ctr">
            <a:normAutofit/>
          </a:bodyPr>
          <a:lstStyle>
            <a:defPPr>
              <a:defRPr lang="zh-CN"/>
            </a:defPPr>
            <a:lvl1pPr marL="0" algn="r"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dk1">
                    <a:tint val="75000"/>
                  </a:schemeClr>
                </a:solidFill>
                <a:latin typeface="微软雅黑" panose="020B0503020204020204" charset="-122"/>
                <a:sym typeface="+mn-ea"/>
              </a:rPr>
              <a:t>21</a:t>
            </a:fld>
            <a:endParaRPr lang="zh-CN" altLang="en-US">
              <a:solidFill>
                <a:schemeClr val="dk1">
                  <a:tint val="75000"/>
                </a:schemeClr>
              </a:solidFill>
              <a:latin typeface="微软雅黑" panose="020B0503020204020204" charset="-122"/>
              <a:sym typeface="+mn-ea"/>
            </a:endParaRPr>
          </a:p>
        </p:txBody>
      </p:sp>
      <p:grpSp>
        <p:nvGrpSpPr>
          <p:cNvPr id="17" name="组合 16"/>
          <p:cNvGrpSpPr/>
          <p:nvPr/>
        </p:nvGrpSpPr>
        <p:grpSpPr>
          <a:xfrm>
            <a:off x="1925479" y="4023836"/>
            <a:ext cx="5319236" cy="337185"/>
            <a:chOff x="1643" y="8449"/>
            <a:chExt cx="11169" cy="708"/>
          </a:xfrm>
        </p:grpSpPr>
        <p:cxnSp>
          <p:nvCxnSpPr>
            <p:cNvPr id="6" name="直接箭头连接符 5"/>
            <p:cNvCxnSpPr/>
            <p:nvPr/>
          </p:nvCxnSpPr>
          <p:spPr>
            <a:xfrm>
              <a:off x="1643" y="9029"/>
              <a:ext cx="11169" cy="0"/>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sp>
          <p:nvSpPr>
            <p:cNvPr id="7" name="文本框 6"/>
            <p:cNvSpPr txBox="1"/>
            <p:nvPr/>
          </p:nvSpPr>
          <p:spPr>
            <a:xfrm>
              <a:off x="2097" y="8449"/>
              <a:ext cx="10323" cy="630"/>
            </a:xfrm>
            <a:prstGeom prst="rect">
              <a:avLst/>
            </a:prstGeom>
            <a:noFill/>
          </p:spPr>
          <p:txBody>
            <a:bodyPr wrap="square" rtlCol="0">
              <a:spAutoFit/>
            </a:bodyPr>
            <a:lstStyle/>
            <a:p>
              <a:r>
                <a:rPr lang="en-US" altLang="zh-CN" sz="1350"/>
                <a:t>0.99   1    1.01                               29999.99   30000   30000.01</a:t>
              </a:r>
            </a:p>
          </p:txBody>
        </p:sp>
        <p:sp>
          <p:nvSpPr>
            <p:cNvPr id="10" name="矩形 9"/>
            <p:cNvSpPr/>
            <p:nvPr/>
          </p:nvSpPr>
          <p:spPr>
            <a:xfrm>
              <a:off x="3276" y="8915"/>
              <a:ext cx="119" cy="22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sz="1350"/>
            </a:p>
          </p:txBody>
        </p:sp>
        <p:sp>
          <p:nvSpPr>
            <p:cNvPr id="11" name="矩形 10"/>
            <p:cNvSpPr/>
            <p:nvPr/>
          </p:nvSpPr>
          <p:spPr>
            <a:xfrm>
              <a:off x="4116" y="8918"/>
              <a:ext cx="119" cy="22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sz="1350"/>
            </a:p>
          </p:txBody>
        </p:sp>
        <p:sp>
          <p:nvSpPr>
            <p:cNvPr id="12" name="矩形 11"/>
            <p:cNvSpPr/>
            <p:nvPr/>
          </p:nvSpPr>
          <p:spPr>
            <a:xfrm>
              <a:off x="8901" y="8930"/>
              <a:ext cx="119" cy="22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sz="1350"/>
            </a:p>
          </p:txBody>
        </p:sp>
        <p:sp>
          <p:nvSpPr>
            <p:cNvPr id="13" name="矩形 12"/>
            <p:cNvSpPr/>
            <p:nvPr/>
          </p:nvSpPr>
          <p:spPr>
            <a:xfrm>
              <a:off x="9808" y="8898"/>
              <a:ext cx="119" cy="22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sz="1350"/>
            </a:p>
          </p:txBody>
        </p:sp>
        <p:sp>
          <p:nvSpPr>
            <p:cNvPr id="14" name="矩形 13"/>
            <p:cNvSpPr/>
            <p:nvPr/>
          </p:nvSpPr>
          <p:spPr>
            <a:xfrm>
              <a:off x="10715" y="8898"/>
              <a:ext cx="119" cy="22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sz="1350"/>
            </a:p>
          </p:txBody>
        </p:sp>
        <p:sp>
          <p:nvSpPr>
            <p:cNvPr id="16" name="矩形 15"/>
            <p:cNvSpPr/>
            <p:nvPr/>
          </p:nvSpPr>
          <p:spPr>
            <a:xfrm>
              <a:off x="2466" y="8930"/>
              <a:ext cx="119" cy="22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sz="1350"/>
            </a:p>
          </p:txBody>
        </p:sp>
      </p:gr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wipe(left)">
                                      <p:cBhvr>
                                        <p:cTn id="7" dur="500"/>
                                        <p:tgtEl>
                                          <p:spTgt spid="4">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left)">
                                      <p:cBhvr>
                                        <p:cTn id="1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 name="图片 9"/>
          <p:cNvPicPr>
            <a:picLocks noChangeAspect="1"/>
          </p:cNvPicPr>
          <p:nvPr userDrawn="1">
            <p:custDataLst>
              <p:tags r:id="rId2"/>
            </p:custDataLst>
          </p:nvPr>
        </p:nvPicPr>
        <p:blipFill rotWithShape="1">
          <a:blip r:embed="rId11"/>
          <a:srcRect/>
          <a:stretch>
            <a:fillRect/>
          </a:stretch>
        </p:blipFill>
        <p:spPr>
          <a:xfrm>
            <a:off x="1143000" y="1"/>
            <a:ext cx="6858000" cy="208121"/>
          </a:xfrm>
          <a:prstGeom prst="rect">
            <a:avLst/>
          </a:prstGeom>
        </p:spPr>
      </p:pic>
      <p:pic>
        <p:nvPicPr>
          <p:cNvPr id="11" name="图片 10"/>
          <p:cNvPicPr>
            <a:picLocks noChangeAspect="1"/>
          </p:cNvPicPr>
          <p:nvPr userDrawn="1">
            <p:custDataLst>
              <p:tags r:id="rId3"/>
            </p:custDataLst>
          </p:nvPr>
        </p:nvPicPr>
        <p:blipFill rotWithShape="1">
          <a:blip r:embed="rId12"/>
          <a:srcRect/>
          <a:stretch>
            <a:fillRect/>
          </a:stretch>
        </p:blipFill>
        <p:spPr>
          <a:xfrm>
            <a:off x="1143000" y="4935379"/>
            <a:ext cx="6858000" cy="208121"/>
          </a:xfrm>
          <a:prstGeom prst="rect">
            <a:avLst/>
          </a:prstGeom>
        </p:spPr>
      </p:pic>
      <p:pic>
        <p:nvPicPr>
          <p:cNvPr id="3" name="图片 2"/>
          <p:cNvPicPr>
            <a:picLocks noChangeAspect="1"/>
          </p:cNvPicPr>
          <p:nvPr>
            <p:custDataLst>
              <p:tags r:id="rId4"/>
            </p:custDataLst>
          </p:nvPr>
        </p:nvPicPr>
        <p:blipFill>
          <a:blip r:embed="rId13"/>
          <a:stretch>
            <a:fillRect/>
          </a:stretch>
        </p:blipFill>
        <p:spPr>
          <a:xfrm>
            <a:off x="1485901" y="2193608"/>
            <a:ext cx="6309836" cy="2305050"/>
          </a:xfrm>
          <a:prstGeom prst="rect">
            <a:avLst/>
          </a:prstGeom>
        </p:spPr>
      </p:pic>
      <p:sp>
        <p:nvSpPr>
          <p:cNvPr id="7" name="Rectangle 2"/>
          <p:cNvSpPr>
            <a:spLocks noGrp="1"/>
          </p:cNvSpPr>
          <p:nvPr>
            <p:custDataLst>
              <p:tags r:id="rId5"/>
            </p:custDataLst>
          </p:nvPr>
        </p:nvSpPr>
        <p:spPr>
          <a:xfrm>
            <a:off x="1485900" y="91679"/>
            <a:ext cx="5657850" cy="971550"/>
          </a:xfrm>
          <a:prstGeom prst="rect">
            <a:avLst/>
          </a:prstGeom>
          <a:noFill/>
          <a:ln w="9525">
            <a:noFill/>
          </a:ln>
        </p:spPr>
        <p:txBody>
          <a:bodyPr vert="horz" wrap="square" lIns="68580" tIns="34290" rIns="68580" bIns="34290" anchor="b" anchorCtr="0"/>
          <a:lst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a:lstStyle>
          <a:p>
            <a:pPr algn="l" eaLnBrk="1" hangingPunct="1">
              <a:buClrTx/>
              <a:buSzTx/>
              <a:buFontTx/>
            </a:pPr>
            <a:r>
              <a:rPr lang="en-US" altLang="zh-CN" sz="2925" dirty="0">
                <a:solidFill>
                  <a:schemeClr val="accent1">
                    <a:lumMod val="75000"/>
                  </a:schemeClr>
                </a:solidFill>
                <a:latin typeface="微软雅黑" panose="020B0503020204020204" charset="-122"/>
                <a:ea typeface="微软雅黑" panose="020B0503020204020204" charset="-122"/>
                <a:cs typeface="微软雅黑" panose="020B0503020204020204" charset="-122"/>
              </a:rPr>
              <a:t>边界值测试</a:t>
            </a:r>
          </a:p>
        </p:txBody>
      </p:sp>
      <p:sp>
        <p:nvSpPr>
          <p:cNvPr id="8" name="文本框 7"/>
          <p:cNvSpPr txBox="1"/>
          <p:nvPr>
            <p:custDataLst>
              <p:tags r:id="rId6"/>
            </p:custDataLst>
          </p:nvPr>
        </p:nvSpPr>
        <p:spPr>
          <a:xfrm>
            <a:off x="1550194" y="1133951"/>
            <a:ext cx="5593556" cy="1163003"/>
          </a:xfrm>
          <a:prstGeom prst="rect">
            <a:avLst/>
          </a:prstGeom>
          <a:noFill/>
        </p:spPr>
        <p:txBody>
          <a:bodyPr wrap="square" rtlCol="0" anchor="t">
            <a:noAutofit/>
          </a:bodyPr>
          <a:lstStyle/>
          <a:p>
            <a:pPr>
              <a:lnSpc>
                <a:spcPct val="150000"/>
              </a:lnSpc>
            </a:pPr>
            <a:r>
              <a:rPr lang="zh-CN" altLang="en-US" sz="2400" b="1" dirty="0">
                <a:solidFill>
                  <a:schemeClr val="dk1"/>
                </a:solidFill>
                <a:latin typeface="微软雅黑" panose="020B0503020204020204" charset="-122"/>
                <a:ea typeface="微软雅黑" panose="020B0503020204020204" charset="-122"/>
                <a:cs typeface="微软雅黑" panose="020B0503020204020204" charset="-122"/>
                <a:sym typeface="+mn-ea"/>
              </a:rPr>
              <a:t>边界值选择及优化举例</a:t>
            </a:r>
            <a:r>
              <a:rPr lang="en-US" altLang="zh-CN" sz="2400" b="1" dirty="0">
                <a:solidFill>
                  <a:schemeClr val="dk1"/>
                </a:solidFill>
                <a:latin typeface="微软雅黑" panose="020B0503020204020204" charset="-122"/>
                <a:ea typeface="微软雅黑" panose="020B0503020204020204" charset="-122"/>
                <a:cs typeface="微软雅黑" panose="020B0503020204020204" charset="-122"/>
                <a:sym typeface="+mn-ea"/>
              </a:rPr>
              <a:t> </a:t>
            </a:r>
          </a:p>
          <a:p>
            <a:pPr algn="ctr">
              <a:lnSpc>
                <a:spcPct val="150000"/>
              </a:lnSpc>
            </a:pP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输入数据的范围：</a:t>
            </a: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-99&lt;=a&lt;=99</a:t>
            </a:r>
          </a:p>
        </p:txBody>
      </p:sp>
      <p:sp>
        <p:nvSpPr>
          <p:cNvPr id="2" name="日期占位符 1"/>
          <p:cNvSpPr>
            <a:spLocks noGrp="1"/>
          </p:cNvSpPr>
          <p:nvPr>
            <p:ph type="dt" sz="half" idx="10"/>
            <p:custDataLst>
              <p:tags r:id="rId7"/>
            </p:custDataLst>
          </p:nvPr>
        </p:nvSpPr>
        <p:spPr/>
        <p:txBody>
          <a:bodyPr vert="horz" wrap="square" lIns="68580" tIns="34290" rIns="68580" bIns="34290" rtlCol="0" anchor="ctr">
            <a:normAutofit/>
          </a:bodyPr>
          <a:lstStyle>
            <a:defPPr>
              <a:defRPr lang="zh-CN"/>
            </a:defPPr>
            <a:lvl1pPr marL="0" algn="l"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dk1">
                    <a:tint val="75000"/>
                  </a:schemeClr>
                </a:solidFill>
                <a:latin typeface="微软雅黑" panose="020B0503020204020204" charset="-122"/>
                <a:sym typeface="+mn-ea"/>
              </a:rPr>
              <a:t>2024/3/12</a:t>
            </a:fld>
            <a:endParaRPr lang="zh-CN" altLang="en-US">
              <a:solidFill>
                <a:schemeClr val="dk1">
                  <a:tint val="75000"/>
                </a:schemeClr>
              </a:solidFill>
              <a:latin typeface="微软雅黑" panose="020B0503020204020204" charset="-122"/>
              <a:sym typeface="+mn-ea"/>
            </a:endParaRPr>
          </a:p>
        </p:txBody>
      </p:sp>
      <p:sp>
        <p:nvSpPr>
          <p:cNvPr id="4" name="灯片编号占位符 3"/>
          <p:cNvSpPr>
            <a:spLocks noGrp="1"/>
          </p:cNvSpPr>
          <p:nvPr>
            <p:ph type="sldNum" sz="quarter" idx="12"/>
            <p:custDataLst>
              <p:tags r:id="rId8"/>
            </p:custDataLst>
          </p:nvPr>
        </p:nvSpPr>
        <p:spPr/>
        <p:txBody>
          <a:bodyPr vert="horz" wrap="square" lIns="68580" tIns="34290" rIns="68580" bIns="34290" rtlCol="0" anchor="ctr">
            <a:normAutofit/>
          </a:bodyPr>
          <a:lstStyle>
            <a:defPPr>
              <a:defRPr lang="zh-CN"/>
            </a:defPPr>
            <a:lvl1pPr marL="0" algn="r"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dk1">
                    <a:tint val="75000"/>
                  </a:schemeClr>
                </a:solidFill>
                <a:latin typeface="微软雅黑" panose="020B0503020204020204" charset="-122"/>
                <a:sym typeface="+mn-ea"/>
              </a:rPr>
              <a:t>22</a:t>
            </a:fld>
            <a:endParaRPr lang="zh-CN" altLang="en-US">
              <a:solidFill>
                <a:schemeClr val="dk1">
                  <a:tint val="75000"/>
                </a:schemeClr>
              </a:solidFill>
              <a:latin typeface="微软雅黑" panose="020B0503020204020204" charset="-122"/>
              <a:sym typeface="+mn-ea"/>
            </a:endParaRPr>
          </a:p>
        </p:txBody>
      </p:sp>
      <p:sp>
        <p:nvSpPr>
          <p:cNvPr id="5" name="文本框 4"/>
          <p:cNvSpPr txBox="1"/>
          <p:nvPr>
            <p:custDataLst>
              <p:tags r:id="rId9"/>
            </p:custDataLst>
          </p:nvPr>
        </p:nvSpPr>
        <p:spPr>
          <a:xfrm>
            <a:off x="1979772" y="4353878"/>
            <a:ext cx="5193506" cy="369332"/>
          </a:xfrm>
          <a:prstGeom prst="rect">
            <a:avLst/>
          </a:prstGeom>
          <a:solidFill>
            <a:schemeClr val="lt1"/>
          </a:solidFill>
          <a:ln>
            <a:solidFill>
              <a:schemeClr val="accent1"/>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zh-CN" altLang="en-US" b="1">
                <a:solidFill>
                  <a:srgbClr val="000000"/>
                </a:solidFill>
                <a:latin typeface="微软雅黑" panose="020B0503020204020204" charset="-122"/>
                <a:ea typeface="微软雅黑" panose="020B0503020204020204" charset="-122"/>
              </a:rPr>
              <a:t>优化选取原则：开内闭外（</a:t>
            </a:r>
            <a:r>
              <a:rPr lang="en-US" altLang="zh-CN" b="1">
                <a:solidFill>
                  <a:srgbClr val="000000"/>
                </a:solidFill>
                <a:latin typeface="微软雅黑" panose="020B0503020204020204" charset="-122"/>
                <a:ea typeface="微软雅黑" panose="020B0503020204020204" charset="-122"/>
              </a:rPr>
              <a:t>7</a:t>
            </a:r>
            <a:r>
              <a:rPr lang="zh-CN" altLang="en-US" b="1">
                <a:solidFill>
                  <a:srgbClr val="000000"/>
                </a:solidFill>
                <a:latin typeface="微软雅黑" panose="020B0503020204020204" charset="-122"/>
                <a:ea typeface="微软雅黑" panose="020B0503020204020204" charset="-122"/>
              </a:rPr>
              <a:t>个点</a:t>
            </a:r>
            <a:r>
              <a:rPr lang="en-US" altLang="zh-CN" b="1">
                <a:solidFill>
                  <a:srgbClr val="000000"/>
                </a:solidFill>
                <a:latin typeface="微软雅黑" panose="020B0503020204020204" charset="-122"/>
                <a:ea typeface="微软雅黑" panose="020B0503020204020204" charset="-122"/>
              </a:rPr>
              <a:t>→5</a:t>
            </a:r>
            <a:r>
              <a:rPr lang="zh-CN" altLang="en-US" b="1">
                <a:solidFill>
                  <a:srgbClr val="000000"/>
                </a:solidFill>
                <a:latin typeface="微软雅黑" panose="020B0503020204020204" charset="-122"/>
                <a:ea typeface="微软雅黑" panose="020B0503020204020204" charset="-122"/>
              </a:rPr>
              <a:t>个点）</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9" name="图片 8"/>
          <p:cNvPicPr>
            <a:picLocks noChangeAspect="1"/>
          </p:cNvPicPr>
          <p:nvPr userDrawn="1">
            <p:custDataLst>
              <p:tags r:id="rId2"/>
            </p:custDataLst>
          </p:nvPr>
        </p:nvPicPr>
        <p:blipFill rotWithShape="1">
          <a:blip r:embed="rId8"/>
          <a:srcRect/>
          <a:stretch>
            <a:fillRect/>
          </a:stretch>
        </p:blipFill>
        <p:spPr>
          <a:xfrm>
            <a:off x="1143000" y="1"/>
            <a:ext cx="6858000" cy="208121"/>
          </a:xfrm>
          <a:prstGeom prst="rect">
            <a:avLst/>
          </a:prstGeom>
        </p:spPr>
      </p:pic>
      <p:pic>
        <p:nvPicPr>
          <p:cNvPr id="10" name="图片 9"/>
          <p:cNvPicPr>
            <a:picLocks noChangeAspect="1"/>
          </p:cNvPicPr>
          <p:nvPr userDrawn="1">
            <p:custDataLst>
              <p:tags r:id="rId3"/>
            </p:custDataLst>
          </p:nvPr>
        </p:nvPicPr>
        <p:blipFill rotWithShape="1">
          <a:blip r:embed="rId9"/>
          <a:srcRect/>
          <a:stretch>
            <a:fillRect/>
          </a:stretch>
        </p:blipFill>
        <p:spPr>
          <a:xfrm>
            <a:off x="1143000" y="4935379"/>
            <a:ext cx="6858000" cy="208121"/>
          </a:xfrm>
          <a:prstGeom prst="rect">
            <a:avLst/>
          </a:prstGeom>
        </p:spPr>
      </p:pic>
      <p:sp>
        <p:nvSpPr>
          <p:cNvPr id="6" name="标题 5"/>
          <p:cNvSpPr>
            <a:spLocks noGrp="1"/>
          </p:cNvSpPr>
          <p:nvPr>
            <p:ph type="title" idx="4294967295"/>
            <p:custDataLst>
              <p:tags r:id="rId4"/>
            </p:custDataLst>
          </p:nvPr>
        </p:nvSpPr>
        <p:spPr>
          <a:xfrm>
            <a:off x="1487329" y="398145"/>
            <a:ext cx="6174105" cy="652939"/>
          </a:xfrm>
        </p:spPr>
        <p:txBody>
          <a:bodyPr vert="horz" wrap="square" lIns="67628" tIns="35243" rIns="67628" bIns="35243" rtlCol="0" anchor="ctr" anchorCtr="0">
            <a:normAutofit fontScale="90000"/>
          </a:bodyPr>
          <a:lstStyle>
            <a:lvl1pPr algn="ctr" defTabSz="685800" rtl="0" eaLnBrk="1" fontAlgn="auto" latinLnBrk="0" hangingPunct="1">
              <a:lnSpc>
                <a:spcPct val="100000"/>
              </a:lnSpc>
              <a:spcBef>
                <a:spcPct val="0"/>
              </a:spcBef>
              <a:buNone/>
              <a:defRPr sz="2700" b="1" u="none" strike="noStrike" kern="1200" cap="none" spc="200" normalizeH="0" baseline="0">
                <a:solidFill>
                  <a:schemeClr val="tx1"/>
                </a:solidFill>
                <a:uFillTx/>
                <a:latin typeface="Arial" panose="020B0604020202020204" pitchFamily="34" charset="0"/>
                <a:ea typeface="微软雅黑" panose="020B0503020204020204" charset="-122"/>
                <a:cs typeface="+mj-cs"/>
              </a:defRPr>
            </a:lvl1pPr>
          </a:lstStyle>
          <a:p>
            <a:pPr marL="257175" indent="-257175" algn="just">
              <a:buFont typeface="Arial" panose="020B0604020202020204" pitchFamily="34" charset="0"/>
              <a:buChar char="•"/>
            </a:pPr>
            <a:r>
              <a:rPr lang="zh-CN" altLang="en-US">
                <a:solidFill>
                  <a:schemeClr val="dk1"/>
                </a:solidFill>
                <a:latin typeface="汉仪旗黑-85S" charset="0"/>
                <a:ea typeface="汉仪旗黑-85S" charset="0"/>
                <a:sym typeface="+mn-ea"/>
              </a:rPr>
              <a:t>数值的边界值检验：</a:t>
            </a:r>
            <a:r>
              <a:rPr lang="zh-CN" altLang="en-US" b="0">
                <a:solidFill>
                  <a:schemeClr val="dk1"/>
                </a:solidFill>
                <a:latin typeface="汉仪旗黑-85S" charset="0"/>
                <a:ea typeface="汉仪旗黑-85S" charset="0"/>
                <a:sym typeface="+mn-ea"/>
              </a:rPr>
              <a:t>计算机是基于二进制进行工作的，因此，软件的任何数值运算都有一定的范围限制。</a:t>
            </a:r>
          </a:p>
        </p:txBody>
      </p:sp>
      <p:pic>
        <p:nvPicPr>
          <p:cNvPr id="3" name="图片 2"/>
          <p:cNvPicPr>
            <a:picLocks noChangeAspect="1"/>
          </p:cNvPicPr>
          <p:nvPr/>
        </p:nvPicPr>
        <p:blipFill>
          <a:blip r:embed="rId10"/>
          <a:srcRect t="6526" r="13477"/>
          <a:stretch>
            <a:fillRect/>
          </a:stretch>
        </p:blipFill>
        <p:spPr>
          <a:xfrm>
            <a:off x="2118361" y="1318522"/>
            <a:ext cx="5078882" cy="3545205"/>
          </a:xfrm>
          <a:prstGeom prst="rect">
            <a:avLst/>
          </a:prstGeom>
        </p:spPr>
      </p:pic>
      <p:sp>
        <p:nvSpPr>
          <p:cNvPr id="2" name="日期占位符 1"/>
          <p:cNvSpPr>
            <a:spLocks noGrp="1"/>
          </p:cNvSpPr>
          <p:nvPr>
            <p:ph type="dt" sz="half" idx="10"/>
            <p:custDataLst>
              <p:tags r:id="rId5"/>
            </p:custDataLst>
          </p:nvPr>
        </p:nvSpPr>
        <p:spPr/>
        <p:txBody>
          <a:bodyPr vert="horz" wrap="square" lIns="68580" tIns="34290" rIns="68580" bIns="34290" rtlCol="0" anchor="ctr">
            <a:normAutofit/>
          </a:bodyPr>
          <a:lstStyle>
            <a:defPPr>
              <a:defRPr lang="zh-CN"/>
            </a:defPPr>
            <a:lvl1pPr marL="0" algn="l"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dk1">
                    <a:tint val="75000"/>
                  </a:schemeClr>
                </a:solidFill>
                <a:latin typeface="微软雅黑" panose="020B0503020204020204" charset="-122"/>
                <a:sym typeface="+mn-ea"/>
              </a:rPr>
              <a:t>2024/3/12</a:t>
            </a:fld>
            <a:endParaRPr lang="zh-CN" altLang="en-US">
              <a:solidFill>
                <a:schemeClr val="dk1">
                  <a:tint val="75000"/>
                </a:schemeClr>
              </a:solidFill>
              <a:latin typeface="微软雅黑" panose="020B0503020204020204" charset="-122"/>
              <a:sym typeface="+mn-ea"/>
            </a:endParaRPr>
          </a:p>
        </p:txBody>
      </p:sp>
      <p:sp>
        <p:nvSpPr>
          <p:cNvPr id="4" name="灯片编号占位符 3"/>
          <p:cNvSpPr>
            <a:spLocks noGrp="1"/>
          </p:cNvSpPr>
          <p:nvPr>
            <p:ph type="sldNum" sz="quarter" idx="12"/>
            <p:custDataLst>
              <p:tags r:id="rId6"/>
            </p:custDataLst>
          </p:nvPr>
        </p:nvSpPr>
        <p:spPr/>
        <p:txBody>
          <a:bodyPr vert="horz" wrap="square" lIns="68580" tIns="34290" rIns="68580" bIns="34290" rtlCol="0" anchor="ctr">
            <a:normAutofit/>
          </a:bodyPr>
          <a:lstStyle>
            <a:defPPr>
              <a:defRPr lang="zh-CN"/>
            </a:defPPr>
            <a:lvl1pPr marL="0" algn="r"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dk1">
                    <a:tint val="75000"/>
                    <a:lumMod val="85000"/>
                    <a:lumOff val="15000"/>
                  </a:schemeClr>
                </a:solidFill>
                <a:latin typeface="微软雅黑" panose="020B0503020204020204" charset="-122"/>
                <a:sym typeface="+mn-ea"/>
              </a:rPr>
              <a:t>23</a:t>
            </a:fld>
            <a:endParaRPr lang="zh-CN" altLang="en-US">
              <a:solidFill>
                <a:schemeClr val="dk1">
                  <a:tint val="75000"/>
                  <a:lumMod val="85000"/>
                  <a:lumOff val="15000"/>
                </a:schemeClr>
              </a:solidFill>
              <a:latin typeface="微软雅黑" panose="020B0503020204020204" charset="-122"/>
              <a:sym typeface="+mn-ea"/>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9" name="图片 8"/>
          <p:cNvPicPr>
            <a:picLocks noChangeAspect="1"/>
          </p:cNvPicPr>
          <p:nvPr userDrawn="1">
            <p:custDataLst>
              <p:tags r:id="rId2"/>
            </p:custDataLst>
          </p:nvPr>
        </p:nvPicPr>
        <p:blipFill rotWithShape="1">
          <a:blip r:embed="rId8"/>
          <a:srcRect/>
          <a:stretch>
            <a:fillRect/>
          </a:stretch>
        </p:blipFill>
        <p:spPr>
          <a:xfrm>
            <a:off x="1143000" y="1"/>
            <a:ext cx="6858000" cy="208121"/>
          </a:xfrm>
          <a:prstGeom prst="rect">
            <a:avLst/>
          </a:prstGeom>
        </p:spPr>
      </p:pic>
      <p:pic>
        <p:nvPicPr>
          <p:cNvPr id="10" name="图片 9"/>
          <p:cNvPicPr>
            <a:picLocks noChangeAspect="1"/>
          </p:cNvPicPr>
          <p:nvPr userDrawn="1">
            <p:custDataLst>
              <p:tags r:id="rId3"/>
            </p:custDataLst>
          </p:nvPr>
        </p:nvPicPr>
        <p:blipFill rotWithShape="1">
          <a:blip r:embed="rId9"/>
          <a:srcRect/>
          <a:stretch>
            <a:fillRect/>
          </a:stretch>
        </p:blipFill>
        <p:spPr>
          <a:xfrm>
            <a:off x="1143000" y="4935379"/>
            <a:ext cx="6858000" cy="208121"/>
          </a:xfrm>
          <a:prstGeom prst="rect">
            <a:avLst/>
          </a:prstGeom>
        </p:spPr>
      </p:pic>
      <p:sp>
        <p:nvSpPr>
          <p:cNvPr id="6" name="标题 5"/>
          <p:cNvSpPr>
            <a:spLocks noGrp="1"/>
          </p:cNvSpPr>
          <p:nvPr>
            <p:ph type="title" idx="4294967295"/>
            <p:custDataLst>
              <p:tags r:id="rId4"/>
            </p:custDataLst>
          </p:nvPr>
        </p:nvSpPr>
        <p:spPr>
          <a:xfrm>
            <a:off x="1439704" y="1050608"/>
            <a:ext cx="3052286" cy="3042285"/>
          </a:xfrm>
        </p:spPr>
        <p:txBody>
          <a:bodyPr vert="horz" wrap="square" lIns="67628" tIns="35243" rIns="67628" bIns="35243" rtlCol="0" anchor="ctr" anchorCtr="0">
            <a:noAutofit/>
          </a:bodyPr>
          <a:lstStyle>
            <a:lvl1pPr marL="0" marR="0" lvl="0" algn="l" defTabSz="914400" rtl="0" eaLnBrk="1" fontAlgn="auto" latinLnBrk="0" hangingPunct="1">
              <a:lnSpc>
                <a:spcPct val="100000"/>
              </a:lnSpc>
              <a:spcBef>
                <a:spcPct val="0"/>
              </a:spcBef>
              <a:buNone/>
              <a:defRPr kumimoji="0" lang="zh-CN" altLang="en-US" sz="18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marL="257175" indent="-257175">
              <a:lnSpc>
                <a:spcPct val="150000"/>
              </a:lnSpc>
              <a:buFont typeface="Arial" panose="020B0604020202020204" pitchFamily="34" charset="0"/>
              <a:buChar char="•"/>
            </a:pPr>
            <a:r>
              <a:rPr>
                <a:solidFill>
                  <a:schemeClr val="dk1"/>
                </a:solidFill>
                <a:latin typeface="汉仪旗黑-85S" charset="0"/>
                <a:cs typeface="汉仪旗黑-85S" charset="0"/>
              </a:rPr>
              <a:t>字符的边界值检验</a:t>
            </a:r>
            <a:r>
              <a:rPr b="0">
                <a:solidFill>
                  <a:schemeClr val="dk1"/>
                </a:solidFill>
                <a:latin typeface="汉仪旗黑-85S" charset="0"/>
                <a:cs typeface="汉仪旗黑-85S" charset="0"/>
              </a:rPr>
              <a:t>：</a:t>
            </a:r>
            <a:br>
              <a:rPr b="0">
                <a:solidFill>
                  <a:schemeClr val="dk1"/>
                </a:solidFill>
                <a:latin typeface="汉仪旗黑-85S" charset="0"/>
                <a:cs typeface="汉仪旗黑-85S" charset="0"/>
              </a:rPr>
            </a:br>
            <a:r>
              <a:rPr b="0">
                <a:solidFill>
                  <a:schemeClr val="dk1"/>
                </a:solidFill>
                <a:latin typeface="汉仪旗黑-85S" charset="0"/>
                <a:cs typeface="汉仪旗黑-85S" charset="0"/>
              </a:rPr>
              <a:t>在计算机软件中，字符也是很重要的表示元素，其中ASCII和Unicode是常见的编码方式。</a:t>
            </a:r>
            <a:br>
              <a:rPr b="0">
                <a:solidFill>
                  <a:schemeClr val="dk1"/>
                </a:solidFill>
                <a:latin typeface="汉仪旗黑-85S" charset="0"/>
                <a:cs typeface="汉仪旗黑-85S" charset="0"/>
              </a:rPr>
            </a:br>
            <a:r>
              <a:rPr b="0">
                <a:solidFill>
                  <a:schemeClr val="dk1"/>
                </a:solidFill>
                <a:latin typeface="汉仪旗黑-85S" charset="0"/>
                <a:cs typeface="汉仪旗黑-85S" charset="0"/>
              </a:rPr>
              <a:t>如右侧列出了一些常用字符对应的ASCII码值。</a:t>
            </a:r>
          </a:p>
        </p:txBody>
      </p:sp>
      <p:pic>
        <p:nvPicPr>
          <p:cNvPr id="4" name="图片 3"/>
          <p:cNvPicPr>
            <a:picLocks noChangeAspect="1"/>
          </p:cNvPicPr>
          <p:nvPr/>
        </p:nvPicPr>
        <p:blipFill>
          <a:blip r:embed="rId10"/>
          <a:stretch>
            <a:fillRect/>
          </a:stretch>
        </p:blipFill>
        <p:spPr>
          <a:xfrm>
            <a:off x="4572001" y="735330"/>
            <a:ext cx="2827496" cy="3991928"/>
          </a:xfrm>
          <a:prstGeom prst="rect">
            <a:avLst/>
          </a:prstGeom>
        </p:spPr>
      </p:pic>
      <p:sp>
        <p:nvSpPr>
          <p:cNvPr id="2" name="日期占位符 1"/>
          <p:cNvSpPr>
            <a:spLocks noGrp="1"/>
          </p:cNvSpPr>
          <p:nvPr>
            <p:ph type="dt" sz="half" idx="10"/>
            <p:custDataLst>
              <p:tags r:id="rId5"/>
            </p:custDataLst>
          </p:nvPr>
        </p:nvSpPr>
        <p:spPr/>
        <p:txBody>
          <a:bodyPr vert="horz" wrap="square" lIns="68580" tIns="34290" rIns="68580" bIns="34290" rtlCol="0" anchor="ctr">
            <a:normAutofit/>
          </a:bodyPr>
          <a:lstStyle>
            <a:defPPr>
              <a:defRPr lang="zh-CN"/>
            </a:defPPr>
            <a:lvl1pPr marL="0" algn="l"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dk1">
                    <a:tint val="75000"/>
                  </a:schemeClr>
                </a:solidFill>
                <a:latin typeface="微软雅黑" panose="020B0503020204020204" charset="-122"/>
                <a:sym typeface="+mn-ea"/>
              </a:rPr>
              <a:t>2024/3/12</a:t>
            </a:fld>
            <a:endParaRPr lang="zh-CN" altLang="en-US">
              <a:solidFill>
                <a:schemeClr val="dk1">
                  <a:tint val="75000"/>
                </a:schemeClr>
              </a:solidFill>
              <a:latin typeface="微软雅黑" panose="020B0503020204020204" charset="-122"/>
              <a:sym typeface="+mn-ea"/>
            </a:endParaRPr>
          </a:p>
        </p:txBody>
      </p:sp>
      <p:sp>
        <p:nvSpPr>
          <p:cNvPr id="3" name="灯片编号占位符 2"/>
          <p:cNvSpPr>
            <a:spLocks noGrp="1"/>
          </p:cNvSpPr>
          <p:nvPr>
            <p:ph type="sldNum" sz="quarter" idx="12"/>
            <p:custDataLst>
              <p:tags r:id="rId6"/>
            </p:custDataLst>
          </p:nvPr>
        </p:nvSpPr>
        <p:spPr/>
        <p:txBody>
          <a:bodyPr vert="horz" wrap="square" lIns="68580" tIns="34290" rIns="68580" bIns="34290" rtlCol="0" anchor="ctr">
            <a:normAutofit/>
          </a:bodyPr>
          <a:lstStyle>
            <a:defPPr>
              <a:defRPr lang="zh-CN"/>
            </a:defPPr>
            <a:lvl1pPr marL="0" algn="r"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dk1">
                    <a:tint val="75000"/>
                  </a:schemeClr>
                </a:solidFill>
                <a:latin typeface="微软雅黑" panose="020B0503020204020204" charset="-122"/>
                <a:sym typeface="+mn-ea"/>
              </a:rPr>
              <a:t>24</a:t>
            </a:fld>
            <a:endParaRPr lang="zh-CN" altLang="en-US">
              <a:solidFill>
                <a:schemeClr val="dk1">
                  <a:tint val="75000"/>
                </a:schemeClr>
              </a:solidFill>
              <a:latin typeface="微软雅黑" panose="020B0503020204020204" charset="-122"/>
              <a:sym typeface="+mn-ea"/>
            </a:endParaRPr>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图片 7"/>
          <p:cNvPicPr>
            <a:picLocks noChangeAspect="1"/>
          </p:cNvPicPr>
          <p:nvPr userDrawn="1">
            <p:custDataLst>
              <p:tags r:id="rId2"/>
            </p:custDataLst>
          </p:nvPr>
        </p:nvPicPr>
        <p:blipFill rotWithShape="1">
          <a:blip r:embed="rId10"/>
          <a:srcRect/>
          <a:stretch>
            <a:fillRect/>
          </a:stretch>
        </p:blipFill>
        <p:spPr>
          <a:xfrm>
            <a:off x="1143000" y="1"/>
            <a:ext cx="6858000" cy="208121"/>
          </a:xfrm>
          <a:prstGeom prst="rect">
            <a:avLst/>
          </a:prstGeom>
        </p:spPr>
      </p:pic>
      <p:pic>
        <p:nvPicPr>
          <p:cNvPr id="15" name="图片 14"/>
          <p:cNvPicPr>
            <a:picLocks noChangeAspect="1"/>
          </p:cNvPicPr>
          <p:nvPr userDrawn="1">
            <p:custDataLst>
              <p:tags r:id="rId3"/>
            </p:custDataLst>
          </p:nvPr>
        </p:nvPicPr>
        <p:blipFill rotWithShape="1">
          <a:blip r:embed="rId11"/>
          <a:srcRect/>
          <a:stretch>
            <a:fillRect/>
          </a:stretch>
        </p:blipFill>
        <p:spPr>
          <a:xfrm>
            <a:off x="1143000" y="4935379"/>
            <a:ext cx="6858000" cy="208121"/>
          </a:xfrm>
          <a:prstGeom prst="rect">
            <a:avLst/>
          </a:prstGeom>
        </p:spPr>
      </p:pic>
      <p:sp>
        <p:nvSpPr>
          <p:cNvPr id="3" name="Rectangle 2"/>
          <p:cNvSpPr>
            <a:spLocks noGrp="1"/>
          </p:cNvSpPr>
          <p:nvPr>
            <p:custDataLst>
              <p:tags r:id="rId4"/>
            </p:custDataLst>
          </p:nvPr>
        </p:nvSpPr>
        <p:spPr>
          <a:xfrm>
            <a:off x="1485900" y="91679"/>
            <a:ext cx="5657850" cy="971550"/>
          </a:xfrm>
          <a:prstGeom prst="rect">
            <a:avLst/>
          </a:prstGeom>
          <a:noFill/>
          <a:ln w="9525">
            <a:noFill/>
          </a:ln>
        </p:spPr>
        <p:txBody>
          <a:bodyPr vert="horz" wrap="square" lIns="68580" tIns="34290" rIns="68580" bIns="34290" anchor="b" anchorCtr="0"/>
          <a:lst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a:lstStyle>
          <a:p>
            <a:pPr eaLnBrk="1" hangingPunct="1"/>
            <a:r>
              <a:rPr lang="zh-CN" altLang="en-US" sz="2925" dirty="0">
                <a:solidFill>
                  <a:schemeClr val="accent1">
                    <a:lumMod val="75000"/>
                  </a:schemeClr>
                </a:solidFill>
                <a:latin typeface="微软雅黑" panose="020B0503020204020204" charset="-122"/>
                <a:ea typeface="微软雅黑" panose="020B0503020204020204" charset="-122"/>
                <a:cs typeface="微软雅黑" panose="020B0503020204020204" charset="-122"/>
              </a:rPr>
              <a:t>边界值测试</a:t>
            </a:r>
          </a:p>
        </p:txBody>
      </p:sp>
      <p:sp>
        <p:nvSpPr>
          <p:cNvPr id="4" name="Rectangle 3"/>
          <p:cNvSpPr>
            <a:spLocks noGrp="1"/>
          </p:cNvSpPr>
          <p:nvPr>
            <p:custDataLst>
              <p:tags r:id="rId5"/>
            </p:custDataLst>
          </p:nvPr>
        </p:nvSpPr>
        <p:spPr>
          <a:xfrm>
            <a:off x="1485900" y="1289447"/>
            <a:ext cx="6172200" cy="3308747"/>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a:lstStyle>
          <a:p>
            <a:pPr algn="just" eaLnBrk="1" hangingPunct="1">
              <a:lnSpc>
                <a:spcPct val="140000"/>
              </a:lnSpc>
              <a:spcBef>
                <a:spcPts val="375"/>
              </a:spcBef>
              <a:spcAft>
                <a:spcPts val="0"/>
              </a:spcAft>
            </a:pPr>
            <a:r>
              <a:rPr lang="zh-CN" altLang="en-US" sz="2100" b="1" dirty="0">
                <a:solidFill>
                  <a:schemeClr val="dk1"/>
                </a:solidFill>
                <a:latin typeface="微软雅黑" panose="020B0503020204020204" charset="-122"/>
                <a:ea typeface="微软雅黑" panose="020B0503020204020204" charset="-122"/>
              </a:rPr>
              <a:t>整体输入域</a:t>
            </a:r>
            <a:r>
              <a:rPr lang="zh-CN" altLang="en-US" sz="2100" dirty="0">
                <a:solidFill>
                  <a:schemeClr val="dk1"/>
                </a:solidFill>
                <a:latin typeface="微软雅黑" panose="020B0503020204020204" charset="-122"/>
                <a:ea typeface="微软雅黑" panose="020B0503020204020204" charset="-122"/>
              </a:rPr>
              <a:t>：</a:t>
            </a:r>
            <a:r>
              <a:rPr lang="zh-CN" altLang="en-US" sz="1500" dirty="0">
                <a:solidFill>
                  <a:schemeClr val="dk1"/>
                </a:solidFill>
                <a:latin typeface="微软雅黑" panose="020B0503020204020204" charset="-122"/>
                <a:ea typeface="微软雅黑" panose="020B0503020204020204" charset="-122"/>
              </a:rPr>
              <a:t>由多个输入条件共同构成的具有一定实际意义的输入域。</a:t>
            </a:r>
            <a:endParaRPr lang="en-US" altLang="zh-CN" sz="1500" dirty="0">
              <a:solidFill>
                <a:schemeClr val="dk1"/>
              </a:solidFill>
              <a:latin typeface="微软雅黑" panose="020B0503020204020204" charset="-122"/>
              <a:ea typeface="微软雅黑" panose="020B0503020204020204" charset="-122"/>
            </a:endParaRPr>
          </a:p>
          <a:p>
            <a:pPr lvl="1" algn="just" eaLnBrk="1" hangingPunct="1">
              <a:lnSpc>
                <a:spcPct val="140000"/>
              </a:lnSpc>
              <a:spcBef>
                <a:spcPts val="375"/>
              </a:spcBef>
              <a:spcAft>
                <a:spcPts val="0"/>
              </a:spcAft>
            </a:pPr>
            <a:r>
              <a:rPr lang="zh-CN" altLang="en-US" sz="1500" dirty="0">
                <a:solidFill>
                  <a:schemeClr val="dk1"/>
                </a:solidFill>
                <a:latin typeface="微软雅黑" panose="020B0503020204020204" charset="-122"/>
                <a:ea typeface="微软雅黑" panose="020B0503020204020204" charset="-122"/>
              </a:rPr>
              <a:t>边界通常很清晰，很容易展开测试；</a:t>
            </a:r>
            <a:endParaRPr lang="en-US" altLang="zh-CN" sz="1500" dirty="0">
              <a:solidFill>
                <a:schemeClr val="dk1"/>
              </a:solidFill>
              <a:latin typeface="微软雅黑" panose="020B0503020204020204" charset="-122"/>
              <a:ea typeface="微软雅黑" panose="020B0503020204020204" charset="-122"/>
            </a:endParaRPr>
          </a:p>
          <a:p>
            <a:pPr lvl="1" algn="just" eaLnBrk="1" hangingPunct="1">
              <a:lnSpc>
                <a:spcPct val="140000"/>
              </a:lnSpc>
              <a:spcBef>
                <a:spcPts val="375"/>
              </a:spcBef>
              <a:spcAft>
                <a:spcPts val="0"/>
              </a:spcAft>
            </a:pPr>
            <a:r>
              <a:rPr lang="zh-CN" altLang="en-US" sz="1500" dirty="0">
                <a:solidFill>
                  <a:schemeClr val="dk1"/>
                </a:solidFill>
                <a:latin typeface="微软雅黑" panose="020B0503020204020204" charset="-122"/>
                <a:ea typeface="微软雅黑" panose="020B0503020204020204" charset="-122"/>
              </a:rPr>
              <a:t>但边界点太少，难以覆盖所有隐含边界，尤其对于各个输入条件之间存在较为复杂的约束关系的情况。</a:t>
            </a:r>
            <a:endParaRPr lang="en-US" altLang="zh-CN" sz="1500" dirty="0">
              <a:solidFill>
                <a:schemeClr val="dk1"/>
              </a:solidFill>
              <a:latin typeface="微软雅黑" panose="020B0503020204020204" charset="-122"/>
              <a:ea typeface="微软雅黑" panose="020B0503020204020204" charset="-122"/>
            </a:endParaRPr>
          </a:p>
          <a:p>
            <a:pPr algn="just" eaLnBrk="1" hangingPunct="1">
              <a:lnSpc>
                <a:spcPct val="140000"/>
              </a:lnSpc>
              <a:spcBef>
                <a:spcPts val="375"/>
              </a:spcBef>
              <a:spcAft>
                <a:spcPts val="0"/>
              </a:spcAft>
            </a:pPr>
            <a:r>
              <a:rPr lang="zh-CN" altLang="en-US" sz="2100" b="1" dirty="0">
                <a:solidFill>
                  <a:schemeClr val="dk1"/>
                </a:solidFill>
                <a:latin typeface="微软雅黑" panose="020B0503020204020204" charset="-122"/>
                <a:ea typeface="微软雅黑" panose="020B0503020204020204" charset="-122"/>
              </a:rPr>
              <a:t>个体输入域：</a:t>
            </a:r>
            <a:r>
              <a:rPr lang="zh-CN" altLang="en-US" sz="1500" dirty="0">
                <a:solidFill>
                  <a:schemeClr val="dk1"/>
                </a:solidFill>
                <a:latin typeface="微软雅黑" panose="020B0503020204020204" charset="-122"/>
                <a:ea typeface="微软雅黑" panose="020B0503020204020204" charset="-122"/>
              </a:rPr>
              <a:t>由各个输入条件分别构成的单个输入域的集合。</a:t>
            </a:r>
            <a:endParaRPr lang="en-US" altLang="zh-CN" sz="1500" dirty="0">
              <a:solidFill>
                <a:schemeClr val="dk1"/>
              </a:solidFill>
              <a:latin typeface="微软雅黑" panose="020B0503020204020204" charset="-122"/>
              <a:ea typeface="微软雅黑" panose="020B0503020204020204" charset="-122"/>
            </a:endParaRPr>
          </a:p>
          <a:p>
            <a:pPr lvl="1" algn="just" eaLnBrk="1" hangingPunct="1">
              <a:lnSpc>
                <a:spcPct val="140000"/>
              </a:lnSpc>
              <a:spcBef>
                <a:spcPts val="375"/>
              </a:spcBef>
              <a:spcAft>
                <a:spcPts val="0"/>
              </a:spcAft>
            </a:pPr>
            <a:r>
              <a:rPr lang="zh-CN" altLang="en-US" sz="1500" dirty="0">
                <a:solidFill>
                  <a:schemeClr val="dk1"/>
                </a:solidFill>
                <a:latin typeface="微软雅黑" panose="020B0503020204020204" charset="-122"/>
                <a:ea typeface="微软雅黑" panose="020B0503020204020204" charset="-122"/>
              </a:rPr>
              <a:t>边界不清晰，需要认真分析，可将整体输入域拆分成个体输入域。</a:t>
            </a:r>
          </a:p>
        </p:txBody>
      </p:sp>
      <p:sp>
        <p:nvSpPr>
          <p:cNvPr id="2" name="日期占位符 1"/>
          <p:cNvSpPr>
            <a:spLocks noGrp="1"/>
          </p:cNvSpPr>
          <p:nvPr>
            <p:ph type="dt" sz="half" idx="10"/>
            <p:custDataLst>
              <p:tags r:id="rId6"/>
            </p:custDataLst>
          </p:nvPr>
        </p:nvSpPr>
        <p:spPr/>
        <p:txBody>
          <a:bodyPr vert="horz" wrap="square" lIns="68580" tIns="34290" rIns="68580" bIns="34290" rtlCol="0" anchor="ctr">
            <a:normAutofit/>
          </a:bodyPr>
          <a:lstStyle>
            <a:defPPr>
              <a:defRPr lang="zh-CN"/>
            </a:defPPr>
            <a:lvl1pPr marL="0" algn="l"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dk1">
                    <a:tint val="75000"/>
                  </a:schemeClr>
                </a:solidFill>
                <a:latin typeface="微软雅黑" panose="020B0503020204020204" charset="-122"/>
                <a:sym typeface="+mn-ea"/>
              </a:rPr>
              <a:t>2024/3/12</a:t>
            </a:fld>
            <a:endParaRPr lang="zh-CN" altLang="en-US">
              <a:solidFill>
                <a:schemeClr val="dk1">
                  <a:tint val="75000"/>
                </a:schemeClr>
              </a:solidFill>
              <a:latin typeface="微软雅黑" panose="020B0503020204020204" charset="-122"/>
              <a:sym typeface="+mn-ea"/>
            </a:endParaRPr>
          </a:p>
        </p:txBody>
      </p:sp>
      <p:sp>
        <p:nvSpPr>
          <p:cNvPr id="5" name="灯片编号占位符 4"/>
          <p:cNvSpPr>
            <a:spLocks noGrp="1"/>
          </p:cNvSpPr>
          <p:nvPr>
            <p:ph type="sldNum" sz="quarter" idx="12"/>
            <p:custDataLst>
              <p:tags r:id="rId7"/>
            </p:custDataLst>
          </p:nvPr>
        </p:nvSpPr>
        <p:spPr/>
        <p:txBody>
          <a:bodyPr vert="horz" wrap="square" lIns="68580" tIns="34290" rIns="68580" bIns="34290" rtlCol="0" anchor="ctr">
            <a:normAutofit/>
          </a:bodyPr>
          <a:lstStyle>
            <a:defPPr>
              <a:defRPr lang="zh-CN"/>
            </a:defPPr>
            <a:lvl1pPr marL="0" algn="r"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dk1">
                    <a:tint val="75000"/>
                  </a:schemeClr>
                </a:solidFill>
                <a:latin typeface="微软雅黑" panose="020B0503020204020204" charset="-122"/>
                <a:sym typeface="+mn-ea"/>
              </a:rPr>
              <a:t>25</a:t>
            </a:fld>
            <a:endParaRPr lang="zh-CN" altLang="en-US">
              <a:solidFill>
                <a:schemeClr val="dk1">
                  <a:tint val="75000"/>
                </a:schemeClr>
              </a:solidFill>
              <a:latin typeface="微软雅黑" panose="020B0503020204020204" charset="-122"/>
              <a:sym typeface="+mn-ea"/>
            </a:endParaRPr>
          </a:p>
        </p:txBody>
      </p:sp>
    </p:spTree>
    <p:custDataLst>
      <p:tags r:id="rId1"/>
    </p:custData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图片 7"/>
          <p:cNvPicPr>
            <a:picLocks noChangeAspect="1"/>
          </p:cNvPicPr>
          <p:nvPr userDrawn="1">
            <p:custDataLst>
              <p:tags r:id="rId2"/>
            </p:custDataLst>
          </p:nvPr>
        </p:nvPicPr>
        <p:blipFill rotWithShape="1">
          <a:blip r:embed="rId9"/>
          <a:srcRect/>
          <a:stretch>
            <a:fillRect/>
          </a:stretch>
        </p:blipFill>
        <p:spPr>
          <a:xfrm>
            <a:off x="1143000" y="1"/>
            <a:ext cx="6858000" cy="208121"/>
          </a:xfrm>
          <a:prstGeom prst="rect">
            <a:avLst/>
          </a:prstGeom>
        </p:spPr>
      </p:pic>
      <p:pic>
        <p:nvPicPr>
          <p:cNvPr id="15" name="图片 14"/>
          <p:cNvPicPr>
            <a:picLocks noChangeAspect="1"/>
          </p:cNvPicPr>
          <p:nvPr userDrawn="1">
            <p:custDataLst>
              <p:tags r:id="rId3"/>
            </p:custDataLst>
          </p:nvPr>
        </p:nvPicPr>
        <p:blipFill rotWithShape="1">
          <a:blip r:embed="rId10"/>
          <a:srcRect/>
          <a:stretch>
            <a:fillRect/>
          </a:stretch>
        </p:blipFill>
        <p:spPr>
          <a:xfrm>
            <a:off x="1143000" y="4935379"/>
            <a:ext cx="6858000" cy="208121"/>
          </a:xfrm>
          <a:prstGeom prst="rect">
            <a:avLst/>
          </a:prstGeom>
        </p:spPr>
      </p:pic>
      <p:sp>
        <p:nvSpPr>
          <p:cNvPr id="3" name="Rectangle 2"/>
          <p:cNvSpPr>
            <a:spLocks noGrp="1"/>
          </p:cNvSpPr>
          <p:nvPr>
            <p:custDataLst>
              <p:tags r:id="rId4"/>
            </p:custDataLst>
          </p:nvPr>
        </p:nvSpPr>
        <p:spPr>
          <a:xfrm>
            <a:off x="1485900" y="91679"/>
            <a:ext cx="5657850" cy="971550"/>
          </a:xfrm>
          <a:prstGeom prst="rect">
            <a:avLst/>
          </a:prstGeom>
          <a:noFill/>
          <a:ln w="9525">
            <a:noFill/>
          </a:ln>
        </p:spPr>
        <p:txBody>
          <a:bodyPr vert="horz" wrap="square" lIns="68580" tIns="34290" rIns="68580" bIns="34290" anchor="b" anchorCtr="0"/>
          <a:lst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a:lstStyle>
          <a:p>
            <a:pPr eaLnBrk="1" hangingPunct="1"/>
            <a:r>
              <a:rPr lang="zh-CN" altLang="en-US" sz="2925" dirty="0">
                <a:solidFill>
                  <a:schemeClr val="accent1">
                    <a:lumMod val="75000"/>
                  </a:schemeClr>
                </a:solidFill>
                <a:latin typeface="微软雅黑" panose="020B0503020204020204" charset="-122"/>
                <a:ea typeface="微软雅黑" panose="020B0503020204020204" charset="-122"/>
                <a:cs typeface="微软雅黑" panose="020B0503020204020204" charset="-122"/>
              </a:rPr>
              <a:t>边界值测试</a:t>
            </a:r>
          </a:p>
        </p:txBody>
      </p:sp>
      <p:sp>
        <p:nvSpPr>
          <p:cNvPr id="4" name="Rectangle 3"/>
          <p:cNvSpPr>
            <a:spLocks noGrp="1"/>
          </p:cNvSpPr>
          <p:nvPr>
            <p:custDataLst>
              <p:tags r:id="rId5"/>
            </p:custDataLst>
          </p:nvPr>
        </p:nvSpPr>
        <p:spPr>
          <a:xfrm>
            <a:off x="1485900" y="1289447"/>
            <a:ext cx="6172200" cy="3308747"/>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a:lstStyle>
          <a:p>
            <a:pPr algn="just" eaLnBrk="1" hangingPunct="1">
              <a:lnSpc>
                <a:spcPct val="160000"/>
              </a:lnSpc>
              <a:spcBef>
                <a:spcPts val="450"/>
              </a:spcBef>
              <a:spcAft>
                <a:spcPts val="0"/>
              </a:spcAft>
            </a:pPr>
            <a:r>
              <a:rPr lang="zh-CN" altLang="en-US" sz="1800" dirty="0">
                <a:solidFill>
                  <a:schemeClr val="dk1"/>
                </a:solidFill>
                <a:latin typeface="微软雅黑" panose="020B0503020204020204" charset="-122"/>
                <a:ea typeface="微软雅黑" panose="020B0503020204020204" charset="-122"/>
                <a:cs typeface="微软雅黑" panose="020B0503020204020204" charset="-122"/>
              </a:rPr>
              <a:t>以个体输入域为被测对象时，需</a:t>
            </a:r>
            <a:r>
              <a:rPr lang="zh-CN" altLang="en-US" sz="1800" b="1" dirty="0">
                <a:solidFill>
                  <a:schemeClr val="dk1"/>
                </a:solidFill>
                <a:latin typeface="微软雅黑" panose="020B0503020204020204" charset="-122"/>
                <a:ea typeface="微软雅黑" panose="020B0503020204020204" charset="-122"/>
                <a:cs typeface="微软雅黑" panose="020B0503020204020204" charset="-122"/>
              </a:rPr>
              <a:t>分别针对每个输入条件</a:t>
            </a:r>
            <a:r>
              <a:rPr lang="zh-CN" altLang="en-US" sz="1800" dirty="0">
                <a:solidFill>
                  <a:schemeClr val="dk1"/>
                </a:solidFill>
                <a:latin typeface="微软雅黑" panose="020B0503020204020204" charset="-122"/>
                <a:ea typeface="微软雅黑" panose="020B0503020204020204" charset="-122"/>
                <a:cs typeface="微软雅黑" panose="020B0503020204020204" charset="-122"/>
              </a:rPr>
              <a:t>的输入域</a:t>
            </a:r>
            <a:r>
              <a:rPr lang="en-US" altLang="en-US" sz="1800" dirty="0">
                <a:solidFill>
                  <a:schemeClr val="dk1"/>
                </a:solidFill>
                <a:latin typeface="微软雅黑" panose="020B0503020204020204" charset="-122"/>
                <a:ea typeface="微软雅黑" panose="020B0503020204020204" charset="-122"/>
                <a:cs typeface="微软雅黑" panose="020B0503020204020204" charset="-122"/>
              </a:rPr>
              <a:t>(</a:t>
            </a:r>
            <a:r>
              <a:rPr lang="zh-CN" altLang="en-US" sz="1800" dirty="0">
                <a:solidFill>
                  <a:schemeClr val="dk1"/>
                </a:solidFill>
                <a:latin typeface="微软雅黑" panose="020B0503020204020204" charset="-122"/>
                <a:ea typeface="微软雅黑" panose="020B0503020204020204" charset="-122"/>
                <a:cs typeface="微软雅黑" panose="020B0503020204020204" charset="-122"/>
              </a:rPr>
              <a:t>即每个个体输入域</a:t>
            </a:r>
            <a:r>
              <a:rPr lang="en-US" altLang="en-US" sz="1800" dirty="0">
                <a:solidFill>
                  <a:schemeClr val="dk1"/>
                </a:solidFill>
                <a:latin typeface="微软雅黑" panose="020B0503020204020204" charset="-122"/>
                <a:ea typeface="微软雅黑" panose="020B0503020204020204" charset="-122"/>
                <a:cs typeface="微软雅黑" panose="020B0503020204020204" charset="-122"/>
              </a:rPr>
              <a:t>)</a:t>
            </a:r>
            <a:r>
              <a:rPr lang="zh-CN" altLang="en-US" sz="1800" dirty="0">
                <a:solidFill>
                  <a:schemeClr val="dk1"/>
                </a:solidFill>
                <a:latin typeface="微软雅黑" panose="020B0503020204020204" charset="-122"/>
                <a:ea typeface="微软雅黑" panose="020B0503020204020204" charset="-122"/>
                <a:cs typeface="微软雅黑" panose="020B0503020204020204" charset="-122"/>
              </a:rPr>
              <a:t>分别确定其边界点。</a:t>
            </a:r>
            <a:endParaRPr lang="en-US" altLang="zh-CN" sz="1800" dirty="0">
              <a:solidFill>
                <a:schemeClr val="dk1"/>
              </a:solidFill>
              <a:latin typeface="微软雅黑" panose="020B0503020204020204" charset="-122"/>
              <a:ea typeface="微软雅黑" panose="020B0503020204020204" charset="-122"/>
              <a:cs typeface="微软雅黑" panose="020B0503020204020204" charset="-122"/>
            </a:endParaRPr>
          </a:p>
          <a:p>
            <a:pPr algn="just" eaLnBrk="1" hangingPunct="1">
              <a:lnSpc>
                <a:spcPct val="160000"/>
              </a:lnSpc>
              <a:spcBef>
                <a:spcPts val="450"/>
              </a:spcBef>
              <a:spcAft>
                <a:spcPts val="0"/>
              </a:spcAft>
            </a:pPr>
            <a:r>
              <a:rPr lang="zh-CN" altLang="en-US" sz="1800" b="1" dirty="0">
                <a:solidFill>
                  <a:srgbClr val="FF0000"/>
                </a:solidFill>
                <a:latin typeface="微软雅黑" panose="020B0503020204020204" charset="-122"/>
                <a:ea typeface="微软雅黑" panose="020B0503020204020204" charset="-122"/>
                <a:cs typeface="微软雅黑" panose="020B0503020204020204" charset="-122"/>
              </a:rPr>
              <a:t>遵循独立性假设</a:t>
            </a:r>
            <a:r>
              <a:rPr lang="zh-CN" altLang="en-US" sz="1800" dirty="0">
                <a:solidFill>
                  <a:schemeClr val="dk1"/>
                </a:solidFill>
                <a:latin typeface="微软雅黑" panose="020B0503020204020204" charset="-122"/>
                <a:ea typeface="微软雅黑" panose="020B0503020204020204" charset="-122"/>
                <a:cs typeface="微软雅黑" panose="020B0503020204020204" charset="-122"/>
              </a:rPr>
              <a:t>，即假设各个输入条件之间相互独立，不产生相互影响，即不具有相互依赖关系。也就是说，当针对某个输入条件确定边界点时，不考虑其他输入条件可能对该输入条件所产生的任何影响。</a:t>
            </a:r>
          </a:p>
        </p:txBody>
      </p:sp>
      <p:sp>
        <p:nvSpPr>
          <p:cNvPr id="2" name="日期占位符 1"/>
          <p:cNvSpPr>
            <a:spLocks noGrp="1"/>
          </p:cNvSpPr>
          <p:nvPr>
            <p:ph type="dt" sz="half" idx="10"/>
            <p:custDataLst>
              <p:tags r:id="rId6"/>
            </p:custDataLst>
          </p:nvPr>
        </p:nvSpPr>
        <p:spPr/>
        <p:txBody>
          <a:bodyPr vert="horz" wrap="square" lIns="68580" tIns="34290" rIns="68580" bIns="34290" rtlCol="0" anchor="ctr">
            <a:normAutofit/>
          </a:bodyPr>
          <a:lstStyle>
            <a:defPPr>
              <a:defRPr lang="zh-CN"/>
            </a:defPPr>
            <a:lvl1pPr marL="0" algn="l"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dk1">
                    <a:tint val="75000"/>
                  </a:schemeClr>
                </a:solidFill>
                <a:latin typeface="微软雅黑" panose="020B0503020204020204" charset="-122"/>
                <a:sym typeface="+mn-ea"/>
              </a:rPr>
              <a:t>2024/3/12</a:t>
            </a:fld>
            <a:endParaRPr lang="zh-CN" altLang="en-US">
              <a:solidFill>
                <a:schemeClr val="dk1">
                  <a:tint val="75000"/>
                </a:schemeClr>
              </a:solidFill>
              <a:latin typeface="微软雅黑" panose="020B0503020204020204" charset="-122"/>
              <a:sym typeface="+mn-ea"/>
            </a:endParaRPr>
          </a:p>
        </p:txBody>
      </p:sp>
      <p:sp>
        <p:nvSpPr>
          <p:cNvPr id="5" name="灯片编号占位符 4"/>
          <p:cNvSpPr>
            <a:spLocks noGrp="1"/>
          </p:cNvSpPr>
          <p:nvPr>
            <p:ph type="sldNum" sz="quarter" idx="12"/>
            <p:custDataLst>
              <p:tags r:id="rId7"/>
            </p:custDataLst>
          </p:nvPr>
        </p:nvSpPr>
        <p:spPr/>
        <p:txBody>
          <a:bodyPr vert="horz" wrap="square" lIns="68580" tIns="34290" rIns="68580" bIns="34290" rtlCol="0" anchor="ctr">
            <a:normAutofit/>
          </a:bodyPr>
          <a:lstStyle>
            <a:defPPr>
              <a:defRPr lang="zh-CN"/>
            </a:defPPr>
            <a:lvl1pPr marL="0" algn="r"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dk1">
                    <a:tint val="75000"/>
                  </a:schemeClr>
                </a:solidFill>
                <a:latin typeface="微软雅黑" panose="020B0503020204020204" charset="-122"/>
                <a:sym typeface="+mn-ea"/>
              </a:rPr>
              <a:t>26</a:t>
            </a:fld>
            <a:endParaRPr lang="zh-CN" altLang="en-US">
              <a:solidFill>
                <a:schemeClr val="dk1">
                  <a:tint val="75000"/>
                </a:schemeClr>
              </a:solidFill>
              <a:latin typeface="微软雅黑" panose="020B0503020204020204" charset="-122"/>
              <a:sym typeface="+mn-ea"/>
            </a:endParaRPr>
          </a:p>
        </p:txBody>
      </p:sp>
    </p:spTree>
    <p:custDataLst>
      <p:tags r:id="rId1"/>
    </p:custData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图片 7"/>
          <p:cNvPicPr>
            <a:picLocks noChangeAspect="1"/>
          </p:cNvPicPr>
          <p:nvPr userDrawn="1">
            <p:custDataLst>
              <p:tags r:id="rId2"/>
            </p:custDataLst>
          </p:nvPr>
        </p:nvPicPr>
        <p:blipFill rotWithShape="1">
          <a:blip r:embed="rId9"/>
          <a:srcRect/>
          <a:stretch>
            <a:fillRect/>
          </a:stretch>
        </p:blipFill>
        <p:spPr>
          <a:xfrm>
            <a:off x="1143000" y="1"/>
            <a:ext cx="6858000" cy="208121"/>
          </a:xfrm>
          <a:prstGeom prst="rect">
            <a:avLst/>
          </a:prstGeom>
        </p:spPr>
      </p:pic>
      <p:pic>
        <p:nvPicPr>
          <p:cNvPr id="15" name="图片 14"/>
          <p:cNvPicPr>
            <a:picLocks noChangeAspect="1"/>
          </p:cNvPicPr>
          <p:nvPr userDrawn="1">
            <p:custDataLst>
              <p:tags r:id="rId3"/>
            </p:custDataLst>
          </p:nvPr>
        </p:nvPicPr>
        <p:blipFill rotWithShape="1">
          <a:blip r:embed="rId10"/>
          <a:srcRect/>
          <a:stretch>
            <a:fillRect/>
          </a:stretch>
        </p:blipFill>
        <p:spPr>
          <a:xfrm>
            <a:off x="1143000" y="4935379"/>
            <a:ext cx="6858000" cy="208121"/>
          </a:xfrm>
          <a:prstGeom prst="rect">
            <a:avLst/>
          </a:prstGeom>
        </p:spPr>
      </p:pic>
      <p:sp>
        <p:nvSpPr>
          <p:cNvPr id="3" name="Rectangle 2"/>
          <p:cNvSpPr>
            <a:spLocks noGrp="1"/>
          </p:cNvSpPr>
          <p:nvPr>
            <p:custDataLst>
              <p:tags r:id="rId4"/>
            </p:custDataLst>
          </p:nvPr>
        </p:nvSpPr>
        <p:spPr>
          <a:xfrm>
            <a:off x="1485900" y="91679"/>
            <a:ext cx="5657850" cy="971550"/>
          </a:xfrm>
          <a:prstGeom prst="rect">
            <a:avLst/>
          </a:prstGeom>
          <a:noFill/>
          <a:ln w="9525">
            <a:noFill/>
          </a:ln>
        </p:spPr>
        <p:txBody>
          <a:bodyPr vert="horz" wrap="square" lIns="68580" tIns="34290" rIns="68580" bIns="34290" anchor="b" anchorCtr="0"/>
          <a:lst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a:lstStyle>
          <a:p>
            <a:pPr eaLnBrk="1" hangingPunct="1"/>
            <a:r>
              <a:rPr lang="zh-CN" altLang="en-US" sz="2925" dirty="0">
                <a:solidFill>
                  <a:schemeClr val="accent1">
                    <a:lumMod val="75000"/>
                  </a:schemeClr>
                </a:solidFill>
                <a:latin typeface="微软雅黑" panose="020B0503020204020204" charset="-122"/>
                <a:ea typeface="微软雅黑" panose="020B0503020204020204" charset="-122"/>
                <a:cs typeface="微软雅黑" panose="020B0503020204020204" charset="-122"/>
              </a:rPr>
              <a:t>边界值测试</a:t>
            </a:r>
          </a:p>
        </p:txBody>
      </p:sp>
      <p:sp>
        <p:nvSpPr>
          <p:cNvPr id="4" name="Rectangle 3"/>
          <p:cNvSpPr>
            <a:spLocks noGrp="1" noChangeArrowheads="1"/>
          </p:cNvSpPr>
          <p:nvPr>
            <p:custDataLst>
              <p:tags r:id="rId5"/>
            </p:custDataLst>
          </p:nvPr>
        </p:nvSpPr>
        <p:spPr>
          <a:xfrm>
            <a:off x="1485900" y="1177291"/>
            <a:ext cx="6172200" cy="3595211"/>
          </a:xfrm>
          <a:prstGeom prst="rect">
            <a:avLst/>
          </a:prstGeom>
          <a:noFill/>
          <a:ln w="9525">
            <a:noFill/>
          </a:ln>
        </p:spPr>
        <p:txBody>
          <a:bodyPr vert="horz" wrap="square" lIns="68580" tIns="34290" rIns="68580" bIns="34290" numCol="1" anchor="t" anchorCtr="0" compatLnSpc="1"/>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a:lstStyle>
          <a:p>
            <a:pPr marL="257175" indent="-257175" defTabSz="685800" eaLnBrk="1" hangingPunct="1">
              <a:lnSpc>
                <a:spcPct val="120000"/>
              </a:lnSpc>
              <a:defRPr/>
            </a:pPr>
            <a:r>
              <a:rPr lang="en-US" altLang="zh-CN" sz="2400" b="1" kern="0" dirty="0">
                <a:solidFill>
                  <a:schemeClr val="dk1"/>
                </a:solidFill>
                <a:latin typeface="微软雅黑" panose="020B0503020204020204" charset="-122"/>
                <a:ea typeface="微软雅黑" panose="020B0503020204020204" charset="-122"/>
                <a:cs typeface="微软雅黑" panose="020B0503020204020204" charset="-122"/>
              </a:rPr>
              <a:t>1</a:t>
            </a:r>
            <a:r>
              <a:rPr lang="zh-CN" altLang="en-US" sz="2400" b="1" kern="0" dirty="0">
                <a:solidFill>
                  <a:schemeClr val="dk1"/>
                </a:solidFill>
                <a:latin typeface="微软雅黑" panose="020B0503020204020204" charset="-122"/>
                <a:ea typeface="微软雅黑" panose="020B0503020204020204" charset="-122"/>
                <a:cs typeface="微软雅黑" panose="020B0503020204020204" charset="-122"/>
              </a:rPr>
              <a:t>、测试数据的选择</a:t>
            </a:r>
            <a:endParaRPr lang="en-US" altLang="zh-CN" sz="2400" b="1" kern="0" dirty="0">
              <a:solidFill>
                <a:schemeClr val="dk1"/>
              </a:solidFill>
              <a:latin typeface="微软雅黑" panose="020B0503020204020204" charset="-122"/>
              <a:ea typeface="微软雅黑" panose="020B0503020204020204" charset="-122"/>
              <a:cs typeface="微软雅黑" panose="020B0503020204020204" charset="-122"/>
            </a:endParaRPr>
          </a:p>
          <a:p>
            <a:pPr marL="519113" lvl="1" indent="-260985" defTabSz="685800" eaLnBrk="1" hangingPunct="1">
              <a:lnSpc>
                <a:spcPct val="120000"/>
              </a:lnSpc>
              <a:defRPr/>
            </a:pPr>
            <a:r>
              <a:rPr lang="zh-CN" altLang="en-US" sz="1950" b="1" kern="0" dirty="0">
                <a:solidFill>
                  <a:schemeClr val="dk1"/>
                </a:solidFill>
                <a:latin typeface="微软雅黑" panose="020B0503020204020204" charset="-122"/>
                <a:ea typeface="微软雅黑" panose="020B0503020204020204" charset="-122"/>
                <a:cs typeface="微软雅黑" panose="020B0503020204020204" charset="-122"/>
              </a:rPr>
              <a:t>穷举法</a:t>
            </a:r>
            <a:endParaRPr lang="en-US" altLang="zh-CN" sz="1950" b="1" kern="0" dirty="0">
              <a:solidFill>
                <a:schemeClr val="dk1"/>
              </a:solidFill>
              <a:latin typeface="微软雅黑" panose="020B0503020204020204" charset="-122"/>
              <a:ea typeface="微软雅黑" panose="020B0503020204020204" charset="-122"/>
              <a:cs typeface="微软雅黑" panose="020B0503020204020204" charset="-122"/>
            </a:endParaRPr>
          </a:p>
          <a:p>
            <a:pPr marL="740569" lvl="2" indent="-220504" defTabSz="685800" eaLnBrk="1" hangingPunct="1">
              <a:lnSpc>
                <a:spcPct val="120000"/>
              </a:lnSpc>
              <a:defRPr/>
            </a:pPr>
            <a:r>
              <a:rPr lang="zh-CN" altLang="en-US" sz="1725" kern="0" dirty="0">
                <a:solidFill>
                  <a:schemeClr val="dk1"/>
                </a:solidFill>
                <a:latin typeface="微软雅黑" panose="020B0503020204020204" charset="-122"/>
                <a:ea typeface="微软雅黑" panose="020B0503020204020204" charset="-122"/>
                <a:cs typeface="微软雅黑" panose="020B0503020204020204" charset="-122"/>
              </a:rPr>
              <a:t>在每个边界点的邻域范围内取所有数据。</a:t>
            </a:r>
            <a:endParaRPr lang="en-US" altLang="zh-CN" sz="1725" kern="0" dirty="0">
              <a:solidFill>
                <a:schemeClr val="dk1"/>
              </a:solidFill>
              <a:latin typeface="微软雅黑" panose="020B0503020204020204" charset="-122"/>
              <a:ea typeface="微软雅黑" panose="020B0503020204020204" charset="-122"/>
              <a:cs typeface="微软雅黑" panose="020B0503020204020204" charset="-122"/>
            </a:endParaRPr>
          </a:p>
          <a:p>
            <a:pPr marL="740569" lvl="2" indent="-220504" defTabSz="685800" eaLnBrk="1" hangingPunct="1">
              <a:lnSpc>
                <a:spcPct val="120000"/>
              </a:lnSpc>
              <a:defRPr/>
            </a:pPr>
            <a:r>
              <a:rPr lang="zh-CN" altLang="en-US" sz="1725" b="1" kern="0" dirty="0">
                <a:solidFill>
                  <a:schemeClr val="dk1"/>
                </a:solidFill>
                <a:latin typeface="微软雅黑" panose="020B0503020204020204" charset="-122"/>
                <a:ea typeface="微软雅黑" panose="020B0503020204020204" charset="-122"/>
                <a:cs typeface="微软雅黑" panose="020B0503020204020204" charset="-122"/>
              </a:rPr>
              <a:t>优势：</a:t>
            </a:r>
            <a:r>
              <a:rPr lang="zh-CN" altLang="en-US" sz="1725" kern="0" dirty="0">
                <a:solidFill>
                  <a:schemeClr val="dk1"/>
                </a:solidFill>
                <a:latin typeface="微软雅黑" panose="020B0503020204020204" charset="-122"/>
                <a:ea typeface="微软雅黑" panose="020B0503020204020204" charset="-122"/>
                <a:cs typeface="微软雅黑" panose="020B0503020204020204" charset="-122"/>
              </a:rPr>
              <a:t>边界及其邻域范围内所有数据均可测试到。</a:t>
            </a:r>
            <a:endParaRPr lang="en-US" altLang="zh-CN" sz="1725" kern="0" dirty="0">
              <a:solidFill>
                <a:schemeClr val="dk1"/>
              </a:solidFill>
              <a:latin typeface="微软雅黑" panose="020B0503020204020204" charset="-122"/>
              <a:ea typeface="微软雅黑" panose="020B0503020204020204" charset="-122"/>
              <a:cs typeface="微软雅黑" panose="020B0503020204020204" charset="-122"/>
            </a:endParaRPr>
          </a:p>
          <a:p>
            <a:pPr marL="740569" lvl="2" indent="-220504" defTabSz="685800" eaLnBrk="1" hangingPunct="1">
              <a:lnSpc>
                <a:spcPct val="120000"/>
              </a:lnSpc>
              <a:defRPr/>
            </a:pPr>
            <a:r>
              <a:rPr lang="zh-CN" altLang="en-US" sz="1725" b="1" kern="0" dirty="0">
                <a:solidFill>
                  <a:schemeClr val="dk1"/>
                </a:solidFill>
                <a:latin typeface="微软雅黑" panose="020B0503020204020204" charset="-122"/>
                <a:ea typeface="微软雅黑" panose="020B0503020204020204" charset="-122"/>
                <a:cs typeface="微软雅黑" panose="020B0503020204020204" charset="-122"/>
              </a:rPr>
              <a:t>不足：</a:t>
            </a:r>
            <a:r>
              <a:rPr lang="zh-CN" altLang="en-US" sz="1725" kern="0" dirty="0">
                <a:solidFill>
                  <a:schemeClr val="dk1"/>
                </a:solidFill>
                <a:latin typeface="微软雅黑" panose="020B0503020204020204" charset="-122"/>
                <a:ea typeface="微软雅黑" panose="020B0503020204020204" charset="-122"/>
                <a:cs typeface="微软雅黑" panose="020B0503020204020204" charset="-122"/>
              </a:rPr>
              <a:t>邻域内的测试数据较多，导致的测试负担重。</a:t>
            </a:r>
            <a:endParaRPr lang="en-US" altLang="zh-CN" sz="1725" kern="0" dirty="0">
              <a:solidFill>
                <a:schemeClr val="dk1"/>
              </a:solidFill>
              <a:latin typeface="微软雅黑" panose="020B0503020204020204" charset="-122"/>
              <a:ea typeface="微软雅黑" panose="020B0503020204020204" charset="-122"/>
              <a:cs typeface="微软雅黑" panose="020B0503020204020204" charset="-122"/>
            </a:endParaRPr>
          </a:p>
          <a:p>
            <a:pPr marL="519113" lvl="1" indent="-260985" defTabSz="685800" eaLnBrk="1" hangingPunct="1">
              <a:lnSpc>
                <a:spcPct val="120000"/>
              </a:lnSpc>
              <a:defRPr/>
            </a:pPr>
            <a:r>
              <a:rPr lang="zh-CN" altLang="en-US" sz="1950" b="1" kern="0" dirty="0">
                <a:solidFill>
                  <a:srgbClr val="FF0000"/>
                </a:solidFill>
                <a:latin typeface="微软雅黑" panose="020B0503020204020204" charset="-122"/>
                <a:ea typeface="微软雅黑" panose="020B0503020204020204" charset="-122"/>
                <a:cs typeface="微软雅黑" panose="020B0503020204020204" charset="-122"/>
              </a:rPr>
              <a:t>典型值法</a:t>
            </a:r>
            <a:endParaRPr lang="en-US" altLang="zh-CN" sz="1950" b="1" kern="0" dirty="0">
              <a:solidFill>
                <a:srgbClr val="FF0000"/>
              </a:solidFill>
              <a:latin typeface="微软雅黑" panose="020B0503020204020204" charset="-122"/>
              <a:ea typeface="微软雅黑" panose="020B0503020204020204" charset="-122"/>
              <a:cs typeface="微软雅黑" panose="020B0503020204020204" charset="-122"/>
            </a:endParaRPr>
          </a:p>
          <a:p>
            <a:pPr marL="740569" lvl="2" indent="-220504" defTabSz="685800" eaLnBrk="1" hangingPunct="1">
              <a:lnSpc>
                <a:spcPct val="120000"/>
              </a:lnSpc>
              <a:defRPr/>
            </a:pPr>
            <a:r>
              <a:rPr lang="zh-CN" altLang="en-US" sz="1725" kern="0" dirty="0">
                <a:solidFill>
                  <a:schemeClr val="dk1"/>
                </a:solidFill>
                <a:latin typeface="微软雅黑" panose="020B0503020204020204" charset="-122"/>
                <a:ea typeface="微软雅黑" panose="020B0503020204020204" charset="-122"/>
                <a:cs typeface="微软雅黑" panose="020B0503020204020204" charset="-122"/>
              </a:rPr>
              <a:t>在边界点</a:t>
            </a:r>
            <a:r>
              <a:rPr lang="en-US" altLang="zh-CN" sz="1725" kern="0" dirty="0">
                <a:solidFill>
                  <a:schemeClr val="dk1"/>
                </a:solidFill>
                <a:latin typeface="微软雅黑" panose="020B0503020204020204" charset="-122"/>
                <a:ea typeface="微软雅黑" panose="020B0503020204020204" charset="-122"/>
                <a:cs typeface="微软雅黑" panose="020B0503020204020204" charset="-122"/>
              </a:rPr>
              <a:t>a</a:t>
            </a:r>
            <a:r>
              <a:rPr lang="zh-CN" altLang="en-US" sz="1725" kern="0" dirty="0">
                <a:solidFill>
                  <a:schemeClr val="dk1"/>
                </a:solidFill>
                <a:latin typeface="微软雅黑" panose="020B0503020204020204" charset="-122"/>
                <a:ea typeface="微软雅黑" panose="020B0503020204020204" charset="-122"/>
                <a:cs typeface="微软雅黑" panose="020B0503020204020204" charset="-122"/>
              </a:rPr>
              <a:t>处选择</a:t>
            </a:r>
            <a:r>
              <a:rPr lang="en-US" altLang="zh-CN" sz="1725" kern="0" dirty="0">
                <a:solidFill>
                  <a:schemeClr val="dk1"/>
                </a:solidFill>
                <a:latin typeface="微软雅黑" panose="020B0503020204020204" charset="-122"/>
                <a:ea typeface="微软雅黑" panose="020B0503020204020204" charset="-122"/>
                <a:cs typeface="微软雅黑" panose="020B0503020204020204" charset="-122"/>
              </a:rPr>
              <a:t>a-1</a:t>
            </a:r>
            <a:r>
              <a:rPr lang="zh-CN" altLang="en-US" sz="1725" kern="0" dirty="0">
                <a:solidFill>
                  <a:schemeClr val="dk1"/>
                </a:solidFill>
                <a:latin typeface="微软雅黑" panose="020B0503020204020204" charset="-122"/>
                <a:ea typeface="微软雅黑" panose="020B0503020204020204" charset="-122"/>
                <a:cs typeface="微软雅黑" panose="020B0503020204020204" charset="-122"/>
              </a:rPr>
              <a:t>、</a:t>
            </a:r>
            <a:r>
              <a:rPr lang="en-US" sz="1725" kern="0" dirty="0">
                <a:solidFill>
                  <a:schemeClr val="dk1"/>
                </a:solidFill>
                <a:latin typeface="微软雅黑" panose="020B0503020204020204" charset="-122"/>
                <a:ea typeface="微软雅黑" panose="020B0503020204020204" charset="-122"/>
                <a:cs typeface="微软雅黑" panose="020B0503020204020204" charset="-122"/>
              </a:rPr>
              <a:t>a</a:t>
            </a:r>
            <a:r>
              <a:rPr lang="zh-CN" altLang="en-US" sz="1725" kern="0" dirty="0">
                <a:solidFill>
                  <a:schemeClr val="dk1"/>
                </a:solidFill>
                <a:latin typeface="微软雅黑" panose="020B0503020204020204" charset="-122"/>
                <a:ea typeface="微软雅黑" panose="020B0503020204020204" charset="-122"/>
                <a:cs typeface="微软雅黑" panose="020B0503020204020204" charset="-122"/>
              </a:rPr>
              <a:t>、</a:t>
            </a:r>
            <a:r>
              <a:rPr lang="en-US" sz="1725" kern="0" dirty="0">
                <a:solidFill>
                  <a:schemeClr val="dk1"/>
                </a:solidFill>
                <a:latin typeface="微软雅黑" panose="020B0503020204020204" charset="-122"/>
                <a:ea typeface="微软雅黑" panose="020B0503020204020204" charset="-122"/>
                <a:cs typeface="微软雅黑" panose="020B0503020204020204" charset="-122"/>
              </a:rPr>
              <a:t>a+1 </a:t>
            </a:r>
            <a:r>
              <a:rPr lang="zh-CN" altLang="en-US" sz="1725" kern="0" dirty="0">
                <a:solidFill>
                  <a:schemeClr val="dk1"/>
                </a:solidFill>
                <a:latin typeface="微软雅黑" panose="020B0503020204020204" charset="-122"/>
                <a:ea typeface="微软雅黑" panose="020B0503020204020204" charset="-122"/>
                <a:cs typeface="微软雅黑" panose="020B0503020204020204" charset="-122"/>
              </a:rPr>
              <a:t>这三个值作为测试数据。</a:t>
            </a:r>
            <a:endParaRPr lang="en-US" altLang="zh-CN" sz="1725" kern="0" dirty="0">
              <a:solidFill>
                <a:schemeClr val="dk1"/>
              </a:solidFill>
              <a:latin typeface="微软雅黑" panose="020B0503020204020204" charset="-122"/>
              <a:ea typeface="微软雅黑" panose="020B0503020204020204" charset="-122"/>
              <a:cs typeface="微软雅黑" panose="020B0503020204020204" charset="-122"/>
            </a:endParaRPr>
          </a:p>
          <a:p>
            <a:pPr marL="740569" lvl="2" indent="-220504" defTabSz="685800" eaLnBrk="1" hangingPunct="1">
              <a:lnSpc>
                <a:spcPct val="120000"/>
              </a:lnSpc>
              <a:defRPr/>
            </a:pPr>
            <a:r>
              <a:rPr lang="zh-CN" altLang="en-US" sz="1725" b="1" kern="0" dirty="0">
                <a:solidFill>
                  <a:schemeClr val="dk1"/>
                </a:solidFill>
                <a:latin typeface="微软雅黑" panose="020B0503020204020204" charset="-122"/>
                <a:ea typeface="微软雅黑" panose="020B0503020204020204" charset="-122"/>
                <a:cs typeface="微软雅黑" panose="020B0503020204020204" charset="-122"/>
              </a:rPr>
              <a:t>优势：</a:t>
            </a:r>
            <a:r>
              <a:rPr lang="zh-CN" altLang="en-US" sz="1725" kern="0" dirty="0">
                <a:solidFill>
                  <a:schemeClr val="dk1"/>
                </a:solidFill>
                <a:latin typeface="微软雅黑" panose="020B0503020204020204" charset="-122"/>
                <a:ea typeface="微软雅黑" panose="020B0503020204020204" charset="-122"/>
                <a:cs typeface="微软雅黑" panose="020B0503020204020204" charset="-122"/>
              </a:rPr>
              <a:t>测试数据包含了边界点本身以及最远离该边界点的邻域数据，具有典型性，且数据量大大降低。</a:t>
            </a:r>
            <a:endParaRPr lang="zh-CN" altLang="zh-CN" sz="1725" kern="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日期占位符 1"/>
          <p:cNvSpPr>
            <a:spLocks noGrp="1"/>
          </p:cNvSpPr>
          <p:nvPr>
            <p:ph type="dt" sz="half" idx="10"/>
            <p:custDataLst>
              <p:tags r:id="rId6"/>
            </p:custDataLst>
          </p:nvPr>
        </p:nvSpPr>
        <p:spPr/>
        <p:txBody>
          <a:bodyPr vert="horz" wrap="square" lIns="68580" tIns="34290" rIns="68580" bIns="34290" rtlCol="0" anchor="ctr">
            <a:normAutofit/>
          </a:bodyPr>
          <a:lstStyle>
            <a:defPPr>
              <a:defRPr lang="zh-CN"/>
            </a:defPPr>
            <a:lvl1pPr marL="0" algn="l"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dk1">
                    <a:tint val="75000"/>
                  </a:schemeClr>
                </a:solidFill>
                <a:latin typeface="微软雅黑" panose="020B0503020204020204" charset="-122"/>
                <a:sym typeface="+mn-ea"/>
              </a:rPr>
              <a:t>2024/3/12</a:t>
            </a:fld>
            <a:endParaRPr lang="zh-CN" altLang="en-US">
              <a:solidFill>
                <a:schemeClr val="dk1">
                  <a:tint val="75000"/>
                </a:schemeClr>
              </a:solidFill>
              <a:latin typeface="微软雅黑" panose="020B0503020204020204" charset="-122"/>
              <a:sym typeface="+mn-ea"/>
            </a:endParaRPr>
          </a:p>
        </p:txBody>
      </p:sp>
      <p:sp>
        <p:nvSpPr>
          <p:cNvPr id="5" name="灯片编号占位符 4"/>
          <p:cNvSpPr>
            <a:spLocks noGrp="1"/>
          </p:cNvSpPr>
          <p:nvPr>
            <p:ph type="sldNum" sz="quarter" idx="12"/>
            <p:custDataLst>
              <p:tags r:id="rId7"/>
            </p:custDataLst>
          </p:nvPr>
        </p:nvSpPr>
        <p:spPr/>
        <p:txBody>
          <a:bodyPr vert="horz" wrap="square" lIns="68580" tIns="34290" rIns="68580" bIns="34290" rtlCol="0" anchor="ctr">
            <a:normAutofit/>
          </a:bodyPr>
          <a:lstStyle>
            <a:defPPr>
              <a:defRPr lang="zh-CN"/>
            </a:defPPr>
            <a:lvl1pPr marL="0" algn="r"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dk1">
                    <a:tint val="75000"/>
                  </a:schemeClr>
                </a:solidFill>
                <a:latin typeface="微软雅黑" panose="020B0503020204020204" charset="-122"/>
                <a:sym typeface="+mn-ea"/>
              </a:rPr>
              <a:t>27</a:t>
            </a:fld>
            <a:endParaRPr lang="zh-CN" altLang="en-US">
              <a:solidFill>
                <a:schemeClr val="dk1">
                  <a:tint val="75000"/>
                </a:schemeClr>
              </a:solidFill>
              <a:latin typeface="微软雅黑" panose="020B0503020204020204" charset="-122"/>
              <a:sym typeface="+mn-ea"/>
            </a:endParaRPr>
          </a:p>
        </p:txBody>
      </p:sp>
    </p:spTree>
    <p:custDataLst>
      <p:tags r:id="rId1"/>
    </p:custData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图片 7"/>
          <p:cNvPicPr>
            <a:picLocks noChangeAspect="1"/>
          </p:cNvPicPr>
          <p:nvPr userDrawn="1">
            <p:custDataLst>
              <p:tags r:id="rId2"/>
            </p:custDataLst>
          </p:nvPr>
        </p:nvPicPr>
        <p:blipFill rotWithShape="1">
          <a:blip r:embed="rId9"/>
          <a:srcRect/>
          <a:stretch>
            <a:fillRect/>
          </a:stretch>
        </p:blipFill>
        <p:spPr>
          <a:xfrm>
            <a:off x="1143000" y="1"/>
            <a:ext cx="6858000" cy="208121"/>
          </a:xfrm>
          <a:prstGeom prst="rect">
            <a:avLst/>
          </a:prstGeom>
        </p:spPr>
      </p:pic>
      <p:pic>
        <p:nvPicPr>
          <p:cNvPr id="15" name="图片 14"/>
          <p:cNvPicPr>
            <a:picLocks noChangeAspect="1"/>
          </p:cNvPicPr>
          <p:nvPr userDrawn="1">
            <p:custDataLst>
              <p:tags r:id="rId3"/>
            </p:custDataLst>
          </p:nvPr>
        </p:nvPicPr>
        <p:blipFill rotWithShape="1">
          <a:blip r:embed="rId10"/>
          <a:srcRect/>
          <a:stretch>
            <a:fillRect/>
          </a:stretch>
        </p:blipFill>
        <p:spPr>
          <a:xfrm>
            <a:off x="1143000" y="4935379"/>
            <a:ext cx="6858000" cy="208121"/>
          </a:xfrm>
          <a:prstGeom prst="rect">
            <a:avLst/>
          </a:prstGeom>
        </p:spPr>
      </p:pic>
      <p:sp>
        <p:nvSpPr>
          <p:cNvPr id="4" name="Rectangle 3"/>
          <p:cNvSpPr>
            <a:spLocks noGrp="1"/>
          </p:cNvSpPr>
          <p:nvPr>
            <p:custDataLst>
              <p:tags r:id="rId4"/>
            </p:custDataLst>
          </p:nvPr>
        </p:nvSpPr>
        <p:spPr>
          <a:xfrm>
            <a:off x="1485900" y="702469"/>
            <a:ext cx="6172200" cy="3940493"/>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a:lstStyle>
          <a:p>
            <a:pPr eaLnBrk="1" hangingPunct="1">
              <a:lnSpc>
                <a:spcPct val="110000"/>
              </a:lnSpc>
            </a:pPr>
            <a:r>
              <a:rPr lang="en-US" altLang="zh-CN" sz="2400" b="1" dirty="0">
                <a:solidFill>
                  <a:schemeClr val="dk1"/>
                </a:solidFill>
                <a:latin typeface="微软雅黑" panose="020B0503020204020204" charset="-122"/>
                <a:ea typeface="微软雅黑" panose="020B0503020204020204" charset="-122"/>
                <a:cs typeface="微软雅黑" panose="020B0503020204020204" charset="-122"/>
              </a:rPr>
              <a:t>2</a:t>
            </a:r>
            <a:r>
              <a:rPr lang="zh-CN" altLang="en-US" sz="2400" b="1" dirty="0">
                <a:solidFill>
                  <a:schemeClr val="dk1"/>
                </a:solidFill>
                <a:latin typeface="微软雅黑" panose="020B0503020204020204" charset="-122"/>
                <a:ea typeface="微软雅黑" panose="020B0503020204020204" charset="-122"/>
                <a:cs typeface="微软雅黑" panose="020B0503020204020204" charset="-122"/>
              </a:rPr>
              <a:t>、</a:t>
            </a:r>
            <a:r>
              <a:rPr lang="zh-CN" altLang="en-US" sz="2400" b="1" dirty="0">
                <a:solidFill>
                  <a:srgbClr val="FF0000"/>
                </a:solidFill>
                <a:latin typeface="微软雅黑" panose="020B0503020204020204" charset="-122"/>
                <a:ea typeface="微软雅黑" panose="020B0503020204020204" charset="-122"/>
                <a:cs typeface="微软雅黑" panose="020B0503020204020204" charset="-122"/>
              </a:rPr>
              <a:t>边界组合方式</a:t>
            </a:r>
            <a:r>
              <a:rPr lang="zh-CN" altLang="en-US" sz="2400" b="1" dirty="0">
                <a:solidFill>
                  <a:schemeClr val="dk1"/>
                </a:solidFill>
                <a:latin typeface="微软雅黑" panose="020B0503020204020204" charset="-122"/>
                <a:ea typeface="微软雅黑" panose="020B0503020204020204" charset="-122"/>
                <a:cs typeface="微软雅黑" panose="020B0503020204020204" charset="-122"/>
              </a:rPr>
              <a:t>的选择</a:t>
            </a:r>
            <a:endParaRPr lang="en-US" altLang="zh-CN" sz="2400" b="1" dirty="0">
              <a:solidFill>
                <a:schemeClr val="dk1"/>
              </a:solidFill>
              <a:latin typeface="微软雅黑" panose="020B0503020204020204" charset="-122"/>
              <a:ea typeface="微软雅黑" panose="020B0503020204020204" charset="-122"/>
              <a:cs typeface="微软雅黑" panose="020B0503020204020204" charset="-122"/>
            </a:endParaRPr>
          </a:p>
          <a:p>
            <a:pPr lvl="1" eaLnBrk="1" hangingPunct="1">
              <a:lnSpc>
                <a:spcPct val="110000"/>
              </a:lnSpc>
            </a:pPr>
            <a:r>
              <a:rPr lang="zh-CN" altLang="en-US" sz="1950" b="1" dirty="0">
                <a:solidFill>
                  <a:schemeClr val="dk1"/>
                </a:solidFill>
                <a:latin typeface="微软雅黑" panose="020B0503020204020204" charset="-122"/>
                <a:ea typeface="微软雅黑" panose="020B0503020204020204" charset="-122"/>
                <a:cs typeface="微软雅黑" panose="020B0503020204020204" charset="-122"/>
              </a:rPr>
              <a:t>强边界法</a:t>
            </a:r>
            <a:endParaRPr lang="en-US" altLang="zh-CN" sz="1950" b="1" dirty="0">
              <a:solidFill>
                <a:schemeClr val="dk1"/>
              </a:solidFill>
              <a:latin typeface="微软雅黑" panose="020B0503020204020204" charset="-122"/>
              <a:ea typeface="微软雅黑" panose="020B0503020204020204" charset="-122"/>
              <a:cs typeface="微软雅黑" panose="020B0503020204020204" charset="-122"/>
            </a:endParaRPr>
          </a:p>
          <a:p>
            <a:pPr lvl="2" eaLnBrk="1" hangingPunct="1">
              <a:lnSpc>
                <a:spcPct val="110000"/>
              </a:lnSpc>
            </a:pPr>
            <a:r>
              <a:rPr lang="zh-CN" altLang="en-US" sz="1725" dirty="0">
                <a:solidFill>
                  <a:schemeClr val="dk1"/>
                </a:solidFill>
                <a:latin typeface="微软雅黑" panose="020B0503020204020204" charset="-122"/>
                <a:ea typeface="微软雅黑" panose="020B0503020204020204" charset="-122"/>
                <a:cs typeface="微软雅黑" panose="020B0503020204020204" charset="-122"/>
              </a:rPr>
              <a:t>测试用例覆盖</a:t>
            </a:r>
            <a:r>
              <a:rPr lang="zh-CN" altLang="en-US" sz="1725" b="1" dirty="0">
                <a:solidFill>
                  <a:srgbClr val="FF0000"/>
                </a:solidFill>
                <a:latin typeface="微软雅黑" panose="020B0503020204020204" charset="-122"/>
                <a:ea typeface="微软雅黑" panose="020B0503020204020204" charset="-122"/>
                <a:cs typeface="微软雅黑" panose="020B0503020204020204" charset="-122"/>
              </a:rPr>
              <a:t>所有输入条件</a:t>
            </a:r>
            <a:r>
              <a:rPr lang="zh-CN" altLang="en-US" sz="1725" dirty="0">
                <a:solidFill>
                  <a:schemeClr val="dk1"/>
                </a:solidFill>
                <a:latin typeface="微软雅黑" panose="020B0503020204020204" charset="-122"/>
                <a:ea typeface="微软雅黑" panose="020B0503020204020204" charset="-122"/>
                <a:cs typeface="微软雅黑" panose="020B0503020204020204" charset="-122"/>
              </a:rPr>
              <a:t>的所有</a:t>
            </a:r>
            <a:r>
              <a:rPr lang="zh-CN" altLang="en-US" sz="1725" b="1" dirty="0">
                <a:solidFill>
                  <a:srgbClr val="FF0000"/>
                </a:solidFill>
                <a:latin typeface="微软雅黑" panose="020B0503020204020204" charset="-122"/>
                <a:ea typeface="微软雅黑" panose="020B0503020204020204" charset="-122"/>
                <a:cs typeface="微软雅黑" panose="020B0503020204020204" charset="-122"/>
              </a:rPr>
              <a:t>边界组合</a:t>
            </a:r>
            <a:r>
              <a:rPr lang="zh-CN" altLang="en-US" sz="1725" dirty="0">
                <a:solidFill>
                  <a:schemeClr val="dk1"/>
                </a:solidFill>
                <a:latin typeface="微软雅黑" panose="020B0503020204020204" charset="-122"/>
                <a:ea typeface="微软雅黑" panose="020B0503020204020204" charset="-122"/>
                <a:cs typeface="微软雅黑" panose="020B0503020204020204" charset="-122"/>
              </a:rPr>
              <a:t>。</a:t>
            </a:r>
            <a:endParaRPr lang="en-US" altLang="zh-CN" sz="1725" dirty="0">
              <a:solidFill>
                <a:schemeClr val="dk1"/>
              </a:solidFill>
              <a:latin typeface="微软雅黑" panose="020B0503020204020204" charset="-122"/>
              <a:ea typeface="微软雅黑" panose="020B0503020204020204" charset="-122"/>
              <a:cs typeface="微软雅黑" panose="020B0503020204020204" charset="-122"/>
            </a:endParaRPr>
          </a:p>
          <a:p>
            <a:pPr lvl="2" eaLnBrk="1" hangingPunct="1">
              <a:lnSpc>
                <a:spcPct val="110000"/>
              </a:lnSpc>
            </a:pPr>
            <a:r>
              <a:rPr lang="zh-CN" altLang="en-US" sz="1725" dirty="0">
                <a:solidFill>
                  <a:schemeClr val="dk1"/>
                </a:solidFill>
                <a:latin typeface="微软雅黑" panose="020B0503020204020204" charset="-122"/>
                <a:ea typeface="微软雅黑" panose="020B0503020204020204" charset="-122"/>
                <a:cs typeface="微软雅黑" panose="020B0503020204020204" charset="-122"/>
              </a:rPr>
              <a:t>可测试到所有的边界组合，但</a:t>
            </a:r>
            <a:r>
              <a:rPr lang="zh-CN" altLang="en-US" sz="1725" b="1" dirty="0">
                <a:solidFill>
                  <a:srgbClr val="FF0000"/>
                </a:solidFill>
                <a:latin typeface="微软雅黑" panose="020B0503020204020204" charset="-122"/>
                <a:ea typeface="微软雅黑" panose="020B0503020204020204" charset="-122"/>
                <a:cs typeface="微软雅黑" panose="020B0503020204020204" charset="-122"/>
              </a:rPr>
              <a:t>不利于缺陷的隔离和定位</a:t>
            </a:r>
            <a:r>
              <a:rPr lang="zh-CN" altLang="en-US" sz="1725" dirty="0">
                <a:solidFill>
                  <a:schemeClr val="dk1"/>
                </a:solidFill>
                <a:latin typeface="微软雅黑" panose="020B0503020204020204" charset="-122"/>
                <a:ea typeface="微软雅黑" panose="020B0503020204020204" charset="-122"/>
                <a:cs typeface="微软雅黑" panose="020B0503020204020204" charset="-122"/>
              </a:rPr>
              <a:t>。</a:t>
            </a:r>
            <a:endParaRPr lang="en-US" altLang="zh-CN" sz="1725" dirty="0">
              <a:solidFill>
                <a:schemeClr val="dk1"/>
              </a:solidFill>
              <a:latin typeface="微软雅黑" panose="020B0503020204020204" charset="-122"/>
              <a:ea typeface="微软雅黑" panose="020B0503020204020204" charset="-122"/>
              <a:cs typeface="微软雅黑" panose="020B0503020204020204" charset="-122"/>
            </a:endParaRPr>
          </a:p>
          <a:p>
            <a:pPr lvl="1" eaLnBrk="1" hangingPunct="1">
              <a:lnSpc>
                <a:spcPct val="110000"/>
              </a:lnSpc>
            </a:pPr>
            <a:r>
              <a:rPr lang="zh-CN" altLang="en-US" sz="1950" b="1" dirty="0">
                <a:solidFill>
                  <a:srgbClr val="FF0000"/>
                </a:solidFill>
                <a:latin typeface="微软雅黑" panose="020B0503020204020204" charset="-122"/>
                <a:ea typeface="微软雅黑" panose="020B0503020204020204" charset="-122"/>
                <a:cs typeface="微软雅黑" panose="020B0503020204020204" charset="-122"/>
              </a:rPr>
              <a:t>弱边界法</a:t>
            </a:r>
            <a:endParaRPr lang="en-US" altLang="zh-CN" sz="1950" b="1" dirty="0">
              <a:solidFill>
                <a:srgbClr val="FF0000"/>
              </a:solidFill>
              <a:latin typeface="微软雅黑" panose="020B0503020204020204" charset="-122"/>
              <a:ea typeface="微软雅黑" panose="020B0503020204020204" charset="-122"/>
              <a:cs typeface="微软雅黑" panose="020B0503020204020204" charset="-122"/>
            </a:endParaRPr>
          </a:p>
          <a:p>
            <a:pPr lvl="2" eaLnBrk="1" hangingPunct="1">
              <a:lnSpc>
                <a:spcPct val="110000"/>
              </a:lnSpc>
            </a:pPr>
            <a:r>
              <a:rPr lang="zh-CN" altLang="en-US" sz="1725" dirty="0">
                <a:solidFill>
                  <a:schemeClr val="dk1"/>
                </a:solidFill>
                <a:latin typeface="微软雅黑" panose="020B0503020204020204" charset="-122"/>
                <a:ea typeface="微软雅黑" panose="020B0503020204020204" charset="-122"/>
                <a:cs typeface="微软雅黑" panose="020B0503020204020204" charset="-122"/>
              </a:rPr>
              <a:t>基于</a:t>
            </a:r>
            <a:r>
              <a:rPr lang="zh-CN" altLang="en-US" sz="1725" b="1" dirty="0">
                <a:solidFill>
                  <a:srgbClr val="FF0000"/>
                </a:solidFill>
                <a:latin typeface="微软雅黑" panose="020B0503020204020204" charset="-122"/>
                <a:ea typeface="微软雅黑" panose="020B0503020204020204" charset="-122"/>
                <a:cs typeface="微软雅黑" panose="020B0503020204020204" charset="-122"/>
              </a:rPr>
              <a:t>单缺陷假设</a:t>
            </a:r>
            <a:r>
              <a:rPr lang="zh-CN" altLang="en-US" sz="1725" dirty="0">
                <a:solidFill>
                  <a:schemeClr val="dk1"/>
                </a:solidFill>
                <a:latin typeface="微软雅黑" panose="020B0503020204020204" charset="-122"/>
                <a:ea typeface="微软雅黑" panose="020B0503020204020204" charset="-122"/>
                <a:cs typeface="微软雅黑" panose="020B0503020204020204" charset="-122"/>
              </a:rPr>
              <a:t>：有且只有</a:t>
            </a:r>
            <a:r>
              <a:rPr lang="zh-CN" altLang="en-US" sz="1725" b="1" dirty="0">
                <a:solidFill>
                  <a:srgbClr val="FF0000"/>
                </a:solidFill>
                <a:latin typeface="微软雅黑" panose="020B0503020204020204" charset="-122"/>
                <a:ea typeface="微软雅黑" panose="020B0503020204020204" charset="-122"/>
                <a:cs typeface="微软雅黑" panose="020B0503020204020204" charset="-122"/>
              </a:rPr>
              <a:t>一个</a:t>
            </a:r>
            <a:r>
              <a:rPr lang="zh-CN" altLang="en-US" sz="1725" dirty="0">
                <a:solidFill>
                  <a:schemeClr val="dk1"/>
                </a:solidFill>
                <a:latin typeface="微软雅黑" panose="020B0503020204020204" charset="-122"/>
                <a:ea typeface="微软雅黑" panose="020B0503020204020204" charset="-122"/>
                <a:cs typeface="微软雅黑" panose="020B0503020204020204" charset="-122"/>
              </a:rPr>
              <a:t>输入条件的</a:t>
            </a:r>
            <a:r>
              <a:rPr lang="zh-CN" altLang="en-US" sz="1725" b="1" dirty="0">
                <a:solidFill>
                  <a:srgbClr val="FF0000"/>
                </a:solidFill>
                <a:latin typeface="微软雅黑" panose="020B0503020204020204" charset="-122"/>
                <a:ea typeface="微软雅黑" panose="020B0503020204020204" charset="-122"/>
                <a:cs typeface="微软雅黑" panose="020B0503020204020204" charset="-122"/>
              </a:rPr>
              <a:t>取值为边界</a:t>
            </a:r>
            <a:r>
              <a:rPr lang="zh-CN" altLang="en-US" sz="1725" dirty="0">
                <a:solidFill>
                  <a:schemeClr val="dk1"/>
                </a:solidFill>
                <a:latin typeface="微软雅黑" panose="020B0503020204020204" charset="-122"/>
                <a:ea typeface="微软雅黑" panose="020B0503020204020204" charset="-122"/>
                <a:cs typeface="微软雅黑" panose="020B0503020204020204" charset="-122"/>
              </a:rPr>
              <a:t>邻域的测试数据，</a:t>
            </a:r>
            <a:r>
              <a:rPr lang="zh-CN" altLang="en-US" sz="1725" b="1" dirty="0">
                <a:solidFill>
                  <a:srgbClr val="FF0000"/>
                </a:solidFill>
                <a:latin typeface="微软雅黑" panose="020B0503020204020204" charset="-122"/>
                <a:ea typeface="微软雅黑" panose="020B0503020204020204" charset="-122"/>
                <a:cs typeface="微软雅黑" panose="020B0503020204020204" charset="-122"/>
              </a:rPr>
              <a:t>其它输入条件都取正常值</a:t>
            </a:r>
            <a:r>
              <a:rPr lang="zh-CN" altLang="en-US" sz="1725" dirty="0">
                <a:solidFill>
                  <a:schemeClr val="dk1"/>
                </a:solidFill>
                <a:latin typeface="微软雅黑" panose="020B0503020204020204" charset="-122"/>
                <a:ea typeface="微软雅黑" panose="020B0503020204020204" charset="-122"/>
                <a:cs typeface="微软雅黑" panose="020B0503020204020204" charset="-122"/>
              </a:rPr>
              <a:t>。</a:t>
            </a:r>
            <a:endParaRPr lang="en-US" altLang="zh-CN" sz="1725" dirty="0">
              <a:solidFill>
                <a:schemeClr val="dk1"/>
              </a:solidFill>
              <a:latin typeface="微软雅黑" panose="020B0503020204020204" charset="-122"/>
              <a:ea typeface="微软雅黑" panose="020B0503020204020204" charset="-122"/>
              <a:cs typeface="微软雅黑" panose="020B0503020204020204" charset="-122"/>
            </a:endParaRPr>
          </a:p>
          <a:p>
            <a:pPr lvl="2" eaLnBrk="1" hangingPunct="1">
              <a:lnSpc>
                <a:spcPct val="110000"/>
              </a:lnSpc>
            </a:pPr>
            <a:r>
              <a:rPr lang="zh-CN" altLang="en-US" sz="1725" dirty="0">
                <a:solidFill>
                  <a:schemeClr val="dk1"/>
                </a:solidFill>
                <a:latin typeface="微软雅黑" panose="020B0503020204020204" charset="-122"/>
                <a:ea typeface="微软雅黑" panose="020B0503020204020204" charset="-122"/>
                <a:cs typeface="微软雅黑" panose="020B0503020204020204" charset="-122"/>
              </a:rPr>
              <a:t>将调试的思想引入测试，优势在于</a:t>
            </a:r>
            <a:r>
              <a:rPr lang="zh-CN" altLang="en-US" sz="1725" b="1" dirty="0">
                <a:solidFill>
                  <a:srgbClr val="FF0000"/>
                </a:solidFill>
                <a:latin typeface="微软雅黑" panose="020B0503020204020204" charset="-122"/>
                <a:ea typeface="微软雅黑" panose="020B0503020204020204" charset="-122"/>
                <a:cs typeface="微软雅黑" panose="020B0503020204020204" charset="-122"/>
              </a:rPr>
              <a:t>便于快速隔离和定位边界缺陷</a:t>
            </a:r>
            <a:r>
              <a:rPr lang="zh-CN" altLang="en-US" sz="1725" dirty="0">
                <a:solidFill>
                  <a:schemeClr val="dk1"/>
                </a:solidFill>
                <a:latin typeface="微软雅黑" panose="020B0503020204020204" charset="-122"/>
                <a:ea typeface="微软雅黑" panose="020B0503020204020204" charset="-122"/>
                <a:cs typeface="微软雅黑" panose="020B0503020204020204" charset="-122"/>
              </a:rPr>
              <a:t>，且大大降低测试用例。</a:t>
            </a:r>
            <a:endParaRPr lang="en-US" altLang="zh-CN" sz="1725" dirty="0">
              <a:solidFill>
                <a:schemeClr val="dk1"/>
              </a:solidFill>
              <a:latin typeface="微软雅黑" panose="020B0503020204020204" charset="-122"/>
              <a:ea typeface="微软雅黑" panose="020B0503020204020204" charset="-122"/>
              <a:cs typeface="微软雅黑" panose="020B0503020204020204" charset="-122"/>
            </a:endParaRPr>
          </a:p>
          <a:p>
            <a:pPr lvl="1" eaLnBrk="1" hangingPunct="1">
              <a:lnSpc>
                <a:spcPct val="110000"/>
              </a:lnSpc>
            </a:pPr>
            <a:r>
              <a:rPr lang="zh-CN" altLang="en-US" sz="1950" b="1" dirty="0">
                <a:solidFill>
                  <a:schemeClr val="dk1"/>
                </a:solidFill>
                <a:latin typeface="微软雅黑" panose="020B0503020204020204" charset="-122"/>
                <a:ea typeface="微软雅黑" panose="020B0503020204020204" charset="-122"/>
                <a:cs typeface="微软雅黑" panose="020B0503020204020204" charset="-122"/>
              </a:rPr>
              <a:t>全边界法</a:t>
            </a:r>
            <a:endParaRPr lang="en-US" altLang="zh-CN" sz="1950" b="1" dirty="0">
              <a:solidFill>
                <a:schemeClr val="dk1"/>
              </a:solidFill>
              <a:latin typeface="微软雅黑" panose="020B0503020204020204" charset="-122"/>
              <a:ea typeface="微软雅黑" panose="020B0503020204020204" charset="-122"/>
              <a:cs typeface="微软雅黑" panose="020B0503020204020204" charset="-122"/>
            </a:endParaRPr>
          </a:p>
          <a:p>
            <a:pPr lvl="2" eaLnBrk="1" hangingPunct="1">
              <a:lnSpc>
                <a:spcPct val="110000"/>
              </a:lnSpc>
            </a:pPr>
            <a:r>
              <a:rPr lang="zh-CN" altLang="en-US" sz="1725" dirty="0">
                <a:solidFill>
                  <a:schemeClr val="dk1"/>
                </a:solidFill>
                <a:latin typeface="微软雅黑" panose="020B0503020204020204" charset="-122"/>
                <a:ea typeface="微软雅黑" panose="020B0503020204020204" charset="-122"/>
                <a:cs typeface="微软雅黑" panose="020B0503020204020204" charset="-122"/>
              </a:rPr>
              <a:t>强边界</a:t>
            </a:r>
            <a:r>
              <a:rPr lang="en-US" altLang="zh-CN" sz="1725" dirty="0">
                <a:solidFill>
                  <a:schemeClr val="dk1"/>
                </a:solidFill>
                <a:latin typeface="微软雅黑" panose="020B0503020204020204" charset="-122"/>
                <a:ea typeface="微软雅黑" panose="020B0503020204020204" charset="-122"/>
                <a:cs typeface="微软雅黑" panose="020B0503020204020204" charset="-122"/>
              </a:rPr>
              <a:t>+</a:t>
            </a:r>
            <a:r>
              <a:rPr lang="zh-CN" altLang="en-US" sz="1725" dirty="0">
                <a:solidFill>
                  <a:schemeClr val="dk1"/>
                </a:solidFill>
                <a:latin typeface="微软雅黑" panose="020B0503020204020204" charset="-122"/>
                <a:ea typeface="微软雅黑" panose="020B0503020204020204" charset="-122"/>
                <a:cs typeface="微软雅黑" panose="020B0503020204020204" charset="-122"/>
              </a:rPr>
              <a:t>弱边界</a:t>
            </a:r>
          </a:p>
        </p:txBody>
      </p:sp>
      <p:sp>
        <p:nvSpPr>
          <p:cNvPr id="3" name="Rectangle 2"/>
          <p:cNvSpPr>
            <a:spLocks noGrp="1"/>
          </p:cNvSpPr>
          <p:nvPr>
            <p:custDataLst>
              <p:tags r:id="rId5"/>
            </p:custDataLst>
          </p:nvPr>
        </p:nvSpPr>
        <p:spPr>
          <a:xfrm>
            <a:off x="1485900" y="-37624"/>
            <a:ext cx="5657850" cy="783908"/>
          </a:xfrm>
          <a:prstGeom prst="rect">
            <a:avLst/>
          </a:prstGeom>
          <a:noFill/>
          <a:ln w="9525">
            <a:noFill/>
          </a:ln>
        </p:spPr>
        <p:txBody>
          <a:bodyPr vert="horz" wrap="square" lIns="68580" tIns="34290" rIns="68580" bIns="34290" anchor="b" anchorCtr="0"/>
          <a:lst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a:lstStyle>
          <a:p>
            <a:pPr eaLnBrk="1" hangingPunct="1"/>
            <a:r>
              <a:rPr lang="zh-CN" altLang="en-US" sz="2925" dirty="0">
                <a:solidFill>
                  <a:schemeClr val="accent1">
                    <a:lumMod val="75000"/>
                  </a:schemeClr>
                </a:solidFill>
                <a:latin typeface="微软雅黑" panose="020B0503020204020204" charset="-122"/>
                <a:ea typeface="微软雅黑" panose="020B0503020204020204" charset="-122"/>
                <a:cs typeface="微软雅黑" panose="020B0503020204020204" charset="-122"/>
              </a:rPr>
              <a:t>边界值测试</a:t>
            </a:r>
          </a:p>
        </p:txBody>
      </p:sp>
      <p:sp>
        <p:nvSpPr>
          <p:cNvPr id="2" name="日期占位符 1"/>
          <p:cNvSpPr>
            <a:spLocks noGrp="1"/>
          </p:cNvSpPr>
          <p:nvPr>
            <p:ph type="dt" sz="half" idx="10"/>
            <p:custDataLst>
              <p:tags r:id="rId6"/>
            </p:custDataLst>
          </p:nvPr>
        </p:nvSpPr>
        <p:spPr/>
        <p:txBody>
          <a:bodyPr vert="horz" wrap="square" lIns="68580" tIns="34290" rIns="68580" bIns="34290" rtlCol="0" anchor="ctr">
            <a:normAutofit/>
          </a:bodyPr>
          <a:lstStyle>
            <a:defPPr>
              <a:defRPr lang="zh-CN"/>
            </a:defPPr>
            <a:lvl1pPr marL="0" algn="l"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dk1">
                    <a:tint val="75000"/>
                  </a:schemeClr>
                </a:solidFill>
                <a:latin typeface="微软雅黑" panose="020B0503020204020204" charset="-122"/>
                <a:sym typeface="+mn-ea"/>
              </a:rPr>
              <a:t>2024/3/12</a:t>
            </a:fld>
            <a:endParaRPr lang="zh-CN" altLang="en-US">
              <a:solidFill>
                <a:schemeClr val="dk1">
                  <a:tint val="75000"/>
                </a:schemeClr>
              </a:solidFill>
              <a:latin typeface="微软雅黑" panose="020B0503020204020204" charset="-122"/>
              <a:sym typeface="+mn-ea"/>
            </a:endParaRPr>
          </a:p>
        </p:txBody>
      </p:sp>
      <p:sp>
        <p:nvSpPr>
          <p:cNvPr id="5" name="灯片编号占位符 4"/>
          <p:cNvSpPr>
            <a:spLocks noGrp="1"/>
          </p:cNvSpPr>
          <p:nvPr>
            <p:ph type="sldNum" sz="quarter" idx="12"/>
            <p:custDataLst>
              <p:tags r:id="rId7"/>
            </p:custDataLst>
          </p:nvPr>
        </p:nvSpPr>
        <p:spPr/>
        <p:txBody>
          <a:bodyPr vert="horz" wrap="square" lIns="68580" tIns="34290" rIns="68580" bIns="34290" rtlCol="0" anchor="ctr">
            <a:normAutofit/>
          </a:bodyPr>
          <a:lstStyle>
            <a:defPPr>
              <a:defRPr lang="zh-CN"/>
            </a:defPPr>
            <a:lvl1pPr marL="0" algn="r"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dk1">
                    <a:tint val="75000"/>
                  </a:schemeClr>
                </a:solidFill>
                <a:latin typeface="微软雅黑" panose="020B0503020204020204" charset="-122"/>
                <a:sym typeface="+mn-ea"/>
              </a:rPr>
              <a:t>28</a:t>
            </a:fld>
            <a:endParaRPr lang="zh-CN" altLang="en-US">
              <a:solidFill>
                <a:schemeClr val="dk1">
                  <a:tint val="75000"/>
                </a:schemeClr>
              </a:solidFill>
              <a:latin typeface="微软雅黑" panose="020B0503020204020204" charset="-122"/>
              <a:sym typeface="+mn-ea"/>
            </a:endParaRPr>
          </a:p>
        </p:txBody>
      </p:sp>
    </p:spTree>
    <p:custDataLst>
      <p:tags r:id="rId1"/>
    </p:custData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5" name="图片 14"/>
          <p:cNvPicPr>
            <a:picLocks noChangeAspect="1"/>
          </p:cNvPicPr>
          <p:nvPr userDrawn="1">
            <p:custDataLst>
              <p:tags r:id="rId2"/>
            </p:custDataLst>
          </p:nvPr>
        </p:nvPicPr>
        <p:blipFill rotWithShape="1">
          <a:blip r:embed="rId10"/>
          <a:srcRect/>
          <a:stretch>
            <a:fillRect/>
          </a:stretch>
        </p:blipFill>
        <p:spPr>
          <a:xfrm>
            <a:off x="1143000" y="1"/>
            <a:ext cx="6858000" cy="208121"/>
          </a:xfrm>
          <a:prstGeom prst="rect">
            <a:avLst/>
          </a:prstGeom>
        </p:spPr>
      </p:pic>
      <p:pic>
        <p:nvPicPr>
          <p:cNvPr id="16" name="图片 15"/>
          <p:cNvPicPr>
            <a:picLocks noChangeAspect="1"/>
          </p:cNvPicPr>
          <p:nvPr userDrawn="1">
            <p:custDataLst>
              <p:tags r:id="rId3"/>
            </p:custDataLst>
          </p:nvPr>
        </p:nvPicPr>
        <p:blipFill rotWithShape="1">
          <a:blip r:embed="rId11"/>
          <a:srcRect/>
          <a:stretch>
            <a:fillRect/>
          </a:stretch>
        </p:blipFill>
        <p:spPr>
          <a:xfrm>
            <a:off x="1143000" y="4935379"/>
            <a:ext cx="6858000" cy="208121"/>
          </a:xfrm>
          <a:prstGeom prst="rect">
            <a:avLst/>
          </a:prstGeom>
        </p:spPr>
      </p:pic>
      <p:sp>
        <p:nvSpPr>
          <p:cNvPr id="3" name="Rectangle 2"/>
          <p:cNvSpPr>
            <a:spLocks noGrp="1"/>
          </p:cNvSpPr>
          <p:nvPr>
            <p:custDataLst>
              <p:tags r:id="rId4"/>
            </p:custDataLst>
          </p:nvPr>
        </p:nvSpPr>
        <p:spPr>
          <a:xfrm>
            <a:off x="236220" y="149305"/>
            <a:ext cx="5657850" cy="971550"/>
          </a:xfrm>
          <a:prstGeom prst="rect">
            <a:avLst/>
          </a:prstGeom>
          <a:noFill/>
          <a:ln w="9525">
            <a:noFill/>
          </a:ln>
        </p:spPr>
        <p:txBody>
          <a:bodyPr vert="horz" wrap="square" lIns="68580" tIns="34290" rIns="68580" bIns="34290" anchor="b" anchorCtr="0"/>
          <a:lst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a:lstStyle>
          <a:p>
            <a:pPr eaLnBrk="1" hangingPunct="1"/>
            <a:r>
              <a:rPr lang="en-US" altLang="zh-CN" sz="2925" dirty="0">
                <a:solidFill>
                  <a:schemeClr val="accent1">
                    <a:lumMod val="75000"/>
                  </a:schemeClr>
                </a:solidFill>
                <a:latin typeface="微软雅黑" panose="020B0503020204020204" charset="-122"/>
                <a:ea typeface="微软雅黑" panose="020B0503020204020204" charset="-122"/>
                <a:cs typeface="微软雅黑" panose="020B0503020204020204" charset="-122"/>
              </a:rPr>
              <a:t> </a:t>
            </a:r>
            <a:r>
              <a:rPr lang="zh-CN" altLang="en-US" sz="2925" dirty="0">
                <a:solidFill>
                  <a:schemeClr val="accent1">
                    <a:lumMod val="75000"/>
                  </a:schemeClr>
                </a:solidFill>
                <a:latin typeface="微软雅黑" panose="020B0503020204020204" charset="-122"/>
                <a:ea typeface="微软雅黑" panose="020B0503020204020204" charset="-122"/>
                <a:cs typeface="微软雅黑" panose="020B0503020204020204" charset="-122"/>
              </a:rPr>
              <a:t>边界值测试</a:t>
            </a:r>
          </a:p>
        </p:txBody>
      </p:sp>
      <p:sp>
        <p:nvSpPr>
          <p:cNvPr id="4" name="Rectangle 3"/>
          <p:cNvSpPr>
            <a:spLocks noGrp="1"/>
          </p:cNvSpPr>
          <p:nvPr>
            <p:custDataLst>
              <p:tags r:id="rId5"/>
            </p:custDataLst>
          </p:nvPr>
        </p:nvSpPr>
        <p:spPr>
          <a:xfrm>
            <a:off x="358140" y="1230440"/>
            <a:ext cx="6172200" cy="3308747"/>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a:lstStyle>
          <a:p>
            <a:pPr eaLnBrk="1" hangingPunct="1"/>
            <a:r>
              <a:rPr lang="en-US" altLang="zh-CN" sz="2550" b="1" dirty="0">
                <a:solidFill>
                  <a:schemeClr val="dk1"/>
                </a:solidFill>
                <a:latin typeface="微软雅黑" panose="020B0503020204020204" charset="-122"/>
                <a:ea typeface="微软雅黑" panose="020B0503020204020204" charset="-122"/>
                <a:cs typeface="微软雅黑" panose="020B0503020204020204" charset="-122"/>
              </a:rPr>
              <a:t>3</a:t>
            </a:r>
            <a:r>
              <a:rPr lang="zh-CN" altLang="en-US" sz="2550" b="1" dirty="0">
                <a:solidFill>
                  <a:schemeClr val="dk1"/>
                </a:solidFill>
                <a:latin typeface="微软雅黑" panose="020B0503020204020204" charset="-122"/>
                <a:ea typeface="微软雅黑" panose="020B0503020204020204" charset="-122"/>
                <a:cs typeface="微软雅黑" panose="020B0503020204020204" charset="-122"/>
              </a:rPr>
              <a:t>、测试方案</a:t>
            </a:r>
          </a:p>
        </p:txBody>
      </p:sp>
      <p:pic>
        <p:nvPicPr>
          <p:cNvPr id="5" name="Picture 2"/>
          <p:cNvPicPr>
            <a:picLocks noChangeAspect="1"/>
          </p:cNvPicPr>
          <p:nvPr>
            <p:custDataLst>
              <p:tags r:id="rId6"/>
            </p:custDataLst>
          </p:nvPr>
        </p:nvPicPr>
        <p:blipFill>
          <a:blip r:embed="rId12"/>
          <a:stretch>
            <a:fillRect/>
          </a:stretch>
        </p:blipFill>
        <p:spPr>
          <a:xfrm>
            <a:off x="3065145" y="330573"/>
            <a:ext cx="5164218" cy="4461502"/>
          </a:xfrm>
          <a:prstGeom prst="rect">
            <a:avLst/>
          </a:prstGeom>
          <a:noFill/>
          <a:ln w="9525">
            <a:noFill/>
          </a:ln>
        </p:spPr>
      </p:pic>
      <p:sp>
        <p:nvSpPr>
          <p:cNvPr id="2" name="日期占位符 1"/>
          <p:cNvSpPr>
            <a:spLocks noGrp="1"/>
          </p:cNvSpPr>
          <p:nvPr>
            <p:ph type="dt" sz="half" idx="10"/>
            <p:custDataLst>
              <p:tags r:id="rId7"/>
            </p:custDataLst>
          </p:nvPr>
        </p:nvSpPr>
        <p:spPr/>
        <p:txBody>
          <a:bodyPr vert="horz" wrap="square" lIns="68580" tIns="34290" rIns="68580" bIns="34290" rtlCol="0" anchor="ctr">
            <a:normAutofit/>
          </a:bodyPr>
          <a:lstStyle>
            <a:defPPr>
              <a:defRPr lang="zh-CN"/>
            </a:defPPr>
            <a:lvl1pPr marL="0" algn="l"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dk1">
                    <a:tint val="75000"/>
                  </a:schemeClr>
                </a:solidFill>
                <a:latin typeface="微软雅黑" panose="020B0503020204020204" charset="-122"/>
                <a:sym typeface="+mn-ea"/>
              </a:rPr>
              <a:t>2024/3/12</a:t>
            </a:fld>
            <a:endParaRPr lang="zh-CN" altLang="en-US">
              <a:solidFill>
                <a:schemeClr val="dk1">
                  <a:tint val="75000"/>
                </a:schemeClr>
              </a:solidFill>
              <a:latin typeface="微软雅黑" panose="020B0503020204020204" charset="-122"/>
              <a:sym typeface="+mn-ea"/>
            </a:endParaRPr>
          </a:p>
        </p:txBody>
      </p:sp>
      <p:sp>
        <p:nvSpPr>
          <p:cNvPr id="6" name="灯片编号占位符 5"/>
          <p:cNvSpPr>
            <a:spLocks noGrp="1"/>
          </p:cNvSpPr>
          <p:nvPr>
            <p:ph type="sldNum" sz="quarter" idx="12"/>
            <p:custDataLst>
              <p:tags r:id="rId8"/>
            </p:custDataLst>
          </p:nvPr>
        </p:nvSpPr>
        <p:spPr/>
        <p:txBody>
          <a:bodyPr vert="horz" wrap="square" lIns="68580" tIns="34290" rIns="68580" bIns="34290" rtlCol="0" anchor="ctr">
            <a:normAutofit/>
          </a:bodyPr>
          <a:lstStyle>
            <a:defPPr>
              <a:defRPr lang="zh-CN"/>
            </a:defPPr>
            <a:lvl1pPr marL="0" algn="r"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dk1">
                    <a:tint val="75000"/>
                  </a:schemeClr>
                </a:solidFill>
                <a:latin typeface="微软雅黑" panose="020B0503020204020204" charset="-122"/>
                <a:sym typeface="+mn-ea"/>
              </a:rPr>
              <a:t>29</a:t>
            </a:fld>
            <a:endParaRPr lang="zh-CN" altLang="en-US">
              <a:solidFill>
                <a:schemeClr val="dk1">
                  <a:tint val="75000"/>
                </a:schemeClr>
              </a:solidFill>
              <a:latin typeface="微软雅黑" panose="020B0503020204020204" charset="-122"/>
              <a:sym typeface="+mn-ea"/>
            </a:endParaRPr>
          </a:p>
        </p:txBody>
      </p:sp>
    </p:spTree>
    <p:custDataLst>
      <p:tags r:id="rId1"/>
    </p:custData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5" name="图片 14"/>
          <p:cNvPicPr>
            <a:picLocks noChangeAspect="1"/>
          </p:cNvPicPr>
          <p:nvPr userDrawn="1">
            <p:custDataLst>
              <p:tags r:id="rId2"/>
            </p:custDataLst>
          </p:nvPr>
        </p:nvPicPr>
        <p:blipFill rotWithShape="1">
          <a:blip r:embed="rId9"/>
          <a:srcRect/>
          <a:stretch>
            <a:fillRect/>
          </a:stretch>
        </p:blipFill>
        <p:spPr>
          <a:xfrm>
            <a:off x="1143000" y="1"/>
            <a:ext cx="6858000" cy="208121"/>
          </a:xfrm>
          <a:prstGeom prst="rect">
            <a:avLst/>
          </a:prstGeom>
        </p:spPr>
      </p:pic>
      <p:pic>
        <p:nvPicPr>
          <p:cNvPr id="16" name="图片 15"/>
          <p:cNvPicPr>
            <a:picLocks noChangeAspect="1"/>
          </p:cNvPicPr>
          <p:nvPr userDrawn="1">
            <p:custDataLst>
              <p:tags r:id="rId3"/>
            </p:custDataLst>
          </p:nvPr>
        </p:nvPicPr>
        <p:blipFill rotWithShape="1">
          <a:blip r:embed="rId10"/>
          <a:srcRect/>
          <a:stretch>
            <a:fillRect/>
          </a:stretch>
        </p:blipFill>
        <p:spPr>
          <a:xfrm>
            <a:off x="1143000" y="4935379"/>
            <a:ext cx="6858000" cy="208121"/>
          </a:xfrm>
          <a:prstGeom prst="rect">
            <a:avLst/>
          </a:prstGeom>
        </p:spPr>
      </p:pic>
      <p:sp>
        <p:nvSpPr>
          <p:cNvPr id="3" name="Rectangle 2"/>
          <p:cNvSpPr>
            <a:spLocks noGrp="1"/>
          </p:cNvSpPr>
          <p:nvPr>
            <p:custDataLst>
              <p:tags r:id="rId4"/>
            </p:custDataLst>
          </p:nvPr>
        </p:nvSpPr>
        <p:spPr>
          <a:xfrm>
            <a:off x="460065" y="144672"/>
            <a:ext cx="5657850" cy="971550"/>
          </a:xfrm>
          <a:prstGeom prst="rect">
            <a:avLst/>
          </a:prstGeom>
          <a:noFill/>
          <a:ln w="9525">
            <a:noFill/>
          </a:ln>
        </p:spPr>
        <p:txBody>
          <a:bodyPr vert="horz" wrap="square" lIns="68580" tIns="34290" rIns="68580" bIns="34290" anchor="b" anchorCtr="0"/>
          <a:lst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a:lstStyle>
          <a:p>
            <a:pPr eaLnBrk="1" hangingPunct="1"/>
            <a:r>
              <a:rPr lang="zh-CN" altLang="en-US" sz="2925" dirty="0">
                <a:solidFill>
                  <a:schemeClr val="accent1">
                    <a:lumMod val="75000"/>
                  </a:schemeClr>
                </a:solidFill>
                <a:latin typeface="微软雅黑" panose="020B0503020204020204" charset="-122"/>
                <a:ea typeface="微软雅黑" panose="020B0503020204020204" charset="-122"/>
                <a:cs typeface="微软雅黑" panose="020B0503020204020204" charset="-122"/>
              </a:rPr>
              <a:t>边界值测试</a:t>
            </a:r>
          </a:p>
        </p:txBody>
      </p:sp>
      <p:sp>
        <p:nvSpPr>
          <p:cNvPr id="4" name="Rectangle 3"/>
          <p:cNvSpPr>
            <a:spLocks noGrp="1"/>
          </p:cNvSpPr>
          <p:nvPr>
            <p:custDataLst>
              <p:tags r:id="rId5"/>
            </p:custDataLst>
          </p:nvPr>
        </p:nvSpPr>
        <p:spPr>
          <a:xfrm>
            <a:off x="460065" y="1135284"/>
            <a:ext cx="6172200" cy="3308747"/>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a:lstStyle>
          <a:p>
            <a:pPr eaLnBrk="1" hangingPunct="1"/>
            <a:r>
              <a:rPr lang="en-US" altLang="zh-CN" sz="2550" b="1" dirty="0">
                <a:solidFill>
                  <a:schemeClr val="dk1"/>
                </a:solidFill>
                <a:latin typeface="微软雅黑" panose="020B0503020204020204" charset="-122"/>
                <a:ea typeface="微软雅黑" panose="020B0503020204020204" charset="-122"/>
                <a:cs typeface="微软雅黑" panose="020B0503020204020204" charset="-122"/>
              </a:rPr>
              <a:t>3</a:t>
            </a:r>
            <a:r>
              <a:rPr lang="zh-CN" altLang="en-US" sz="2550" b="1" dirty="0">
                <a:solidFill>
                  <a:schemeClr val="dk1"/>
                </a:solidFill>
                <a:latin typeface="微软雅黑" panose="020B0503020204020204" charset="-122"/>
                <a:ea typeface="微软雅黑" panose="020B0503020204020204" charset="-122"/>
                <a:cs typeface="微软雅黑" panose="020B0503020204020204" charset="-122"/>
              </a:rPr>
              <a:t>、测试方案</a:t>
            </a:r>
          </a:p>
        </p:txBody>
      </p:sp>
      <p:pic>
        <p:nvPicPr>
          <p:cNvPr id="5" name="Picture 2"/>
          <p:cNvPicPr>
            <a:picLocks noChangeAspect="1"/>
          </p:cNvPicPr>
          <p:nvPr/>
        </p:nvPicPr>
        <p:blipFill>
          <a:blip r:embed="rId11"/>
          <a:stretch>
            <a:fillRect/>
          </a:stretch>
        </p:blipFill>
        <p:spPr>
          <a:xfrm>
            <a:off x="3139440" y="428291"/>
            <a:ext cx="4861560" cy="4107415"/>
          </a:xfrm>
          <a:prstGeom prst="rect">
            <a:avLst/>
          </a:prstGeom>
          <a:noFill/>
          <a:ln w="9525">
            <a:noFill/>
          </a:ln>
        </p:spPr>
      </p:pic>
      <p:sp>
        <p:nvSpPr>
          <p:cNvPr id="2" name="日期占位符 1"/>
          <p:cNvSpPr>
            <a:spLocks noGrp="1"/>
          </p:cNvSpPr>
          <p:nvPr>
            <p:ph type="dt" sz="half" idx="10"/>
            <p:custDataLst>
              <p:tags r:id="rId6"/>
            </p:custDataLst>
          </p:nvPr>
        </p:nvSpPr>
        <p:spPr/>
        <p:txBody>
          <a:bodyPr vert="horz" wrap="square" lIns="68580" tIns="34290" rIns="68580" bIns="34290" rtlCol="0" anchor="ctr">
            <a:normAutofit/>
          </a:bodyPr>
          <a:lstStyle>
            <a:defPPr>
              <a:defRPr lang="zh-CN"/>
            </a:defPPr>
            <a:lvl1pPr marL="0" algn="l"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dk1">
                    <a:tint val="75000"/>
                  </a:schemeClr>
                </a:solidFill>
                <a:latin typeface="微软雅黑" panose="020B0503020204020204" charset="-122"/>
                <a:sym typeface="+mn-ea"/>
              </a:rPr>
              <a:t>2024/3/12</a:t>
            </a:fld>
            <a:endParaRPr lang="zh-CN" altLang="en-US">
              <a:solidFill>
                <a:schemeClr val="dk1">
                  <a:tint val="75000"/>
                </a:schemeClr>
              </a:solidFill>
              <a:latin typeface="微软雅黑" panose="020B0503020204020204" charset="-122"/>
              <a:sym typeface="+mn-ea"/>
            </a:endParaRPr>
          </a:p>
        </p:txBody>
      </p:sp>
      <p:sp>
        <p:nvSpPr>
          <p:cNvPr id="6" name="灯片编号占位符 5"/>
          <p:cNvSpPr>
            <a:spLocks noGrp="1"/>
          </p:cNvSpPr>
          <p:nvPr>
            <p:ph type="sldNum" sz="quarter" idx="12"/>
            <p:custDataLst>
              <p:tags r:id="rId7"/>
            </p:custDataLst>
          </p:nvPr>
        </p:nvSpPr>
        <p:spPr/>
        <p:txBody>
          <a:bodyPr vert="horz" wrap="square" lIns="68580" tIns="34290" rIns="68580" bIns="34290" rtlCol="0" anchor="ctr">
            <a:normAutofit/>
          </a:bodyPr>
          <a:lstStyle>
            <a:defPPr>
              <a:defRPr lang="zh-CN"/>
            </a:defPPr>
            <a:lvl1pPr marL="0" algn="r"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dk1">
                    <a:tint val="75000"/>
                  </a:schemeClr>
                </a:solidFill>
                <a:latin typeface="微软雅黑" panose="020B0503020204020204" charset="-122"/>
                <a:sym typeface="+mn-ea"/>
              </a:rPr>
              <a:t>30</a:t>
            </a:fld>
            <a:endParaRPr lang="zh-CN" altLang="en-US">
              <a:solidFill>
                <a:schemeClr val="dk1">
                  <a:tint val="75000"/>
                </a:schemeClr>
              </a:solidFill>
              <a:latin typeface="微软雅黑" panose="020B0503020204020204" charset="-122"/>
              <a:sym typeface="+mn-ea"/>
            </a:endParaRPr>
          </a:p>
        </p:txBody>
      </p:sp>
    </p:spTree>
    <p:custDataLst>
      <p:tags r:id="rId1"/>
    </p:custData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5" name="图片 14"/>
          <p:cNvPicPr>
            <a:picLocks noChangeAspect="1"/>
          </p:cNvPicPr>
          <p:nvPr userDrawn="1">
            <p:custDataLst>
              <p:tags r:id="rId2"/>
            </p:custDataLst>
          </p:nvPr>
        </p:nvPicPr>
        <p:blipFill rotWithShape="1">
          <a:blip r:embed="rId9"/>
          <a:srcRect/>
          <a:stretch>
            <a:fillRect/>
          </a:stretch>
        </p:blipFill>
        <p:spPr>
          <a:xfrm>
            <a:off x="1143000" y="1"/>
            <a:ext cx="6858000" cy="208121"/>
          </a:xfrm>
          <a:prstGeom prst="rect">
            <a:avLst/>
          </a:prstGeom>
        </p:spPr>
      </p:pic>
      <p:pic>
        <p:nvPicPr>
          <p:cNvPr id="16" name="图片 15"/>
          <p:cNvPicPr>
            <a:picLocks noChangeAspect="1"/>
          </p:cNvPicPr>
          <p:nvPr userDrawn="1">
            <p:custDataLst>
              <p:tags r:id="rId3"/>
            </p:custDataLst>
          </p:nvPr>
        </p:nvPicPr>
        <p:blipFill rotWithShape="1">
          <a:blip r:embed="rId10"/>
          <a:srcRect/>
          <a:stretch>
            <a:fillRect/>
          </a:stretch>
        </p:blipFill>
        <p:spPr>
          <a:xfrm>
            <a:off x="1143000" y="4935379"/>
            <a:ext cx="6858000" cy="208121"/>
          </a:xfrm>
          <a:prstGeom prst="rect">
            <a:avLst/>
          </a:prstGeom>
        </p:spPr>
      </p:pic>
      <p:sp>
        <p:nvSpPr>
          <p:cNvPr id="3" name="Rectangle 2"/>
          <p:cNvSpPr>
            <a:spLocks noGrp="1"/>
          </p:cNvSpPr>
          <p:nvPr>
            <p:custDataLst>
              <p:tags r:id="rId4"/>
            </p:custDataLst>
          </p:nvPr>
        </p:nvSpPr>
        <p:spPr>
          <a:xfrm>
            <a:off x="1485900" y="91679"/>
            <a:ext cx="5657850" cy="971550"/>
          </a:xfrm>
          <a:prstGeom prst="rect">
            <a:avLst/>
          </a:prstGeom>
          <a:noFill/>
          <a:ln w="9525">
            <a:noFill/>
          </a:ln>
        </p:spPr>
        <p:txBody>
          <a:bodyPr vert="horz" wrap="square" lIns="68580" tIns="34290" rIns="68580" bIns="34290" anchor="b" anchorCtr="0"/>
          <a:lst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a:lstStyle>
          <a:p>
            <a:pPr eaLnBrk="1" hangingPunct="1"/>
            <a:r>
              <a:rPr lang="zh-CN" altLang="en-US" sz="2925" dirty="0">
                <a:solidFill>
                  <a:schemeClr val="accent1">
                    <a:lumMod val="75000"/>
                  </a:schemeClr>
                </a:solidFill>
                <a:latin typeface="微软雅黑" panose="020B0503020204020204" charset="-122"/>
                <a:ea typeface="微软雅黑" panose="020B0503020204020204" charset="-122"/>
                <a:cs typeface="微软雅黑" panose="020B0503020204020204" charset="-122"/>
              </a:rPr>
              <a:t>边界值测试</a:t>
            </a:r>
          </a:p>
        </p:txBody>
      </p:sp>
      <p:sp>
        <p:nvSpPr>
          <p:cNvPr id="4" name="Rectangle 3"/>
          <p:cNvSpPr>
            <a:spLocks noGrp="1"/>
          </p:cNvSpPr>
          <p:nvPr>
            <p:custDataLst>
              <p:tags r:id="rId5"/>
            </p:custDataLst>
          </p:nvPr>
        </p:nvSpPr>
        <p:spPr>
          <a:xfrm>
            <a:off x="1485900" y="1289447"/>
            <a:ext cx="6172200" cy="3308747"/>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a:lstStyle>
          <a:p>
            <a:pPr eaLnBrk="1" hangingPunct="1"/>
            <a:r>
              <a:rPr lang="en-US" altLang="zh-CN" sz="2550" b="1" dirty="0">
                <a:solidFill>
                  <a:schemeClr val="dk1"/>
                </a:solidFill>
                <a:latin typeface="微软雅黑" panose="020B0503020204020204" charset="-122"/>
                <a:ea typeface="微软雅黑" panose="020B0503020204020204" charset="-122"/>
                <a:cs typeface="微软雅黑" panose="020B0503020204020204" charset="-122"/>
              </a:rPr>
              <a:t>3</a:t>
            </a:r>
            <a:r>
              <a:rPr lang="zh-CN" altLang="en-US" sz="2550" b="1" dirty="0">
                <a:solidFill>
                  <a:schemeClr val="dk1"/>
                </a:solidFill>
                <a:latin typeface="微软雅黑" panose="020B0503020204020204" charset="-122"/>
                <a:ea typeface="微软雅黑" panose="020B0503020204020204" charset="-122"/>
                <a:cs typeface="微软雅黑" panose="020B0503020204020204" charset="-122"/>
              </a:rPr>
              <a:t>、测试方案</a:t>
            </a:r>
          </a:p>
        </p:txBody>
      </p:sp>
      <p:pic>
        <p:nvPicPr>
          <p:cNvPr id="5" name="Picture 2"/>
          <p:cNvPicPr>
            <a:picLocks noChangeAspect="1"/>
          </p:cNvPicPr>
          <p:nvPr/>
        </p:nvPicPr>
        <p:blipFill>
          <a:blip r:embed="rId11"/>
          <a:stretch>
            <a:fillRect/>
          </a:stretch>
        </p:blipFill>
        <p:spPr>
          <a:xfrm>
            <a:off x="3947160" y="641009"/>
            <a:ext cx="4813935" cy="4125778"/>
          </a:xfrm>
          <a:prstGeom prst="rect">
            <a:avLst/>
          </a:prstGeom>
          <a:noFill/>
          <a:ln w="9525">
            <a:noFill/>
          </a:ln>
        </p:spPr>
      </p:pic>
      <p:sp>
        <p:nvSpPr>
          <p:cNvPr id="2" name="日期占位符 1"/>
          <p:cNvSpPr>
            <a:spLocks noGrp="1"/>
          </p:cNvSpPr>
          <p:nvPr>
            <p:ph type="dt" sz="half" idx="10"/>
            <p:custDataLst>
              <p:tags r:id="rId6"/>
            </p:custDataLst>
          </p:nvPr>
        </p:nvSpPr>
        <p:spPr/>
        <p:txBody>
          <a:bodyPr vert="horz" wrap="square" lIns="68580" tIns="34290" rIns="68580" bIns="34290" rtlCol="0" anchor="ctr">
            <a:normAutofit/>
          </a:bodyPr>
          <a:lstStyle>
            <a:defPPr>
              <a:defRPr lang="zh-CN"/>
            </a:defPPr>
            <a:lvl1pPr marL="0" algn="l"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dk1">
                    <a:tint val="75000"/>
                  </a:schemeClr>
                </a:solidFill>
                <a:latin typeface="微软雅黑" panose="020B0503020204020204" charset="-122"/>
                <a:sym typeface="+mn-ea"/>
              </a:rPr>
              <a:t>2024/3/12</a:t>
            </a:fld>
            <a:endParaRPr lang="zh-CN" altLang="en-US">
              <a:solidFill>
                <a:schemeClr val="dk1">
                  <a:tint val="75000"/>
                </a:schemeClr>
              </a:solidFill>
              <a:latin typeface="微软雅黑" panose="020B0503020204020204" charset="-122"/>
              <a:sym typeface="+mn-ea"/>
            </a:endParaRPr>
          </a:p>
        </p:txBody>
      </p:sp>
      <p:sp>
        <p:nvSpPr>
          <p:cNvPr id="6" name="灯片编号占位符 5"/>
          <p:cNvSpPr>
            <a:spLocks noGrp="1"/>
          </p:cNvSpPr>
          <p:nvPr>
            <p:ph type="sldNum" sz="quarter" idx="12"/>
            <p:custDataLst>
              <p:tags r:id="rId7"/>
            </p:custDataLst>
          </p:nvPr>
        </p:nvSpPr>
        <p:spPr/>
        <p:txBody>
          <a:bodyPr vert="horz" wrap="square" lIns="68580" tIns="34290" rIns="68580" bIns="34290" rtlCol="0" anchor="ctr">
            <a:normAutofit/>
          </a:bodyPr>
          <a:lstStyle>
            <a:defPPr>
              <a:defRPr lang="zh-CN"/>
            </a:defPPr>
            <a:lvl1pPr marL="0" algn="r"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dk1">
                    <a:tint val="75000"/>
                  </a:schemeClr>
                </a:solidFill>
                <a:latin typeface="微软雅黑" panose="020B0503020204020204" charset="-122"/>
                <a:sym typeface="+mn-ea"/>
              </a:rPr>
              <a:t>31</a:t>
            </a:fld>
            <a:endParaRPr lang="zh-CN" altLang="en-US">
              <a:solidFill>
                <a:schemeClr val="dk1">
                  <a:tint val="75000"/>
                </a:schemeClr>
              </a:solidFill>
              <a:latin typeface="微软雅黑" panose="020B0503020204020204" charset="-122"/>
              <a:sym typeface="+mn-ea"/>
            </a:endParaRPr>
          </a:p>
        </p:txBody>
      </p:sp>
    </p:spTree>
    <p:custDataLst>
      <p:tags r:id="rId1"/>
    </p:custData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5" name="图片 14"/>
          <p:cNvPicPr>
            <a:picLocks noChangeAspect="1"/>
          </p:cNvPicPr>
          <p:nvPr userDrawn="1">
            <p:custDataLst>
              <p:tags r:id="rId2"/>
            </p:custDataLst>
          </p:nvPr>
        </p:nvPicPr>
        <p:blipFill rotWithShape="1">
          <a:blip r:embed="rId9"/>
          <a:srcRect/>
          <a:stretch>
            <a:fillRect/>
          </a:stretch>
        </p:blipFill>
        <p:spPr>
          <a:xfrm>
            <a:off x="1143000" y="1"/>
            <a:ext cx="6858000" cy="208121"/>
          </a:xfrm>
          <a:prstGeom prst="rect">
            <a:avLst/>
          </a:prstGeom>
        </p:spPr>
      </p:pic>
      <p:pic>
        <p:nvPicPr>
          <p:cNvPr id="16" name="图片 15"/>
          <p:cNvPicPr>
            <a:picLocks noChangeAspect="1"/>
          </p:cNvPicPr>
          <p:nvPr userDrawn="1">
            <p:custDataLst>
              <p:tags r:id="rId3"/>
            </p:custDataLst>
          </p:nvPr>
        </p:nvPicPr>
        <p:blipFill rotWithShape="1">
          <a:blip r:embed="rId10"/>
          <a:srcRect/>
          <a:stretch>
            <a:fillRect/>
          </a:stretch>
        </p:blipFill>
        <p:spPr>
          <a:xfrm>
            <a:off x="1143000" y="4935379"/>
            <a:ext cx="6858000" cy="208121"/>
          </a:xfrm>
          <a:prstGeom prst="rect">
            <a:avLst/>
          </a:prstGeom>
        </p:spPr>
      </p:pic>
      <p:sp>
        <p:nvSpPr>
          <p:cNvPr id="3" name="Rectangle 2"/>
          <p:cNvSpPr>
            <a:spLocks noGrp="1"/>
          </p:cNvSpPr>
          <p:nvPr>
            <p:custDataLst>
              <p:tags r:id="rId4"/>
            </p:custDataLst>
          </p:nvPr>
        </p:nvSpPr>
        <p:spPr>
          <a:xfrm>
            <a:off x="1485900" y="91679"/>
            <a:ext cx="5657850" cy="971550"/>
          </a:xfrm>
          <a:prstGeom prst="rect">
            <a:avLst/>
          </a:prstGeom>
          <a:noFill/>
          <a:ln w="9525">
            <a:noFill/>
          </a:ln>
        </p:spPr>
        <p:txBody>
          <a:bodyPr vert="horz" wrap="square" lIns="68580" tIns="34290" rIns="68580" bIns="34290" anchor="b" anchorCtr="0"/>
          <a:lst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a:lstStyle>
          <a:p>
            <a:pPr eaLnBrk="1" hangingPunct="1"/>
            <a:r>
              <a:rPr lang="zh-CN" altLang="en-US" sz="2925" dirty="0">
                <a:solidFill>
                  <a:schemeClr val="accent1">
                    <a:lumMod val="75000"/>
                  </a:schemeClr>
                </a:solidFill>
                <a:latin typeface="微软雅黑" panose="020B0503020204020204" charset="-122"/>
                <a:ea typeface="微软雅黑" panose="020B0503020204020204" charset="-122"/>
                <a:cs typeface="微软雅黑" panose="020B0503020204020204" charset="-122"/>
              </a:rPr>
              <a:t>边界值测试</a:t>
            </a:r>
          </a:p>
        </p:txBody>
      </p:sp>
      <p:sp>
        <p:nvSpPr>
          <p:cNvPr id="4" name="Rectangle 3"/>
          <p:cNvSpPr>
            <a:spLocks noGrp="1"/>
          </p:cNvSpPr>
          <p:nvPr>
            <p:custDataLst>
              <p:tags r:id="rId5"/>
            </p:custDataLst>
          </p:nvPr>
        </p:nvSpPr>
        <p:spPr>
          <a:xfrm>
            <a:off x="1485900" y="1289447"/>
            <a:ext cx="6172200" cy="3308747"/>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a:lstStyle>
          <a:p>
            <a:pPr eaLnBrk="1" hangingPunct="1"/>
            <a:r>
              <a:rPr lang="en-US" altLang="zh-CN" sz="2550" b="1" dirty="0">
                <a:solidFill>
                  <a:schemeClr val="dk1"/>
                </a:solidFill>
                <a:latin typeface="微软雅黑" panose="020B0503020204020204" charset="-122"/>
                <a:ea typeface="微软雅黑" panose="020B0503020204020204" charset="-122"/>
                <a:cs typeface="微软雅黑" panose="020B0503020204020204" charset="-122"/>
              </a:rPr>
              <a:t>3</a:t>
            </a:r>
            <a:r>
              <a:rPr lang="zh-CN" altLang="en-US" sz="2550" b="1" dirty="0">
                <a:solidFill>
                  <a:schemeClr val="dk1"/>
                </a:solidFill>
                <a:latin typeface="微软雅黑" panose="020B0503020204020204" charset="-122"/>
                <a:ea typeface="微软雅黑" panose="020B0503020204020204" charset="-122"/>
                <a:cs typeface="微软雅黑" panose="020B0503020204020204" charset="-122"/>
              </a:rPr>
              <a:t>、测试方案</a:t>
            </a:r>
          </a:p>
        </p:txBody>
      </p:sp>
      <p:pic>
        <p:nvPicPr>
          <p:cNvPr id="5" name="Picture 2"/>
          <p:cNvPicPr>
            <a:picLocks noChangeAspect="1"/>
          </p:cNvPicPr>
          <p:nvPr/>
        </p:nvPicPr>
        <p:blipFill>
          <a:blip r:embed="rId11"/>
          <a:stretch>
            <a:fillRect/>
          </a:stretch>
        </p:blipFill>
        <p:spPr>
          <a:xfrm>
            <a:off x="3912952" y="621077"/>
            <a:ext cx="4881481" cy="4002405"/>
          </a:xfrm>
          <a:prstGeom prst="rect">
            <a:avLst/>
          </a:prstGeom>
          <a:noFill/>
          <a:ln w="9525">
            <a:noFill/>
          </a:ln>
        </p:spPr>
      </p:pic>
      <p:sp>
        <p:nvSpPr>
          <p:cNvPr id="2" name="日期占位符 1"/>
          <p:cNvSpPr>
            <a:spLocks noGrp="1"/>
          </p:cNvSpPr>
          <p:nvPr>
            <p:ph type="dt" sz="half" idx="10"/>
            <p:custDataLst>
              <p:tags r:id="rId6"/>
            </p:custDataLst>
          </p:nvPr>
        </p:nvSpPr>
        <p:spPr/>
        <p:txBody>
          <a:bodyPr vert="horz" wrap="square" lIns="68580" tIns="34290" rIns="68580" bIns="34290" rtlCol="0" anchor="ctr">
            <a:normAutofit/>
          </a:bodyPr>
          <a:lstStyle>
            <a:defPPr>
              <a:defRPr lang="zh-CN"/>
            </a:defPPr>
            <a:lvl1pPr marL="0" algn="l"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dk1">
                    <a:tint val="75000"/>
                  </a:schemeClr>
                </a:solidFill>
                <a:latin typeface="微软雅黑" panose="020B0503020204020204" charset="-122"/>
                <a:sym typeface="+mn-ea"/>
              </a:rPr>
              <a:t>2024/3/12</a:t>
            </a:fld>
            <a:endParaRPr lang="zh-CN" altLang="en-US">
              <a:solidFill>
                <a:schemeClr val="dk1">
                  <a:tint val="75000"/>
                </a:schemeClr>
              </a:solidFill>
              <a:latin typeface="微软雅黑" panose="020B0503020204020204" charset="-122"/>
              <a:sym typeface="+mn-ea"/>
            </a:endParaRPr>
          </a:p>
        </p:txBody>
      </p:sp>
      <p:sp>
        <p:nvSpPr>
          <p:cNvPr id="6" name="灯片编号占位符 5"/>
          <p:cNvSpPr>
            <a:spLocks noGrp="1"/>
          </p:cNvSpPr>
          <p:nvPr>
            <p:ph type="sldNum" sz="quarter" idx="12"/>
            <p:custDataLst>
              <p:tags r:id="rId7"/>
            </p:custDataLst>
          </p:nvPr>
        </p:nvSpPr>
        <p:spPr/>
        <p:txBody>
          <a:bodyPr vert="horz" wrap="square" lIns="68580" tIns="34290" rIns="68580" bIns="34290" rtlCol="0" anchor="ctr">
            <a:normAutofit/>
          </a:bodyPr>
          <a:lstStyle>
            <a:defPPr>
              <a:defRPr lang="zh-CN"/>
            </a:defPPr>
            <a:lvl1pPr marL="0" algn="r"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dk1">
                    <a:tint val="75000"/>
                  </a:schemeClr>
                </a:solidFill>
                <a:latin typeface="微软雅黑" panose="020B0503020204020204" charset="-122"/>
                <a:sym typeface="+mn-ea"/>
              </a:rPr>
              <a:t>32</a:t>
            </a:fld>
            <a:endParaRPr lang="zh-CN" altLang="en-US">
              <a:solidFill>
                <a:schemeClr val="dk1">
                  <a:tint val="75000"/>
                </a:schemeClr>
              </a:solidFill>
              <a:latin typeface="微软雅黑" panose="020B0503020204020204" charset="-122"/>
              <a:sym typeface="+mn-ea"/>
            </a:endParaRPr>
          </a:p>
        </p:txBody>
      </p:sp>
    </p:spTree>
    <p:custDataLst>
      <p:tags r:id="rId1"/>
    </p:custData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图片 7"/>
          <p:cNvPicPr>
            <a:picLocks noChangeAspect="1"/>
          </p:cNvPicPr>
          <p:nvPr userDrawn="1">
            <p:custDataLst>
              <p:tags r:id="rId2"/>
            </p:custDataLst>
          </p:nvPr>
        </p:nvPicPr>
        <p:blipFill rotWithShape="1">
          <a:blip r:embed="rId9"/>
          <a:srcRect/>
          <a:stretch>
            <a:fillRect/>
          </a:stretch>
        </p:blipFill>
        <p:spPr>
          <a:xfrm>
            <a:off x="1143000" y="1"/>
            <a:ext cx="6858000" cy="208121"/>
          </a:xfrm>
          <a:prstGeom prst="rect">
            <a:avLst/>
          </a:prstGeom>
        </p:spPr>
      </p:pic>
      <p:pic>
        <p:nvPicPr>
          <p:cNvPr id="15" name="图片 14"/>
          <p:cNvPicPr>
            <a:picLocks noChangeAspect="1"/>
          </p:cNvPicPr>
          <p:nvPr userDrawn="1">
            <p:custDataLst>
              <p:tags r:id="rId3"/>
            </p:custDataLst>
          </p:nvPr>
        </p:nvPicPr>
        <p:blipFill rotWithShape="1">
          <a:blip r:embed="rId10"/>
          <a:srcRect/>
          <a:stretch>
            <a:fillRect/>
          </a:stretch>
        </p:blipFill>
        <p:spPr>
          <a:xfrm>
            <a:off x="1143000" y="4935379"/>
            <a:ext cx="6858000" cy="208121"/>
          </a:xfrm>
          <a:prstGeom prst="rect">
            <a:avLst/>
          </a:prstGeom>
        </p:spPr>
      </p:pic>
      <p:sp>
        <p:nvSpPr>
          <p:cNvPr id="3" name="Rectangle 2"/>
          <p:cNvSpPr>
            <a:spLocks noGrp="1"/>
          </p:cNvSpPr>
          <p:nvPr>
            <p:custDataLst>
              <p:tags r:id="rId4"/>
            </p:custDataLst>
          </p:nvPr>
        </p:nvSpPr>
        <p:spPr>
          <a:xfrm>
            <a:off x="1485900" y="91679"/>
            <a:ext cx="5657850" cy="971550"/>
          </a:xfrm>
          <a:prstGeom prst="rect">
            <a:avLst/>
          </a:prstGeom>
          <a:noFill/>
          <a:ln w="9525">
            <a:noFill/>
          </a:ln>
        </p:spPr>
        <p:txBody>
          <a:bodyPr vert="horz" wrap="square" lIns="68580" tIns="34290" rIns="68580" bIns="34290" anchor="b" anchorCtr="0"/>
          <a:lst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a:lstStyle>
          <a:p>
            <a:pPr eaLnBrk="1" hangingPunct="1"/>
            <a:r>
              <a:rPr lang="zh-CN" altLang="en-US" sz="2925" dirty="0">
                <a:solidFill>
                  <a:schemeClr val="accent1">
                    <a:lumMod val="75000"/>
                  </a:schemeClr>
                </a:solidFill>
                <a:latin typeface="微软雅黑" panose="020B0503020204020204" charset="-122"/>
                <a:ea typeface="微软雅黑" panose="020B0503020204020204" charset="-122"/>
                <a:cs typeface="微软雅黑" panose="020B0503020204020204" charset="-122"/>
              </a:rPr>
              <a:t>边界值测试</a:t>
            </a:r>
          </a:p>
        </p:txBody>
      </p:sp>
      <p:sp>
        <p:nvSpPr>
          <p:cNvPr id="4" name="Rectangle 3"/>
          <p:cNvSpPr>
            <a:spLocks noGrp="1"/>
          </p:cNvSpPr>
          <p:nvPr>
            <p:custDataLst>
              <p:tags r:id="rId5"/>
            </p:custDataLst>
          </p:nvPr>
        </p:nvSpPr>
        <p:spPr>
          <a:xfrm>
            <a:off x="1485900" y="1162526"/>
            <a:ext cx="6172200" cy="3435668"/>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a:lstStyle>
          <a:p>
            <a:pPr eaLnBrk="1" hangingPunct="1">
              <a:lnSpc>
                <a:spcPct val="130000"/>
              </a:lnSpc>
              <a:spcBef>
                <a:spcPts val="450"/>
              </a:spcBef>
              <a:spcAft>
                <a:spcPts val="0"/>
              </a:spcAft>
            </a:pPr>
            <a:r>
              <a:rPr lang="en-US" altLang="zh-CN" sz="2550" b="1" dirty="0">
                <a:solidFill>
                  <a:schemeClr val="dk1"/>
                </a:solidFill>
                <a:latin typeface="微软雅黑" panose="020B0503020204020204" charset="-122"/>
                <a:ea typeface="微软雅黑" panose="020B0503020204020204" charset="-122"/>
                <a:cs typeface="微软雅黑" panose="020B0503020204020204" charset="-122"/>
              </a:rPr>
              <a:t>3</a:t>
            </a:r>
            <a:r>
              <a:rPr lang="zh-CN" altLang="en-US" sz="2550" b="1" dirty="0">
                <a:solidFill>
                  <a:schemeClr val="dk1"/>
                </a:solidFill>
                <a:latin typeface="微软雅黑" panose="020B0503020204020204" charset="-122"/>
                <a:ea typeface="微软雅黑" panose="020B0503020204020204" charset="-122"/>
                <a:cs typeface="微软雅黑" panose="020B0503020204020204" charset="-122"/>
              </a:rPr>
              <a:t>、测试方案</a:t>
            </a:r>
            <a:endParaRPr lang="en-US" altLang="zh-CN" sz="2550" b="1" dirty="0">
              <a:solidFill>
                <a:schemeClr val="dk1"/>
              </a:solidFill>
              <a:latin typeface="微软雅黑" panose="020B0503020204020204" charset="-122"/>
              <a:ea typeface="微软雅黑" panose="020B0503020204020204" charset="-122"/>
              <a:cs typeface="微软雅黑" panose="020B0503020204020204" charset="-122"/>
            </a:endParaRPr>
          </a:p>
          <a:p>
            <a:pPr lvl="1" eaLnBrk="1" hangingPunct="1">
              <a:lnSpc>
                <a:spcPct val="160000"/>
              </a:lnSpc>
              <a:spcBef>
                <a:spcPts val="450"/>
              </a:spcBef>
              <a:spcAft>
                <a:spcPts val="0"/>
              </a:spcAft>
            </a:pPr>
            <a:r>
              <a:rPr lang="zh-CN" altLang="en-US" sz="1800" dirty="0">
                <a:solidFill>
                  <a:schemeClr val="dk1"/>
                </a:solidFill>
                <a:latin typeface="微软雅黑" panose="020B0503020204020204" charset="-122"/>
                <a:ea typeface="微软雅黑" panose="020B0503020204020204" charset="-122"/>
                <a:cs typeface="微软雅黑" panose="020B0503020204020204" charset="-122"/>
              </a:rPr>
              <a:t>穷举法</a:t>
            </a:r>
            <a:r>
              <a:rPr lang="en-US" altLang="zh-CN" sz="1800" dirty="0">
                <a:solidFill>
                  <a:schemeClr val="dk1"/>
                </a:solidFill>
                <a:latin typeface="微软雅黑" panose="020B0503020204020204" charset="-122"/>
                <a:ea typeface="微软雅黑" panose="020B0503020204020204" charset="-122"/>
                <a:cs typeface="微软雅黑" panose="020B0503020204020204" charset="-122"/>
              </a:rPr>
              <a:t>+</a:t>
            </a:r>
            <a:r>
              <a:rPr lang="zh-CN" altLang="en-US" sz="1800" dirty="0">
                <a:solidFill>
                  <a:schemeClr val="dk1"/>
                </a:solidFill>
                <a:latin typeface="微软雅黑" panose="020B0503020204020204" charset="-122"/>
                <a:ea typeface="微软雅黑" panose="020B0503020204020204" charset="-122"/>
                <a:cs typeface="微软雅黑" panose="020B0503020204020204" charset="-122"/>
              </a:rPr>
              <a:t>全边界法</a:t>
            </a:r>
            <a:endParaRPr lang="en-US" altLang="zh-CN" sz="1800" dirty="0">
              <a:solidFill>
                <a:schemeClr val="dk1"/>
              </a:solidFill>
              <a:latin typeface="微软雅黑" panose="020B0503020204020204" charset="-122"/>
              <a:ea typeface="微软雅黑" panose="020B0503020204020204" charset="-122"/>
              <a:cs typeface="微软雅黑" panose="020B0503020204020204" charset="-122"/>
            </a:endParaRPr>
          </a:p>
          <a:p>
            <a:pPr lvl="1" eaLnBrk="1" hangingPunct="1">
              <a:lnSpc>
                <a:spcPct val="160000"/>
              </a:lnSpc>
              <a:spcBef>
                <a:spcPts val="450"/>
              </a:spcBef>
              <a:spcAft>
                <a:spcPts val="0"/>
              </a:spcAft>
            </a:pPr>
            <a:r>
              <a:rPr lang="zh-CN" altLang="en-US" sz="1800" dirty="0">
                <a:solidFill>
                  <a:schemeClr val="dk1"/>
                </a:solidFill>
                <a:latin typeface="微软雅黑" panose="020B0503020204020204" charset="-122"/>
                <a:ea typeface="微软雅黑" panose="020B0503020204020204" charset="-122"/>
                <a:cs typeface="微软雅黑" panose="020B0503020204020204" charset="-122"/>
              </a:rPr>
              <a:t>穷举法</a:t>
            </a:r>
            <a:r>
              <a:rPr lang="en-US" altLang="zh-CN" sz="1800" dirty="0">
                <a:solidFill>
                  <a:schemeClr val="dk1"/>
                </a:solidFill>
                <a:latin typeface="微软雅黑" panose="020B0503020204020204" charset="-122"/>
                <a:ea typeface="微软雅黑" panose="020B0503020204020204" charset="-122"/>
                <a:cs typeface="微软雅黑" panose="020B0503020204020204" charset="-122"/>
              </a:rPr>
              <a:t>+</a:t>
            </a:r>
            <a:r>
              <a:rPr lang="zh-CN" altLang="en-US" sz="1800" dirty="0">
                <a:solidFill>
                  <a:schemeClr val="dk1"/>
                </a:solidFill>
                <a:latin typeface="微软雅黑" panose="020B0503020204020204" charset="-122"/>
                <a:ea typeface="微软雅黑" panose="020B0503020204020204" charset="-122"/>
                <a:cs typeface="微软雅黑" panose="020B0503020204020204" charset="-122"/>
              </a:rPr>
              <a:t>强边界法</a:t>
            </a:r>
            <a:endParaRPr lang="en-US" altLang="zh-CN" sz="1800" dirty="0">
              <a:solidFill>
                <a:schemeClr val="dk1"/>
              </a:solidFill>
              <a:latin typeface="微软雅黑" panose="020B0503020204020204" charset="-122"/>
              <a:ea typeface="微软雅黑" panose="020B0503020204020204" charset="-122"/>
              <a:cs typeface="微软雅黑" panose="020B0503020204020204" charset="-122"/>
            </a:endParaRPr>
          </a:p>
          <a:p>
            <a:pPr lvl="1" eaLnBrk="1" hangingPunct="1">
              <a:lnSpc>
                <a:spcPct val="160000"/>
              </a:lnSpc>
              <a:spcBef>
                <a:spcPts val="450"/>
              </a:spcBef>
              <a:spcAft>
                <a:spcPts val="0"/>
              </a:spcAft>
            </a:pPr>
            <a:r>
              <a:rPr lang="zh-CN" altLang="en-US" sz="1800" dirty="0">
                <a:solidFill>
                  <a:schemeClr val="dk1"/>
                </a:solidFill>
                <a:latin typeface="微软雅黑" panose="020B0503020204020204" charset="-122"/>
                <a:ea typeface="微软雅黑" panose="020B0503020204020204" charset="-122"/>
                <a:cs typeface="微软雅黑" panose="020B0503020204020204" charset="-122"/>
              </a:rPr>
              <a:t>典型值法</a:t>
            </a:r>
            <a:r>
              <a:rPr lang="en-US" altLang="zh-CN" sz="1800" dirty="0">
                <a:solidFill>
                  <a:schemeClr val="dk1"/>
                </a:solidFill>
                <a:latin typeface="微软雅黑" panose="020B0503020204020204" charset="-122"/>
                <a:ea typeface="微软雅黑" panose="020B0503020204020204" charset="-122"/>
                <a:cs typeface="微软雅黑" panose="020B0503020204020204" charset="-122"/>
              </a:rPr>
              <a:t>+</a:t>
            </a:r>
            <a:r>
              <a:rPr lang="zh-CN" altLang="en-US" sz="1800" dirty="0">
                <a:solidFill>
                  <a:schemeClr val="dk1"/>
                </a:solidFill>
                <a:latin typeface="微软雅黑" panose="020B0503020204020204" charset="-122"/>
                <a:ea typeface="微软雅黑" panose="020B0503020204020204" charset="-122"/>
                <a:cs typeface="微软雅黑" panose="020B0503020204020204" charset="-122"/>
              </a:rPr>
              <a:t>强边界法</a:t>
            </a:r>
            <a:endParaRPr lang="en-US" altLang="zh-CN" sz="1800" dirty="0">
              <a:solidFill>
                <a:schemeClr val="dk1"/>
              </a:solidFill>
              <a:latin typeface="微软雅黑" panose="020B0503020204020204" charset="-122"/>
              <a:ea typeface="微软雅黑" panose="020B0503020204020204" charset="-122"/>
              <a:cs typeface="微软雅黑" panose="020B0503020204020204" charset="-122"/>
            </a:endParaRPr>
          </a:p>
          <a:p>
            <a:pPr lvl="1" eaLnBrk="1" hangingPunct="1">
              <a:lnSpc>
                <a:spcPct val="160000"/>
              </a:lnSpc>
              <a:spcBef>
                <a:spcPts val="450"/>
              </a:spcBef>
              <a:spcAft>
                <a:spcPts val="0"/>
              </a:spcAft>
            </a:pPr>
            <a:r>
              <a:rPr lang="zh-CN" altLang="en-US" sz="1800" b="1" dirty="0">
                <a:solidFill>
                  <a:srgbClr val="FF0000"/>
                </a:solidFill>
                <a:latin typeface="微软雅黑" panose="020B0503020204020204" charset="-122"/>
                <a:ea typeface="微软雅黑" panose="020B0503020204020204" charset="-122"/>
                <a:cs typeface="微软雅黑" panose="020B0503020204020204" charset="-122"/>
              </a:rPr>
              <a:t>典型值法</a:t>
            </a:r>
            <a:r>
              <a:rPr lang="en-US" altLang="zh-CN" sz="1800" b="1" dirty="0">
                <a:solidFill>
                  <a:srgbClr val="FF0000"/>
                </a:solidFill>
                <a:latin typeface="微软雅黑" panose="020B0503020204020204" charset="-122"/>
                <a:ea typeface="微软雅黑" panose="020B0503020204020204" charset="-122"/>
                <a:cs typeface="微软雅黑" panose="020B0503020204020204" charset="-122"/>
              </a:rPr>
              <a:t>+</a:t>
            </a:r>
            <a:r>
              <a:rPr lang="zh-CN" altLang="en-US" sz="1800" b="1" dirty="0">
                <a:solidFill>
                  <a:srgbClr val="FF0000"/>
                </a:solidFill>
                <a:latin typeface="微软雅黑" panose="020B0503020204020204" charset="-122"/>
                <a:ea typeface="微软雅黑" panose="020B0503020204020204" charset="-122"/>
                <a:cs typeface="微软雅黑" panose="020B0503020204020204" charset="-122"/>
              </a:rPr>
              <a:t>弱边界法（推荐）</a:t>
            </a:r>
            <a:endParaRPr lang="en-US" altLang="zh-CN" sz="1800" b="1" dirty="0">
              <a:solidFill>
                <a:srgbClr val="FF0000"/>
              </a:solidFill>
              <a:latin typeface="微软雅黑" panose="020B0503020204020204" charset="-122"/>
              <a:ea typeface="微软雅黑" panose="020B0503020204020204" charset="-122"/>
              <a:cs typeface="微软雅黑" panose="020B0503020204020204" charset="-122"/>
            </a:endParaRPr>
          </a:p>
          <a:p>
            <a:pPr lvl="1" eaLnBrk="1" hangingPunct="1">
              <a:lnSpc>
                <a:spcPct val="160000"/>
              </a:lnSpc>
              <a:spcBef>
                <a:spcPts val="450"/>
              </a:spcBef>
              <a:spcAft>
                <a:spcPts val="0"/>
              </a:spcAft>
            </a:pPr>
            <a:r>
              <a:rPr lang="zh-CN" altLang="en-US" sz="1800" dirty="0">
                <a:solidFill>
                  <a:schemeClr val="dk1"/>
                </a:solidFill>
                <a:latin typeface="微软雅黑" panose="020B0503020204020204" charset="-122"/>
                <a:ea typeface="微软雅黑" panose="020B0503020204020204" charset="-122"/>
                <a:cs typeface="微软雅黑" panose="020B0503020204020204" charset="-122"/>
              </a:rPr>
              <a:t>随着输入条件和边界的增多，测试用例增长速度很快</a:t>
            </a:r>
          </a:p>
        </p:txBody>
      </p:sp>
      <p:sp>
        <p:nvSpPr>
          <p:cNvPr id="2" name="日期占位符 1"/>
          <p:cNvSpPr>
            <a:spLocks noGrp="1"/>
          </p:cNvSpPr>
          <p:nvPr>
            <p:ph type="dt" sz="half" idx="10"/>
            <p:custDataLst>
              <p:tags r:id="rId6"/>
            </p:custDataLst>
          </p:nvPr>
        </p:nvSpPr>
        <p:spPr/>
        <p:txBody>
          <a:bodyPr vert="horz" wrap="square" lIns="68580" tIns="34290" rIns="68580" bIns="34290" rtlCol="0" anchor="ctr">
            <a:normAutofit/>
          </a:bodyPr>
          <a:lstStyle>
            <a:defPPr>
              <a:defRPr lang="zh-CN"/>
            </a:defPPr>
            <a:lvl1pPr marL="0" algn="l"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dk1">
                    <a:tint val="75000"/>
                  </a:schemeClr>
                </a:solidFill>
                <a:latin typeface="微软雅黑" panose="020B0503020204020204" charset="-122"/>
                <a:sym typeface="+mn-ea"/>
              </a:rPr>
              <a:t>2024/3/12</a:t>
            </a:fld>
            <a:endParaRPr lang="zh-CN" altLang="en-US">
              <a:solidFill>
                <a:schemeClr val="dk1">
                  <a:tint val="75000"/>
                </a:schemeClr>
              </a:solidFill>
              <a:latin typeface="微软雅黑" panose="020B0503020204020204" charset="-122"/>
              <a:sym typeface="+mn-ea"/>
            </a:endParaRPr>
          </a:p>
        </p:txBody>
      </p:sp>
      <p:sp>
        <p:nvSpPr>
          <p:cNvPr id="5" name="灯片编号占位符 4"/>
          <p:cNvSpPr>
            <a:spLocks noGrp="1"/>
          </p:cNvSpPr>
          <p:nvPr>
            <p:ph type="sldNum" sz="quarter" idx="12"/>
            <p:custDataLst>
              <p:tags r:id="rId7"/>
            </p:custDataLst>
          </p:nvPr>
        </p:nvSpPr>
        <p:spPr/>
        <p:txBody>
          <a:bodyPr vert="horz" wrap="square" lIns="68580" tIns="34290" rIns="68580" bIns="34290" rtlCol="0" anchor="ctr">
            <a:normAutofit/>
          </a:bodyPr>
          <a:lstStyle>
            <a:defPPr>
              <a:defRPr lang="zh-CN"/>
            </a:defPPr>
            <a:lvl1pPr marL="0" algn="r"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dk1">
                    <a:tint val="75000"/>
                  </a:schemeClr>
                </a:solidFill>
                <a:latin typeface="微软雅黑" panose="020B0503020204020204" charset="-122"/>
                <a:sym typeface="+mn-ea"/>
              </a:rPr>
              <a:t>33</a:t>
            </a:fld>
            <a:endParaRPr lang="zh-CN" altLang="en-US">
              <a:solidFill>
                <a:schemeClr val="dk1">
                  <a:tint val="75000"/>
                </a:schemeClr>
              </a:solidFill>
              <a:latin typeface="微软雅黑" panose="020B0503020204020204" charset="-122"/>
              <a:sym typeface="+mn-ea"/>
            </a:endParaRPr>
          </a:p>
        </p:txBody>
      </p:sp>
    </p:spTree>
    <p:custDataLst>
      <p:tags r:id="rId1"/>
    </p:custData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5" name="图片 14"/>
          <p:cNvPicPr>
            <a:picLocks noChangeAspect="1"/>
          </p:cNvPicPr>
          <p:nvPr userDrawn="1">
            <p:custDataLst>
              <p:tags r:id="rId2"/>
            </p:custDataLst>
          </p:nvPr>
        </p:nvPicPr>
        <p:blipFill rotWithShape="1">
          <a:blip r:embed="rId10"/>
          <a:srcRect/>
          <a:stretch>
            <a:fillRect/>
          </a:stretch>
        </p:blipFill>
        <p:spPr>
          <a:xfrm>
            <a:off x="1143000" y="1"/>
            <a:ext cx="6858000" cy="208121"/>
          </a:xfrm>
          <a:prstGeom prst="rect">
            <a:avLst/>
          </a:prstGeom>
        </p:spPr>
      </p:pic>
      <p:pic>
        <p:nvPicPr>
          <p:cNvPr id="16" name="图片 15"/>
          <p:cNvPicPr>
            <a:picLocks noChangeAspect="1"/>
          </p:cNvPicPr>
          <p:nvPr userDrawn="1">
            <p:custDataLst>
              <p:tags r:id="rId3"/>
            </p:custDataLst>
          </p:nvPr>
        </p:nvPicPr>
        <p:blipFill rotWithShape="1">
          <a:blip r:embed="rId11"/>
          <a:srcRect/>
          <a:stretch>
            <a:fillRect/>
          </a:stretch>
        </p:blipFill>
        <p:spPr>
          <a:xfrm>
            <a:off x="1143000" y="4935379"/>
            <a:ext cx="6858000" cy="208121"/>
          </a:xfrm>
          <a:prstGeom prst="rect">
            <a:avLst/>
          </a:prstGeom>
        </p:spPr>
      </p:pic>
      <p:sp>
        <p:nvSpPr>
          <p:cNvPr id="2" name="灯片编号占位符 5"/>
          <p:cNvSpPr txBox="1">
            <a:spLocks noGrp="1"/>
          </p:cNvSpPr>
          <p:nvPr>
            <p:custDataLst>
              <p:tags r:id="rId4"/>
            </p:custDataLst>
          </p:nvPr>
        </p:nvSpPr>
        <p:spPr>
          <a:xfrm>
            <a:off x="6057900" y="4686300"/>
            <a:ext cx="1600200" cy="342900"/>
          </a:xfrm>
          <a:prstGeom prst="rect">
            <a:avLst/>
          </a:prstGeom>
          <a:noFill/>
          <a:ln w="9525">
            <a:noFill/>
            <a:miter lim="800000"/>
          </a:ln>
          <a:effectLst/>
        </p:spPr>
        <p:txBody>
          <a:bodyPr vert="horz" wrap="square" lIns="68580" tIns="34290" rIns="68580" bIns="34290" numCol="1" anchor="t" anchorCtr="0" compatLnSpc="1"/>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en-US" altLang="zh-CN" sz="750" dirty="0">
                <a:solidFill>
                  <a:schemeClr val="dk1"/>
                </a:solidFill>
                <a:latin typeface="微软雅黑" panose="020B0503020204020204" charset="-122"/>
                <a:ea typeface="微软雅黑" panose="020B0503020204020204" charset="-122"/>
              </a:rPr>
              <a:t>34</a:t>
            </a:fld>
            <a:endParaRPr lang="en-US" altLang="zh-CN" sz="750" dirty="0">
              <a:solidFill>
                <a:schemeClr val="dk1"/>
              </a:solidFill>
              <a:latin typeface="微软雅黑" panose="020B0503020204020204" charset="-122"/>
              <a:ea typeface="微软雅黑" panose="020B0503020204020204" charset="-122"/>
            </a:endParaRPr>
          </a:p>
        </p:txBody>
      </p:sp>
      <p:sp>
        <p:nvSpPr>
          <p:cNvPr id="3" name="Rectangle 2"/>
          <p:cNvSpPr>
            <a:spLocks noGrp="1"/>
          </p:cNvSpPr>
          <p:nvPr>
            <p:custDataLst>
              <p:tags r:id="rId5"/>
            </p:custDataLst>
          </p:nvPr>
        </p:nvSpPr>
        <p:spPr>
          <a:xfrm>
            <a:off x="592455" y="173225"/>
            <a:ext cx="5657850" cy="971550"/>
          </a:xfrm>
          <a:prstGeom prst="rect">
            <a:avLst/>
          </a:prstGeom>
          <a:noFill/>
          <a:ln w="9525">
            <a:noFill/>
          </a:ln>
        </p:spPr>
        <p:txBody>
          <a:bodyPr vert="horz" wrap="square" lIns="68580" tIns="34290" rIns="68580" bIns="34290" anchor="b" anchorCtr="0"/>
          <a:lst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a:lstStyle>
          <a:p>
            <a:pPr eaLnBrk="1" hangingPunct="1"/>
            <a:r>
              <a:rPr lang="zh-CN" altLang="en-US" sz="2925" dirty="0">
                <a:solidFill>
                  <a:schemeClr val="accent1">
                    <a:lumMod val="75000"/>
                  </a:schemeClr>
                </a:solidFill>
                <a:latin typeface="微软雅黑" panose="020B0503020204020204" charset="-122"/>
                <a:ea typeface="微软雅黑" panose="020B0503020204020204" charset="-122"/>
                <a:cs typeface="微软雅黑" panose="020B0503020204020204" charset="-122"/>
              </a:rPr>
              <a:t>边界值测试</a:t>
            </a:r>
          </a:p>
        </p:txBody>
      </p:sp>
      <p:pic>
        <p:nvPicPr>
          <p:cNvPr id="5" name="Picture 2"/>
          <p:cNvPicPr>
            <a:picLocks noChangeAspect="1"/>
          </p:cNvPicPr>
          <p:nvPr>
            <p:custDataLst>
              <p:tags r:id="rId6"/>
            </p:custDataLst>
          </p:nvPr>
        </p:nvPicPr>
        <p:blipFill>
          <a:blip r:embed="rId12"/>
          <a:stretch>
            <a:fillRect/>
          </a:stretch>
        </p:blipFill>
        <p:spPr>
          <a:xfrm>
            <a:off x="2887980" y="641272"/>
            <a:ext cx="5457825" cy="4026264"/>
          </a:xfrm>
          <a:prstGeom prst="rect">
            <a:avLst/>
          </a:prstGeom>
          <a:noFill/>
          <a:ln w="9525">
            <a:noFill/>
          </a:ln>
        </p:spPr>
      </p:pic>
      <p:sp>
        <p:nvSpPr>
          <p:cNvPr id="4" name="日期占位符 3"/>
          <p:cNvSpPr>
            <a:spLocks noGrp="1"/>
          </p:cNvSpPr>
          <p:nvPr>
            <p:ph type="dt" sz="half" idx="10"/>
            <p:custDataLst>
              <p:tags r:id="rId7"/>
            </p:custDataLst>
          </p:nvPr>
        </p:nvSpPr>
        <p:spPr/>
        <p:txBody>
          <a:bodyPr vert="horz" wrap="square" lIns="68580" tIns="34290" rIns="68580" bIns="34290" rtlCol="0" anchor="ctr">
            <a:normAutofit/>
          </a:bodyPr>
          <a:lstStyle>
            <a:defPPr>
              <a:defRPr lang="zh-CN"/>
            </a:defPPr>
            <a:lvl1pPr marL="0" algn="l"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dk1">
                    <a:tint val="75000"/>
                  </a:schemeClr>
                </a:solidFill>
                <a:latin typeface="微软雅黑" panose="020B0503020204020204" charset="-122"/>
                <a:sym typeface="+mn-ea"/>
              </a:rPr>
              <a:t>2024/3/12</a:t>
            </a:fld>
            <a:endParaRPr lang="zh-CN" altLang="en-US">
              <a:solidFill>
                <a:schemeClr val="dk1">
                  <a:tint val="75000"/>
                </a:schemeClr>
              </a:solidFill>
              <a:latin typeface="微软雅黑" panose="020B0503020204020204" charset="-122"/>
              <a:sym typeface="+mn-ea"/>
            </a:endParaRPr>
          </a:p>
        </p:txBody>
      </p:sp>
      <p:sp>
        <p:nvSpPr>
          <p:cNvPr id="6" name="灯片编号占位符 5"/>
          <p:cNvSpPr>
            <a:spLocks noGrp="1"/>
          </p:cNvSpPr>
          <p:nvPr>
            <p:ph type="sldNum" sz="quarter" idx="12"/>
            <p:custDataLst>
              <p:tags r:id="rId8"/>
            </p:custDataLst>
          </p:nvPr>
        </p:nvSpPr>
        <p:spPr/>
        <p:txBody>
          <a:bodyPr vert="horz" wrap="square" lIns="68580" tIns="34290" rIns="68580" bIns="34290" rtlCol="0" anchor="ctr">
            <a:normAutofit/>
          </a:bodyPr>
          <a:lstStyle>
            <a:defPPr>
              <a:defRPr lang="zh-CN"/>
            </a:defPPr>
            <a:lvl1pPr marL="0" algn="r"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dk1">
                    <a:tint val="75000"/>
                  </a:schemeClr>
                </a:solidFill>
                <a:latin typeface="微软雅黑" panose="020B0503020204020204" charset="-122"/>
                <a:sym typeface="+mn-ea"/>
              </a:rPr>
              <a:t>34</a:t>
            </a:fld>
            <a:endParaRPr lang="zh-CN" altLang="en-US">
              <a:solidFill>
                <a:schemeClr val="dk1">
                  <a:tint val="75000"/>
                </a:schemeClr>
              </a:solidFill>
              <a:latin typeface="微软雅黑" panose="020B0503020204020204" charset="-122"/>
              <a:sym typeface="+mn-ea"/>
            </a:endParaRPr>
          </a:p>
        </p:txBody>
      </p:sp>
    </p:spTree>
    <p:custDataLst>
      <p:tags r:id="rId1"/>
    </p:custData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5" name="图片 14"/>
          <p:cNvPicPr>
            <a:picLocks noChangeAspect="1"/>
          </p:cNvPicPr>
          <p:nvPr userDrawn="1">
            <p:custDataLst>
              <p:tags r:id="rId2"/>
            </p:custDataLst>
          </p:nvPr>
        </p:nvPicPr>
        <p:blipFill rotWithShape="1">
          <a:blip r:embed="rId8"/>
          <a:srcRect/>
          <a:stretch>
            <a:fillRect/>
          </a:stretch>
        </p:blipFill>
        <p:spPr>
          <a:xfrm>
            <a:off x="1143000" y="1"/>
            <a:ext cx="6858000" cy="208121"/>
          </a:xfrm>
          <a:prstGeom prst="rect">
            <a:avLst/>
          </a:prstGeom>
        </p:spPr>
      </p:pic>
      <p:pic>
        <p:nvPicPr>
          <p:cNvPr id="16" name="图片 15"/>
          <p:cNvPicPr>
            <a:picLocks noChangeAspect="1"/>
          </p:cNvPicPr>
          <p:nvPr userDrawn="1">
            <p:custDataLst>
              <p:tags r:id="rId3"/>
            </p:custDataLst>
          </p:nvPr>
        </p:nvPicPr>
        <p:blipFill rotWithShape="1">
          <a:blip r:embed="rId9"/>
          <a:srcRect/>
          <a:stretch>
            <a:fillRect/>
          </a:stretch>
        </p:blipFill>
        <p:spPr>
          <a:xfrm>
            <a:off x="1143000" y="4935379"/>
            <a:ext cx="6858000" cy="208121"/>
          </a:xfrm>
          <a:prstGeom prst="rect">
            <a:avLst/>
          </a:prstGeom>
        </p:spPr>
      </p:pic>
      <p:sp>
        <p:nvSpPr>
          <p:cNvPr id="3" name="Rectangle 2"/>
          <p:cNvSpPr>
            <a:spLocks noGrp="1"/>
          </p:cNvSpPr>
          <p:nvPr>
            <p:custDataLst>
              <p:tags r:id="rId4"/>
            </p:custDataLst>
          </p:nvPr>
        </p:nvSpPr>
        <p:spPr>
          <a:xfrm>
            <a:off x="1485900" y="91679"/>
            <a:ext cx="5657850" cy="971550"/>
          </a:xfrm>
          <a:prstGeom prst="rect">
            <a:avLst/>
          </a:prstGeom>
          <a:noFill/>
          <a:ln w="9525">
            <a:noFill/>
          </a:ln>
        </p:spPr>
        <p:txBody>
          <a:bodyPr vert="horz" wrap="square" lIns="68580" tIns="34290" rIns="68580" bIns="34290" anchor="b" anchorCtr="0"/>
          <a:lst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a:lstStyle>
          <a:p>
            <a:pPr eaLnBrk="1" hangingPunct="1"/>
            <a:r>
              <a:rPr lang="zh-CN" altLang="en-US" sz="2925" dirty="0">
                <a:solidFill>
                  <a:schemeClr val="accent1">
                    <a:lumMod val="75000"/>
                  </a:schemeClr>
                </a:solidFill>
                <a:latin typeface="微软雅黑" panose="020B0503020204020204" charset="-122"/>
                <a:ea typeface="微软雅黑" panose="020B0503020204020204" charset="-122"/>
                <a:cs typeface="微软雅黑" panose="020B0503020204020204" charset="-122"/>
              </a:rPr>
              <a:t>边界值测试</a:t>
            </a:r>
          </a:p>
        </p:txBody>
      </p:sp>
      <p:sp>
        <p:nvSpPr>
          <p:cNvPr id="4" name="Rectangle 3"/>
          <p:cNvSpPr>
            <a:spLocks noGrp="1"/>
          </p:cNvSpPr>
          <p:nvPr/>
        </p:nvSpPr>
        <p:spPr>
          <a:xfrm>
            <a:off x="1485900" y="1289447"/>
            <a:ext cx="6172200" cy="3308747"/>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a:lstStyle>
          <a:p>
            <a:pPr eaLnBrk="1" hangingPunct="1">
              <a:lnSpc>
                <a:spcPct val="120000"/>
              </a:lnSpc>
            </a:pPr>
            <a:r>
              <a:rPr lang="zh-CN" altLang="en-US" sz="2550" b="1" dirty="0">
                <a:solidFill>
                  <a:srgbClr val="000000"/>
                </a:solidFill>
                <a:latin typeface="微软雅黑" panose="020B0503020204020204" charset="-122"/>
                <a:ea typeface="微软雅黑" panose="020B0503020204020204" charset="-122"/>
                <a:cs typeface="微软雅黑" panose="020B0503020204020204" charset="-122"/>
                <a:sym typeface="+mn-ea"/>
              </a:rPr>
              <a:t>捉虫实践</a:t>
            </a:r>
            <a:r>
              <a:rPr lang="en-US" altLang="zh-CN" sz="2550" b="1" dirty="0">
                <a:solidFill>
                  <a:srgbClr val="000000"/>
                </a:solidFill>
                <a:latin typeface="微软雅黑" panose="020B0503020204020204" charset="-122"/>
                <a:ea typeface="微软雅黑" panose="020B0503020204020204" charset="-122"/>
                <a:cs typeface="微软雅黑" panose="020B0503020204020204" charset="-122"/>
                <a:sym typeface="+mn-ea"/>
              </a:rPr>
              <a:t>1</a:t>
            </a:r>
            <a:r>
              <a:rPr lang="zh-CN" altLang="en-US" sz="2550" b="1" dirty="0">
                <a:solidFill>
                  <a:srgbClr val="000000"/>
                </a:solidFill>
                <a:latin typeface="微软雅黑" panose="020B0503020204020204" charset="-122"/>
                <a:ea typeface="微软雅黑" panose="020B0503020204020204" charset="-122"/>
                <a:cs typeface="微软雅黑" panose="020B0503020204020204" charset="-122"/>
                <a:sym typeface="+mn-ea"/>
              </a:rPr>
              <a:t>：第二日问题</a:t>
            </a:r>
          </a:p>
          <a:p>
            <a:pPr algn="l" eaLnBrk="1" hangingPunct="1">
              <a:lnSpc>
                <a:spcPct val="120000"/>
              </a:lnSpc>
            </a:pPr>
            <a:r>
              <a:rPr lang="zh-CN" altLang="en-US" sz="2100" b="1" dirty="0">
                <a:solidFill>
                  <a:srgbClr val="000000"/>
                </a:solidFill>
                <a:latin typeface="微软雅黑" panose="020B0503020204020204" charset="-122"/>
                <a:ea typeface="微软雅黑" panose="020B0503020204020204" charset="-122"/>
                <a:cs typeface="微软雅黑" panose="020B0503020204020204" charset="-122"/>
              </a:rPr>
              <a:t>针对个体输入域</a:t>
            </a:r>
          </a:p>
          <a:p>
            <a:pPr eaLnBrk="1" hangingPunct="1">
              <a:lnSpc>
                <a:spcPct val="120000"/>
              </a:lnSpc>
            </a:pPr>
            <a:r>
              <a:rPr lang="en-US" altLang="zh-CN" sz="2100" b="1" dirty="0">
                <a:solidFill>
                  <a:srgbClr val="000000"/>
                </a:solidFill>
                <a:latin typeface="微软雅黑" panose="020B0503020204020204" charset="-122"/>
                <a:ea typeface="微软雅黑" panose="020B0503020204020204" charset="-122"/>
                <a:cs typeface="微软雅黑" panose="020B0503020204020204" charset="-122"/>
              </a:rPr>
              <a:t>1</a:t>
            </a:r>
            <a:r>
              <a:rPr lang="zh-CN" altLang="en-US" sz="2100" b="1" dirty="0">
                <a:solidFill>
                  <a:srgbClr val="000000"/>
                </a:solidFill>
                <a:latin typeface="微软雅黑" panose="020B0503020204020204" charset="-122"/>
                <a:ea typeface="微软雅黑" panose="020B0503020204020204" charset="-122"/>
                <a:cs typeface="微软雅黑" panose="020B0503020204020204" charset="-122"/>
              </a:rPr>
              <a:t>、边界和测试数据确定</a:t>
            </a:r>
          </a:p>
        </p:txBody>
      </p:sp>
      <p:pic>
        <p:nvPicPr>
          <p:cNvPr id="5" name="Picture 2"/>
          <p:cNvPicPr>
            <a:picLocks noChangeAspect="1"/>
          </p:cNvPicPr>
          <p:nvPr/>
        </p:nvPicPr>
        <p:blipFill>
          <a:blip r:embed="rId10"/>
          <a:stretch>
            <a:fillRect/>
          </a:stretch>
        </p:blipFill>
        <p:spPr>
          <a:xfrm>
            <a:off x="1169670" y="3003471"/>
            <a:ext cx="6773466" cy="1178719"/>
          </a:xfrm>
          <a:prstGeom prst="rect">
            <a:avLst/>
          </a:prstGeom>
          <a:noFill/>
          <a:ln w="9525">
            <a:noFill/>
          </a:ln>
        </p:spPr>
      </p:pic>
      <p:sp>
        <p:nvSpPr>
          <p:cNvPr id="2" name="日期占位符 1"/>
          <p:cNvSpPr>
            <a:spLocks noGrp="1"/>
          </p:cNvSpPr>
          <p:nvPr>
            <p:ph type="dt" sz="half" idx="10"/>
            <p:custDataLst>
              <p:tags r:id="rId5"/>
            </p:custDataLst>
          </p:nvPr>
        </p:nvSpPr>
        <p:spPr/>
        <p:txBody>
          <a:bodyPr vert="horz" wrap="square" lIns="68580" tIns="34290" rIns="68580" bIns="34290" rtlCol="0" anchor="ctr">
            <a:normAutofit/>
          </a:bodyPr>
          <a:lstStyle>
            <a:defPPr>
              <a:defRPr lang="zh-CN"/>
            </a:defPPr>
            <a:lvl1pPr marL="0" algn="l"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dk1">
                    <a:tint val="75000"/>
                  </a:schemeClr>
                </a:solidFill>
                <a:latin typeface="微软雅黑" panose="020B0503020204020204" charset="-122"/>
                <a:sym typeface="+mn-ea"/>
              </a:rPr>
              <a:t>2024/3/12</a:t>
            </a:fld>
            <a:endParaRPr lang="zh-CN" altLang="en-US">
              <a:solidFill>
                <a:schemeClr val="dk1">
                  <a:tint val="75000"/>
                </a:schemeClr>
              </a:solidFill>
              <a:latin typeface="微软雅黑" panose="020B0503020204020204" charset="-122"/>
              <a:sym typeface="+mn-ea"/>
            </a:endParaRPr>
          </a:p>
        </p:txBody>
      </p:sp>
      <p:sp>
        <p:nvSpPr>
          <p:cNvPr id="6" name="灯片编号占位符 5"/>
          <p:cNvSpPr>
            <a:spLocks noGrp="1"/>
          </p:cNvSpPr>
          <p:nvPr>
            <p:ph type="sldNum" sz="quarter" idx="12"/>
            <p:custDataLst>
              <p:tags r:id="rId6"/>
            </p:custDataLst>
          </p:nvPr>
        </p:nvSpPr>
        <p:spPr/>
        <p:txBody>
          <a:bodyPr vert="horz" wrap="square" lIns="68580" tIns="34290" rIns="68580" bIns="34290" rtlCol="0" anchor="ctr">
            <a:normAutofit/>
          </a:bodyPr>
          <a:lstStyle>
            <a:defPPr>
              <a:defRPr lang="zh-CN"/>
            </a:defPPr>
            <a:lvl1pPr marL="0" algn="r"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dk1">
                    <a:tint val="75000"/>
                  </a:schemeClr>
                </a:solidFill>
                <a:latin typeface="微软雅黑" panose="020B0503020204020204" charset="-122"/>
                <a:sym typeface="+mn-ea"/>
              </a:rPr>
              <a:t>35</a:t>
            </a:fld>
            <a:endParaRPr lang="zh-CN" altLang="en-US">
              <a:solidFill>
                <a:schemeClr val="dk1">
                  <a:tint val="75000"/>
                </a:schemeClr>
              </a:solidFill>
              <a:latin typeface="微软雅黑" panose="020B0503020204020204" charset="-122"/>
              <a:sym typeface="+mn-ea"/>
            </a:endParaRPr>
          </a:p>
        </p:txBody>
      </p:sp>
    </p:spTree>
    <p:custDataLst>
      <p:tags r:id="rId1"/>
    </p:custData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图片 7"/>
          <p:cNvPicPr>
            <a:picLocks noChangeAspect="1"/>
          </p:cNvPicPr>
          <p:nvPr userDrawn="1">
            <p:custDataLst>
              <p:tags r:id="rId2"/>
            </p:custDataLst>
          </p:nvPr>
        </p:nvPicPr>
        <p:blipFill rotWithShape="1">
          <a:blip r:embed="rId9"/>
          <a:srcRect/>
          <a:stretch>
            <a:fillRect/>
          </a:stretch>
        </p:blipFill>
        <p:spPr>
          <a:xfrm>
            <a:off x="1143000" y="1"/>
            <a:ext cx="6858000" cy="208121"/>
          </a:xfrm>
          <a:prstGeom prst="rect">
            <a:avLst/>
          </a:prstGeom>
        </p:spPr>
      </p:pic>
      <p:pic>
        <p:nvPicPr>
          <p:cNvPr id="15" name="图片 14"/>
          <p:cNvPicPr>
            <a:picLocks noChangeAspect="1"/>
          </p:cNvPicPr>
          <p:nvPr userDrawn="1">
            <p:custDataLst>
              <p:tags r:id="rId3"/>
            </p:custDataLst>
          </p:nvPr>
        </p:nvPicPr>
        <p:blipFill rotWithShape="1">
          <a:blip r:embed="rId10"/>
          <a:srcRect/>
          <a:stretch>
            <a:fillRect/>
          </a:stretch>
        </p:blipFill>
        <p:spPr>
          <a:xfrm>
            <a:off x="1143000" y="4935379"/>
            <a:ext cx="6858000" cy="208121"/>
          </a:xfrm>
          <a:prstGeom prst="rect">
            <a:avLst/>
          </a:prstGeom>
        </p:spPr>
      </p:pic>
      <p:sp>
        <p:nvSpPr>
          <p:cNvPr id="3" name="Rectangle 2"/>
          <p:cNvSpPr>
            <a:spLocks noGrp="1"/>
          </p:cNvSpPr>
          <p:nvPr>
            <p:custDataLst>
              <p:tags r:id="rId4"/>
            </p:custDataLst>
          </p:nvPr>
        </p:nvSpPr>
        <p:spPr>
          <a:xfrm>
            <a:off x="228600" y="91679"/>
            <a:ext cx="5657850" cy="971550"/>
          </a:xfrm>
          <a:prstGeom prst="rect">
            <a:avLst/>
          </a:prstGeom>
          <a:noFill/>
          <a:ln w="9525">
            <a:noFill/>
          </a:ln>
        </p:spPr>
        <p:txBody>
          <a:bodyPr vert="horz" wrap="square" lIns="68580" tIns="34290" rIns="68580" bIns="34290" anchor="b" anchorCtr="0"/>
          <a:lst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a:lstStyle>
          <a:p>
            <a:pPr eaLnBrk="1" hangingPunct="1"/>
            <a:r>
              <a:rPr lang="zh-CN" altLang="en-US" sz="2925" dirty="0">
                <a:solidFill>
                  <a:schemeClr val="accent1">
                    <a:lumMod val="75000"/>
                  </a:schemeClr>
                </a:solidFill>
                <a:latin typeface="微软雅黑" panose="020B0503020204020204" charset="-122"/>
                <a:ea typeface="微软雅黑" panose="020B0503020204020204" charset="-122"/>
                <a:cs typeface="微软雅黑" panose="020B0503020204020204" charset="-122"/>
              </a:rPr>
              <a:t>边界值测试</a:t>
            </a:r>
          </a:p>
        </p:txBody>
      </p:sp>
      <p:sp>
        <p:nvSpPr>
          <p:cNvPr id="4" name="Rectangle 3"/>
          <p:cNvSpPr>
            <a:spLocks noGrp="1"/>
          </p:cNvSpPr>
          <p:nvPr/>
        </p:nvSpPr>
        <p:spPr>
          <a:xfrm>
            <a:off x="228600" y="1289447"/>
            <a:ext cx="6172200" cy="3308747"/>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a:lstStyle>
          <a:p>
            <a:pPr eaLnBrk="1" hangingPunct="1">
              <a:lnSpc>
                <a:spcPct val="120000"/>
              </a:lnSpc>
            </a:pPr>
            <a:r>
              <a:rPr lang="zh-CN" altLang="en-US" sz="2550" b="1" dirty="0">
                <a:solidFill>
                  <a:srgbClr val="000000"/>
                </a:solidFill>
                <a:latin typeface="微软雅黑" panose="020B0503020204020204" charset="-122"/>
                <a:ea typeface="微软雅黑" panose="020B0503020204020204" charset="-122"/>
                <a:cs typeface="微软雅黑" panose="020B0503020204020204" charset="-122"/>
                <a:sym typeface="+mn-ea"/>
              </a:rPr>
              <a:t>捉虫实践</a:t>
            </a:r>
            <a:r>
              <a:rPr lang="en-US" altLang="zh-CN" sz="2550" b="1" dirty="0">
                <a:solidFill>
                  <a:srgbClr val="000000"/>
                </a:solidFill>
                <a:latin typeface="微软雅黑" panose="020B0503020204020204" charset="-122"/>
                <a:ea typeface="微软雅黑" panose="020B0503020204020204" charset="-122"/>
                <a:cs typeface="微软雅黑" panose="020B0503020204020204" charset="-122"/>
                <a:sym typeface="+mn-ea"/>
              </a:rPr>
              <a:t>1</a:t>
            </a:r>
            <a:r>
              <a:rPr lang="zh-CN" altLang="en-US" sz="2550" b="1" dirty="0">
                <a:solidFill>
                  <a:srgbClr val="000000"/>
                </a:solidFill>
                <a:latin typeface="微软雅黑" panose="020B0503020204020204" charset="-122"/>
                <a:ea typeface="微软雅黑" panose="020B0503020204020204" charset="-122"/>
                <a:cs typeface="微软雅黑" panose="020B0503020204020204" charset="-122"/>
                <a:sym typeface="+mn-ea"/>
              </a:rPr>
              <a:t>：第二日问题</a:t>
            </a:r>
            <a:endParaRPr lang="zh-CN" altLang="en-US" sz="2550" b="1" dirty="0">
              <a:solidFill>
                <a:srgbClr val="000000"/>
              </a:solidFill>
              <a:latin typeface="微软雅黑" panose="020B0503020204020204" charset="-122"/>
              <a:ea typeface="微软雅黑" panose="020B0503020204020204" charset="-122"/>
              <a:cs typeface="微软雅黑" panose="020B0503020204020204" charset="-122"/>
            </a:endParaRPr>
          </a:p>
          <a:p>
            <a:pPr algn="l" eaLnBrk="1" hangingPunct="1">
              <a:lnSpc>
                <a:spcPct val="120000"/>
              </a:lnSpc>
            </a:pPr>
            <a:r>
              <a:rPr lang="zh-CN" altLang="en-US" sz="2100" b="1" dirty="0">
                <a:solidFill>
                  <a:srgbClr val="000000"/>
                </a:solidFill>
                <a:latin typeface="微软雅黑" panose="020B0503020204020204" charset="-122"/>
                <a:ea typeface="微软雅黑" panose="020B0503020204020204" charset="-122"/>
                <a:cs typeface="微软雅黑" panose="020B0503020204020204" charset="-122"/>
              </a:rPr>
              <a:t>针对个体输入域</a:t>
            </a:r>
          </a:p>
          <a:p>
            <a:pPr eaLnBrk="1" hangingPunct="1">
              <a:lnSpc>
                <a:spcPct val="120000"/>
              </a:lnSpc>
            </a:pPr>
            <a:r>
              <a:rPr lang="en-US" altLang="zh-CN" sz="2100" b="1" dirty="0">
                <a:solidFill>
                  <a:srgbClr val="000000"/>
                </a:solidFill>
                <a:latin typeface="微软雅黑" panose="020B0503020204020204" charset="-122"/>
                <a:ea typeface="微软雅黑" panose="020B0503020204020204" charset="-122"/>
                <a:cs typeface="微软雅黑" panose="020B0503020204020204" charset="-122"/>
              </a:rPr>
              <a:t>2</a:t>
            </a:r>
            <a:r>
              <a:rPr lang="zh-CN" altLang="en-US" sz="2100" b="1" dirty="0">
                <a:solidFill>
                  <a:srgbClr val="000000"/>
                </a:solidFill>
                <a:latin typeface="微软雅黑" panose="020B0503020204020204" charset="-122"/>
                <a:ea typeface="微软雅黑" panose="020B0503020204020204" charset="-122"/>
                <a:cs typeface="微软雅黑" panose="020B0503020204020204" charset="-122"/>
              </a:rPr>
              <a:t>、测试用例设计</a:t>
            </a:r>
          </a:p>
        </p:txBody>
      </p:sp>
      <p:sp>
        <p:nvSpPr>
          <p:cNvPr id="2" name="日期占位符 1"/>
          <p:cNvSpPr>
            <a:spLocks noGrp="1"/>
          </p:cNvSpPr>
          <p:nvPr>
            <p:ph type="dt" sz="half" idx="10"/>
            <p:custDataLst>
              <p:tags r:id="rId5"/>
            </p:custDataLst>
          </p:nvPr>
        </p:nvSpPr>
        <p:spPr/>
        <p:txBody>
          <a:bodyPr vert="horz" wrap="square" lIns="68580" tIns="34290" rIns="68580" bIns="34290" rtlCol="0" anchor="ctr">
            <a:normAutofit/>
          </a:bodyPr>
          <a:lstStyle>
            <a:defPPr>
              <a:defRPr lang="zh-CN"/>
            </a:defPPr>
            <a:lvl1pPr marL="0" algn="l"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dk1">
                    <a:tint val="75000"/>
                  </a:schemeClr>
                </a:solidFill>
                <a:latin typeface="微软雅黑" panose="020B0503020204020204" charset="-122"/>
                <a:sym typeface="+mn-ea"/>
              </a:rPr>
              <a:t>2024/3/12</a:t>
            </a:fld>
            <a:endParaRPr lang="zh-CN" altLang="en-US">
              <a:solidFill>
                <a:schemeClr val="dk1">
                  <a:tint val="75000"/>
                </a:schemeClr>
              </a:solidFill>
              <a:latin typeface="微软雅黑" panose="020B0503020204020204" charset="-122"/>
              <a:sym typeface="+mn-ea"/>
            </a:endParaRPr>
          </a:p>
        </p:txBody>
      </p:sp>
      <p:sp>
        <p:nvSpPr>
          <p:cNvPr id="5" name="灯片编号占位符 4"/>
          <p:cNvSpPr>
            <a:spLocks noGrp="1"/>
          </p:cNvSpPr>
          <p:nvPr>
            <p:ph type="sldNum" sz="quarter" idx="12"/>
            <p:custDataLst>
              <p:tags r:id="rId6"/>
            </p:custDataLst>
          </p:nvPr>
        </p:nvSpPr>
        <p:spPr/>
        <p:txBody>
          <a:bodyPr vert="horz" wrap="square" lIns="68580" tIns="34290" rIns="68580" bIns="34290" rtlCol="0" anchor="ctr">
            <a:normAutofit/>
          </a:bodyPr>
          <a:lstStyle>
            <a:defPPr>
              <a:defRPr lang="zh-CN"/>
            </a:defPPr>
            <a:lvl1pPr marL="0" algn="r"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dk1">
                    <a:tint val="75000"/>
                  </a:schemeClr>
                </a:solidFill>
                <a:latin typeface="微软雅黑" panose="020B0503020204020204" charset="-122"/>
                <a:sym typeface="+mn-ea"/>
              </a:rPr>
              <a:t>36</a:t>
            </a:fld>
            <a:endParaRPr lang="zh-CN" altLang="en-US">
              <a:solidFill>
                <a:schemeClr val="dk1">
                  <a:tint val="75000"/>
                </a:schemeClr>
              </a:solidFill>
              <a:latin typeface="微软雅黑" panose="020B0503020204020204" charset="-122"/>
              <a:sym typeface="+mn-ea"/>
            </a:endParaRPr>
          </a:p>
        </p:txBody>
      </p:sp>
      <p:pic>
        <p:nvPicPr>
          <p:cNvPr id="6" name="Picture 2"/>
          <p:cNvPicPr>
            <a:picLocks noChangeAspect="1"/>
          </p:cNvPicPr>
          <p:nvPr>
            <p:custDataLst>
              <p:tags r:id="rId7"/>
            </p:custDataLst>
          </p:nvPr>
        </p:nvPicPr>
        <p:blipFill>
          <a:blip r:embed="rId11"/>
          <a:stretch>
            <a:fillRect/>
          </a:stretch>
        </p:blipFill>
        <p:spPr>
          <a:xfrm>
            <a:off x="2534594" y="527788"/>
            <a:ext cx="6374035" cy="3891812"/>
          </a:xfrm>
          <a:prstGeom prst="rect">
            <a:avLst/>
          </a:prstGeom>
          <a:noFill/>
          <a:ln w="9525">
            <a:noFill/>
          </a:ln>
        </p:spPr>
      </p:pic>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5" name="图片 14"/>
          <p:cNvPicPr>
            <a:picLocks noChangeAspect="1"/>
          </p:cNvPicPr>
          <p:nvPr userDrawn="1">
            <p:custDataLst>
              <p:tags r:id="rId2"/>
            </p:custDataLst>
          </p:nvPr>
        </p:nvPicPr>
        <p:blipFill rotWithShape="1">
          <a:blip r:embed="rId9"/>
          <a:srcRect/>
          <a:stretch>
            <a:fillRect/>
          </a:stretch>
        </p:blipFill>
        <p:spPr>
          <a:xfrm>
            <a:off x="1143000" y="1"/>
            <a:ext cx="6858000" cy="208121"/>
          </a:xfrm>
          <a:prstGeom prst="rect">
            <a:avLst/>
          </a:prstGeom>
        </p:spPr>
      </p:pic>
      <p:pic>
        <p:nvPicPr>
          <p:cNvPr id="16" name="图片 15"/>
          <p:cNvPicPr>
            <a:picLocks noChangeAspect="1"/>
          </p:cNvPicPr>
          <p:nvPr userDrawn="1">
            <p:custDataLst>
              <p:tags r:id="rId3"/>
            </p:custDataLst>
          </p:nvPr>
        </p:nvPicPr>
        <p:blipFill rotWithShape="1">
          <a:blip r:embed="rId10"/>
          <a:srcRect/>
          <a:stretch>
            <a:fillRect/>
          </a:stretch>
        </p:blipFill>
        <p:spPr>
          <a:xfrm>
            <a:off x="1143000" y="4935379"/>
            <a:ext cx="6858000" cy="208121"/>
          </a:xfrm>
          <a:prstGeom prst="rect">
            <a:avLst/>
          </a:prstGeom>
        </p:spPr>
      </p:pic>
      <p:sp>
        <p:nvSpPr>
          <p:cNvPr id="3" name="Rectangle 2"/>
          <p:cNvSpPr>
            <a:spLocks noGrp="1"/>
          </p:cNvSpPr>
          <p:nvPr>
            <p:custDataLst>
              <p:tags r:id="rId4"/>
            </p:custDataLst>
          </p:nvPr>
        </p:nvSpPr>
        <p:spPr>
          <a:xfrm>
            <a:off x="1485900" y="91679"/>
            <a:ext cx="5657850" cy="971550"/>
          </a:xfrm>
          <a:prstGeom prst="rect">
            <a:avLst/>
          </a:prstGeom>
          <a:noFill/>
          <a:ln w="9525">
            <a:noFill/>
          </a:ln>
        </p:spPr>
        <p:txBody>
          <a:bodyPr vert="horz" wrap="square" lIns="68580" tIns="34290" rIns="68580" bIns="34290" anchor="b" anchorCtr="0"/>
          <a:lst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a:lstStyle>
          <a:p>
            <a:pPr eaLnBrk="1" hangingPunct="1"/>
            <a:r>
              <a:rPr lang="zh-CN" altLang="en-US" sz="2925" dirty="0">
                <a:solidFill>
                  <a:schemeClr val="accent1">
                    <a:lumMod val="75000"/>
                  </a:schemeClr>
                </a:solidFill>
                <a:latin typeface="微软雅黑" panose="020B0503020204020204" charset="-122"/>
                <a:ea typeface="微软雅黑" panose="020B0503020204020204" charset="-122"/>
                <a:cs typeface="微软雅黑" panose="020B0503020204020204" charset="-122"/>
              </a:rPr>
              <a:t>边界值测试</a:t>
            </a:r>
          </a:p>
        </p:txBody>
      </p:sp>
      <p:sp>
        <p:nvSpPr>
          <p:cNvPr id="4" name="Rectangle 3"/>
          <p:cNvSpPr>
            <a:spLocks noGrp="1"/>
          </p:cNvSpPr>
          <p:nvPr/>
        </p:nvSpPr>
        <p:spPr>
          <a:xfrm>
            <a:off x="1485900" y="1289686"/>
            <a:ext cx="6172200" cy="3568541"/>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a:lstStyle>
          <a:p>
            <a:pPr algn="l" eaLnBrk="1" hangingPunct="1">
              <a:lnSpc>
                <a:spcPct val="110000"/>
              </a:lnSpc>
            </a:pPr>
            <a:r>
              <a:rPr lang="zh-CN" altLang="en-US" sz="2550" b="1" dirty="0">
                <a:solidFill>
                  <a:srgbClr val="000000"/>
                </a:solidFill>
                <a:latin typeface="微软雅黑" panose="020B0503020204020204" charset="-122"/>
                <a:ea typeface="微软雅黑" panose="020B0503020204020204" charset="-122"/>
                <a:cs typeface="微软雅黑" panose="020B0503020204020204" charset="-122"/>
                <a:sym typeface="+mn-ea"/>
              </a:rPr>
              <a:t>捉虫实践</a:t>
            </a:r>
            <a:r>
              <a:rPr lang="en-US" altLang="zh-CN" sz="2550" b="1" dirty="0">
                <a:solidFill>
                  <a:srgbClr val="000000"/>
                </a:solidFill>
                <a:latin typeface="微软雅黑" panose="020B0503020204020204" charset="-122"/>
                <a:ea typeface="微软雅黑" panose="020B0503020204020204" charset="-122"/>
                <a:cs typeface="微软雅黑" panose="020B0503020204020204" charset="-122"/>
                <a:sym typeface="+mn-ea"/>
              </a:rPr>
              <a:t>1</a:t>
            </a:r>
            <a:r>
              <a:rPr lang="zh-CN" altLang="en-US" sz="2550" b="1" dirty="0">
                <a:solidFill>
                  <a:srgbClr val="000000"/>
                </a:solidFill>
                <a:latin typeface="微软雅黑" panose="020B0503020204020204" charset="-122"/>
                <a:ea typeface="微软雅黑" panose="020B0503020204020204" charset="-122"/>
                <a:cs typeface="微软雅黑" panose="020B0503020204020204" charset="-122"/>
                <a:sym typeface="+mn-ea"/>
              </a:rPr>
              <a:t>：第二日问题</a:t>
            </a:r>
            <a:endParaRPr lang="zh-CN" altLang="en-US" sz="2550" b="1" dirty="0">
              <a:solidFill>
                <a:srgbClr val="000000"/>
              </a:solidFill>
              <a:latin typeface="微软雅黑" panose="020B0503020204020204" charset="-122"/>
              <a:ea typeface="微软雅黑" panose="020B0503020204020204" charset="-122"/>
              <a:cs typeface="微软雅黑" panose="020B0503020204020204" charset="-122"/>
            </a:endParaRPr>
          </a:p>
          <a:p>
            <a:pPr algn="l" eaLnBrk="1" hangingPunct="1">
              <a:lnSpc>
                <a:spcPct val="110000"/>
              </a:lnSpc>
            </a:pPr>
            <a:r>
              <a:rPr lang="zh-CN" altLang="en-US" sz="2100" b="1" dirty="0">
                <a:solidFill>
                  <a:srgbClr val="000000"/>
                </a:solidFill>
                <a:latin typeface="微软雅黑" panose="020B0503020204020204" charset="-122"/>
                <a:ea typeface="微软雅黑" panose="020B0503020204020204" charset="-122"/>
                <a:cs typeface="微软雅黑" panose="020B0503020204020204" charset="-122"/>
              </a:rPr>
              <a:t>针对个体输入域</a:t>
            </a:r>
          </a:p>
          <a:p>
            <a:pPr eaLnBrk="1" hangingPunct="1">
              <a:lnSpc>
                <a:spcPct val="110000"/>
              </a:lnSpc>
            </a:pPr>
            <a:r>
              <a:rPr lang="en-US" altLang="zh-CN" sz="2100" b="1" dirty="0">
                <a:solidFill>
                  <a:srgbClr val="000000"/>
                </a:solidFill>
                <a:latin typeface="微软雅黑" panose="020B0503020204020204" charset="-122"/>
                <a:ea typeface="微软雅黑" panose="020B0503020204020204" charset="-122"/>
                <a:cs typeface="微软雅黑" panose="020B0503020204020204" charset="-122"/>
              </a:rPr>
              <a:t>3</a:t>
            </a:r>
            <a:r>
              <a:rPr lang="zh-CN" altLang="en-US" sz="2100" b="1" dirty="0">
                <a:solidFill>
                  <a:srgbClr val="000000"/>
                </a:solidFill>
                <a:latin typeface="微软雅黑" panose="020B0503020204020204" charset="-122"/>
                <a:ea typeface="微软雅黑" panose="020B0503020204020204" charset="-122"/>
                <a:cs typeface="微软雅黑" panose="020B0503020204020204" charset="-122"/>
              </a:rPr>
              <a:t>、测试分析</a:t>
            </a:r>
            <a:endParaRPr lang="en-US" altLang="zh-CN" sz="2100" b="1" dirty="0">
              <a:solidFill>
                <a:srgbClr val="000000"/>
              </a:solidFill>
              <a:latin typeface="微软雅黑" panose="020B0503020204020204" charset="-122"/>
              <a:ea typeface="微软雅黑" panose="020B0503020204020204" charset="-122"/>
              <a:cs typeface="微软雅黑" panose="020B0503020204020204" charset="-122"/>
            </a:endParaRPr>
          </a:p>
          <a:p>
            <a:pPr eaLnBrk="1" hangingPunct="1">
              <a:lnSpc>
                <a:spcPct val="110000"/>
              </a:lnSpc>
            </a:pPr>
            <a:r>
              <a:rPr lang="zh-CN" altLang="en-US" sz="1800" b="1" dirty="0">
                <a:solidFill>
                  <a:srgbClr val="000000"/>
                </a:solidFill>
                <a:latin typeface="微软雅黑" panose="020B0503020204020204" charset="-122"/>
                <a:ea typeface="微软雅黑" panose="020B0503020204020204" charset="-122"/>
                <a:cs typeface="微软雅黑" panose="020B0503020204020204" charset="-122"/>
              </a:rPr>
              <a:t>是否存在冗余和漏洞？</a:t>
            </a:r>
          </a:p>
          <a:p>
            <a:pPr eaLnBrk="1" hangingPunct="1">
              <a:lnSpc>
                <a:spcPct val="110000"/>
              </a:lnSpc>
            </a:pPr>
            <a:endParaRPr lang="zh-CN" altLang="en-US" sz="1800" dirty="0">
              <a:solidFill>
                <a:srgbClr val="000000"/>
              </a:solidFill>
              <a:latin typeface="微软雅黑" panose="020B0503020204020204" charset="-122"/>
              <a:ea typeface="微软雅黑" panose="020B0503020204020204" charset="-122"/>
              <a:cs typeface="微软雅黑" panose="020B0503020204020204" charset="-122"/>
            </a:endParaRPr>
          </a:p>
          <a:p>
            <a:pPr eaLnBrk="1" hangingPunct="1">
              <a:lnSpc>
                <a:spcPct val="110000"/>
              </a:lnSpc>
            </a:pPr>
            <a:endParaRPr lang="zh-CN" altLang="en-US" sz="1800" dirty="0">
              <a:solidFill>
                <a:srgbClr val="000000"/>
              </a:solidFill>
              <a:latin typeface="微软雅黑" panose="020B0503020204020204" charset="-122"/>
              <a:ea typeface="微软雅黑" panose="020B0503020204020204" charset="-122"/>
              <a:cs typeface="微软雅黑" panose="020B0503020204020204" charset="-122"/>
            </a:endParaRPr>
          </a:p>
          <a:p>
            <a:pPr eaLnBrk="1" hangingPunct="1">
              <a:lnSpc>
                <a:spcPct val="110000"/>
              </a:lnSpc>
            </a:pPr>
            <a:endParaRPr lang="en-US" altLang="zh-CN" sz="1800" dirty="0">
              <a:solidFill>
                <a:srgbClr val="000000"/>
              </a:solidFill>
              <a:latin typeface="微软雅黑" panose="020B0503020204020204" charset="-122"/>
              <a:ea typeface="微软雅黑" panose="020B0503020204020204" charset="-122"/>
              <a:cs typeface="微软雅黑" panose="020B0503020204020204" charset="-122"/>
            </a:endParaRPr>
          </a:p>
          <a:p>
            <a:pPr eaLnBrk="1" hangingPunct="1">
              <a:lnSpc>
                <a:spcPct val="110000"/>
              </a:lnSpc>
            </a:pPr>
            <a:r>
              <a:rPr lang="zh-CN" altLang="en-US" sz="1800" dirty="0">
                <a:solidFill>
                  <a:srgbClr val="000000"/>
                </a:solidFill>
                <a:latin typeface="微软雅黑" panose="020B0503020204020204" charset="-122"/>
                <a:ea typeface="微软雅黑" panose="020B0503020204020204" charset="-122"/>
                <a:cs typeface="微软雅黑" panose="020B0503020204020204" charset="-122"/>
                <a:sym typeface="+mn-ea"/>
              </a:rPr>
              <a:t>都较为严重</a:t>
            </a:r>
            <a:endParaRPr lang="en-US" altLang="zh-CN" sz="1800" dirty="0">
              <a:solidFill>
                <a:srgbClr val="000000"/>
              </a:solidFill>
              <a:latin typeface="微软雅黑" panose="020B0503020204020204" charset="-122"/>
              <a:ea typeface="微软雅黑" panose="020B0503020204020204" charset="-122"/>
              <a:cs typeface="微软雅黑" panose="020B0503020204020204" charset="-122"/>
            </a:endParaRPr>
          </a:p>
          <a:p>
            <a:pPr eaLnBrk="1" hangingPunct="1">
              <a:lnSpc>
                <a:spcPct val="100000"/>
              </a:lnSpc>
            </a:pPr>
            <a:r>
              <a:rPr lang="zh-CN" altLang="en-US" sz="1800" dirty="0">
                <a:solidFill>
                  <a:srgbClr val="000000"/>
                </a:solidFill>
                <a:latin typeface="微软雅黑" panose="020B0503020204020204" charset="-122"/>
                <a:ea typeface="微软雅黑" panose="020B0503020204020204" charset="-122"/>
                <a:cs typeface="微软雅黑" panose="020B0503020204020204" charset="-122"/>
              </a:rPr>
              <a:t>以上漏洞可以通过等价类测试加以避免</a:t>
            </a:r>
          </a:p>
        </p:txBody>
      </p:sp>
      <p:pic>
        <p:nvPicPr>
          <p:cNvPr id="5" name="Picture 2"/>
          <p:cNvPicPr>
            <a:picLocks noChangeAspect="1"/>
          </p:cNvPicPr>
          <p:nvPr/>
        </p:nvPicPr>
        <p:blipFill>
          <a:blip r:embed="rId11"/>
          <a:stretch>
            <a:fillRect/>
          </a:stretch>
        </p:blipFill>
        <p:spPr>
          <a:xfrm>
            <a:off x="1228249" y="3003709"/>
            <a:ext cx="6687979" cy="980123"/>
          </a:xfrm>
          <a:prstGeom prst="rect">
            <a:avLst/>
          </a:prstGeom>
          <a:noFill/>
          <a:ln w="9525">
            <a:noFill/>
          </a:ln>
        </p:spPr>
      </p:pic>
      <p:sp>
        <p:nvSpPr>
          <p:cNvPr id="2" name="日期占位符 1"/>
          <p:cNvSpPr>
            <a:spLocks noGrp="1"/>
          </p:cNvSpPr>
          <p:nvPr>
            <p:ph type="dt" sz="half" idx="10"/>
            <p:custDataLst>
              <p:tags r:id="rId5"/>
            </p:custDataLst>
          </p:nvPr>
        </p:nvSpPr>
        <p:spPr/>
        <p:txBody>
          <a:bodyPr vert="horz" wrap="square" lIns="68580" tIns="34290" rIns="68580" bIns="34290" rtlCol="0" anchor="ctr">
            <a:normAutofit/>
          </a:bodyPr>
          <a:lstStyle>
            <a:defPPr>
              <a:defRPr lang="zh-CN"/>
            </a:defPPr>
            <a:lvl1pPr marL="0" algn="l"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dk1">
                    <a:tint val="75000"/>
                  </a:schemeClr>
                </a:solidFill>
                <a:latin typeface="微软雅黑" panose="020B0503020204020204" charset="-122"/>
                <a:sym typeface="+mn-ea"/>
              </a:rPr>
              <a:t>2024/3/12</a:t>
            </a:fld>
            <a:endParaRPr lang="zh-CN" altLang="en-US">
              <a:solidFill>
                <a:schemeClr val="dk1">
                  <a:tint val="75000"/>
                </a:schemeClr>
              </a:solidFill>
              <a:latin typeface="微软雅黑" panose="020B0503020204020204" charset="-122"/>
              <a:sym typeface="+mn-ea"/>
            </a:endParaRPr>
          </a:p>
        </p:txBody>
      </p:sp>
      <p:sp>
        <p:nvSpPr>
          <p:cNvPr id="6" name="灯片编号占位符 5"/>
          <p:cNvSpPr>
            <a:spLocks noGrp="1"/>
          </p:cNvSpPr>
          <p:nvPr>
            <p:ph type="sldNum" sz="quarter" idx="12"/>
            <p:custDataLst>
              <p:tags r:id="rId6"/>
            </p:custDataLst>
          </p:nvPr>
        </p:nvSpPr>
        <p:spPr/>
        <p:txBody>
          <a:bodyPr vert="horz" wrap="square" lIns="68580" tIns="34290" rIns="68580" bIns="34290" rtlCol="0" anchor="ctr">
            <a:normAutofit/>
          </a:bodyPr>
          <a:lstStyle>
            <a:defPPr>
              <a:defRPr lang="zh-CN"/>
            </a:defPPr>
            <a:lvl1pPr marL="0" algn="r"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dk1">
                    <a:tint val="75000"/>
                  </a:schemeClr>
                </a:solidFill>
                <a:latin typeface="微软雅黑" panose="020B0503020204020204" charset="-122"/>
                <a:sym typeface="+mn-ea"/>
              </a:rPr>
              <a:t>37</a:t>
            </a:fld>
            <a:endParaRPr lang="zh-CN" altLang="en-US">
              <a:solidFill>
                <a:schemeClr val="dk1">
                  <a:tint val="75000"/>
                </a:schemeClr>
              </a:solidFill>
              <a:latin typeface="微软雅黑" panose="020B0503020204020204" charset="-122"/>
              <a:sym typeface="+mn-ea"/>
            </a:endParaRP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7" end="7"/>
                                            </p:txEl>
                                          </p:spTgt>
                                        </p:tgtEl>
                                        <p:attrNameLst>
                                          <p:attrName>style.visibility</p:attrName>
                                        </p:attrNameLst>
                                      </p:cBhvr>
                                      <p:to>
                                        <p:strVal val="visible"/>
                                      </p:to>
                                    </p:set>
                                    <p:animEffect transition="in" filter="wipe(left)">
                                      <p:cBhvr>
                                        <p:cTn id="12" dur="500"/>
                                        <p:tgtEl>
                                          <p:spTgt spid="4">
                                            <p:txEl>
                                              <p:pRg st="7" end="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xEl>
                                              <p:pRg st="8" end="8"/>
                                            </p:txEl>
                                          </p:spTgt>
                                        </p:tgtEl>
                                        <p:attrNameLst>
                                          <p:attrName>style.visibility</p:attrName>
                                        </p:attrNameLst>
                                      </p:cBhvr>
                                      <p:to>
                                        <p:strVal val="visible"/>
                                      </p:to>
                                    </p:set>
                                    <p:animEffect transition="in" filter="wipe(left)">
                                      <p:cBhvr>
                                        <p:cTn id="17" dur="5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图片 7"/>
          <p:cNvPicPr>
            <a:picLocks noChangeAspect="1"/>
          </p:cNvPicPr>
          <p:nvPr userDrawn="1">
            <p:custDataLst>
              <p:tags r:id="rId2"/>
            </p:custDataLst>
          </p:nvPr>
        </p:nvPicPr>
        <p:blipFill rotWithShape="1">
          <a:blip r:embed="rId8"/>
          <a:srcRect/>
          <a:stretch>
            <a:fillRect/>
          </a:stretch>
        </p:blipFill>
        <p:spPr>
          <a:xfrm>
            <a:off x="1143000" y="1"/>
            <a:ext cx="6858000" cy="208121"/>
          </a:xfrm>
          <a:prstGeom prst="rect">
            <a:avLst/>
          </a:prstGeom>
        </p:spPr>
      </p:pic>
      <p:pic>
        <p:nvPicPr>
          <p:cNvPr id="15" name="图片 14"/>
          <p:cNvPicPr>
            <a:picLocks noChangeAspect="1"/>
          </p:cNvPicPr>
          <p:nvPr userDrawn="1">
            <p:custDataLst>
              <p:tags r:id="rId3"/>
            </p:custDataLst>
          </p:nvPr>
        </p:nvPicPr>
        <p:blipFill rotWithShape="1">
          <a:blip r:embed="rId9"/>
          <a:srcRect/>
          <a:stretch>
            <a:fillRect/>
          </a:stretch>
        </p:blipFill>
        <p:spPr>
          <a:xfrm>
            <a:off x="1143000" y="4935379"/>
            <a:ext cx="6858000" cy="208121"/>
          </a:xfrm>
          <a:prstGeom prst="rect">
            <a:avLst/>
          </a:prstGeom>
        </p:spPr>
      </p:pic>
      <p:sp>
        <p:nvSpPr>
          <p:cNvPr id="3" name="Rectangle 2"/>
          <p:cNvSpPr>
            <a:spLocks noGrp="1"/>
          </p:cNvSpPr>
          <p:nvPr>
            <p:custDataLst>
              <p:tags r:id="rId4"/>
            </p:custDataLst>
          </p:nvPr>
        </p:nvSpPr>
        <p:spPr>
          <a:xfrm>
            <a:off x="1485900" y="91679"/>
            <a:ext cx="5657850" cy="971550"/>
          </a:xfrm>
          <a:prstGeom prst="rect">
            <a:avLst/>
          </a:prstGeom>
          <a:noFill/>
          <a:ln w="9525">
            <a:noFill/>
          </a:ln>
        </p:spPr>
        <p:txBody>
          <a:bodyPr vert="horz" wrap="square" lIns="68580" tIns="34290" rIns="68580" bIns="34290" anchor="b" anchorCtr="0"/>
          <a:lst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a:lstStyle>
          <a:p>
            <a:pPr eaLnBrk="1" hangingPunct="1"/>
            <a:r>
              <a:rPr lang="zh-CN" altLang="en-US" sz="2925" dirty="0">
                <a:solidFill>
                  <a:schemeClr val="accent1">
                    <a:lumMod val="75000"/>
                  </a:schemeClr>
                </a:solidFill>
                <a:latin typeface="微软雅黑" panose="020B0503020204020204" charset="-122"/>
                <a:ea typeface="微软雅黑" panose="020B0503020204020204" charset="-122"/>
                <a:cs typeface="微软雅黑" panose="020B0503020204020204" charset="-122"/>
              </a:rPr>
              <a:t>边界值测试</a:t>
            </a:r>
          </a:p>
        </p:txBody>
      </p:sp>
      <p:sp>
        <p:nvSpPr>
          <p:cNvPr id="4" name="Rectangle 3"/>
          <p:cNvSpPr>
            <a:spLocks noGrp="1"/>
          </p:cNvSpPr>
          <p:nvPr/>
        </p:nvSpPr>
        <p:spPr>
          <a:xfrm>
            <a:off x="1485900" y="1289447"/>
            <a:ext cx="6172200" cy="3308747"/>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a:lstStyle>
          <a:p>
            <a:pPr eaLnBrk="1" hangingPunct="1">
              <a:lnSpc>
                <a:spcPct val="150000"/>
              </a:lnSpc>
            </a:pPr>
            <a:r>
              <a:rPr lang="zh-CN" altLang="en-US" sz="2400" b="1" dirty="0">
                <a:solidFill>
                  <a:srgbClr val="000000"/>
                </a:solidFill>
                <a:latin typeface="微软雅黑" panose="020B0503020204020204" charset="-122"/>
                <a:ea typeface="微软雅黑" panose="020B0503020204020204" charset="-122"/>
              </a:rPr>
              <a:t>边界值测试</a:t>
            </a:r>
            <a:r>
              <a:rPr lang="zh-CN" altLang="en-US" sz="2400" b="1" dirty="0">
                <a:solidFill>
                  <a:srgbClr val="FF0000"/>
                </a:solidFill>
                <a:latin typeface="微软雅黑" panose="020B0503020204020204" charset="-122"/>
                <a:ea typeface="微软雅黑" panose="020B0503020204020204" charset="-122"/>
              </a:rPr>
              <a:t>关注边界</a:t>
            </a:r>
            <a:endParaRPr lang="en-US" altLang="zh-CN" sz="2400" b="1" dirty="0">
              <a:solidFill>
                <a:srgbClr val="000000"/>
              </a:solidFill>
              <a:latin typeface="微软雅黑" panose="020B0503020204020204" charset="-122"/>
              <a:ea typeface="微软雅黑" panose="020B0503020204020204" charset="-122"/>
            </a:endParaRPr>
          </a:p>
          <a:p>
            <a:pPr eaLnBrk="1" hangingPunct="1">
              <a:lnSpc>
                <a:spcPct val="150000"/>
              </a:lnSpc>
            </a:pPr>
            <a:r>
              <a:rPr lang="zh-CN" altLang="en-US" sz="1800" dirty="0">
                <a:solidFill>
                  <a:srgbClr val="000000"/>
                </a:solidFill>
                <a:latin typeface="微软雅黑" panose="020B0503020204020204" charset="-122"/>
                <a:ea typeface="微软雅黑" panose="020B0503020204020204" charset="-122"/>
              </a:rPr>
              <a:t>然而，在单缺陷假设下，边界值测试从理论上来说本身就是存在漏洞的，它遗漏了所有输入条件的边界组合情况。</a:t>
            </a:r>
            <a:endParaRPr lang="en-US" altLang="zh-CN" sz="1800" dirty="0">
              <a:solidFill>
                <a:srgbClr val="000000"/>
              </a:solidFill>
              <a:latin typeface="微软雅黑" panose="020B0503020204020204" charset="-122"/>
              <a:ea typeface="微软雅黑" panose="020B0503020204020204" charset="-122"/>
            </a:endParaRPr>
          </a:p>
          <a:p>
            <a:pPr eaLnBrk="1" hangingPunct="1">
              <a:lnSpc>
                <a:spcPct val="150000"/>
              </a:lnSpc>
            </a:pPr>
            <a:r>
              <a:rPr lang="zh-CN" altLang="en-US" sz="1800" b="1" dirty="0">
                <a:solidFill>
                  <a:srgbClr val="000000"/>
                </a:solidFill>
                <a:latin typeface="微软雅黑" panose="020B0503020204020204" charset="-122"/>
                <a:ea typeface="微软雅黑" panose="020B0503020204020204" charset="-122"/>
              </a:rPr>
              <a:t>解决途径：</a:t>
            </a:r>
            <a:r>
              <a:rPr lang="zh-CN" altLang="en-US" sz="1800" dirty="0">
                <a:solidFill>
                  <a:srgbClr val="000000"/>
                </a:solidFill>
                <a:latin typeface="微软雅黑" panose="020B0503020204020204" charset="-122"/>
                <a:ea typeface="微软雅黑" panose="020B0503020204020204" charset="-122"/>
              </a:rPr>
              <a:t>利用随机测试或基于正交表的测试方法来做补充测试。</a:t>
            </a:r>
          </a:p>
        </p:txBody>
      </p:sp>
      <p:sp>
        <p:nvSpPr>
          <p:cNvPr id="2" name="日期占位符 1"/>
          <p:cNvSpPr>
            <a:spLocks noGrp="1"/>
          </p:cNvSpPr>
          <p:nvPr>
            <p:ph type="dt" sz="half" idx="10"/>
            <p:custDataLst>
              <p:tags r:id="rId5"/>
            </p:custDataLst>
          </p:nvPr>
        </p:nvSpPr>
        <p:spPr/>
        <p:txBody>
          <a:bodyPr vert="horz" wrap="square" lIns="68580" tIns="34290" rIns="68580" bIns="34290" rtlCol="0" anchor="ctr">
            <a:normAutofit/>
          </a:bodyPr>
          <a:lstStyle>
            <a:defPPr>
              <a:defRPr lang="zh-CN"/>
            </a:defPPr>
            <a:lvl1pPr marL="0" algn="l"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dk1">
                    <a:tint val="75000"/>
                  </a:schemeClr>
                </a:solidFill>
                <a:latin typeface="微软雅黑" panose="020B0503020204020204" charset="-122"/>
                <a:sym typeface="+mn-ea"/>
              </a:rPr>
              <a:t>2024/3/12</a:t>
            </a:fld>
            <a:endParaRPr lang="zh-CN" altLang="en-US">
              <a:solidFill>
                <a:schemeClr val="dk1">
                  <a:tint val="75000"/>
                </a:schemeClr>
              </a:solidFill>
              <a:latin typeface="微软雅黑" panose="020B0503020204020204" charset="-122"/>
              <a:sym typeface="+mn-ea"/>
            </a:endParaRPr>
          </a:p>
        </p:txBody>
      </p:sp>
      <p:sp>
        <p:nvSpPr>
          <p:cNvPr id="5" name="灯片编号占位符 4"/>
          <p:cNvSpPr>
            <a:spLocks noGrp="1"/>
          </p:cNvSpPr>
          <p:nvPr>
            <p:ph type="sldNum" sz="quarter" idx="12"/>
            <p:custDataLst>
              <p:tags r:id="rId6"/>
            </p:custDataLst>
          </p:nvPr>
        </p:nvSpPr>
        <p:spPr/>
        <p:txBody>
          <a:bodyPr vert="horz" wrap="square" lIns="68580" tIns="34290" rIns="68580" bIns="34290" rtlCol="0" anchor="ctr">
            <a:normAutofit/>
          </a:bodyPr>
          <a:lstStyle>
            <a:defPPr>
              <a:defRPr lang="zh-CN"/>
            </a:defPPr>
            <a:lvl1pPr marL="0" algn="r"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dk1">
                    <a:tint val="75000"/>
                  </a:schemeClr>
                </a:solidFill>
                <a:latin typeface="微软雅黑" panose="020B0503020204020204" charset="-122"/>
                <a:sym typeface="+mn-ea"/>
              </a:rPr>
              <a:t>38</a:t>
            </a:fld>
            <a:endParaRPr lang="zh-CN" altLang="en-US">
              <a:solidFill>
                <a:schemeClr val="dk1">
                  <a:tint val="75000"/>
                </a:schemeClr>
              </a:solidFill>
              <a:latin typeface="微软雅黑" panose="020B0503020204020204" charset="-122"/>
              <a:sym typeface="+mn-ea"/>
            </a:endParaRPr>
          </a:p>
        </p:txBody>
      </p:sp>
    </p:spTree>
    <p:custDataLst>
      <p:tags r:id="rId1"/>
    </p:custData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5" name="图片 14"/>
          <p:cNvPicPr>
            <a:picLocks noChangeAspect="1"/>
          </p:cNvPicPr>
          <p:nvPr userDrawn="1">
            <p:custDataLst>
              <p:tags r:id="rId2"/>
            </p:custDataLst>
          </p:nvPr>
        </p:nvPicPr>
        <p:blipFill rotWithShape="1">
          <a:blip r:embed="rId9"/>
          <a:srcRect/>
          <a:stretch>
            <a:fillRect/>
          </a:stretch>
        </p:blipFill>
        <p:spPr>
          <a:xfrm>
            <a:off x="1143000" y="1"/>
            <a:ext cx="6858000" cy="208121"/>
          </a:xfrm>
          <a:prstGeom prst="rect">
            <a:avLst/>
          </a:prstGeom>
        </p:spPr>
      </p:pic>
      <p:pic>
        <p:nvPicPr>
          <p:cNvPr id="16" name="图片 15"/>
          <p:cNvPicPr>
            <a:picLocks noChangeAspect="1"/>
          </p:cNvPicPr>
          <p:nvPr userDrawn="1">
            <p:custDataLst>
              <p:tags r:id="rId3"/>
            </p:custDataLst>
          </p:nvPr>
        </p:nvPicPr>
        <p:blipFill rotWithShape="1">
          <a:blip r:embed="rId10"/>
          <a:srcRect/>
          <a:stretch>
            <a:fillRect/>
          </a:stretch>
        </p:blipFill>
        <p:spPr>
          <a:xfrm>
            <a:off x="1143000" y="4935379"/>
            <a:ext cx="6858000" cy="208121"/>
          </a:xfrm>
          <a:prstGeom prst="rect">
            <a:avLst/>
          </a:prstGeom>
        </p:spPr>
      </p:pic>
      <p:sp>
        <p:nvSpPr>
          <p:cNvPr id="3" name="Rectangle 2"/>
          <p:cNvSpPr>
            <a:spLocks noGrp="1"/>
          </p:cNvSpPr>
          <p:nvPr>
            <p:custDataLst>
              <p:tags r:id="rId4"/>
            </p:custDataLst>
          </p:nvPr>
        </p:nvSpPr>
        <p:spPr>
          <a:xfrm>
            <a:off x="1485900" y="91679"/>
            <a:ext cx="5657850" cy="971550"/>
          </a:xfrm>
          <a:prstGeom prst="rect">
            <a:avLst/>
          </a:prstGeom>
          <a:noFill/>
          <a:ln w="9525">
            <a:noFill/>
          </a:ln>
        </p:spPr>
        <p:txBody>
          <a:bodyPr vert="horz" wrap="square" lIns="68580" tIns="34290" rIns="68580" bIns="34290" anchor="b" anchorCtr="0"/>
          <a:lst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a:lstStyle>
          <a:p>
            <a:pPr eaLnBrk="1" hangingPunct="1"/>
            <a:r>
              <a:rPr lang="zh-CN" altLang="en-US" sz="2925" dirty="0">
                <a:solidFill>
                  <a:schemeClr val="accent1">
                    <a:lumMod val="75000"/>
                  </a:schemeClr>
                </a:solidFill>
                <a:latin typeface="微软雅黑" panose="020B0503020204020204" charset="-122"/>
                <a:ea typeface="微软雅黑" panose="020B0503020204020204" charset="-122"/>
                <a:cs typeface="微软雅黑" panose="020B0503020204020204" charset="-122"/>
              </a:rPr>
              <a:t>边界值测试</a:t>
            </a:r>
          </a:p>
        </p:txBody>
      </p:sp>
      <p:sp>
        <p:nvSpPr>
          <p:cNvPr id="4" name="Rectangle 3"/>
          <p:cNvSpPr>
            <a:spLocks noGrp="1"/>
          </p:cNvSpPr>
          <p:nvPr/>
        </p:nvSpPr>
        <p:spPr>
          <a:xfrm>
            <a:off x="1485900" y="1289447"/>
            <a:ext cx="6172200" cy="3308747"/>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a:lstStyle>
          <a:p>
            <a:pPr eaLnBrk="1" hangingPunct="1">
              <a:lnSpc>
                <a:spcPct val="120000"/>
              </a:lnSpc>
            </a:pP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sym typeface="+mn-ea"/>
              </a:rPr>
              <a:t>捉虫实践</a:t>
            </a:r>
            <a:r>
              <a:rPr lang="en-US" altLang="zh-CN" sz="2400" b="1" dirty="0">
                <a:solidFill>
                  <a:srgbClr val="000000"/>
                </a:solidFill>
                <a:latin typeface="微软雅黑" panose="020B0503020204020204" charset="-122"/>
                <a:ea typeface="微软雅黑" panose="020B0503020204020204" charset="-122"/>
                <a:cs typeface="微软雅黑" panose="020B0503020204020204" charset="-122"/>
                <a:sym typeface="+mn-ea"/>
              </a:rPr>
              <a:t>1</a:t>
            </a: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sym typeface="+mn-ea"/>
              </a:rPr>
              <a:t>：第二日问题</a:t>
            </a:r>
            <a:endParaRPr lang="zh-CN" altLang="en-US" sz="2400" b="1" dirty="0">
              <a:solidFill>
                <a:srgbClr val="000000"/>
              </a:solidFill>
              <a:latin typeface="微软雅黑" panose="020B0503020204020204" charset="-122"/>
              <a:ea typeface="微软雅黑" panose="020B0503020204020204" charset="-122"/>
              <a:cs typeface="微软雅黑" panose="020B0503020204020204" charset="-122"/>
            </a:endParaRPr>
          </a:p>
          <a:p>
            <a:pPr algn="l" eaLnBrk="1" hangingPunct="1">
              <a:lnSpc>
                <a:spcPct val="120000"/>
              </a:lnSpc>
            </a:pPr>
            <a:r>
              <a:rPr lang="zh-CN" altLang="en-US" sz="2100" b="1" dirty="0">
                <a:solidFill>
                  <a:srgbClr val="000000"/>
                </a:solidFill>
                <a:latin typeface="微软雅黑" panose="020B0503020204020204" charset="-122"/>
                <a:ea typeface="微软雅黑" panose="020B0503020204020204" charset="-122"/>
                <a:cs typeface="微软雅黑" panose="020B0503020204020204" charset="-122"/>
              </a:rPr>
              <a:t>针对整体输入域</a:t>
            </a:r>
          </a:p>
          <a:p>
            <a:pPr eaLnBrk="1" hangingPunct="1"/>
            <a:endParaRPr lang="en-US" altLang="zh-CN" sz="2400" b="1" dirty="0">
              <a:solidFill>
                <a:srgbClr val="000000"/>
              </a:solidFill>
              <a:latin typeface="微软雅黑" panose="020B0503020204020204" charset="-122"/>
              <a:ea typeface="微软雅黑" panose="020B0503020204020204" charset="-122"/>
            </a:endParaRPr>
          </a:p>
        </p:txBody>
      </p:sp>
      <p:pic>
        <p:nvPicPr>
          <p:cNvPr id="5" name="Picture 6"/>
          <p:cNvPicPr>
            <a:picLocks noChangeAspect="1"/>
          </p:cNvPicPr>
          <p:nvPr>
            <p:custDataLst>
              <p:tags r:id="rId5"/>
            </p:custDataLst>
          </p:nvPr>
        </p:nvPicPr>
        <p:blipFill>
          <a:blip r:embed="rId11"/>
          <a:stretch>
            <a:fillRect/>
          </a:stretch>
        </p:blipFill>
        <p:spPr>
          <a:xfrm>
            <a:off x="1223249" y="2355533"/>
            <a:ext cx="6686550" cy="1660922"/>
          </a:xfrm>
          <a:prstGeom prst="rect">
            <a:avLst/>
          </a:prstGeom>
          <a:noFill/>
          <a:ln w="9525">
            <a:noFill/>
          </a:ln>
        </p:spPr>
      </p:pic>
      <p:sp>
        <p:nvSpPr>
          <p:cNvPr id="2" name="日期占位符 1"/>
          <p:cNvSpPr>
            <a:spLocks noGrp="1"/>
          </p:cNvSpPr>
          <p:nvPr>
            <p:ph type="dt" sz="half" idx="10"/>
            <p:custDataLst>
              <p:tags r:id="rId6"/>
            </p:custDataLst>
          </p:nvPr>
        </p:nvSpPr>
        <p:spPr/>
        <p:txBody>
          <a:bodyPr vert="horz" wrap="square" lIns="68580" tIns="34290" rIns="68580" bIns="34290" rtlCol="0" anchor="ctr">
            <a:normAutofit/>
          </a:bodyPr>
          <a:lstStyle>
            <a:defPPr>
              <a:defRPr lang="zh-CN"/>
            </a:defPPr>
            <a:lvl1pPr marL="0" algn="l"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dk1">
                    <a:tint val="75000"/>
                  </a:schemeClr>
                </a:solidFill>
                <a:latin typeface="微软雅黑" panose="020B0503020204020204" charset="-122"/>
                <a:sym typeface="+mn-ea"/>
              </a:rPr>
              <a:t>2024/3/12</a:t>
            </a:fld>
            <a:endParaRPr lang="zh-CN" altLang="en-US">
              <a:solidFill>
                <a:schemeClr val="dk1">
                  <a:tint val="75000"/>
                </a:schemeClr>
              </a:solidFill>
              <a:latin typeface="微软雅黑" panose="020B0503020204020204" charset="-122"/>
              <a:sym typeface="+mn-ea"/>
            </a:endParaRPr>
          </a:p>
        </p:txBody>
      </p:sp>
      <p:sp>
        <p:nvSpPr>
          <p:cNvPr id="6" name="灯片编号占位符 5"/>
          <p:cNvSpPr>
            <a:spLocks noGrp="1"/>
          </p:cNvSpPr>
          <p:nvPr>
            <p:ph type="sldNum" sz="quarter" idx="12"/>
            <p:custDataLst>
              <p:tags r:id="rId7"/>
            </p:custDataLst>
          </p:nvPr>
        </p:nvSpPr>
        <p:spPr/>
        <p:txBody>
          <a:bodyPr vert="horz" wrap="square" lIns="68580" tIns="34290" rIns="68580" bIns="34290" rtlCol="0" anchor="ctr">
            <a:normAutofit/>
          </a:bodyPr>
          <a:lstStyle>
            <a:defPPr>
              <a:defRPr lang="zh-CN"/>
            </a:defPPr>
            <a:lvl1pPr marL="0" algn="r"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dk1">
                    <a:tint val="75000"/>
                  </a:schemeClr>
                </a:solidFill>
                <a:latin typeface="微软雅黑" panose="020B0503020204020204" charset="-122"/>
                <a:sym typeface="+mn-ea"/>
              </a:rPr>
              <a:t>39</a:t>
            </a:fld>
            <a:endParaRPr lang="zh-CN" altLang="en-US">
              <a:solidFill>
                <a:schemeClr val="dk1">
                  <a:tint val="75000"/>
                </a:schemeClr>
              </a:solidFill>
              <a:latin typeface="微软雅黑" panose="020B0503020204020204" charset="-122"/>
              <a:sym typeface="+mn-ea"/>
            </a:endParaRPr>
          </a:p>
        </p:txBody>
      </p:sp>
    </p:spTree>
    <p:custDataLst>
      <p:tags r:id="rId1"/>
    </p:custData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图片 7"/>
          <p:cNvPicPr>
            <a:picLocks noChangeAspect="1"/>
          </p:cNvPicPr>
          <p:nvPr userDrawn="1">
            <p:custDataLst>
              <p:tags r:id="rId2"/>
            </p:custDataLst>
          </p:nvPr>
        </p:nvPicPr>
        <p:blipFill rotWithShape="1">
          <a:blip r:embed="rId9"/>
          <a:srcRect/>
          <a:stretch>
            <a:fillRect/>
          </a:stretch>
        </p:blipFill>
        <p:spPr>
          <a:xfrm>
            <a:off x="1143000" y="1"/>
            <a:ext cx="6858000" cy="208121"/>
          </a:xfrm>
          <a:prstGeom prst="rect">
            <a:avLst/>
          </a:prstGeom>
        </p:spPr>
      </p:pic>
      <p:pic>
        <p:nvPicPr>
          <p:cNvPr id="15" name="图片 14"/>
          <p:cNvPicPr>
            <a:picLocks noChangeAspect="1"/>
          </p:cNvPicPr>
          <p:nvPr userDrawn="1">
            <p:custDataLst>
              <p:tags r:id="rId3"/>
            </p:custDataLst>
          </p:nvPr>
        </p:nvPicPr>
        <p:blipFill rotWithShape="1">
          <a:blip r:embed="rId10"/>
          <a:srcRect/>
          <a:stretch>
            <a:fillRect/>
          </a:stretch>
        </p:blipFill>
        <p:spPr>
          <a:xfrm>
            <a:off x="1143000" y="4935379"/>
            <a:ext cx="6858000" cy="208121"/>
          </a:xfrm>
          <a:prstGeom prst="rect">
            <a:avLst/>
          </a:prstGeom>
        </p:spPr>
      </p:pic>
      <p:sp>
        <p:nvSpPr>
          <p:cNvPr id="3" name="Rectangle 2"/>
          <p:cNvSpPr>
            <a:spLocks noGrp="1"/>
          </p:cNvSpPr>
          <p:nvPr>
            <p:custDataLst>
              <p:tags r:id="rId4"/>
            </p:custDataLst>
          </p:nvPr>
        </p:nvSpPr>
        <p:spPr>
          <a:xfrm>
            <a:off x="1485900" y="91679"/>
            <a:ext cx="5657850" cy="971550"/>
          </a:xfrm>
          <a:prstGeom prst="rect">
            <a:avLst/>
          </a:prstGeom>
          <a:noFill/>
          <a:ln w="9525">
            <a:noFill/>
          </a:ln>
        </p:spPr>
        <p:txBody>
          <a:bodyPr vert="horz" wrap="square" lIns="68580" tIns="34290" rIns="68580" bIns="34290" anchor="b" anchorCtr="0"/>
          <a:lst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a:lstStyle>
          <a:p>
            <a:pPr eaLnBrk="1" hangingPunct="1"/>
            <a:r>
              <a:rPr lang="zh-CN" altLang="en-US" sz="2925" dirty="0">
                <a:solidFill>
                  <a:schemeClr val="accent1">
                    <a:lumMod val="75000"/>
                  </a:schemeClr>
                </a:solidFill>
                <a:latin typeface="微软雅黑" panose="020B0503020204020204" charset="-122"/>
                <a:ea typeface="微软雅黑" panose="020B0503020204020204" charset="-122"/>
                <a:cs typeface="微软雅黑" panose="020B0503020204020204" charset="-122"/>
              </a:rPr>
              <a:t>边界值测试</a:t>
            </a:r>
          </a:p>
        </p:txBody>
      </p:sp>
      <p:sp>
        <p:nvSpPr>
          <p:cNvPr id="4" name="Rectangle 3"/>
          <p:cNvSpPr>
            <a:spLocks noGrp="1"/>
          </p:cNvSpPr>
          <p:nvPr>
            <p:custDataLst>
              <p:tags r:id="rId5"/>
            </p:custDataLst>
          </p:nvPr>
        </p:nvSpPr>
        <p:spPr>
          <a:xfrm>
            <a:off x="1485900" y="1289447"/>
            <a:ext cx="6172200" cy="3308747"/>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a:lstStyle>
          <a:p>
            <a:pPr eaLnBrk="1" hangingPunct="1">
              <a:lnSpc>
                <a:spcPct val="130000"/>
              </a:lnSpc>
            </a:pPr>
            <a:r>
              <a:rPr lang="zh-CN" altLang="en-US" sz="2400" b="1" dirty="0">
                <a:solidFill>
                  <a:schemeClr val="dk1"/>
                </a:solidFill>
                <a:latin typeface="微软雅黑" panose="020B0503020204020204" charset="-122"/>
                <a:ea typeface="微软雅黑" panose="020B0503020204020204" charset="-122"/>
                <a:cs typeface="微软雅黑" panose="020B0503020204020204" charset="-122"/>
              </a:rPr>
              <a:t>针对输出域的边界值测试</a:t>
            </a:r>
            <a:endParaRPr lang="en-US" altLang="zh-CN" sz="2400" b="1" dirty="0">
              <a:solidFill>
                <a:schemeClr val="dk1"/>
              </a:solidFill>
              <a:latin typeface="微软雅黑" panose="020B0503020204020204" charset="-122"/>
              <a:ea typeface="微软雅黑" panose="020B0503020204020204" charset="-122"/>
              <a:cs typeface="微软雅黑" panose="020B0503020204020204" charset="-122"/>
            </a:endParaRPr>
          </a:p>
          <a:p>
            <a:pPr eaLnBrk="1" hangingPunct="1">
              <a:lnSpc>
                <a:spcPct val="130000"/>
              </a:lnSpc>
            </a:pPr>
            <a:r>
              <a:rPr lang="zh-CN" altLang="en-US" sz="2400" b="1" dirty="0">
                <a:solidFill>
                  <a:schemeClr val="dk1"/>
                </a:solidFill>
                <a:latin typeface="微软雅黑" panose="020B0503020204020204" charset="-122"/>
                <a:ea typeface="微软雅黑" panose="020B0503020204020204" charset="-122"/>
                <a:cs typeface="微软雅黑" panose="020B0503020204020204" charset="-122"/>
              </a:rPr>
              <a:t>要考虑的问题：</a:t>
            </a:r>
          </a:p>
          <a:p>
            <a:pPr lvl="1" eaLnBrk="1" hangingPunct="1">
              <a:lnSpc>
                <a:spcPct val="130000"/>
              </a:lnSpc>
            </a:pPr>
            <a:r>
              <a:rPr lang="zh-CN" altLang="en-US" sz="1800" dirty="0">
                <a:solidFill>
                  <a:schemeClr val="dk1"/>
                </a:solidFill>
                <a:latin typeface="微软雅黑" panose="020B0503020204020204" charset="-122"/>
                <a:ea typeface="微软雅黑" panose="020B0503020204020204" charset="-122"/>
                <a:cs typeface="微软雅黑" panose="020B0503020204020204" charset="-122"/>
              </a:rPr>
              <a:t>如何选择合适的输出域来寻找边界点；</a:t>
            </a:r>
          </a:p>
          <a:p>
            <a:pPr lvl="1" eaLnBrk="1" hangingPunct="1">
              <a:lnSpc>
                <a:spcPct val="130000"/>
              </a:lnSpc>
            </a:pPr>
            <a:r>
              <a:rPr lang="zh-CN" altLang="en-US" sz="1800" dirty="0">
                <a:solidFill>
                  <a:schemeClr val="dk1"/>
                </a:solidFill>
                <a:latin typeface="微软雅黑" panose="020B0503020204020204" charset="-122"/>
                <a:ea typeface="微软雅黑" panose="020B0503020204020204" charset="-122"/>
                <a:cs typeface="微软雅黑" panose="020B0503020204020204" charset="-122"/>
              </a:rPr>
              <a:t>如何限定边界点附近邻域的大小，是否仍可简单地按照</a:t>
            </a:r>
            <a:r>
              <a:rPr lang="en-US" altLang="en-US" sz="1800" dirty="0">
                <a:solidFill>
                  <a:schemeClr val="dk1"/>
                </a:solidFill>
                <a:latin typeface="微软雅黑" panose="020B0503020204020204" charset="-122"/>
                <a:ea typeface="微软雅黑" panose="020B0503020204020204" charset="-122"/>
                <a:cs typeface="微软雅黑" panose="020B0503020204020204" charset="-122"/>
              </a:rPr>
              <a:t>1</a:t>
            </a:r>
            <a:r>
              <a:rPr lang="zh-CN" altLang="en-US" sz="1800" dirty="0">
                <a:solidFill>
                  <a:schemeClr val="dk1"/>
                </a:solidFill>
                <a:latin typeface="微软雅黑" panose="020B0503020204020204" charset="-122"/>
                <a:ea typeface="微软雅黑" panose="020B0503020204020204" charset="-122"/>
                <a:cs typeface="微软雅黑" panose="020B0503020204020204" charset="-122"/>
              </a:rPr>
              <a:t>个单位长度来限定；</a:t>
            </a:r>
          </a:p>
          <a:p>
            <a:pPr lvl="1" eaLnBrk="1" hangingPunct="1">
              <a:lnSpc>
                <a:spcPct val="130000"/>
              </a:lnSpc>
            </a:pPr>
            <a:r>
              <a:rPr lang="zh-CN" altLang="en-US" sz="1800" dirty="0">
                <a:solidFill>
                  <a:schemeClr val="dk1"/>
                </a:solidFill>
                <a:latin typeface="微软雅黑" panose="020B0503020204020204" charset="-122"/>
                <a:ea typeface="微软雅黑" panose="020B0503020204020204" charset="-122"/>
                <a:cs typeface="微软雅黑" panose="020B0503020204020204" charset="-122"/>
              </a:rPr>
              <a:t>针对边界值附近邻域内选中的测试数据，是否可以顺利确定对应的测试用例。</a:t>
            </a:r>
          </a:p>
        </p:txBody>
      </p:sp>
      <p:sp>
        <p:nvSpPr>
          <p:cNvPr id="2" name="日期占位符 1"/>
          <p:cNvSpPr>
            <a:spLocks noGrp="1"/>
          </p:cNvSpPr>
          <p:nvPr>
            <p:ph type="dt" sz="half" idx="10"/>
            <p:custDataLst>
              <p:tags r:id="rId6"/>
            </p:custDataLst>
          </p:nvPr>
        </p:nvSpPr>
        <p:spPr/>
        <p:txBody>
          <a:bodyPr vert="horz" wrap="square" lIns="68580" tIns="34290" rIns="68580" bIns="34290" rtlCol="0" anchor="ctr">
            <a:normAutofit/>
          </a:bodyPr>
          <a:lstStyle>
            <a:defPPr>
              <a:defRPr lang="zh-CN"/>
            </a:defPPr>
            <a:lvl1pPr marL="0" algn="l"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dk1">
                    <a:tint val="75000"/>
                  </a:schemeClr>
                </a:solidFill>
                <a:latin typeface="微软雅黑" panose="020B0503020204020204" charset="-122"/>
                <a:sym typeface="+mn-ea"/>
              </a:rPr>
              <a:t>2024/3/12</a:t>
            </a:fld>
            <a:endParaRPr lang="zh-CN" altLang="en-US">
              <a:solidFill>
                <a:schemeClr val="dk1">
                  <a:tint val="75000"/>
                </a:schemeClr>
              </a:solidFill>
              <a:latin typeface="微软雅黑" panose="020B0503020204020204" charset="-122"/>
              <a:sym typeface="+mn-ea"/>
            </a:endParaRPr>
          </a:p>
        </p:txBody>
      </p:sp>
      <p:sp>
        <p:nvSpPr>
          <p:cNvPr id="5" name="灯片编号占位符 4"/>
          <p:cNvSpPr>
            <a:spLocks noGrp="1"/>
          </p:cNvSpPr>
          <p:nvPr>
            <p:ph type="sldNum" sz="quarter" idx="12"/>
            <p:custDataLst>
              <p:tags r:id="rId7"/>
            </p:custDataLst>
          </p:nvPr>
        </p:nvSpPr>
        <p:spPr/>
        <p:txBody>
          <a:bodyPr vert="horz" wrap="square" lIns="68580" tIns="34290" rIns="68580" bIns="34290" rtlCol="0" anchor="ctr">
            <a:normAutofit/>
          </a:bodyPr>
          <a:lstStyle>
            <a:defPPr>
              <a:defRPr lang="zh-CN"/>
            </a:defPPr>
            <a:lvl1pPr marL="0" algn="r"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dk1">
                    <a:tint val="75000"/>
                  </a:schemeClr>
                </a:solidFill>
                <a:latin typeface="微软雅黑" panose="020B0503020204020204" charset="-122"/>
                <a:sym typeface="+mn-ea"/>
              </a:rPr>
              <a:t>40</a:t>
            </a:fld>
            <a:endParaRPr lang="zh-CN" altLang="en-US">
              <a:solidFill>
                <a:schemeClr val="dk1">
                  <a:tint val="75000"/>
                </a:schemeClr>
              </a:solidFill>
              <a:latin typeface="微软雅黑" panose="020B0503020204020204" charset="-122"/>
              <a:sym typeface="+mn-ea"/>
            </a:endParaRPr>
          </a:p>
        </p:txBody>
      </p:sp>
    </p:spTree>
    <p:custDataLst>
      <p:tags r:id="rId1"/>
    </p:custData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图片 7"/>
          <p:cNvPicPr>
            <a:picLocks noChangeAspect="1"/>
          </p:cNvPicPr>
          <p:nvPr userDrawn="1">
            <p:custDataLst>
              <p:tags r:id="rId2"/>
            </p:custDataLst>
          </p:nvPr>
        </p:nvPicPr>
        <p:blipFill rotWithShape="1">
          <a:blip r:embed="rId8"/>
          <a:srcRect/>
          <a:stretch>
            <a:fillRect/>
          </a:stretch>
        </p:blipFill>
        <p:spPr>
          <a:xfrm>
            <a:off x="1143000" y="1"/>
            <a:ext cx="6858000" cy="208121"/>
          </a:xfrm>
          <a:prstGeom prst="rect">
            <a:avLst/>
          </a:prstGeom>
        </p:spPr>
      </p:pic>
      <p:pic>
        <p:nvPicPr>
          <p:cNvPr id="15" name="图片 14"/>
          <p:cNvPicPr>
            <a:picLocks noChangeAspect="1"/>
          </p:cNvPicPr>
          <p:nvPr userDrawn="1">
            <p:custDataLst>
              <p:tags r:id="rId3"/>
            </p:custDataLst>
          </p:nvPr>
        </p:nvPicPr>
        <p:blipFill rotWithShape="1">
          <a:blip r:embed="rId9"/>
          <a:srcRect/>
          <a:stretch>
            <a:fillRect/>
          </a:stretch>
        </p:blipFill>
        <p:spPr>
          <a:xfrm>
            <a:off x="1143000" y="4935379"/>
            <a:ext cx="6858000" cy="208121"/>
          </a:xfrm>
          <a:prstGeom prst="rect">
            <a:avLst/>
          </a:prstGeom>
        </p:spPr>
      </p:pic>
      <p:sp>
        <p:nvSpPr>
          <p:cNvPr id="3" name="Rectangle 2"/>
          <p:cNvSpPr>
            <a:spLocks noGrp="1"/>
          </p:cNvSpPr>
          <p:nvPr>
            <p:custDataLst>
              <p:tags r:id="rId4"/>
            </p:custDataLst>
          </p:nvPr>
        </p:nvSpPr>
        <p:spPr>
          <a:xfrm>
            <a:off x="1485900" y="91679"/>
            <a:ext cx="5657850" cy="971550"/>
          </a:xfrm>
          <a:prstGeom prst="rect">
            <a:avLst/>
          </a:prstGeom>
          <a:noFill/>
          <a:ln w="9525">
            <a:noFill/>
          </a:ln>
        </p:spPr>
        <p:txBody>
          <a:bodyPr vert="horz" wrap="square" lIns="68580" tIns="34290" rIns="68580" bIns="34290" anchor="b" anchorCtr="0"/>
          <a:lst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a:lstStyle>
          <a:p>
            <a:pPr eaLnBrk="1" hangingPunct="1"/>
            <a:r>
              <a:rPr lang="zh-CN" altLang="en-US" sz="2925" dirty="0">
                <a:solidFill>
                  <a:schemeClr val="accent1">
                    <a:lumMod val="75000"/>
                  </a:schemeClr>
                </a:solidFill>
                <a:latin typeface="微软雅黑" panose="020B0503020204020204" charset="-122"/>
                <a:ea typeface="微软雅黑" panose="020B0503020204020204" charset="-122"/>
                <a:cs typeface="微软雅黑" panose="020B0503020204020204" charset="-122"/>
              </a:rPr>
              <a:t>边界值测试</a:t>
            </a:r>
          </a:p>
        </p:txBody>
      </p:sp>
      <p:sp>
        <p:nvSpPr>
          <p:cNvPr id="4" name="Rectangle 3"/>
          <p:cNvSpPr>
            <a:spLocks noGrp="1"/>
          </p:cNvSpPr>
          <p:nvPr/>
        </p:nvSpPr>
        <p:spPr>
          <a:xfrm>
            <a:off x="1485900" y="1289447"/>
            <a:ext cx="6172200" cy="3308747"/>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a:lstStyle>
          <a:p>
            <a:pPr eaLnBrk="1" hangingPunct="1">
              <a:lnSpc>
                <a:spcPct val="130000"/>
              </a:lnSpc>
            </a:pPr>
            <a:r>
              <a:rPr lang="zh-CN" altLang="en-US" sz="2700" b="1" dirty="0">
                <a:solidFill>
                  <a:srgbClr val="000000"/>
                </a:solidFill>
                <a:latin typeface="微软雅黑" panose="020B0503020204020204" charset="-122"/>
                <a:ea typeface="微软雅黑" panose="020B0503020204020204" charset="-122"/>
                <a:cs typeface="微软雅黑" panose="020B0503020204020204" charset="-122"/>
              </a:rPr>
              <a:t>捉虫实践</a:t>
            </a:r>
            <a:r>
              <a:rPr lang="en-US" altLang="zh-CN" sz="2700" b="1" dirty="0">
                <a:solidFill>
                  <a:srgbClr val="000000"/>
                </a:solidFill>
                <a:latin typeface="微软雅黑" panose="020B0503020204020204" charset="-122"/>
                <a:ea typeface="微软雅黑" panose="020B0503020204020204" charset="-122"/>
                <a:cs typeface="微软雅黑" panose="020B0503020204020204" charset="-122"/>
              </a:rPr>
              <a:t>2</a:t>
            </a:r>
            <a:r>
              <a:rPr lang="zh-CN" altLang="en-US" sz="2700" b="1" dirty="0">
                <a:solidFill>
                  <a:srgbClr val="000000"/>
                </a:solidFill>
                <a:latin typeface="微软雅黑" panose="020B0503020204020204" charset="-122"/>
                <a:ea typeface="微软雅黑" panose="020B0503020204020204" charset="-122"/>
                <a:cs typeface="微软雅黑" panose="020B0503020204020204" charset="-122"/>
              </a:rPr>
              <a:t>：佣金问题</a:t>
            </a:r>
          </a:p>
          <a:p>
            <a:pPr lvl="1" eaLnBrk="1" hangingPunct="1">
              <a:lnSpc>
                <a:spcPct val="150000"/>
              </a:lnSpc>
            </a:pPr>
            <a:r>
              <a:rPr lang="zh-CN" altLang="en-US" sz="2100" dirty="0">
                <a:solidFill>
                  <a:srgbClr val="000000"/>
                </a:solidFill>
                <a:latin typeface="微软雅黑" panose="020B0503020204020204" charset="-122"/>
                <a:ea typeface="微软雅黑" panose="020B0503020204020204" charset="-122"/>
                <a:cs typeface="微软雅黑" panose="020B0503020204020204" charset="-122"/>
              </a:rPr>
              <a:t>问题简述</a:t>
            </a:r>
            <a:endParaRPr lang="en-US" altLang="zh-CN" sz="2100" dirty="0">
              <a:solidFill>
                <a:srgbClr val="000000"/>
              </a:solidFill>
              <a:latin typeface="微软雅黑" panose="020B0503020204020204" charset="-122"/>
              <a:ea typeface="微软雅黑" panose="020B0503020204020204" charset="-122"/>
              <a:cs typeface="微软雅黑" panose="020B0503020204020204" charset="-122"/>
            </a:endParaRPr>
          </a:p>
          <a:p>
            <a:pPr lvl="1" eaLnBrk="1" hangingPunct="1">
              <a:lnSpc>
                <a:spcPct val="150000"/>
              </a:lnSpc>
            </a:pPr>
            <a:r>
              <a:rPr lang="zh-CN" altLang="en-US" sz="2100" dirty="0">
                <a:solidFill>
                  <a:srgbClr val="000000"/>
                </a:solidFill>
                <a:latin typeface="微软雅黑" panose="020B0503020204020204" charset="-122"/>
                <a:ea typeface="微软雅黑" panose="020B0503020204020204" charset="-122"/>
                <a:cs typeface="微软雅黑" panose="020B0503020204020204" charset="-122"/>
              </a:rPr>
              <a:t>输出域的选择</a:t>
            </a:r>
            <a:endParaRPr lang="en-US" altLang="zh-CN" sz="2100" dirty="0">
              <a:solidFill>
                <a:srgbClr val="000000"/>
              </a:solidFill>
              <a:latin typeface="微软雅黑" panose="020B0503020204020204" charset="-122"/>
              <a:ea typeface="微软雅黑" panose="020B0503020204020204" charset="-122"/>
              <a:cs typeface="微软雅黑" panose="020B0503020204020204" charset="-122"/>
            </a:endParaRPr>
          </a:p>
          <a:p>
            <a:pPr lvl="1" eaLnBrk="1" hangingPunct="1">
              <a:lnSpc>
                <a:spcPct val="150000"/>
              </a:lnSpc>
            </a:pPr>
            <a:r>
              <a:rPr lang="zh-CN" altLang="en-US" sz="2100" dirty="0">
                <a:solidFill>
                  <a:srgbClr val="000000"/>
                </a:solidFill>
                <a:latin typeface="微软雅黑" panose="020B0503020204020204" charset="-122"/>
                <a:ea typeface="微软雅黑" panose="020B0503020204020204" charset="-122"/>
                <a:cs typeface="微软雅黑" panose="020B0503020204020204" charset="-122"/>
              </a:rPr>
              <a:t>测试用例设计</a:t>
            </a:r>
            <a:endParaRPr lang="en-US" altLang="zh-CN" sz="2100" dirty="0">
              <a:solidFill>
                <a:srgbClr val="000000"/>
              </a:solidFill>
              <a:latin typeface="微软雅黑" panose="020B0503020204020204" charset="-122"/>
              <a:ea typeface="微软雅黑" panose="020B0503020204020204" charset="-122"/>
              <a:cs typeface="微软雅黑" panose="020B0503020204020204" charset="-122"/>
            </a:endParaRPr>
          </a:p>
          <a:p>
            <a:pPr lvl="1" eaLnBrk="1" hangingPunct="1">
              <a:lnSpc>
                <a:spcPct val="150000"/>
              </a:lnSpc>
            </a:pPr>
            <a:r>
              <a:rPr lang="zh-CN" altLang="en-US" sz="2100" dirty="0">
                <a:solidFill>
                  <a:srgbClr val="000000"/>
                </a:solidFill>
                <a:latin typeface="微软雅黑" panose="020B0503020204020204" charset="-122"/>
                <a:ea typeface="微软雅黑" panose="020B0503020204020204" charset="-122"/>
                <a:cs typeface="微软雅黑" panose="020B0503020204020204" charset="-122"/>
              </a:rPr>
              <a:t>测试分析</a:t>
            </a:r>
          </a:p>
        </p:txBody>
      </p:sp>
      <p:sp>
        <p:nvSpPr>
          <p:cNvPr id="2" name="日期占位符 1"/>
          <p:cNvSpPr>
            <a:spLocks noGrp="1"/>
          </p:cNvSpPr>
          <p:nvPr>
            <p:ph type="dt" sz="half" idx="10"/>
            <p:custDataLst>
              <p:tags r:id="rId5"/>
            </p:custDataLst>
          </p:nvPr>
        </p:nvSpPr>
        <p:spPr/>
        <p:txBody>
          <a:bodyPr vert="horz" wrap="square" lIns="68580" tIns="34290" rIns="68580" bIns="34290" rtlCol="0" anchor="ctr">
            <a:normAutofit/>
          </a:bodyPr>
          <a:lstStyle>
            <a:defPPr>
              <a:defRPr lang="zh-CN"/>
            </a:defPPr>
            <a:lvl1pPr marL="0" algn="l"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dk1">
                    <a:tint val="75000"/>
                  </a:schemeClr>
                </a:solidFill>
                <a:latin typeface="微软雅黑" panose="020B0503020204020204" charset="-122"/>
                <a:sym typeface="+mn-ea"/>
              </a:rPr>
              <a:t>2024/3/12</a:t>
            </a:fld>
            <a:endParaRPr lang="zh-CN" altLang="en-US">
              <a:solidFill>
                <a:schemeClr val="dk1">
                  <a:tint val="75000"/>
                </a:schemeClr>
              </a:solidFill>
              <a:latin typeface="微软雅黑" panose="020B0503020204020204" charset="-122"/>
              <a:sym typeface="+mn-ea"/>
            </a:endParaRPr>
          </a:p>
        </p:txBody>
      </p:sp>
      <p:sp>
        <p:nvSpPr>
          <p:cNvPr id="5" name="灯片编号占位符 4"/>
          <p:cNvSpPr>
            <a:spLocks noGrp="1"/>
          </p:cNvSpPr>
          <p:nvPr>
            <p:ph type="sldNum" sz="quarter" idx="12"/>
            <p:custDataLst>
              <p:tags r:id="rId6"/>
            </p:custDataLst>
          </p:nvPr>
        </p:nvSpPr>
        <p:spPr/>
        <p:txBody>
          <a:bodyPr vert="horz" wrap="square" lIns="68580" tIns="34290" rIns="68580" bIns="34290" rtlCol="0" anchor="ctr">
            <a:normAutofit/>
          </a:bodyPr>
          <a:lstStyle>
            <a:defPPr>
              <a:defRPr lang="zh-CN"/>
            </a:defPPr>
            <a:lvl1pPr marL="0" algn="r"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dk1">
                    <a:tint val="75000"/>
                  </a:schemeClr>
                </a:solidFill>
                <a:latin typeface="微软雅黑" panose="020B0503020204020204" charset="-122"/>
                <a:sym typeface="+mn-ea"/>
              </a:rPr>
              <a:t>41</a:t>
            </a:fld>
            <a:endParaRPr lang="zh-CN" altLang="en-US">
              <a:solidFill>
                <a:schemeClr val="dk1">
                  <a:tint val="75000"/>
                </a:schemeClr>
              </a:solidFill>
              <a:latin typeface="微软雅黑" panose="020B0503020204020204" charset="-122"/>
              <a:sym typeface="+mn-ea"/>
            </a:endParaRPr>
          </a:p>
        </p:txBody>
      </p:sp>
    </p:spTree>
    <p:custDataLst>
      <p:tags r:id="rId1"/>
    </p:custData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图片 7"/>
          <p:cNvPicPr>
            <a:picLocks noChangeAspect="1"/>
          </p:cNvPicPr>
          <p:nvPr userDrawn="1">
            <p:custDataLst>
              <p:tags r:id="rId2"/>
            </p:custDataLst>
          </p:nvPr>
        </p:nvPicPr>
        <p:blipFill rotWithShape="1">
          <a:blip r:embed="rId8"/>
          <a:srcRect/>
          <a:stretch>
            <a:fillRect/>
          </a:stretch>
        </p:blipFill>
        <p:spPr>
          <a:xfrm>
            <a:off x="1143000" y="1"/>
            <a:ext cx="6858000" cy="208121"/>
          </a:xfrm>
          <a:prstGeom prst="rect">
            <a:avLst/>
          </a:prstGeom>
        </p:spPr>
      </p:pic>
      <p:pic>
        <p:nvPicPr>
          <p:cNvPr id="15" name="图片 14"/>
          <p:cNvPicPr>
            <a:picLocks noChangeAspect="1"/>
          </p:cNvPicPr>
          <p:nvPr userDrawn="1">
            <p:custDataLst>
              <p:tags r:id="rId3"/>
            </p:custDataLst>
          </p:nvPr>
        </p:nvPicPr>
        <p:blipFill rotWithShape="1">
          <a:blip r:embed="rId9"/>
          <a:srcRect/>
          <a:stretch>
            <a:fillRect/>
          </a:stretch>
        </p:blipFill>
        <p:spPr>
          <a:xfrm>
            <a:off x="1143000" y="4935379"/>
            <a:ext cx="6858000" cy="208121"/>
          </a:xfrm>
          <a:prstGeom prst="rect">
            <a:avLst/>
          </a:prstGeom>
        </p:spPr>
      </p:pic>
      <p:sp>
        <p:nvSpPr>
          <p:cNvPr id="3" name="Rectangle 2"/>
          <p:cNvSpPr>
            <a:spLocks noGrp="1"/>
          </p:cNvSpPr>
          <p:nvPr>
            <p:custDataLst>
              <p:tags r:id="rId4"/>
            </p:custDataLst>
          </p:nvPr>
        </p:nvSpPr>
        <p:spPr>
          <a:xfrm>
            <a:off x="1485900" y="91679"/>
            <a:ext cx="5657850" cy="971550"/>
          </a:xfrm>
          <a:prstGeom prst="rect">
            <a:avLst/>
          </a:prstGeom>
          <a:noFill/>
          <a:ln w="9525">
            <a:noFill/>
          </a:ln>
        </p:spPr>
        <p:txBody>
          <a:bodyPr vert="horz" wrap="square" lIns="68580" tIns="34290" rIns="68580" bIns="34290" anchor="b" anchorCtr="0"/>
          <a:lst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a:lstStyle>
          <a:p>
            <a:pPr eaLnBrk="1" hangingPunct="1"/>
            <a:r>
              <a:rPr lang="zh-CN" altLang="en-US" sz="2925" dirty="0">
                <a:solidFill>
                  <a:schemeClr val="accent1">
                    <a:lumMod val="75000"/>
                  </a:schemeClr>
                </a:solidFill>
                <a:latin typeface="微软雅黑" panose="020B0503020204020204" charset="-122"/>
                <a:ea typeface="微软雅黑" panose="020B0503020204020204" charset="-122"/>
                <a:cs typeface="微软雅黑" panose="020B0503020204020204" charset="-122"/>
              </a:rPr>
              <a:t>边界值测试</a:t>
            </a:r>
          </a:p>
        </p:txBody>
      </p:sp>
      <p:sp>
        <p:nvSpPr>
          <p:cNvPr id="4" name="Rectangle 3"/>
          <p:cNvSpPr>
            <a:spLocks noGrp="1"/>
          </p:cNvSpPr>
          <p:nvPr/>
        </p:nvSpPr>
        <p:spPr>
          <a:xfrm>
            <a:off x="1485900" y="1274922"/>
            <a:ext cx="6172200" cy="3448526"/>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a:lstStyle>
          <a:p>
            <a:pPr eaLnBrk="1" hangingPunct="1">
              <a:lnSpc>
                <a:spcPct val="130000"/>
              </a:lnSpc>
            </a:pPr>
            <a:r>
              <a:rPr lang="zh-CN" altLang="en-US" sz="1800" dirty="0">
                <a:solidFill>
                  <a:srgbClr val="000000"/>
                </a:solidFill>
                <a:latin typeface="微软雅黑" panose="020B0503020204020204" charset="-122"/>
                <a:ea typeface="微软雅黑" panose="020B0503020204020204" charset="-122"/>
                <a:cs typeface="微软雅黑" panose="020B0503020204020204" charset="-122"/>
              </a:rPr>
              <a:t>某酒水销售公司指派销售员销售各种酒水，其中白酒、红酒和啤酒的单价分别为</a:t>
            </a:r>
            <a:r>
              <a:rPr lang="en-US" altLang="en-US" sz="1800" dirty="0">
                <a:solidFill>
                  <a:srgbClr val="000000"/>
                </a:solidFill>
                <a:latin typeface="微软雅黑" panose="020B0503020204020204" charset="-122"/>
                <a:ea typeface="微软雅黑" panose="020B0503020204020204" charset="-122"/>
                <a:cs typeface="微软雅黑" panose="020B0503020204020204" charset="-122"/>
              </a:rPr>
              <a:t>168</a:t>
            </a:r>
            <a:r>
              <a:rPr lang="zh-CN" altLang="en-US" sz="1800" dirty="0">
                <a:solidFill>
                  <a:srgbClr val="000000"/>
                </a:solidFill>
                <a:latin typeface="微软雅黑" panose="020B0503020204020204" charset="-122"/>
                <a:ea typeface="微软雅黑" panose="020B0503020204020204" charset="-122"/>
                <a:cs typeface="微软雅黑" panose="020B0503020204020204" charset="-122"/>
              </a:rPr>
              <a:t>元</a:t>
            </a:r>
            <a:r>
              <a:rPr lang="en-US" altLang="en-US" sz="1800" dirty="0">
                <a:solidFill>
                  <a:srgbClr val="000000"/>
                </a:solidFill>
                <a:latin typeface="微软雅黑" panose="020B0503020204020204" charset="-122"/>
                <a:ea typeface="微软雅黑" panose="020B0503020204020204" charset="-122"/>
                <a:cs typeface="微软雅黑" panose="020B0503020204020204" charset="-122"/>
              </a:rPr>
              <a:t>/</a:t>
            </a:r>
            <a:r>
              <a:rPr lang="zh-CN" altLang="en-US" sz="1800" dirty="0">
                <a:solidFill>
                  <a:srgbClr val="000000"/>
                </a:solidFill>
                <a:latin typeface="微软雅黑" panose="020B0503020204020204" charset="-122"/>
                <a:ea typeface="微软雅黑" panose="020B0503020204020204" charset="-122"/>
                <a:cs typeface="微软雅黑" panose="020B0503020204020204" charset="-122"/>
              </a:rPr>
              <a:t>瓶、 </a:t>
            </a:r>
            <a:r>
              <a:rPr lang="en-US" altLang="en-US" sz="1800" dirty="0">
                <a:solidFill>
                  <a:srgbClr val="000000"/>
                </a:solidFill>
                <a:latin typeface="微软雅黑" panose="020B0503020204020204" charset="-122"/>
                <a:ea typeface="微软雅黑" panose="020B0503020204020204" charset="-122"/>
                <a:cs typeface="微软雅黑" panose="020B0503020204020204" charset="-122"/>
              </a:rPr>
              <a:t>120</a:t>
            </a:r>
            <a:r>
              <a:rPr lang="zh-CN" altLang="en-US" sz="1800" dirty="0">
                <a:solidFill>
                  <a:srgbClr val="000000"/>
                </a:solidFill>
                <a:latin typeface="微软雅黑" panose="020B0503020204020204" charset="-122"/>
                <a:ea typeface="微软雅黑" panose="020B0503020204020204" charset="-122"/>
                <a:cs typeface="微软雅黑" panose="020B0503020204020204" charset="-122"/>
              </a:rPr>
              <a:t>元</a:t>
            </a:r>
            <a:r>
              <a:rPr lang="en-US" altLang="en-US" sz="1800" dirty="0">
                <a:solidFill>
                  <a:srgbClr val="000000"/>
                </a:solidFill>
                <a:latin typeface="微软雅黑" panose="020B0503020204020204" charset="-122"/>
                <a:ea typeface="微软雅黑" panose="020B0503020204020204" charset="-122"/>
                <a:cs typeface="微软雅黑" panose="020B0503020204020204" charset="-122"/>
              </a:rPr>
              <a:t>/</a:t>
            </a:r>
            <a:r>
              <a:rPr lang="zh-CN" altLang="en-US" sz="1800" dirty="0">
                <a:solidFill>
                  <a:srgbClr val="000000"/>
                </a:solidFill>
                <a:latin typeface="微软雅黑" panose="020B0503020204020204" charset="-122"/>
                <a:ea typeface="微软雅黑" panose="020B0503020204020204" charset="-122"/>
                <a:cs typeface="微软雅黑" panose="020B0503020204020204" charset="-122"/>
              </a:rPr>
              <a:t>瓶、</a:t>
            </a:r>
            <a:r>
              <a:rPr lang="en-US" altLang="en-US" sz="1800" dirty="0">
                <a:solidFill>
                  <a:srgbClr val="000000"/>
                </a:solidFill>
                <a:latin typeface="微软雅黑" panose="020B0503020204020204" charset="-122"/>
                <a:ea typeface="微软雅黑" panose="020B0503020204020204" charset="-122"/>
                <a:cs typeface="微软雅黑" panose="020B0503020204020204" charset="-122"/>
              </a:rPr>
              <a:t>5</a:t>
            </a:r>
            <a:r>
              <a:rPr lang="zh-CN" altLang="en-US" sz="1800" dirty="0">
                <a:solidFill>
                  <a:srgbClr val="000000"/>
                </a:solidFill>
                <a:latin typeface="微软雅黑" panose="020B0503020204020204" charset="-122"/>
                <a:ea typeface="微软雅黑" panose="020B0503020204020204" charset="-122"/>
                <a:cs typeface="微软雅黑" panose="020B0503020204020204" charset="-122"/>
              </a:rPr>
              <a:t>元</a:t>
            </a:r>
            <a:r>
              <a:rPr lang="en-US" altLang="en-US" sz="1800" dirty="0">
                <a:solidFill>
                  <a:srgbClr val="000000"/>
                </a:solidFill>
                <a:latin typeface="微软雅黑" panose="020B0503020204020204" charset="-122"/>
                <a:ea typeface="微软雅黑" panose="020B0503020204020204" charset="-122"/>
                <a:cs typeface="微软雅黑" panose="020B0503020204020204" charset="-122"/>
              </a:rPr>
              <a:t>/</a:t>
            </a:r>
            <a:r>
              <a:rPr lang="zh-CN" altLang="en-US" sz="1800" dirty="0">
                <a:solidFill>
                  <a:srgbClr val="000000"/>
                </a:solidFill>
                <a:latin typeface="微软雅黑" panose="020B0503020204020204" charset="-122"/>
                <a:ea typeface="微软雅黑" panose="020B0503020204020204" charset="-122"/>
                <a:cs typeface="微软雅黑" panose="020B0503020204020204" charset="-122"/>
              </a:rPr>
              <a:t>瓶。</a:t>
            </a:r>
            <a:endParaRPr lang="en-US" altLang="zh-CN" sz="1800" dirty="0">
              <a:solidFill>
                <a:srgbClr val="000000"/>
              </a:solidFill>
              <a:latin typeface="微软雅黑" panose="020B0503020204020204" charset="-122"/>
              <a:ea typeface="微软雅黑" panose="020B0503020204020204" charset="-122"/>
              <a:cs typeface="微软雅黑" panose="020B0503020204020204" charset="-122"/>
            </a:endParaRPr>
          </a:p>
          <a:p>
            <a:pPr eaLnBrk="1" hangingPunct="1">
              <a:lnSpc>
                <a:spcPct val="130000"/>
              </a:lnSpc>
            </a:pPr>
            <a:r>
              <a:rPr lang="zh-CN" altLang="en-US" sz="1800" dirty="0">
                <a:solidFill>
                  <a:srgbClr val="000000"/>
                </a:solidFill>
                <a:latin typeface="微软雅黑" panose="020B0503020204020204" charset="-122"/>
                <a:ea typeface="微软雅黑" panose="020B0503020204020204" charset="-122"/>
                <a:cs typeface="微软雅黑" panose="020B0503020204020204" charset="-122"/>
              </a:rPr>
              <a:t>每个销售员，白酒每月的最高供应量为</a:t>
            </a:r>
            <a:r>
              <a:rPr lang="en-US" altLang="en-US" sz="1800" dirty="0">
                <a:solidFill>
                  <a:srgbClr val="000000"/>
                </a:solidFill>
                <a:latin typeface="微软雅黑" panose="020B0503020204020204" charset="-122"/>
                <a:ea typeface="微软雅黑" panose="020B0503020204020204" charset="-122"/>
                <a:cs typeface="微软雅黑" panose="020B0503020204020204" charset="-122"/>
              </a:rPr>
              <a:t>5000</a:t>
            </a:r>
            <a:r>
              <a:rPr lang="zh-CN" altLang="en-US" sz="1800" dirty="0">
                <a:solidFill>
                  <a:srgbClr val="000000"/>
                </a:solidFill>
                <a:latin typeface="微软雅黑" panose="020B0503020204020204" charset="-122"/>
                <a:ea typeface="微软雅黑" panose="020B0503020204020204" charset="-122"/>
                <a:cs typeface="微软雅黑" panose="020B0503020204020204" charset="-122"/>
              </a:rPr>
              <a:t>瓶，红酒为</a:t>
            </a:r>
            <a:r>
              <a:rPr lang="en-US" altLang="en-US" sz="1800" dirty="0">
                <a:solidFill>
                  <a:srgbClr val="000000"/>
                </a:solidFill>
                <a:latin typeface="微软雅黑" panose="020B0503020204020204" charset="-122"/>
                <a:ea typeface="微软雅黑" panose="020B0503020204020204" charset="-122"/>
                <a:cs typeface="微软雅黑" panose="020B0503020204020204" charset="-122"/>
              </a:rPr>
              <a:t>3000</a:t>
            </a:r>
            <a:r>
              <a:rPr lang="zh-CN" altLang="en-US" sz="1800" dirty="0">
                <a:solidFill>
                  <a:srgbClr val="000000"/>
                </a:solidFill>
                <a:latin typeface="微软雅黑" panose="020B0503020204020204" charset="-122"/>
                <a:ea typeface="微软雅黑" panose="020B0503020204020204" charset="-122"/>
                <a:cs typeface="微软雅黑" panose="020B0503020204020204" charset="-122"/>
              </a:rPr>
              <a:t>瓶，啤酒为</a:t>
            </a:r>
            <a:r>
              <a:rPr lang="en-US" altLang="en-US" sz="1800" dirty="0">
                <a:solidFill>
                  <a:srgbClr val="000000"/>
                </a:solidFill>
                <a:latin typeface="微软雅黑" panose="020B0503020204020204" charset="-122"/>
                <a:ea typeface="微软雅黑" panose="020B0503020204020204" charset="-122"/>
                <a:cs typeface="微软雅黑" panose="020B0503020204020204" charset="-122"/>
              </a:rPr>
              <a:t>30000</a:t>
            </a:r>
            <a:r>
              <a:rPr lang="zh-CN" altLang="en-US" sz="1800" dirty="0">
                <a:solidFill>
                  <a:srgbClr val="000000"/>
                </a:solidFill>
                <a:latin typeface="微软雅黑" panose="020B0503020204020204" charset="-122"/>
                <a:ea typeface="微软雅黑" panose="020B0503020204020204" charset="-122"/>
                <a:cs typeface="微软雅黑" panose="020B0503020204020204" charset="-122"/>
              </a:rPr>
              <a:t>瓶；</a:t>
            </a:r>
            <a:endParaRPr lang="en-US" altLang="zh-CN" sz="1800" dirty="0">
              <a:solidFill>
                <a:srgbClr val="000000"/>
              </a:solidFill>
              <a:latin typeface="微软雅黑" panose="020B0503020204020204" charset="-122"/>
              <a:ea typeface="微软雅黑" panose="020B0503020204020204" charset="-122"/>
              <a:cs typeface="微软雅黑" panose="020B0503020204020204" charset="-122"/>
            </a:endParaRPr>
          </a:p>
          <a:p>
            <a:pPr eaLnBrk="1" hangingPunct="1">
              <a:lnSpc>
                <a:spcPct val="130000"/>
              </a:lnSpc>
            </a:pPr>
            <a:r>
              <a:rPr lang="zh-CN" altLang="en-US" sz="1800" dirty="0">
                <a:solidFill>
                  <a:srgbClr val="000000"/>
                </a:solidFill>
                <a:latin typeface="微软雅黑" panose="020B0503020204020204" charset="-122"/>
                <a:ea typeface="微软雅黑" panose="020B0503020204020204" charset="-122"/>
                <a:cs typeface="微软雅黑" panose="020B0503020204020204" charset="-122"/>
              </a:rPr>
              <a:t>各销售员每月至少需售出白酒</a:t>
            </a:r>
            <a:r>
              <a:rPr lang="en-US" altLang="en-US" sz="1800" dirty="0">
                <a:solidFill>
                  <a:srgbClr val="000000"/>
                </a:solidFill>
                <a:latin typeface="微软雅黑" panose="020B0503020204020204" charset="-122"/>
                <a:ea typeface="微软雅黑" panose="020B0503020204020204" charset="-122"/>
                <a:cs typeface="微软雅黑" panose="020B0503020204020204" charset="-122"/>
              </a:rPr>
              <a:t>50</a:t>
            </a:r>
            <a:r>
              <a:rPr lang="zh-CN" altLang="en-US" sz="1800" dirty="0">
                <a:solidFill>
                  <a:srgbClr val="000000"/>
                </a:solidFill>
                <a:latin typeface="微软雅黑" panose="020B0503020204020204" charset="-122"/>
                <a:ea typeface="微软雅黑" panose="020B0503020204020204" charset="-122"/>
                <a:cs typeface="微软雅黑" panose="020B0503020204020204" charset="-122"/>
              </a:rPr>
              <a:t>瓶，红酒</a:t>
            </a:r>
            <a:r>
              <a:rPr lang="en-US" altLang="en-US" sz="1800" dirty="0">
                <a:solidFill>
                  <a:srgbClr val="000000"/>
                </a:solidFill>
                <a:latin typeface="微软雅黑" panose="020B0503020204020204" charset="-122"/>
                <a:ea typeface="微软雅黑" panose="020B0503020204020204" charset="-122"/>
                <a:cs typeface="微软雅黑" panose="020B0503020204020204" charset="-122"/>
              </a:rPr>
              <a:t>30</a:t>
            </a:r>
            <a:r>
              <a:rPr lang="zh-CN" altLang="en-US" sz="1800" dirty="0">
                <a:solidFill>
                  <a:srgbClr val="000000"/>
                </a:solidFill>
                <a:latin typeface="微软雅黑" panose="020B0503020204020204" charset="-122"/>
                <a:ea typeface="微软雅黑" panose="020B0503020204020204" charset="-122"/>
                <a:cs typeface="微软雅黑" panose="020B0503020204020204" charset="-122"/>
              </a:rPr>
              <a:t>瓶，啤酒</a:t>
            </a:r>
            <a:r>
              <a:rPr lang="en-US" altLang="en-US" sz="1800" dirty="0">
                <a:solidFill>
                  <a:srgbClr val="000000"/>
                </a:solidFill>
                <a:latin typeface="微软雅黑" panose="020B0503020204020204" charset="-122"/>
                <a:ea typeface="微软雅黑" panose="020B0503020204020204" charset="-122"/>
                <a:cs typeface="微软雅黑" panose="020B0503020204020204" charset="-122"/>
              </a:rPr>
              <a:t>300</a:t>
            </a:r>
            <a:r>
              <a:rPr lang="zh-CN" altLang="en-US" sz="1800" dirty="0">
                <a:solidFill>
                  <a:srgbClr val="000000"/>
                </a:solidFill>
                <a:latin typeface="微软雅黑" panose="020B0503020204020204" charset="-122"/>
                <a:ea typeface="微软雅黑" panose="020B0503020204020204" charset="-122"/>
                <a:cs typeface="微软雅黑" panose="020B0503020204020204" charset="-122"/>
              </a:rPr>
              <a:t>瓶；</a:t>
            </a:r>
            <a:endParaRPr lang="en-US" altLang="zh-CN" sz="1800" dirty="0">
              <a:solidFill>
                <a:srgbClr val="000000"/>
              </a:solidFill>
              <a:latin typeface="微软雅黑" panose="020B0503020204020204" charset="-122"/>
              <a:ea typeface="微软雅黑" panose="020B0503020204020204" charset="-122"/>
              <a:cs typeface="微软雅黑" panose="020B0503020204020204" charset="-122"/>
            </a:endParaRPr>
          </a:p>
          <a:p>
            <a:pPr eaLnBrk="1" hangingPunct="1">
              <a:lnSpc>
                <a:spcPct val="130000"/>
              </a:lnSpc>
            </a:pPr>
            <a:r>
              <a:rPr lang="zh-CN" altLang="en-US" sz="1800" dirty="0">
                <a:solidFill>
                  <a:srgbClr val="000000"/>
                </a:solidFill>
                <a:latin typeface="微软雅黑" panose="020B0503020204020204" charset="-122"/>
                <a:ea typeface="微软雅黑" panose="020B0503020204020204" charset="-122"/>
                <a:cs typeface="微软雅黑" panose="020B0503020204020204" charset="-122"/>
              </a:rPr>
              <a:t>月末，各销售员向酒水销售公司上报他所在区域的销售业绩，酒水销售公司根据其销售额计算该销售员的佣金，并作为奖金发放。</a:t>
            </a:r>
          </a:p>
        </p:txBody>
      </p:sp>
      <p:sp>
        <p:nvSpPr>
          <p:cNvPr id="2" name="日期占位符 1"/>
          <p:cNvSpPr>
            <a:spLocks noGrp="1"/>
          </p:cNvSpPr>
          <p:nvPr>
            <p:ph type="dt" sz="half" idx="10"/>
            <p:custDataLst>
              <p:tags r:id="rId5"/>
            </p:custDataLst>
          </p:nvPr>
        </p:nvSpPr>
        <p:spPr/>
        <p:txBody>
          <a:bodyPr vert="horz" wrap="square" lIns="68580" tIns="34290" rIns="68580" bIns="34290" rtlCol="0" anchor="ctr">
            <a:normAutofit/>
          </a:bodyPr>
          <a:lstStyle>
            <a:defPPr>
              <a:defRPr lang="zh-CN"/>
            </a:defPPr>
            <a:lvl1pPr marL="0" algn="l"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dk1">
                    <a:tint val="75000"/>
                  </a:schemeClr>
                </a:solidFill>
                <a:latin typeface="微软雅黑" panose="020B0503020204020204" charset="-122"/>
                <a:sym typeface="+mn-ea"/>
              </a:rPr>
              <a:t>2024/3/12</a:t>
            </a:fld>
            <a:endParaRPr lang="zh-CN" altLang="en-US">
              <a:solidFill>
                <a:schemeClr val="dk1">
                  <a:tint val="75000"/>
                </a:schemeClr>
              </a:solidFill>
              <a:latin typeface="微软雅黑" panose="020B0503020204020204" charset="-122"/>
              <a:sym typeface="+mn-ea"/>
            </a:endParaRPr>
          </a:p>
        </p:txBody>
      </p:sp>
      <p:sp>
        <p:nvSpPr>
          <p:cNvPr id="5" name="灯片编号占位符 4"/>
          <p:cNvSpPr>
            <a:spLocks noGrp="1"/>
          </p:cNvSpPr>
          <p:nvPr>
            <p:ph type="sldNum" sz="quarter" idx="12"/>
            <p:custDataLst>
              <p:tags r:id="rId6"/>
            </p:custDataLst>
          </p:nvPr>
        </p:nvSpPr>
        <p:spPr/>
        <p:txBody>
          <a:bodyPr vert="horz" wrap="square" lIns="68580" tIns="34290" rIns="68580" bIns="34290" rtlCol="0" anchor="ctr">
            <a:normAutofit/>
          </a:bodyPr>
          <a:lstStyle>
            <a:defPPr>
              <a:defRPr lang="zh-CN"/>
            </a:defPPr>
            <a:lvl1pPr marL="0" algn="r"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dk1">
                    <a:tint val="75000"/>
                  </a:schemeClr>
                </a:solidFill>
                <a:latin typeface="微软雅黑" panose="020B0503020204020204" charset="-122"/>
                <a:sym typeface="+mn-ea"/>
              </a:rPr>
              <a:t>42</a:t>
            </a:fld>
            <a:endParaRPr lang="zh-CN" altLang="en-US">
              <a:solidFill>
                <a:schemeClr val="dk1">
                  <a:tint val="75000"/>
                </a:schemeClr>
              </a:solidFill>
              <a:latin typeface="微软雅黑" panose="020B0503020204020204" charset="-122"/>
              <a:sym typeface="+mn-ea"/>
            </a:endParaRPr>
          </a:p>
        </p:txBody>
      </p:sp>
    </p:spTree>
    <p:custDataLst>
      <p:tags r:id="rId1"/>
    </p:custData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图片 7"/>
          <p:cNvPicPr>
            <a:picLocks noChangeAspect="1"/>
          </p:cNvPicPr>
          <p:nvPr userDrawn="1">
            <p:custDataLst>
              <p:tags r:id="rId2"/>
            </p:custDataLst>
          </p:nvPr>
        </p:nvPicPr>
        <p:blipFill rotWithShape="1">
          <a:blip r:embed="rId8"/>
          <a:srcRect/>
          <a:stretch>
            <a:fillRect/>
          </a:stretch>
        </p:blipFill>
        <p:spPr>
          <a:xfrm>
            <a:off x="1143000" y="1"/>
            <a:ext cx="6858000" cy="208121"/>
          </a:xfrm>
          <a:prstGeom prst="rect">
            <a:avLst/>
          </a:prstGeom>
        </p:spPr>
      </p:pic>
      <p:pic>
        <p:nvPicPr>
          <p:cNvPr id="15" name="图片 14"/>
          <p:cNvPicPr>
            <a:picLocks noChangeAspect="1"/>
          </p:cNvPicPr>
          <p:nvPr userDrawn="1">
            <p:custDataLst>
              <p:tags r:id="rId3"/>
            </p:custDataLst>
          </p:nvPr>
        </p:nvPicPr>
        <p:blipFill rotWithShape="1">
          <a:blip r:embed="rId9"/>
          <a:srcRect/>
          <a:stretch>
            <a:fillRect/>
          </a:stretch>
        </p:blipFill>
        <p:spPr>
          <a:xfrm>
            <a:off x="1143000" y="4935379"/>
            <a:ext cx="6858000" cy="208121"/>
          </a:xfrm>
          <a:prstGeom prst="rect">
            <a:avLst/>
          </a:prstGeom>
        </p:spPr>
      </p:pic>
      <p:sp>
        <p:nvSpPr>
          <p:cNvPr id="3" name="Rectangle 2"/>
          <p:cNvSpPr>
            <a:spLocks noGrp="1"/>
          </p:cNvSpPr>
          <p:nvPr>
            <p:custDataLst>
              <p:tags r:id="rId4"/>
            </p:custDataLst>
          </p:nvPr>
        </p:nvSpPr>
        <p:spPr>
          <a:xfrm>
            <a:off x="1485900" y="91679"/>
            <a:ext cx="5657850" cy="971550"/>
          </a:xfrm>
          <a:prstGeom prst="rect">
            <a:avLst/>
          </a:prstGeom>
          <a:noFill/>
          <a:ln w="9525">
            <a:noFill/>
          </a:ln>
        </p:spPr>
        <p:txBody>
          <a:bodyPr vert="horz" wrap="square" lIns="68580" tIns="34290" rIns="68580" bIns="34290" anchor="b" anchorCtr="0"/>
          <a:lst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a:lstStyle>
          <a:p>
            <a:pPr eaLnBrk="1" hangingPunct="1"/>
            <a:r>
              <a:rPr lang="zh-CN" altLang="en-US" sz="2925" dirty="0">
                <a:solidFill>
                  <a:schemeClr val="accent1">
                    <a:lumMod val="75000"/>
                  </a:schemeClr>
                </a:solidFill>
                <a:latin typeface="微软雅黑" panose="020B0503020204020204" charset="-122"/>
                <a:ea typeface="微软雅黑" panose="020B0503020204020204" charset="-122"/>
                <a:cs typeface="微软雅黑" panose="020B0503020204020204" charset="-122"/>
              </a:rPr>
              <a:t>边界值测试</a:t>
            </a:r>
          </a:p>
        </p:txBody>
      </p:sp>
      <p:sp>
        <p:nvSpPr>
          <p:cNvPr id="4" name="Rectangle 3"/>
          <p:cNvSpPr>
            <a:spLocks noGrp="1"/>
          </p:cNvSpPr>
          <p:nvPr/>
        </p:nvSpPr>
        <p:spPr>
          <a:xfrm>
            <a:off x="1485900" y="1289447"/>
            <a:ext cx="6172200" cy="3308747"/>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a:lstStyle>
          <a:p>
            <a:pPr algn="just" eaLnBrk="1" hangingPunct="1">
              <a:lnSpc>
                <a:spcPct val="140000"/>
              </a:lnSpc>
            </a:pPr>
            <a:r>
              <a:rPr lang="zh-CN" altLang="en-US" sz="1800" dirty="0">
                <a:solidFill>
                  <a:srgbClr val="000000"/>
                </a:solidFill>
                <a:latin typeface="微软雅黑" panose="020B0503020204020204" charset="-122"/>
                <a:ea typeface="微软雅黑" panose="020B0503020204020204" charset="-122"/>
                <a:cs typeface="微软雅黑" panose="020B0503020204020204" charset="-122"/>
              </a:rPr>
              <a:t>销售员的佣金计算方法如下：</a:t>
            </a:r>
          </a:p>
          <a:p>
            <a:pPr lvl="1" algn="just" eaLnBrk="1" hangingPunct="1">
              <a:lnSpc>
                <a:spcPct val="140000"/>
              </a:lnSpc>
            </a:pPr>
            <a:r>
              <a:rPr lang="en-US" altLang="en-US" sz="1800" dirty="0">
                <a:solidFill>
                  <a:srgbClr val="000000"/>
                </a:solidFill>
                <a:latin typeface="微软雅黑" panose="020B0503020204020204" charset="-122"/>
                <a:ea typeface="微软雅黑" panose="020B0503020204020204" charset="-122"/>
                <a:cs typeface="微软雅黑" panose="020B0503020204020204" charset="-122"/>
              </a:rPr>
              <a:t>2</a:t>
            </a:r>
            <a:r>
              <a:rPr lang="zh-CN" altLang="en-US" sz="1800" dirty="0">
                <a:solidFill>
                  <a:srgbClr val="000000"/>
                </a:solidFill>
                <a:latin typeface="微软雅黑" panose="020B0503020204020204" charset="-122"/>
                <a:ea typeface="微软雅黑" panose="020B0503020204020204" charset="-122"/>
                <a:cs typeface="微软雅黑" panose="020B0503020204020204" charset="-122"/>
              </a:rPr>
              <a:t>万元以下</a:t>
            </a:r>
            <a:r>
              <a:rPr lang="en-US" altLang="en-US" sz="1800" dirty="0">
                <a:solidFill>
                  <a:srgbClr val="000000"/>
                </a:solidFill>
                <a:latin typeface="微软雅黑" panose="020B0503020204020204" charset="-122"/>
                <a:ea typeface="微软雅黑" panose="020B0503020204020204" charset="-122"/>
                <a:cs typeface="微软雅黑" panose="020B0503020204020204" charset="-122"/>
              </a:rPr>
              <a:t>(</a:t>
            </a:r>
            <a:r>
              <a:rPr lang="zh-CN" altLang="en-US" sz="1800" dirty="0">
                <a:solidFill>
                  <a:srgbClr val="000000"/>
                </a:solidFill>
                <a:latin typeface="微软雅黑" panose="020B0503020204020204" charset="-122"/>
                <a:ea typeface="微软雅黑" panose="020B0503020204020204" charset="-122"/>
                <a:cs typeface="微软雅黑" panose="020B0503020204020204" charset="-122"/>
              </a:rPr>
              <a:t>含</a:t>
            </a:r>
            <a:r>
              <a:rPr lang="en-US" altLang="en-US" sz="1800" dirty="0">
                <a:solidFill>
                  <a:srgbClr val="000000"/>
                </a:solidFill>
                <a:latin typeface="微软雅黑" panose="020B0503020204020204" charset="-122"/>
                <a:ea typeface="微软雅黑" panose="020B0503020204020204" charset="-122"/>
                <a:cs typeface="微软雅黑" panose="020B0503020204020204" charset="-122"/>
              </a:rPr>
              <a:t>)</a:t>
            </a:r>
            <a:r>
              <a:rPr lang="zh-CN" altLang="en-US" sz="1800" dirty="0">
                <a:solidFill>
                  <a:srgbClr val="000000"/>
                </a:solidFill>
                <a:latin typeface="微软雅黑" panose="020B0503020204020204" charset="-122"/>
                <a:ea typeface="微软雅黑" panose="020B0503020204020204" charset="-122"/>
                <a:cs typeface="微软雅黑" panose="020B0503020204020204" charset="-122"/>
              </a:rPr>
              <a:t>：</a:t>
            </a:r>
            <a:r>
              <a:rPr lang="en-US" altLang="en-US" sz="1800" dirty="0">
                <a:solidFill>
                  <a:srgbClr val="000000"/>
                </a:solidFill>
                <a:latin typeface="微软雅黑" panose="020B0503020204020204" charset="-122"/>
                <a:ea typeface="微软雅黑" panose="020B0503020204020204" charset="-122"/>
                <a:cs typeface="微软雅黑" panose="020B0503020204020204" charset="-122"/>
              </a:rPr>
              <a:t>4%</a:t>
            </a:r>
            <a:r>
              <a:rPr lang="zh-CN" altLang="en-US" sz="1800" dirty="0">
                <a:solidFill>
                  <a:srgbClr val="000000"/>
                </a:solidFill>
                <a:latin typeface="微软雅黑" panose="020B0503020204020204" charset="-122"/>
                <a:ea typeface="微软雅黑" panose="020B0503020204020204" charset="-122"/>
                <a:cs typeface="微软雅黑" panose="020B0503020204020204" charset="-122"/>
              </a:rPr>
              <a:t>；</a:t>
            </a:r>
          </a:p>
          <a:p>
            <a:pPr lvl="1" algn="just" eaLnBrk="1" hangingPunct="1">
              <a:lnSpc>
                <a:spcPct val="140000"/>
              </a:lnSpc>
            </a:pPr>
            <a:r>
              <a:rPr lang="en-US" altLang="en-US" sz="1800" dirty="0">
                <a:solidFill>
                  <a:srgbClr val="000000"/>
                </a:solidFill>
                <a:latin typeface="微软雅黑" panose="020B0503020204020204" charset="-122"/>
                <a:ea typeface="微软雅黑" panose="020B0503020204020204" charset="-122"/>
                <a:cs typeface="微软雅黑" panose="020B0503020204020204" charset="-122"/>
              </a:rPr>
              <a:t>2</a:t>
            </a:r>
            <a:r>
              <a:rPr lang="zh-CN" altLang="en-US" sz="1800" dirty="0">
                <a:solidFill>
                  <a:srgbClr val="000000"/>
                </a:solidFill>
                <a:latin typeface="微软雅黑" panose="020B0503020204020204" charset="-122"/>
                <a:ea typeface="微软雅黑" panose="020B0503020204020204" charset="-122"/>
                <a:cs typeface="微软雅黑" panose="020B0503020204020204" charset="-122"/>
              </a:rPr>
              <a:t>万元</a:t>
            </a:r>
            <a:r>
              <a:rPr lang="en-US" altLang="en-US" sz="1800" dirty="0">
                <a:solidFill>
                  <a:srgbClr val="000000"/>
                </a:solidFill>
                <a:latin typeface="微软雅黑" panose="020B0503020204020204" charset="-122"/>
                <a:ea typeface="微软雅黑" panose="020B0503020204020204" charset="-122"/>
                <a:cs typeface="微软雅黑" panose="020B0503020204020204" charset="-122"/>
              </a:rPr>
              <a:t>(</a:t>
            </a:r>
            <a:r>
              <a:rPr lang="zh-CN" altLang="en-US" sz="1800" dirty="0">
                <a:solidFill>
                  <a:srgbClr val="000000"/>
                </a:solidFill>
                <a:latin typeface="微软雅黑" panose="020B0503020204020204" charset="-122"/>
                <a:ea typeface="微软雅黑" panose="020B0503020204020204" charset="-122"/>
                <a:cs typeface="微软雅黑" panose="020B0503020204020204" charset="-122"/>
              </a:rPr>
              <a:t>不含</a:t>
            </a:r>
            <a:r>
              <a:rPr lang="en-US" altLang="en-US" sz="1800" dirty="0">
                <a:solidFill>
                  <a:srgbClr val="000000"/>
                </a:solidFill>
                <a:latin typeface="微软雅黑" panose="020B0503020204020204" charset="-122"/>
                <a:ea typeface="微软雅黑" panose="020B0503020204020204" charset="-122"/>
                <a:cs typeface="微软雅黑" panose="020B0503020204020204" charset="-122"/>
              </a:rPr>
              <a:t>)</a:t>
            </a:r>
            <a:r>
              <a:rPr lang="zh-CN" altLang="en-US" sz="1800" dirty="0">
                <a:solidFill>
                  <a:srgbClr val="000000"/>
                </a:solidFill>
                <a:latin typeface="微软雅黑" panose="020B0503020204020204" charset="-122"/>
                <a:ea typeface="微软雅黑" panose="020B0503020204020204" charset="-122"/>
                <a:cs typeface="微软雅黑" panose="020B0503020204020204" charset="-122"/>
              </a:rPr>
              <a:t>～</a:t>
            </a:r>
            <a:r>
              <a:rPr lang="en-US" altLang="en-US" sz="1800" dirty="0">
                <a:solidFill>
                  <a:srgbClr val="000000"/>
                </a:solidFill>
                <a:latin typeface="微软雅黑" panose="020B0503020204020204" charset="-122"/>
                <a:ea typeface="微软雅黑" panose="020B0503020204020204" charset="-122"/>
                <a:cs typeface="微软雅黑" panose="020B0503020204020204" charset="-122"/>
              </a:rPr>
              <a:t>4.5</a:t>
            </a:r>
            <a:r>
              <a:rPr lang="zh-CN" altLang="en-US" sz="1800" dirty="0">
                <a:solidFill>
                  <a:srgbClr val="000000"/>
                </a:solidFill>
                <a:latin typeface="微软雅黑" panose="020B0503020204020204" charset="-122"/>
                <a:ea typeface="微软雅黑" panose="020B0503020204020204" charset="-122"/>
                <a:cs typeface="微软雅黑" panose="020B0503020204020204" charset="-122"/>
              </a:rPr>
              <a:t>万元</a:t>
            </a:r>
            <a:r>
              <a:rPr lang="en-US" altLang="en-US" sz="1800" dirty="0">
                <a:solidFill>
                  <a:srgbClr val="000000"/>
                </a:solidFill>
                <a:latin typeface="微软雅黑" panose="020B0503020204020204" charset="-122"/>
                <a:ea typeface="微软雅黑" panose="020B0503020204020204" charset="-122"/>
                <a:cs typeface="微软雅黑" panose="020B0503020204020204" charset="-122"/>
              </a:rPr>
              <a:t>(</a:t>
            </a:r>
            <a:r>
              <a:rPr lang="zh-CN" altLang="en-US" sz="1800" dirty="0">
                <a:solidFill>
                  <a:srgbClr val="000000"/>
                </a:solidFill>
                <a:latin typeface="微软雅黑" panose="020B0503020204020204" charset="-122"/>
                <a:ea typeface="微软雅黑" panose="020B0503020204020204" charset="-122"/>
                <a:cs typeface="微软雅黑" panose="020B0503020204020204" charset="-122"/>
              </a:rPr>
              <a:t>含</a:t>
            </a:r>
            <a:r>
              <a:rPr lang="en-US" altLang="en-US" sz="1800" dirty="0">
                <a:solidFill>
                  <a:srgbClr val="000000"/>
                </a:solidFill>
                <a:latin typeface="微软雅黑" panose="020B0503020204020204" charset="-122"/>
                <a:ea typeface="微软雅黑" panose="020B0503020204020204" charset="-122"/>
                <a:cs typeface="微软雅黑" panose="020B0503020204020204" charset="-122"/>
              </a:rPr>
              <a:t>)</a:t>
            </a:r>
            <a:r>
              <a:rPr lang="zh-CN" altLang="en-US" sz="1800" dirty="0">
                <a:solidFill>
                  <a:srgbClr val="000000"/>
                </a:solidFill>
                <a:latin typeface="微软雅黑" panose="020B0503020204020204" charset="-122"/>
                <a:ea typeface="微软雅黑" panose="020B0503020204020204" charset="-122"/>
                <a:cs typeface="微软雅黑" panose="020B0503020204020204" charset="-122"/>
              </a:rPr>
              <a:t>：</a:t>
            </a:r>
            <a:r>
              <a:rPr lang="en-US" altLang="en-US" sz="1800" dirty="0">
                <a:solidFill>
                  <a:srgbClr val="000000"/>
                </a:solidFill>
                <a:latin typeface="微软雅黑" panose="020B0503020204020204" charset="-122"/>
                <a:ea typeface="微软雅黑" panose="020B0503020204020204" charset="-122"/>
                <a:cs typeface="微软雅黑" panose="020B0503020204020204" charset="-122"/>
              </a:rPr>
              <a:t>1%</a:t>
            </a:r>
            <a:r>
              <a:rPr lang="zh-CN" altLang="en-US" sz="1800" dirty="0">
                <a:solidFill>
                  <a:srgbClr val="000000"/>
                </a:solidFill>
                <a:latin typeface="微软雅黑" panose="020B0503020204020204" charset="-122"/>
                <a:ea typeface="微软雅黑" panose="020B0503020204020204" charset="-122"/>
                <a:cs typeface="微软雅黑" panose="020B0503020204020204" charset="-122"/>
              </a:rPr>
              <a:t>；</a:t>
            </a:r>
          </a:p>
          <a:p>
            <a:pPr lvl="1" algn="just" eaLnBrk="1" hangingPunct="1">
              <a:lnSpc>
                <a:spcPct val="140000"/>
              </a:lnSpc>
            </a:pPr>
            <a:r>
              <a:rPr lang="en-US" altLang="en-US" sz="1800" dirty="0">
                <a:solidFill>
                  <a:srgbClr val="000000"/>
                </a:solidFill>
                <a:latin typeface="微软雅黑" panose="020B0503020204020204" charset="-122"/>
                <a:ea typeface="微软雅黑" panose="020B0503020204020204" charset="-122"/>
                <a:cs typeface="微软雅黑" panose="020B0503020204020204" charset="-122"/>
              </a:rPr>
              <a:t>4.5</a:t>
            </a:r>
            <a:r>
              <a:rPr lang="zh-CN" altLang="en-US" sz="1800" dirty="0">
                <a:solidFill>
                  <a:srgbClr val="000000"/>
                </a:solidFill>
                <a:latin typeface="微软雅黑" panose="020B0503020204020204" charset="-122"/>
                <a:ea typeface="微软雅黑" panose="020B0503020204020204" charset="-122"/>
                <a:cs typeface="微软雅黑" panose="020B0503020204020204" charset="-122"/>
              </a:rPr>
              <a:t>万元以上</a:t>
            </a:r>
            <a:r>
              <a:rPr lang="en-US" altLang="en-US" sz="1800" dirty="0">
                <a:solidFill>
                  <a:srgbClr val="000000"/>
                </a:solidFill>
                <a:latin typeface="微软雅黑" panose="020B0503020204020204" charset="-122"/>
                <a:ea typeface="微软雅黑" panose="020B0503020204020204" charset="-122"/>
                <a:cs typeface="微软雅黑" panose="020B0503020204020204" charset="-122"/>
              </a:rPr>
              <a:t>(</a:t>
            </a:r>
            <a:r>
              <a:rPr lang="zh-CN" altLang="en-US" sz="1800" dirty="0">
                <a:solidFill>
                  <a:srgbClr val="000000"/>
                </a:solidFill>
                <a:latin typeface="微软雅黑" panose="020B0503020204020204" charset="-122"/>
                <a:ea typeface="微软雅黑" panose="020B0503020204020204" charset="-122"/>
                <a:cs typeface="微软雅黑" panose="020B0503020204020204" charset="-122"/>
              </a:rPr>
              <a:t>不含</a:t>
            </a:r>
            <a:r>
              <a:rPr lang="en-US" altLang="en-US" sz="1800" dirty="0">
                <a:solidFill>
                  <a:srgbClr val="000000"/>
                </a:solidFill>
                <a:latin typeface="微软雅黑" panose="020B0503020204020204" charset="-122"/>
                <a:ea typeface="微软雅黑" panose="020B0503020204020204" charset="-122"/>
                <a:cs typeface="微软雅黑" panose="020B0503020204020204" charset="-122"/>
              </a:rPr>
              <a:t>)</a:t>
            </a:r>
            <a:r>
              <a:rPr lang="zh-CN" altLang="en-US" sz="1800" dirty="0">
                <a:solidFill>
                  <a:srgbClr val="000000"/>
                </a:solidFill>
                <a:latin typeface="微软雅黑" panose="020B0503020204020204" charset="-122"/>
                <a:ea typeface="微软雅黑" panose="020B0503020204020204" charset="-122"/>
                <a:cs typeface="微软雅黑" panose="020B0503020204020204" charset="-122"/>
              </a:rPr>
              <a:t>：</a:t>
            </a:r>
            <a:r>
              <a:rPr lang="en-US" altLang="en-US" sz="1800" dirty="0">
                <a:solidFill>
                  <a:srgbClr val="000000"/>
                </a:solidFill>
                <a:latin typeface="微软雅黑" panose="020B0503020204020204" charset="-122"/>
                <a:ea typeface="微软雅黑" panose="020B0503020204020204" charset="-122"/>
                <a:cs typeface="微软雅黑" panose="020B0503020204020204" charset="-122"/>
              </a:rPr>
              <a:t>0.5%</a:t>
            </a:r>
            <a:r>
              <a:rPr lang="zh-CN" altLang="en-US" sz="1800" dirty="0">
                <a:solidFill>
                  <a:srgbClr val="000000"/>
                </a:solidFill>
                <a:latin typeface="微软雅黑" panose="020B0503020204020204" charset="-122"/>
                <a:ea typeface="微软雅黑" panose="020B0503020204020204" charset="-122"/>
                <a:cs typeface="微软雅黑" panose="020B0503020204020204" charset="-122"/>
              </a:rPr>
              <a:t>。</a:t>
            </a:r>
          </a:p>
          <a:p>
            <a:pPr algn="just" eaLnBrk="1" hangingPunct="1">
              <a:lnSpc>
                <a:spcPct val="140000"/>
              </a:lnSpc>
            </a:pPr>
            <a:r>
              <a:rPr lang="zh-CN" altLang="en-US" sz="1800" dirty="0">
                <a:solidFill>
                  <a:srgbClr val="000000"/>
                </a:solidFill>
                <a:latin typeface="微软雅黑" panose="020B0503020204020204" charset="-122"/>
                <a:ea typeface="微软雅黑" panose="020B0503020204020204" charset="-122"/>
                <a:cs typeface="微软雅黑" panose="020B0503020204020204" charset="-122"/>
              </a:rPr>
              <a:t>最终将由佣金计算系统生成月销售报告，对当月售出的白酒、红酒和啤酒总数进行汇总，并</a:t>
            </a:r>
            <a:r>
              <a:rPr lang="zh-CN" altLang="en-US" sz="1800" b="1" dirty="0">
                <a:solidFill>
                  <a:srgbClr val="000000"/>
                </a:solidFill>
                <a:latin typeface="微软雅黑" panose="020B0503020204020204" charset="-122"/>
                <a:ea typeface="微软雅黑" panose="020B0503020204020204" charset="-122"/>
                <a:cs typeface="微软雅黑" panose="020B0503020204020204" charset="-122"/>
              </a:rPr>
              <a:t>计算销售公司的总销售额和各销售员的佣金</a:t>
            </a:r>
            <a:r>
              <a:rPr lang="zh-CN" altLang="en-US" sz="1800" dirty="0">
                <a:solidFill>
                  <a:srgbClr val="000000"/>
                </a:solidFill>
                <a:latin typeface="微软雅黑" panose="020B0503020204020204" charset="-122"/>
                <a:ea typeface="微软雅黑" panose="020B0503020204020204" charset="-122"/>
                <a:cs typeface="微软雅黑" panose="020B0503020204020204" charset="-122"/>
              </a:rPr>
              <a:t>。</a:t>
            </a:r>
          </a:p>
        </p:txBody>
      </p:sp>
      <p:sp>
        <p:nvSpPr>
          <p:cNvPr id="2" name="日期占位符 1"/>
          <p:cNvSpPr>
            <a:spLocks noGrp="1"/>
          </p:cNvSpPr>
          <p:nvPr>
            <p:ph type="dt" sz="half" idx="10"/>
            <p:custDataLst>
              <p:tags r:id="rId5"/>
            </p:custDataLst>
          </p:nvPr>
        </p:nvSpPr>
        <p:spPr/>
        <p:txBody>
          <a:bodyPr vert="horz" wrap="square" lIns="68580" tIns="34290" rIns="68580" bIns="34290" rtlCol="0" anchor="ctr">
            <a:normAutofit/>
          </a:bodyPr>
          <a:lstStyle>
            <a:defPPr>
              <a:defRPr lang="zh-CN"/>
            </a:defPPr>
            <a:lvl1pPr marL="0" algn="l"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dk1">
                    <a:tint val="75000"/>
                  </a:schemeClr>
                </a:solidFill>
                <a:latin typeface="微软雅黑" panose="020B0503020204020204" charset="-122"/>
                <a:sym typeface="+mn-ea"/>
              </a:rPr>
              <a:t>2024/3/12</a:t>
            </a:fld>
            <a:endParaRPr lang="zh-CN" altLang="en-US">
              <a:solidFill>
                <a:schemeClr val="dk1">
                  <a:tint val="75000"/>
                </a:schemeClr>
              </a:solidFill>
              <a:latin typeface="微软雅黑" panose="020B0503020204020204" charset="-122"/>
              <a:sym typeface="+mn-ea"/>
            </a:endParaRPr>
          </a:p>
        </p:txBody>
      </p:sp>
      <p:sp>
        <p:nvSpPr>
          <p:cNvPr id="5" name="灯片编号占位符 4"/>
          <p:cNvSpPr>
            <a:spLocks noGrp="1"/>
          </p:cNvSpPr>
          <p:nvPr>
            <p:ph type="sldNum" sz="quarter" idx="12"/>
            <p:custDataLst>
              <p:tags r:id="rId6"/>
            </p:custDataLst>
          </p:nvPr>
        </p:nvSpPr>
        <p:spPr/>
        <p:txBody>
          <a:bodyPr vert="horz" wrap="square" lIns="68580" tIns="34290" rIns="68580" bIns="34290" rtlCol="0" anchor="ctr">
            <a:normAutofit/>
          </a:bodyPr>
          <a:lstStyle>
            <a:defPPr>
              <a:defRPr lang="zh-CN"/>
            </a:defPPr>
            <a:lvl1pPr marL="0" algn="r"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dk1">
                    <a:tint val="75000"/>
                  </a:schemeClr>
                </a:solidFill>
                <a:latin typeface="微软雅黑" panose="020B0503020204020204" charset="-122"/>
                <a:sym typeface="+mn-ea"/>
              </a:rPr>
              <a:t>43</a:t>
            </a:fld>
            <a:endParaRPr lang="zh-CN" altLang="en-US">
              <a:solidFill>
                <a:schemeClr val="dk1">
                  <a:tint val="75000"/>
                </a:schemeClr>
              </a:solidFill>
              <a:latin typeface="微软雅黑" panose="020B0503020204020204" charset="-122"/>
              <a:sym typeface="+mn-ea"/>
            </a:endParaRPr>
          </a:p>
        </p:txBody>
      </p:sp>
    </p:spTree>
    <p:custDataLst>
      <p:tags r:id="rId1"/>
    </p:custData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图片 7"/>
          <p:cNvPicPr>
            <a:picLocks noChangeAspect="1"/>
          </p:cNvPicPr>
          <p:nvPr userDrawn="1">
            <p:custDataLst>
              <p:tags r:id="rId2"/>
            </p:custDataLst>
          </p:nvPr>
        </p:nvPicPr>
        <p:blipFill rotWithShape="1">
          <a:blip r:embed="rId9"/>
          <a:srcRect/>
          <a:stretch>
            <a:fillRect/>
          </a:stretch>
        </p:blipFill>
        <p:spPr>
          <a:xfrm>
            <a:off x="1143000" y="1"/>
            <a:ext cx="6858000" cy="208121"/>
          </a:xfrm>
          <a:prstGeom prst="rect">
            <a:avLst/>
          </a:prstGeom>
        </p:spPr>
      </p:pic>
      <p:pic>
        <p:nvPicPr>
          <p:cNvPr id="15" name="图片 14"/>
          <p:cNvPicPr>
            <a:picLocks noChangeAspect="1"/>
          </p:cNvPicPr>
          <p:nvPr userDrawn="1">
            <p:custDataLst>
              <p:tags r:id="rId3"/>
            </p:custDataLst>
          </p:nvPr>
        </p:nvPicPr>
        <p:blipFill rotWithShape="1">
          <a:blip r:embed="rId10"/>
          <a:srcRect/>
          <a:stretch>
            <a:fillRect/>
          </a:stretch>
        </p:blipFill>
        <p:spPr>
          <a:xfrm>
            <a:off x="1143000" y="4935379"/>
            <a:ext cx="6858000" cy="208121"/>
          </a:xfrm>
          <a:prstGeom prst="rect">
            <a:avLst/>
          </a:prstGeom>
        </p:spPr>
      </p:pic>
      <p:sp>
        <p:nvSpPr>
          <p:cNvPr id="3" name="Rectangle 2"/>
          <p:cNvSpPr>
            <a:spLocks noGrp="1"/>
          </p:cNvSpPr>
          <p:nvPr>
            <p:custDataLst>
              <p:tags r:id="rId4"/>
            </p:custDataLst>
          </p:nvPr>
        </p:nvSpPr>
        <p:spPr>
          <a:xfrm>
            <a:off x="1485900" y="91679"/>
            <a:ext cx="5657850" cy="971550"/>
          </a:xfrm>
          <a:prstGeom prst="rect">
            <a:avLst/>
          </a:prstGeom>
          <a:noFill/>
          <a:ln w="9525">
            <a:noFill/>
          </a:ln>
        </p:spPr>
        <p:txBody>
          <a:bodyPr vert="horz" wrap="square" lIns="68580" tIns="34290" rIns="68580" bIns="34290" anchor="b" anchorCtr="0"/>
          <a:lst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a:lstStyle>
          <a:p>
            <a:pPr eaLnBrk="1" hangingPunct="1"/>
            <a:r>
              <a:rPr lang="zh-CN" altLang="en-US" sz="2925" dirty="0">
                <a:solidFill>
                  <a:schemeClr val="accent1">
                    <a:lumMod val="75000"/>
                  </a:schemeClr>
                </a:solidFill>
                <a:latin typeface="微软雅黑" panose="020B0503020204020204" charset="-122"/>
                <a:ea typeface="微软雅黑" panose="020B0503020204020204" charset="-122"/>
                <a:cs typeface="微软雅黑" panose="020B0503020204020204" charset="-122"/>
              </a:rPr>
              <a:t>边界值测试</a:t>
            </a:r>
          </a:p>
        </p:txBody>
      </p:sp>
      <p:sp>
        <p:nvSpPr>
          <p:cNvPr id="4" name="Rectangle 3"/>
          <p:cNvSpPr>
            <a:spLocks noGrp="1"/>
          </p:cNvSpPr>
          <p:nvPr/>
        </p:nvSpPr>
        <p:spPr>
          <a:xfrm>
            <a:off x="1485900" y="1289685"/>
            <a:ext cx="6172200" cy="3438525"/>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a:lstStyle>
          <a:p>
            <a:pPr lvl="0" eaLnBrk="1" hangingPunct="1">
              <a:lnSpc>
                <a:spcPct val="120000"/>
              </a:lnSpc>
            </a:pPr>
            <a:r>
              <a:rPr lang="zh-CN" altLang="en-US" sz="1729" dirty="0">
                <a:solidFill>
                  <a:srgbClr val="000000"/>
                </a:solidFill>
                <a:latin typeface="微软雅黑" panose="020B0503020204020204" charset="-122"/>
                <a:ea typeface="微软雅黑" panose="020B0503020204020204" charset="-122"/>
                <a:sym typeface="+mn-ea"/>
              </a:rPr>
              <a:t>本案例的输入域包括：白酒、红酒、啤酒的销售量</a:t>
            </a:r>
            <a:endParaRPr lang="zh-CN" altLang="en-US" sz="1729" dirty="0">
              <a:solidFill>
                <a:srgbClr val="000000"/>
              </a:solidFill>
              <a:latin typeface="微软雅黑" panose="020B0503020204020204" charset="-122"/>
              <a:ea typeface="微软雅黑" panose="020B0503020204020204" charset="-122"/>
            </a:endParaRPr>
          </a:p>
          <a:p>
            <a:pPr lvl="0" eaLnBrk="1" hangingPunct="1">
              <a:lnSpc>
                <a:spcPct val="120000"/>
              </a:lnSpc>
            </a:pPr>
            <a:r>
              <a:rPr lang="zh-CN" altLang="en-US" sz="1729" dirty="0">
                <a:solidFill>
                  <a:srgbClr val="000000"/>
                </a:solidFill>
                <a:latin typeface="微软雅黑" panose="020B0503020204020204" charset="-122"/>
                <a:ea typeface="微软雅黑" panose="020B0503020204020204" charset="-122"/>
                <a:sym typeface="+mn-ea"/>
              </a:rPr>
              <a:t>每个输入域分别有两个边界点，如下表：</a:t>
            </a:r>
          </a:p>
          <a:p>
            <a:pPr lvl="0" eaLnBrk="1" hangingPunct="1">
              <a:lnSpc>
                <a:spcPct val="120000"/>
              </a:lnSpc>
            </a:pPr>
            <a:endParaRPr lang="zh-CN" altLang="en-US" sz="1729" dirty="0">
              <a:solidFill>
                <a:srgbClr val="000000"/>
              </a:solidFill>
              <a:latin typeface="微软雅黑" panose="020B0503020204020204" charset="-122"/>
              <a:ea typeface="微软雅黑" panose="020B0503020204020204" charset="-122"/>
              <a:sym typeface="+mn-ea"/>
            </a:endParaRPr>
          </a:p>
          <a:p>
            <a:pPr lvl="0" eaLnBrk="1" hangingPunct="1">
              <a:lnSpc>
                <a:spcPct val="120000"/>
              </a:lnSpc>
            </a:pPr>
            <a:endParaRPr lang="zh-CN" altLang="en-US" sz="1729" dirty="0">
              <a:solidFill>
                <a:srgbClr val="000000"/>
              </a:solidFill>
              <a:latin typeface="微软雅黑" panose="020B0503020204020204" charset="-122"/>
              <a:ea typeface="微软雅黑" panose="020B0503020204020204" charset="-122"/>
              <a:sym typeface="+mn-ea"/>
            </a:endParaRPr>
          </a:p>
          <a:p>
            <a:pPr lvl="0" eaLnBrk="1" hangingPunct="1">
              <a:lnSpc>
                <a:spcPct val="120000"/>
              </a:lnSpc>
            </a:pPr>
            <a:endParaRPr lang="zh-CN" altLang="en-US" sz="1729" dirty="0">
              <a:solidFill>
                <a:srgbClr val="000000"/>
              </a:solidFill>
              <a:latin typeface="微软雅黑" panose="020B0503020204020204" charset="-122"/>
              <a:ea typeface="微软雅黑" panose="020B0503020204020204" charset="-122"/>
              <a:sym typeface="+mn-ea"/>
            </a:endParaRPr>
          </a:p>
          <a:p>
            <a:pPr lvl="0" eaLnBrk="1" hangingPunct="1">
              <a:lnSpc>
                <a:spcPct val="120000"/>
              </a:lnSpc>
            </a:pPr>
            <a:endParaRPr lang="zh-CN" altLang="en-US" sz="1729" dirty="0">
              <a:solidFill>
                <a:srgbClr val="000000"/>
              </a:solidFill>
              <a:latin typeface="微软雅黑" panose="020B0503020204020204" charset="-122"/>
              <a:ea typeface="微软雅黑" panose="020B0503020204020204" charset="-122"/>
              <a:sym typeface="+mn-ea"/>
            </a:endParaRPr>
          </a:p>
          <a:p>
            <a:pPr lvl="0" eaLnBrk="1" hangingPunct="1">
              <a:lnSpc>
                <a:spcPct val="150000"/>
              </a:lnSpc>
            </a:pPr>
            <a:r>
              <a:rPr lang="zh-CN" altLang="en-US" sz="1729" dirty="0">
                <a:solidFill>
                  <a:srgbClr val="000000"/>
                </a:solidFill>
                <a:latin typeface="微软雅黑" panose="020B0503020204020204" charset="-122"/>
                <a:ea typeface="微软雅黑" panose="020B0503020204020204" charset="-122"/>
              </a:rPr>
              <a:t>输出域与输入域完全不同、输入域的测试用例无法覆盖到输出域的所有边界，因此需要补充测试输出域的边界。</a:t>
            </a:r>
            <a:endParaRPr lang="zh-CN" altLang="en-US" sz="2074" dirty="0">
              <a:solidFill>
                <a:srgbClr val="000000"/>
              </a:solidFill>
              <a:latin typeface="微软雅黑" panose="020B0503020204020204" charset="-122"/>
              <a:ea typeface="微软雅黑" panose="020B0503020204020204" charset="-122"/>
            </a:endParaRPr>
          </a:p>
          <a:p>
            <a:pPr lvl="1" eaLnBrk="1" hangingPunct="1">
              <a:lnSpc>
                <a:spcPct val="120000"/>
              </a:lnSpc>
            </a:pPr>
            <a:endParaRPr lang="zh-CN" altLang="en-US" sz="1800" dirty="0">
              <a:solidFill>
                <a:srgbClr val="000000"/>
              </a:solidFill>
              <a:latin typeface="微软雅黑" panose="020B0503020204020204" charset="-122"/>
              <a:ea typeface="微软雅黑" panose="020B0503020204020204" charset="-122"/>
            </a:endParaRPr>
          </a:p>
        </p:txBody>
      </p:sp>
      <p:sp>
        <p:nvSpPr>
          <p:cNvPr id="2" name="日期占位符 1"/>
          <p:cNvSpPr>
            <a:spLocks noGrp="1"/>
          </p:cNvSpPr>
          <p:nvPr>
            <p:ph type="dt" sz="half" idx="10"/>
            <p:custDataLst>
              <p:tags r:id="rId5"/>
            </p:custDataLst>
          </p:nvPr>
        </p:nvSpPr>
        <p:spPr/>
        <p:txBody>
          <a:bodyPr vert="horz" wrap="square" lIns="68580" tIns="34290" rIns="68580" bIns="34290" rtlCol="0" anchor="ctr">
            <a:normAutofit/>
          </a:bodyPr>
          <a:lstStyle>
            <a:defPPr>
              <a:defRPr lang="zh-CN"/>
            </a:defPPr>
            <a:lvl1pPr marL="0" algn="l"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dk1">
                    <a:tint val="75000"/>
                  </a:schemeClr>
                </a:solidFill>
                <a:latin typeface="微软雅黑" panose="020B0503020204020204" charset="-122"/>
                <a:sym typeface="+mn-ea"/>
              </a:rPr>
              <a:t>2024/3/12</a:t>
            </a:fld>
            <a:endParaRPr lang="zh-CN" altLang="en-US">
              <a:solidFill>
                <a:schemeClr val="dk1">
                  <a:tint val="75000"/>
                </a:schemeClr>
              </a:solidFill>
              <a:latin typeface="微软雅黑" panose="020B0503020204020204" charset="-122"/>
              <a:sym typeface="+mn-ea"/>
            </a:endParaRPr>
          </a:p>
        </p:txBody>
      </p:sp>
      <p:sp>
        <p:nvSpPr>
          <p:cNvPr id="5" name="灯片编号占位符 4"/>
          <p:cNvSpPr>
            <a:spLocks noGrp="1"/>
          </p:cNvSpPr>
          <p:nvPr>
            <p:ph type="sldNum" sz="quarter" idx="12"/>
            <p:custDataLst>
              <p:tags r:id="rId6"/>
            </p:custDataLst>
          </p:nvPr>
        </p:nvSpPr>
        <p:spPr/>
        <p:txBody>
          <a:bodyPr vert="horz" wrap="square" lIns="68580" tIns="34290" rIns="68580" bIns="34290" rtlCol="0" anchor="ctr">
            <a:normAutofit/>
          </a:bodyPr>
          <a:lstStyle>
            <a:defPPr>
              <a:defRPr lang="zh-CN"/>
            </a:defPPr>
            <a:lvl1pPr marL="0" algn="r"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dk1">
                    <a:tint val="75000"/>
                  </a:schemeClr>
                </a:solidFill>
                <a:latin typeface="微软雅黑" panose="020B0503020204020204" charset="-122"/>
                <a:sym typeface="+mn-ea"/>
              </a:rPr>
              <a:t>44</a:t>
            </a:fld>
            <a:endParaRPr lang="zh-CN" altLang="en-US">
              <a:solidFill>
                <a:schemeClr val="dk1">
                  <a:tint val="75000"/>
                </a:schemeClr>
              </a:solidFill>
              <a:latin typeface="微软雅黑" panose="020B0503020204020204" charset="-122"/>
              <a:sym typeface="+mn-ea"/>
            </a:endParaRPr>
          </a:p>
        </p:txBody>
      </p:sp>
      <p:graphicFrame>
        <p:nvGraphicFramePr>
          <p:cNvPr id="6" name="表格 5"/>
          <p:cNvGraphicFramePr/>
          <p:nvPr>
            <p:custDataLst>
              <p:tags r:id="rId7"/>
            </p:custDataLst>
          </p:nvPr>
        </p:nvGraphicFramePr>
        <p:xfrm>
          <a:off x="1578293" y="2193608"/>
          <a:ext cx="5987416" cy="1196340"/>
        </p:xfrm>
        <a:graphic>
          <a:graphicData uri="http://schemas.openxmlformats.org/drawingml/2006/table">
            <a:tbl>
              <a:tblPr firstRow="1" bandRow="1">
                <a:tableStyleId>{5C22544A-7EE6-4342-B048-85BDC9FD1C3A}</a:tableStyleId>
              </a:tblPr>
              <a:tblGrid>
                <a:gridCol w="1496854">
                  <a:extLst>
                    <a:ext uri="{9D8B030D-6E8A-4147-A177-3AD203B41FA5}">
                      <a16:colId xmlns:a16="http://schemas.microsoft.com/office/drawing/2014/main" val="20000"/>
                    </a:ext>
                  </a:extLst>
                </a:gridCol>
                <a:gridCol w="1496854">
                  <a:extLst>
                    <a:ext uri="{9D8B030D-6E8A-4147-A177-3AD203B41FA5}">
                      <a16:colId xmlns:a16="http://schemas.microsoft.com/office/drawing/2014/main" val="20001"/>
                    </a:ext>
                  </a:extLst>
                </a:gridCol>
                <a:gridCol w="1496854">
                  <a:extLst>
                    <a:ext uri="{9D8B030D-6E8A-4147-A177-3AD203B41FA5}">
                      <a16:colId xmlns:a16="http://schemas.microsoft.com/office/drawing/2014/main" val="20002"/>
                    </a:ext>
                  </a:extLst>
                </a:gridCol>
                <a:gridCol w="1496854">
                  <a:extLst>
                    <a:ext uri="{9D8B030D-6E8A-4147-A177-3AD203B41FA5}">
                      <a16:colId xmlns:a16="http://schemas.microsoft.com/office/drawing/2014/main" val="20003"/>
                    </a:ext>
                  </a:extLst>
                </a:gridCol>
              </a:tblGrid>
              <a:tr h="297180">
                <a:tc>
                  <a:txBody>
                    <a:bodyPr/>
                    <a:lstStyle/>
                    <a:p>
                      <a:pPr algn="ctr">
                        <a:buNone/>
                      </a:pPr>
                      <a:endParaRPr lang="zh-CN" altLang="en-US" sz="1500"/>
                    </a:p>
                  </a:txBody>
                  <a:tcPr marL="68580" marR="68580" marT="34290" marB="34290" anchor="ctr">
                    <a:solidFill>
                      <a:schemeClr val="accent1">
                        <a:lumMod val="75000"/>
                      </a:schemeClr>
                    </a:solidFill>
                  </a:tcPr>
                </a:tc>
                <a:tc>
                  <a:txBody>
                    <a:bodyPr/>
                    <a:lstStyle/>
                    <a:p>
                      <a:pPr algn="ctr">
                        <a:buNone/>
                      </a:pPr>
                      <a:r>
                        <a:rPr lang="zh-CN" altLang="en-US" sz="1500"/>
                        <a:t>白酒</a:t>
                      </a:r>
                    </a:p>
                  </a:txBody>
                  <a:tcPr marL="68580" marR="68580" marT="34290" marB="34290" anchor="ctr">
                    <a:solidFill>
                      <a:schemeClr val="accent1">
                        <a:lumMod val="75000"/>
                      </a:schemeClr>
                    </a:solidFill>
                  </a:tcPr>
                </a:tc>
                <a:tc>
                  <a:txBody>
                    <a:bodyPr/>
                    <a:lstStyle/>
                    <a:p>
                      <a:pPr algn="ctr">
                        <a:buNone/>
                      </a:pPr>
                      <a:r>
                        <a:rPr lang="zh-CN" altLang="en-US" sz="1500"/>
                        <a:t>红酒</a:t>
                      </a:r>
                    </a:p>
                  </a:txBody>
                  <a:tcPr marL="68580" marR="68580" marT="34290" marB="34290" anchor="ctr">
                    <a:solidFill>
                      <a:schemeClr val="accent1">
                        <a:lumMod val="75000"/>
                      </a:schemeClr>
                    </a:solidFill>
                  </a:tcPr>
                </a:tc>
                <a:tc>
                  <a:txBody>
                    <a:bodyPr/>
                    <a:lstStyle/>
                    <a:p>
                      <a:pPr algn="ctr">
                        <a:buNone/>
                      </a:pPr>
                      <a:r>
                        <a:rPr lang="zh-CN" altLang="en-US" sz="1500"/>
                        <a:t>啤酒</a:t>
                      </a:r>
                    </a:p>
                  </a:txBody>
                  <a:tcPr marL="68580" marR="68580" marT="34290" marB="34290" anchor="ctr">
                    <a:solidFill>
                      <a:schemeClr val="accent1">
                        <a:lumMod val="75000"/>
                      </a:schemeClr>
                    </a:solidFill>
                  </a:tcPr>
                </a:tc>
                <a:extLst>
                  <a:ext uri="{0D108BD9-81ED-4DB2-BD59-A6C34878D82A}">
                    <a16:rowId xmlns:a16="http://schemas.microsoft.com/office/drawing/2014/main" val="10000"/>
                  </a:ext>
                </a:extLst>
              </a:tr>
              <a:tr h="297180">
                <a:tc>
                  <a:txBody>
                    <a:bodyPr/>
                    <a:lstStyle/>
                    <a:p>
                      <a:pPr algn="ctr">
                        <a:buNone/>
                      </a:pPr>
                      <a:r>
                        <a:rPr lang="zh-CN" altLang="en-US" sz="1500"/>
                        <a:t>单价</a:t>
                      </a:r>
                    </a:p>
                  </a:txBody>
                  <a:tcPr marL="68580" marR="68580" marT="34290" marB="34290" anchor="ctr"/>
                </a:tc>
                <a:tc>
                  <a:txBody>
                    <a:bodyPr/>
                    <a:lstStyle/>
                    <a:p>
                      <a:pPr algn="ctr">
                        <a:buNone/>
                      </a:pPr>
                      <a:r>
                        <a:rPr lang="en-US" altLang="zh-CN" sz="1500"/>
                        <a:t>168</a:t>
                      </a:r>
                    </a:p>
                  </a:txBody>
                  <a:tcPr marL="68580" marR="68580" marT="34290" marB="34290" anchor="ctr"/>
                </a:tc>
                <a:tc>
                  <a:txBody>
                    <a:bodyPr/>
                    <a:lstStyle/>
                    <a:p>
                      <a:pPr algn="ctr">
                        <a:buNone/>
                      </a:pPr>
                      <a:r>
                        <a:rPr lang="en-US" altLang="zh-CN" sz="1500"/>
                        <a:t>120</a:t>
                      </a:r>
                    </a:p>
                  </a:txBody>
                  <a:tcPr marL="68580" marR="68580" marT="34290" marB="34290" anchor="ctr"/>
                </a:tc>
                <a:tc>
                  <a:txBody>
                    <a:bodyPr/>
                    <a:lstStyle/>
                    <a:p>
                      <a:pPr algn="ctr">
                        <a:buNone/>
                      </a:pPr>
                      <a:r>
                        <a:rPr lang="en-US" altLang="zh-CN" sz="1500"/>
                        <a:t>5</a:t>
                      </a:r>
                    </a:p>
                  </a:txBody>
                  <a:tcPr marL="68580" marR="68580" marT="34290" marB="34290" anchor="ctr"/>
                </a:tc>
                <a:extLst>
                  <a:ext uri="{0D108BD9-81ED-4DB2-BD59-A6C34878D82A}">
                    <a16:rowId xmlns:a16="http://schemas.microsoft.com/office/drawing/2014/main" val="10001"/>
                  </a:ext>
                </a:extLst>
              </a:tr>
              <a:tr h="297180">
                <a:tc>
                  <a:txBody>
                    <a:bodyPr/>
                    <a:lstStyle/>
                    <a:p>
                      <a:pPr algn="ctr">
                        <a:buNone/>
                      </a:pPr>
                      <a:r>
                        <a:rPr lang="zh-CN" altLang="en-US" sz="1500"/>
                        <a:t>最低销售量</a:t>
                      </a:r>
                    </a:p>
                  </a:txBody>
                  <a:tcPr marL="68580" marR="68580" marT="34290" marB="34290" anchor="ctr"/>
                </a:tc>
                <a:tc>
                  <a:txBody>
                    <a:bodyPr/>
                    <a:lstStyle/>
                    <a:p>
                      <a:pPr algn="ctr">
                        <a:buNone/>
                      </a:pPr>
                      <a:r>
                        <a:rPr lang="en-US" altLang="zh-CN" sz="1500"/>
                        <a:t>50</a:t>
                      </a:r>
                    </a:p>
                  </a:txBody>
                  <a:tcPr marL="68580" marR="68580" marT="34290" marB="34290" anchor="ctr"/>
                </a:tc>
                <a:tc>
                  <a:txBody>
                    <a:bodyPr/>
                    <a:lstStyle/>
                    <a:p>
                      <a:pPr algn="ctr">
                        <a:buNone/>
                      </a:pPr>
                      <a:r>
                        <a:rPr lang="en-US" altLang="zh-CN" sz="1500"/>
                        <a:t>30</a:t>
                      </a:r>
                    </a:p>
                  </a:txBody>
                  <a:tcPr marL="68580" marR="68580" marT="34290" marB="34290" anchor="ctr"/>
                </a:tc>
                <a:tc>
                  <a:txBody>
                    <a:bodyPr/>
                    <a:lstStyle/>
                    <a:p>
                      <a:pPr algn="ctr">
                        <a:buNone/>
                      </a:pPr>
                      <a:r>
                        <a:rPr lang="en-US" altLang="zh-CN" sz="1500"/>
                        <a:t>300</a:t>
                      </a:r>
                    </a:p>
                  </a:txBody>
                  <a:tcPr marL="68580" marR="68580" marT="34290" marB="34290" anchor="ctr"/>
                </a:tc>
                <a:extLst>
                  <a:ext uri="{0D108BD9-81ED-4DB2-BD59-A6C34878D82A}">
                    <a16:rowId xmlns:a16="http://schemas.microsoft.com/office/drawing/2014/main" val="10002"/>
                  </a:ext>
                </a:extLst>
              </a:tr>
              <a:tr h="304800">
                <a:tc>
                  <a:txBody>
                    <a:bodyPr/>
                    <a:lstStyle/>
                    <a:p>
                      <a:pPr algn="ctr">
                        <a:buNone/>
                      </a:pPr>
                      <a:r>
                        <a:rPr lang="zh-CN" altLang="en-US" sz="1500"/>
                        <a:t>最高供应量</a:t>
                      </a:r>
                    </a:p>
                  </a:txBody>
                  <a:tcPr marL="68580" marR="68580" marT="34290" marB="34290" anchor="ctr"/>
                </a:tc>
                <a:tc>
                  <a:txBody>
                    <a:bodyPr/>
                    <a:lstStyle/>
                    <a:p>
                      <a:pPr algn="ctr">
                        <a:buNone/>
                      </a:pPr>
                      <a:r>
                        <a:rPr lang="en-US" altLang="zh-CN" sz="1500"/>
                        <a:t>5000</a:t>
                      </a:r>
                    </a:p>
                  </a:txBody>
                  <a:tcPr marL="68580" marR="68580" marT="34290" marB="34290" anchor="ctr"/>
                </a:tc>
                <a:tc>
                  <a:txBody>
                    <a:bodyPr/>
                    <a:lstStyle/>
                    <a:p>
                      <a:pPr algn="ctr">
                        <a:buNone/>
                      </a:pPr>
                      <a:r>
                        <a:rPr lang="en-US" altLang="zh-CN" sz="1500"/>
                        <a:t>3000</a:t>
                      </a:r>
                    </a:p>
                  </a:txBody>
                  <a:tcPr marL="68580" marR="68580" marT="34290" marB="34290" anchor="ctr"/>
                </a:tc>
                <a:tc>
                  <a:txBody>
                    <a:bodyPr/>
                    <a:lstStyle/>
                    <a:p>
                      <a:pPr algn="ctr">
                        <a:buNone/>
                      </a:pPr>
                      <a:r>
                        <a:rPr lang="en-US" altLang="zh-CN" sz="1500"/>
                        <a:t>30000</a:t>
                      </a:r>
                    </a:p>
                  </a:txBody>
                  <a:tcPr marL="68580" marR="68580" marT="34290" marB="34290" anchor="ctr"/>
                </a:tc>
                <a:extLst>
                  <a:ext uri="{0D108BD9-81ED-4DB2-BD59-A6C34878D82A}">
                    <a16:rowId xmlns:a16="http://schemas.microsoft.com/office/drawing/2014/main" val="10003"/>
                  </a:ext>
                </a:extLst>
              </a:tr>
            </a:tbl>
          </a:graphicData>
        </a:graphic>
      </p:graphicFrame>
    </p:spTree>
    <p:custDataLst>
      <p:tags r:id="rId1"/>
    </p:custData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5" name="图片 14"/>
          <p:cNvPicPr>
            <a:picLocks noChangeAspect="1"/>
          </p:cNvPicPr>
          <p:nvPr userDrawn="1">
            <p:custDataLst>
              <p:tags r:id="rId2"/>
            </p:custDataLst>
          </p:nvPr>
        </p:nvPicPr>
        <p:blipFill rotWithShape="1">
          <a:blip r:embed="rId8"/>
          <a:srcRect/>
          <a:stretch>
            <a:fillRect/>
          </a:stretch>
        </p:blipFill>
        <p:spPr>
          <a:xfrm>
            <a:off x="1143000" y="1"/>
            <a:ext cx="6858000" cy="208121"/>
          </a:xfrm>
          <a:prstGeom prst="rect">
            <a:avLst/>
          </a:prstGeom>
        </p:spPr>
      </p:pic>
      <p:pic>
        <p:nvPicPr>
          <p:cNvPr id="16" name="图片 15"/>
          <p:cNvPicPr>
            <a:picLocks noChangeAspect="1"/>
          </p:cNvPicPr>
          <p:nvPr userDrawn="1">
            <p:custDataLst>
              <p:tags r:id="rId3"/>
            </p:custDataLst>
          </p:nvPr>
        </p:nvPicPr>
        <p:blipFill rotWithShape="1">
          <a:blip r:embed="rId9"/>
          <a:srcRect/>
          <a:stretch>
            <a:fillRect/>
          </a:stretch>
        </p:blipFill>
        <p:spPr>
          <a:xfrm>
            <a:off x="1143000" y="4935379"/>
            <a:ext cx="6858000" cy="208121"/>
          </a:xfrm>
          <a:prstGeom prst="rect">
            <a:avLst/>
          </a:prstGeom>
        </p:spPr>
      </p:pic>
      <p:sp>
        <p:nvSpPr>
          <p:cNvPr id="3" name="Rectangle 2"/>
          <p:cNvSpPr>
            <a:spLocks noGrp="1"/>
          </p:cNvSpPr>
          <p:nvPr>
            <p:custDataLst>
              <p:tags r:id="rId4"/>
            </p:custDataLst>
          </p:nvPr>
        </p:nvSpPr>
        <p:spPr>
          <a:xfrm>
            <a:off x="1485900" y="91679"/>
            <a:ext cx="5657850" cy="971550"/>
          </a:xfrm>
          <a:prstGeom prst="rect">
            <a:avLst/>
          </a:prstGeom>
          <a:noFill/>
          <a:ln w="9525">
            <a:noFill/>
          </a:ln>
        </p:spPr>
        <p:txBody>
          <a:bodyPr vert="horz" wrap="square" lIns="68580" tIns="34290" rIns="68580" bIns="34290" anchor="b" anchorCtr="0"/>
          <a:lst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a:lstStyle>
          <a:p>
            <a:pPr eaLnBrk="1" hangingPunct="1"/>
            <a:r>
              <a:rPr lang="zh-CN" altLang="en-US" sz="2925" dirty="0">
                <a:solidFill>
                  <a:schemeClr val="accent1">
                    <a:lumMod val="75000"/>
                  </a:schemeClr>
                </a:solidFill>
                <a:latin typeface="微软雅黑" panose="020B0503020204020204" charset="-122"/>
                <a:ea typeface="微软雅黑" panose="020B0503020204020204" charset="-122"/>
                <a:cs typeface="微软雅黑" panose="020B0503020204020204" charset="-122"/>
              </a:rPr>
              <a:t>边界值测试</a:t>
            </a:r>
          </a:p>
        </p:txBody>
      </p:sp>
      <p:sp>
        <p:nvSpPr>
          <p:cNvPr id="4" name="Rectangle 3"/>
          <p:cNvSpPr>
            <a:spLocks noGrp="1"/>
          </p:cNvSpPr>
          <p:nvPr/>
        </p:nvSpPr>
        <p:spPr>
          <a:xfrm>
            <a:off x="1485900" y="1289447"/>
            <a:ext cx="6172200" cy="3308747"/>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a:lstStyle>
          <a:p>
            <a:pPr eaLnBrk="1" hangingPunct="1">
              <a:lnSpc>
                <a:spcPct val="110000"/>
              </a:lnSpc>
            </a:pPr>
            <a:r>
              <a:rPr lang="zh-CN" altLang="en-US" sz="2550" b="1" dirty="0">
                <a:solidFill>
                  <a:srgbClr val="000000"/>
                </a:solidFill>
                <a:latin typeface="微软雅黑" panose="020B0503020204020204" charset="-122"/>
                <a:ea typeface="微软雅黑" panose="020B0503020204020204" charset="-122"/>
                <a:sym typeface="+mn-ea"/>
              </a:rPr>
              <a:t>输出域的选择</a:t>
            </a:r>
            <a:endParaRPr lang="en-US" altLang="zh-CN" sz="2550" b="1" dirty="0">
              <a:solidFill>
                <a:srgbClr val="000000"/>
              </a:solidFill>
              <a:latin typeface="微软雅黑" panose="020B0503020204020204" charset="-122"/>
              <a:ea typeface="微软雅黑" panose="020B0503020204020204" charset="-122"/>
            </a:endParaRPr>
          </a:p>
          <a:p>
            <a:pPr lvl="1" eaLnBrk="1" hangingPunct="1">
              <a:lnSpc>
                <a:spcPct val="120000"/>
              </a:lnSpc>
            </a:pPr>
            <a:r>
              <a:rPr lang="zh-CN" altLang="en-US" sz="1800" dirty="0">
                <a:solidFill>
                  <a:srgbClr val="000000"/>
                </a:solidFill>
                <a:latin typeface="微软雅黑" panose="020B0503020204020204" charset="-122"/>
                <a:ea typeface="微软雅黑" panose="020B0503020204020204" charset="-122"/>
                <a:sym typeface="+mn-ea"/>
              </a:rPr>
              <a:t>销售额？</a:t>
            </a:r>
            <a:r>
              <a:rPr lang="en-US" altLang="zh-CN" sz="1800" dirty="0">
                <a:solidFill>
                  <a:srgbClr val="000000"/>
                </a:solidFill>
                <a:latin typeface="微软雅黑" panose="020B0503020204020204" charset="-122"/>
                <a:ea typeface="微软雅黑" panose="020B0503020204020204" charset="-122"/>
                <a:sym typeface="+mn-ea"/>
              </a:rPr>
              <a:t>or </a:t>
            </a:r>
            <a:r>
              <a:rPr lang="zh-CN" altLang="en-US" sz="1800" dirty="0">
                <a:solidFill>
                  <a:srgbClr val="000000"/>
                </a:solidFill>
                <a:latin typeface="微软雅黑" panose="020B0503020204020204" charset="-122"/>
                <a:ea typeface="微软雅黑" panose="020B0503020204020204" charset="-122"/>
                <a:sym typeface="+mn-ea"/>
              </a:rPr>
              <a:t>佣金？</a:t>
            </a:r>
          </a:p>
          <a:p>
            <a:pPr lvl="1" eaLnBrk="1" hangingPunct="1">
              <a:lnSpc>
                <a:spcPct val="120000"/>
              </a:lnSpc>
            </a:pPr>
            <a:r>
              <a:rPr lang="zh-CN" altLang="en-US" sz="1800" dirty="0">
                <a:solidFill>
                  <a:srgbClr val="000000"/>
                </a:solidFill>
                <a:latin typeface="微软雅黑" panose="020B0503020204020204" charset="-122"/>
                <a:ea typeface="微软雅黑" panose="020B0503020204020204" charset="-122"/>
              </a:rPr>
              <a:t>销售额容易计算，可作为输出域进行边界值测试</a:t>
            </a:r>
          </a:p>
          <a:p>
            <a:pPr eaLnBrk="1" hangingPunct="1">
              <a:lnSpc>
                <a:spcPct val="120000"/>
              </a:lnSpc>
            </a:pPr>
            <a:r>
              <a:rPr lang="zh-CN" altLang="en-US" sz="2550" b="1" dirty="0">
                <a:solidFill>
                  <a:srgbClr val="000000"/>
                </a:solidFill>
                <a:latin typeface="微软雅黑" panose="020B0503020204020204" charset="-122"/>
                <a:ea typeface="微软雅黑" panose="020B0503020204020204" charset="-122"/>
              </a:rPr>
              <a:t>测试用例设计</a:t>
            </a:r>
            <a:endParaRPr lang="en-US" altLang="zh-CN" sz="2550" b="1" dirty="0">
              <a:solidFill>
                <a:srgbClr val="000000"/>
              </a:solidFill>
              <a:latin typeface="微软雅黑" panose="020B0503020204020204" charset="-122"/>
              <a:ea typeface="微软雅黑" panose="020B0503020204020204" charset="-122"/>
            </a:endParaRPr>
          </a:p>
          <a:p>
            <a:pPr lvl="1" eaLnBrk="1" hangingPunct="1">
              <a:lnSpc>
                <a:spcPct val="120000"/>
              </a:lnSpc>
            </a:pPr>
            <a:r>
              <a:rPr lang="zh-CN" altLang="en-US" sz="1800" dirty="0">
                <a:solidFill>
                  <a:srgbClr val="000000"/>
                </a:solidFill>
                <a:latin typeface="微软雅黑" panose="020B0503020204020204" charset="-122"/>
                <a:ea typeface="微软雅黑" panose="020B0503020204020204" charset="-122"/>
              </a:rPr>
              <a:t>佣金问题的边界点：佣金比率变化的数据点</a:t>
            </a:r>
          </a:p>
        </p:txBody>
      </p:sp>
      <p:pic>
        <p:nvPicPr>
          <p:cNvPr id="5" name="Picture 2"/>
          <p:cNvPicPr>
            <a:picLocks noChangeAspect="1"/>
          </p:cNvPicPr>
          <p:nvPr/>
        </p:nvPicPr>
        <p:blipFill>
          <a:blip r:embed="rId10"/>
          <a:stretch>
            <a:fillRect/>
          </a:stretch>
        </p:blipFill>
        <p:spPr>
          <a:xfrm>
            <a:off x="1979296" y="3489960"/>
            <a:ext cx="5210651" cy="746284"/>
          </a:xfrm>
          <a:prstGeom prst="rect">
            <a:avLst/>
          </a:prstGeom>
          <a:noFill/>
          <a:ln w="9525">
            <a:noFill/>
          </a:ln>
        </p:spPr>
      </p:pic>
      <p:sp>
        <p:nvSpPr>
          <p:cNvPr id="2" name="日期占位符 1"/>
          <p:cNvSpPr>
            <a:spLocks noGrp="1"/>
          </p:cNvSpPr>
          <p:nvPr>
            <p:ph type="dt" sz="half" idx="10"/>
            <p:custDataLst>
              <p:tags r:id="rId5"/>
            </p:custDataLst>
          </p:nvPr>
        </p:nvSpPr>
        <p:spPr/>
        <p:txBody>
          <a:bodyPr vert="horz" wrap="square" lIns="68580" tIns="34290" rIns="68580" bIns="34290" rtlCol="0" anchor="ctr">
            <a:normAutofit/>
          </a:bodyPr>
          <a:lstStyle>
            <a:defPPr>
              <a:defRPr lang="zh-CN"/>
            </a:defPPr>
            <a:lvl1pPr marL="0" algn="l"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dk1">
                    <a:tint val="75000"/>
                  </a:schemeClr>
                </a:solidFill>
                <a:latin typeface="微软雅黑" panose="020B0503020204020204" charset="-122"/>
                <a:sym typeface="+mn-ea"/>
              </a:rPr>
              <a:t>2024/3/12</a:t>
            </a:fld>
            <a:endParaRPr lang="zh-CN" altLang="en-US">
              <a:solidFill>
                <a:schemeClr val="dk1">
                  <a:tint val="75000"/>
                </a:schemeClr>
              </a:solidFill>
              <a:latin typeface="微软雅黑" panose="020B0503020204020204" charset="-122"/>
              <a:sym typeface="+mn-ea"/>
            </a:endParaRPr>
          </a:p>
        </p:txBody>
      </p:sp>
      <p:sp>
        <p:nvSpPr>
          <p:cNvPr id="6" name="灯片编号占位符 5"/>
          <p:cNvSpPr>
            <a:spLocks noGrp="1"/>
          </p:cNvSpPr>
          <p:nvPr>
            <p:ph type="sldNum" sz="quarter" idx="12"/>
            <p:custDataLst>
              <p:tags r:id="rId6"/>
            </p:custDataLst>
          </p:nvPr>
        </p:nvSpPr>
        <p:spPr/>
        <p:txBody>
          <a:bodyPr vert="horz" wrap="square" lIns="68580" tIns="34290" rIns="68580" bIns="34290" rtlCol="0" anchor="ctr">
            <a:normAutofit/>
          </a:bodyPr>
          <a:lstStyle>
            <a:defPPr>
              <a:defRPr lang="zh-CN"/>
            </a:defPPr>
            <a:lvl1pPr marL="0" algn="r"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dk1">
                    <a:tint val="75000"/>
                  </a:schemeClr>
                </a:solidFill>
                <a:latin typeface="微软雅黑" panose="020B0503020204020204" charset="-122"/>
                <a:sym typeface="+mn-ea"/>
              </a:rPr>
              <a:t>45</a:t>
            </a:fld>
            <a:endParaRPr lang="zh-CN" altLang="en-US">
              <a:solidFill>
                <a:schemeClr val="dk1">
                  <a:tint val="75000"/>
                </a:schemeClr>
              </a:solidFill>
              <a:latin typeface="微软雅黑" panose="020B0503020204020204" charset="-122"/>
              <a:sym typeface="+mn-ea"/>
            </a:endParaRPr>
          </a:p>
        </p:txBody>
      </p:sp>
      <p:sp>
        <p:nvSpPr>
          <p:cNvPr id="8" name="矩形标注 7"/>
          <p:cNvSpPr/>
          <p:nvPr/>
        </p:nvSpPr>
        <p:spPr>
          <a:xfrm>
            <a:off x="1609249" y="4300061"/>
            <a:ext cx="2562225" cy="422910"/>
          </a:xfrm>
          <a:prstGeom prst="wedgeRectCallout">
            <a:avLst>
              <a:gd name="adj1" fmla="val -17695"/>
              <a:gd name="adj2" fmla="val -89153"/>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50">
                <a:sym typeface="+mn-ea"/>
              </a:rPr>
              <a:t>50*168+30*120+300*5=13500</a:t>
            </a:r>
            <a:endParaRPr lang="zh-CN" altLang="en-US" sz="1350"/>
          </a:p>
        </p:txBody>
      </p:sp>
      <p:sp>
        <p:nvSpPr>
          <p:cNvPr id="9" name="矩形标注 8"/>
          <p:cNvSpPr/>
          <p:nvPr/>
        </p:nvSpPr>
        <p:spPr>
          <a:xfrm>
            <a:off x="4572000" y="4300061"/>
            <a:ext cx="3248025" cy="422910"/>
          </a:xfrm>
          <a:prstGeom prst="wedgeRectCallout">
            <a:avLst>
              <a:gd name="adj1" fmla="val -25777"/>
              <a:gd name="adj2" fmla="val -99436"/>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50">
                <a:sym typeface="+mn-ea"/>
              </a:rPr>
              <a:t>5000*168+3000*120+30000*5=1350000</a:t>
            </a:r>
            <a:endParaRPr lang="zh-CN" altLang="en-US" sz="1350"/>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dissolve">
                                      <p:cBhvr>
                                        <p:cTn id="7" dur="500"/>
                                        <p:tgtEl>
                                          <p:spTgt spid="4">
                                            <p:txEl>
                                              <p:pRg st="3" end="3"/>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4">
                                            <p:txEl>
                                              <p:pRg st="4" end="4"/>
                                            </p:txEl>
                                          </p:spTgt>
                                        </p:tgtEl>
                                        <p:attrNameLst>
                                          <p:attrName>style.visibility</p:attrName>
                                        </p:attrNameLst>
                                      </p:cBhvr>
                                      <p:to>
                                        <p:strVal val="visible"/>
                                      </p:to>
                                    </p:set>
                                    <p:animEffect transition="in" filter="dissolve">
                                      <p:cBhvr>
                                        <p:cTn id="10" dur="500"/>
                                        <p:tgtEl>
                                          <p:spTgt spid="4">
                                            <p:txEl>
                                              <p:pRg st="4" end="4"/>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dissolv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dissolve">
                                      <p:cBhvr>
                                        <p:cTn id="20" dur="500"/>
                                        <p:tgtEl>
                                          <p:spTgt spid="8"/>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dissolve">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9" grpId="0" animBg="1"/>
      <p:bldP spid="9" grpId="1" animBg="1"/>
    </p:bld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5" name="图片 14"/>
          <p:cNvPicPr>
            <a:picLocks noChangeAspect="1"/>
          </p:cNvPicPr>
          <p:nvPr userDrawn="1">
            <p:custDataLst>
              <p:tags r:id="rId2"/>
            </p:custDataLst>
          </p:nvPr>
        </p:nvPicPr>
        <p:blipFill rotWithShape="1">
          <a:blip r:embed="rId8"/>
          <a:srcRect/>
          <a:stretch>
            <a:fillRect/>
          </a:stretch>
        </p:blipFill>
        <p:spPr>
          <a:xfrm>
            <a:off x="1143000" y="1"/>
            <a:ext cx="6858000" cy="208121"/>
          </a:xfrm>
          <a:prstGeom prst="rect">
            <a:avLst/>
          </a:prstGeom>
        </p:spPr>
      </p:pic>
      <p:pic>
        <p:nvPicPr>
          <p:cNvPr id="16" name="图片 15"/>
          <p:cNvPicPr>
            <a:picLocks noChangeAspect="1"/>
          </p:cNvPicPr>
          <p:nvPr userDrawn="1">
            <p:custDataLst>
              <p:tags r:id="rId3"/>
            </p:custDataLst>
          </p:nvPr>
        </p:nvPicPr>
        <p:blipFill rotWithShape="1">
          <a:blip r:embed="rId9"/>
          <a:srcRect/>
          <a:stretch>
            <a:fillRect/>
          </a:stretch>
        </p:blipFill>
        <p:spPr>
          <a:xfrm>
            <a:off x="1143000" y="4935379"/>
            <a:ext cx="6858000" cy="208121"/>
          </a:xfrm>
          <a:prstGeom prst="rect">
            <a:avLst/>
          </a:prstGeom>
        </p:spPr>
      </p:pic>
      <p:sp>
        <p:nvSpPr>
          <p:cNvPr id="3" name="Rectangle 2"/>
          <p:cNvSpPr>
            <a:spLocks noGrp="1"/>
          </p:cNvSpPr>
          <p:nvPr>
            <p:custDataLst>
              <p:tags r:id="rId4"/>
            </p:custDataLst>
          </p:nvPr>
        </p:nvSpPr>
        <p:spPr>
          <a:xfrm>
            <a:off x="1485900" y="91679"/>
            <a:ext cx="5657850" cy="971550"/>
          </a:xfrm>
          <a:prstGeom prst="rect">
            <a:avLst/>
          </a:prstGeom>
          <a:noFill/>
          <a:ln w="9525">
            <a:noFill/>
          </a:ln>
        </p:spPr>
        <p:txBody>
          <a:bodyPr vert="horz" wrap="square" lIns="68580" tIns="34290" rIns="68580" bIns="34290" anchor="b" anchorCtr="0"/>
          <a:lst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a:lstStyle>
          <a:p>
            <a:pPr eaLnBrk="1" hangingPunct="1"/>
            <a:r>
              <a:rPr lang="zh-CN" altLang="en-US" sz="2925" dirty="0">
                <a:solidFill>
                  <a:schemeClr val="accent1">
                    <a:lumMod val="75000"/>
                  </a:schemeClr>
                </a:solidFill>
                <a:latin typeface="微软雅黑" panose="020B0503020204020204" charset="-122"/>
                <a:ea typeface="微软雅黑" panose="020B0503020204020204" charset="-122"/>
                <a:cs typeface="微软雅黑" panose="020B0503020204020204" charset="-122"/>
              </a:rPr>
              <a:t>边界值测试</a:t>
            </a:r>
          </a:p>
        </p:txBody>
      </p:sp>
      <p:sp>
        <p:nvSpPr>
          <p:cNvPr id="4" name="Rectangle 3"/>
          <p:cNvSpPr>
            <a:spLocks noGrp="1"/>
          </p:cNvSpPr>
          <p:nvPr/>
        </p:nvSpPr>
        <p:spPr>
          <a:xfrm>
            <a:off x="1485900" y="1206818"/>
            <a:ext cx="6172200" cy="3391376"/>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a:lstStyle>
          <a:p>
            <a:pPr eaLnBrk="1" hangingPunct="1">
              <a:lnSpc>
                <a:spcPct val="120000"/>
              </a:lnSpc>
            </a:pPr>
            <a:r>
              <a:rPr lang="zh-CN" altLang="en-US" sz="2550" b="1" dirty="0">
                <a:solidFill>
                  <a:srgbClr val="000000"/>
                </a:solidFill>
                <a:latin typeface="微软雅黑" panose="020B0503020204020204" charset="-122"/>
                <a:ea typeface="微软雅黑" panose="020B0503020204020204" charset="-122"/>
              </a:rPr>
              <a:t>测试用例设计</a:t>
            </a:r>
            <a:endParaRPr lang="en-US" altLang="zh-CN" sz="2550" b="1" dirty="0">
              <a:solidFill>
                <a:srgbClr val="000000"/>
              </a:solidFill>
              <a:latin typeface="微软雅黑" panose="020B0503020204020204" charset="-122"/>
              <a:ea typeface="微软雅黑" panose="020B0503020204020204" charset="-122"/>
            </a:endParaRPr>
          </a:p>
          <a:p>
            <a:pPr eaLnBrk="1" hangingPunct="1">
              <a:lnSpc>
                <a:spcPct val="120000"/>
              </a:lnSpc>
            </a:pPr>
            <a:r>
              <a:rPr lang="zh-CN" altLang="en-US" sz="2100" b="1" dirty="0">
                <a:solidFill>
                  <a:srgbClr val="000000"/>
                </a:solidFill>
                <a:latin typeface="微软雅黑" panose="020B0503020204020204" charset="-122"/>
                <a:ea typeface="微软雅黑" panose="020B0503020204020204" charset="-122"/>
              </a:rPr>
              <a:t>针对输出域的测试用例</a:t>
            </a:r>
          </a:p>
        </p:txBody>
      </p:sp>
      <p:pic>
        <p:nvPicPr>
          <p:cNvPr id="5" name="Picture 2"/>
          <p:cNvPicPr>
            <a:picLocks noChangeAspect="1"/>
          </p:cNvPicPr>
          <p:nvPr/>
        </p:nvPicPr>
        <p:blipFill>
          <a:blip r:embed="rId10"/>
          <a:stretch>
            <a:fillRect/>
          </a:stretch>
        </p:blipFill>
        <p:spPr>
          <a:xfrm>
            <a:off x="1223487" y="2262664"/>
            <a:ext cx="6676549" cy="2372201"/>
          </a:xfrm>
          <a:prstGeom prst="rect">
            <a:avLst/>
          </a:prstGeom>
          <a:noFill/>
          <a:ln w="9525">
            <a:noFill/>
          </a:ln>
        </p:spPr>
      </p:pic>
      <p:sp>
        <p:nvSpPr>
          <p:cNvPr id="2" name="日期占位符 1"/>
          <p:cNvSpPr>
            <a:spLocks noGrp="1"/>
          </p:cNvSpPr>
          <p:nvPr>
            <p:ph type="dt" sz="half" idx="10"/>
            <p:custDataLst>
              <p:tags r:id="rId5"/>
            </p:custDataLst>
          </p:nvPr>
        </p:nvSpPr>
        <p:spPr/>
        <p:txBody>
          <a:bodyPr vert="horz" wrap="square" lIns="68580" tIns="34290" rIns="68580" bIns="34290" rtlCol="0" anchor="ctr">
            <a:normAutofit/>
          </a:bodyPr>
          <a:lstStyle>
            <a:defPPr>
              <a:defRPr lang="zh-CN"/>
            </a:defPPr>
            <a:lvl1pPr marL="0" algn="l"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dk1">
                    <a:tint val="75000"/>
                  </a:schemeClr>
                </a:solidFill>
                <a:latin typeface="微软雅黑" panose="020B0503020204020204" charset="-122"/>
                <a:sym typeface="+mn-ea"/>
              </a:rPr>
              <a:t>2024/3/12</a:t>
            </a:fld>
            <a:endParaRPr lang="zh-CN" altLang="en-US">
              <a:solidFill>
                <a:schemeClr val="dk1">
                  <a:tint val="75000"/>
                </a:schemeClr>
              </a:solidFill>
              <a:latin typeface="微软雅黑" panose="020B0503020204020204" charset="-122"/>
              <a:sym typeface="+mn-ea"/>
            </a:endParaRPr>
          </a:p>
        </p:txBody>
      </p:sp>
      <p:sp>
        <p:nvSpPr>
          <p:cNvPr id="6" name="灯片编号占位符 5"/>
          <p:cNvSpPr>
            <a:spLocks noGrp="1"/>
          </p:cNvSpPr>
          <p:nvPr>
            <p:ph type="sldNum" sz="quarter" idx="12"/>
            <p:custDataLst>
              <p:tags r:id="rId6"/>
            </p:custDataLst>
          </p:nvPr>
        </p:nvSpPr>
        <p:spPr/>
        <p:txBody>
          <a:bodyPr vert="horz" wrap="square" lIns="68580" tIns="34290" rIns="68580" bIns="34290" rtlCol="0" anchor="ctr">
            <a:normAutofit/>
          </a:bodyPr>
          <a:lstStyle>
            <a:defPPr>
              <a:defRPr lang="zh-CN"/>
            </a:defPPr>
            <a:lvl1pPr marL="0" algn="r"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dk1">
                    <a:tint val="75000"/>
                  </a:schemeClr>
                </a:solidFill>
                <a:latin typeface="微软雅黑" panose="020B0503020204020204" charset="-122"/>
                <a:sym typeface="+mn-ea"/>
              </a:rPr>
              <a:t>46</a:t>
            </a:fld>
            <a:endParaRPr lang="zh-CN" altLang="en-US">
              <a:solidFill>
                <a:schemeClr val="dk1">
                  <a:tint val="75000"/>
                </a:schemeClr>
              </a:solidFill>
              <a:latin typeface="微软雅黑" panose="020B0503020204020204" charset="-122"/>
              <a:sym typeface="+mn-ea"/>
            </a:endParaRPr>
          </a:p>
        </p:txBody>
      </p:sp>
      <p:sp>
        <p:nvSpPr>
          <p:cNvPr id="7" name="椭圆 6"/>
          <p:cNvSpPr/>
          <p:nvPr/>
        </p:nvSpPr>
        <p:spPr>
          <a:xfrm>
            <a:off x="4301966" y="2733675"/>
            <a:ext cx="527685" cy="504349"/>
          </a:xfrm>
          <a:prstGeom prst="ellipse">
            <a:avLst/>
          </a:prstGeom>
          <a:noFill/>
          <a:ln w="38100">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椭圆 7"/>
          <p:cNvSpPr/>
          <p:nvPr/>
        </p:nvSpPr>
        <p:spPr>
          <a:xfrm>
            <a:off x="4301967" y="3699034"/>
            <a:ext cx="593884" cy="475774"/>
          </a:xfrm>
          <a:prstGeom prst="ellipse">
            <a:avLst/>
          </a:prstGeom>
          <a:noFill/>
          <a:ln w="38100">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ustDataLst>
      <p:tags r:id="rId1"/>
    </p:custData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图片 7"/>
          <p:cNvPicPr>
            <a:picLocks noChangeAspect="1"/>
          </p:cNvPicPr>
          <p:nvPr userDrawn="1">
            <p:custDataLst>
              <p:tags r:id="rId2"/>
            </p:custDataLst>
          </p:nvPr>
        </p:nvPicPr>
        <p:blipFill rotWithShape="1">
          <a:blip r:embed="rId8"/>
          <a:srcRect/>
          <a:stretch>
            <a:fillRect/>
          </a:stretch>
        </p:blipFill>
        <p:spPr>
          <a:xfrm>
            <a:off x="1143000" y="1"/>
            <a:ext cx="6858000" cy="208121"/>
          </a:xfrm>
          <a:prstGeom prst="rect">
            <a:avLst/>
          </a:prstGeom>
        </p:spPr>
      </p:pic>
      <p:pic>
        <p:nvPicPr>
          <p:cNvPr id="15" name="图片 14"/>
          <p:cNvPicPr>
            <a:picLocks noChangeAspect="1"/>
          </p:cNvPicPr>
          <p:nvPr userDrawn="1">
            <p:custDataLst>
              <p:tags r:id="rId3"/>
            </p:custDataLst>
          </p:nvPr>
        </p:nvPicPr>
        <p:blipFill rotWithShape="1">
          <a:blip r:embed="rId9"/>
          <a:srcRect/>
          <a:stretch>
            <a:fillRect/>
          </a:stretch>
        </p:blipFill>
        <p:spPr>
          <a:xfrm>
            <a:off x="1143000" y="4935379"/>
            <a:ext cx="6858000" cy="208121"/>
          </a:xfrm>
          <a:prstGeom prst="rect">
            <a:avLst/>
          </a:prstGeom>
        </p:spPr>
      </p:pic>
      <p:sp>
        <p:nvSpPr>
          <p:cNvPr id="3" name="Rectangle 2"/>
          <p:cNvSpPr>
            <a:spLocks noGrp="1"/>
          </p:cNvSpPr>
          <p:nvPr>
            <p:custDataLst>
              <p:tags r:id="rId4"/>
            </p:custDataLst>
          </p:nvPr>
        </p:nvSpPr>
        <p:spPr>
          <a:xfrm>
            <a:off x="1485900" y="91679"/>
            <a:ext cx="5657850" cy="971550"/>
          </a:xfrm>
          <a:prstGeom prst="rect">
            <a:avLst/>
          </a:prstGeom>
          <a:noFill/>
          <a:ln w="9525">
            <a:noFill/>
          </a:ln>
        </p:spPr>
        <p:txBody>
          <a:bodyPr vert="horz" wrap="square" lIns="68580" tIns="34290" rIns="68580" bIns="34290" anchor="b" anchorCtr="0"/>
          <a:lst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a:lstStyle>
          <a:p>
            <a:pPr eaLnBrk="1" hangingPunct="1"/>
            <a:r>
              <a:rPr lang="zh-CN" altLang="en-US" sz="2925" dirty="0">
                <a:solidFill>
                  <a:schemeClr val="accent1">
                    <a:lumMod val="75000"/>
                  </a:schemeClr>
                </a:solidFill>
                <a:latin typeface="微软雅黑" panose="020B0503020204020204" charset="-122"/>
                <a:ea typeface="微软雅黑" panose="020B0503020204020204" charset="-122"/>
                <a:cs typeface="微软雅黑" panose="020B0503020204020204" charset="-122"/>
              </a:rPr>
              <a:t>边界值测试</a:t>
            </a:r>
          </a:p>
        </p:txBody>
      </p:sp>
      <p:sp>
        <p:nvSpPr>
          <p:cNvPr id="4" name="Rectangle 3"/>
          <p:cNvSpPr>
            <a:spLocks noGrp="1"/>
          </p:cNvSpPr>
          <p:nvPr/>
        </p:nvSpPr>
        <p:spPr>
          <a:xfrm>
            <a:off x="1485900" y="1289447"/>
            <a:ext cx="6172200" cy="3308747"/>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a:lstStyle>
          <a:p>
            <a:pPr algn="just" eaLnBrk="1" hangingPunct="1">
              <a:lnSpc>
                <a:spcPct val="140000"/>
              </a:lnSpc>
            </a:pPr>
            <a:r>
              <a:rPr lang="zh-CN" altLang="en-US" sz="2400" b="1" dirty="0">
                <a:solidFill>
                  <a:srgbClr val="000000"/>
                </a:solidFill>
                <a:latin typeface="微软雅黑" panose="020B0503020204020204" charset="-122"/>
                <a:ea typeface="微软雅黑" panose="020B0503020204020204" charset="-122"/>
              </a:rPr>
              <a:t>测试分析：</a:t>
            </a:r>
            <a:endParaRPr lang="en-US" altLang="zh-CN" sz="2400" b="1" dirty="0">
              <a:solidFill>
                <a:srgbClr val="000000"/>
              </a:solidFill>
              <a:latin typeface="微软雅黑" panose="020B0503020204020204" charset="-122"/>
              <a:ea typeface="微软雅黑" panose="020B0503020204020204" charset="-122"/>
            </a:endParaRPr>
          </a:p>
          <a:p>
            <a:pPr algn="just" eaLnBrk="1" hangingPunct="1">
              <a:lnSpc>
                <a:spcPct val="140000"/>
              </a:lnSpc>
            </a:pPr>
            <a:r>
              <a:rPr lang="zh-CN" altLang="en-US" sz="1800" dirty="0">
                <a:solidFill>
                  <a:srgbClr val="000000"/>
                </a:solidFill>
                <a:latin typeface="微软雅黑" panose="020B0503020204020204" charset="-122"/>
                <a:ea typeface="微软雅黑" panose="020B0503020204020204" charset="-122"/>
              </a:rPr>
              <a:t>输出域的边界值测试带来了额外的测试不确定性。</a:t>
            </a:r>
            <a:endParaRPr lang="en-US" altLang="zh-CN" sz="1800" dirty="0">
              <a:solidFill>
                <a:srgbClr val="000000"/>
              </a:solidFill>
              <a:latin typeface="微软雅黑" panose="020B0503020204020204" charset="-122"/>
              <a:ea typeface="微软雅黑" panose="020B0503020204020204" charset="-122"/>
            </a:endParaRPr>
          </a:p>
          <a:p>
            <a:pPr marL="601028" lvl="1" indent="-342900" algn="just" eaLnBrk="1" hangingPunct="1">
              <a:lnSpc>
                <a:spcPct val="140000"/>
              </a:lnSpc>
              <a:buAutoNum type="arabicPeriod"/>
            </a:pPr>
            <a:r>
              <a:rPr lang="zh-CN" altLang="en-US" sz="1800" dirty="0">
                <a:solidFill>
                  <a:srgbClr val="000000"/>
                </a:solidFill>
                <a:latin typeface="微软雅黑" panose="020B0503020204020204" charset="-122"/>
                <a:ea typeface="微软雅黑" panose="020B0503020204020204" charset="-122"/>
              </a:rPr>
              <a:t>针对边界值附近邻域内选中的测试数据，是否一定可以确定对应的测试用例。如：邻域为</a:t>
            </a:r>
            <a:r>
              <a:rPr lang="en-US" altLang="zh-CN" sz="1800" dirty="0">
                <a:solidFill>
                  <a:srgbClr val="000000"/>
                </a:solidFill>
                <a:latin typeface="微软雅黑" panose="020B0503020204020204" charset="-122"/>
                <a:ea typeface="微软雅黑" panose="020B0503020204020204" charset="-122"/>
              </a:rPr>
              <a:t>1</a:t>
            </a:r>
            <a:r>
              <a:rPr lang="zh-CN" altLang="en-US" sz="1800" dirty="0">
                <a:solidFill>
                  <a:srgbClr val="000000"/>
                </a:solidFill>
                <a:latin typeface="微软雅黑" panose="020B0503020204020204" charset="-122"/>
                <a:ea typeface="微软雅黑" panose="020B0503020204020204" charset="-122"/>
              </a:rPr>
              <a:t>元的情况无法得到对应的输入值。</a:t>
            </a:r>
            <a:endParaRPr lang="en-US" altLang="zh-CN" sz="1800" dirty="0">
              <a:solidFill>
                <a:srgbClr val="000000"/>
              </a:solidFill>
              <a:latin typeface="微软雅黑" panose="020B0503020204020204" charset="-122"/>
              <a:ea typeface="微软雅黑" panose="020B0503020204020204" charset="-122"/>
            </a:endParaRPr>
          </a:p>
          <a:p>
            <a:pPr marL="601028" lvl="1" indent="-342900" algn="just" eaLnBrk="1" hangingPunct="1">
              <a:lnSpc>
                <a:spcPct val="140000"/>
              </a:lnSpc>
              <a:buAutoNum type="arabicPeriod"/>
            </a:pPr>
            <a:r>
              <a:rPr lang="zh-CN" altLang="en-US" sz="1800" dirty="0">
                <a:solidFill>
                  <a:srgbClr val="000000"/>
                </a:solidFill>
                <a:latin typeface="微软雅黑" panose="020B0503020204020204" charset="-122"/>
                <a:ea typeface="微软雅黑" panose="020B0503020204020204" charset="-122"/>
              </a:rPr>
              <a:t>可以同时有多组输入对应相同的系统输出。如：测试用例</a:t>
            </a:r>
            <a:r>
              <a:rPr lang="en-US" altLang="zh-CN" sz="1800" dirty="0">
                <a:solidFill>
                  <a:srgbClr val="000000"/>
                </a:solidFill>
                <a:latin typeface="微软雅黑" panose="020B0503020204020204" charset="-122"/>
                <a:ea typeface="微软雅黑" panose="020B0503020204020204" charset="-122"/>
              </a:rPr>
              <a:t>004</a:t>
            </a:r>
            <a:r>
              <a:rPr lang="zh-CN" altLang="en-US" sz="1800" dirty="0">
                <a:solidFill>
                  <a:srgbClr val="000000"/>
                </a:solidFill>
                <a:latin typeface="微软雅黑" panose="020B0503020204020204" charset="-122"/>
                <a:ea typeface="微软雅黑" panose="020B0503020204020204" charset="-122"/>
              </a:rPr>
              <a:t>号。</a:t>
            </a:r>
          </a:p>
        </p:txBody>
      </p:sp>
      <p:sp>
        <p:nvSpPr>
          <p:cNvPr id="2" name="日期占位符 1"/>
          <p:cNvSpPr>
            <a:spLocks noGrp="1"/>
          </p:cNvSpPr>
          <p:nvPr>
            <p:ph type="dt" sz="half" idx="10"/>
            <p:custDataLst>
              <p:tags r:id="rId5"/>
            </p:custDataLst>
          </p:nvPr>
        </p:nvSpPr>
        <p:spPr/>
        <p:txBody>
          <a:bodyPr vert="horz" wrap="square" lIns="68580" tIns="34290" rIns="68580" bIns="34290" rtlCol="0" anchor="ctr">
            <a:normAutofit/>
          </a:bodyPr>
          <a:lstStyle>
            <a:defPPr>
              <a:defRPr lang="zh-CN"/>
            </a:defPPr>
            <a:lvl1pPr marL="0" algn="l"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dk1">
                    <a:tint val="75000"/>
                  </a:schemeClr>
                </a:solidFill>
                <a:latin typeface="微软雅黑" panose="020B0503020204020204" charset="-122"/>
                <a:sym typeface="+mn-ea"/>
              </a:rPr>
              <a:t>2024/3/12</a:t>
            </a:fld>
            <a:endParaRPr lang="zh-CN" altLang="en-US">
              <a:solidFill>
                <a:schemeClr val="dk1">
                  <a:tint val="75000"/>
                </a:schemeClr>
              </a:solidFill>
              <a:latin typeface="微软雅黑" panose="020B0503020204020204" charset="-122"/>
              <a:sym typeface="+mn-ea"/>
            </a:endParaRPr>
          </a:p>
        </p:txBody>
      </p:sp>
      <p:sp>
        <p:nvSpPr>
          <p:cNvPr id="5" name="灯片编号占位符 4"/>
          <p:cNvSpPr>
            <a:spLocks noGrp="1"/>
          </p:cNvSpPr>
          <p:nvPr>
            <p:ph type="sldNum" sz="quarter" idx="12"/>
            <p:custDataLst>
              <p:tags r:id="rId6"/>
            </p:custDataLst>
          </p:nvPr>
        </p:nvSpPr>
        <p:spPr/>
        <p:txBody>
          <a:bodyPr vert="horz" wrap="square" lIns="68580" tIns="34290" rIns="68580" bIns="34290" rtlCol="0" anchor="ctr">
            <a:normAutofit/>
          </a:bodyPr>
          <a:lstStyle>
            <a:defPPr>
              <a:defRPr lang="zh-CN"/>
            </a:defPPr>
            <a:lvl1pPr marL="0" algn="r"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dk1">
                    <a:tint val="75000"/>
                  </a:schemeClr>
                </a:solidFill>
                <a:latin typeface="微软雅黑" panose="020B0503020204020204" charset="-122"/>
                <a:sym typeface="+mn-ea"/>
              </a:rPr>
              <a:t>47</a:t>
            </a:fld>
            <a:endParaRPr lang="zh-CN" altLang="en-US">
              <a:solidFill>
                <a:schemeClr val="dk1">
                  <a:tint val="75000"/>
                </a:schemeClr>
              </a:solidFill>
              <a:latin typeface="微软雅黑" panose="020B0503020204020204" charset="-122"/>
              <a:sym typeface="+mn-ea"/>
            </a:endParaRPr>
          </a:p>
        </p:txBody>
      </p:sp>
    </p:spTree>
    <p:custDataLst>
      <p:tags r:id="rId1"/>
    </p:custData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244D40-1D69-FE20-78A8-FB817A38C9B7}"/>
              </a:ext>
            </a:extLst>
          </p:cNvPr>
          <p:cNvSpPr>
            <a:spLocks noGrp="1"/>
          </p:cNvSpPr>
          <p:nvPr>
            <p:ph type="title"/>
          </p:nvPr>
        </p:nvSpPr>
        <p:spPr/>
        <p:txBody>
          <a:bodyPr/>
          <a:lstStyle/>
          <a:p>
            <a:r>
              <a:rPr lang="zh-CN" altLang="en-US" dirty="0"/>
              <a:t>示例</a:t>
            </a:r>
            <a:r>
              <a:rPr lang="en-US" altLang="zh-CN" dirty="0"/>
              <a:t>1</a:t>
            </a:r>
            <a:endParaRPr kumimoji="1" lang="zh-CN" altLang="en-US" dirty="0"/>
          </a:p>
        </p:txBody>
      </p:sp>
      <p:graphicFrame>
        <p:nvGraphicFramePr>
          <p:cNvPr id="3" name="Object 2">
            <a:extLst>
              <a:ext uri="{FF2B5EF4-FFF2-40B4-BE49-F238E27FC236}">
                <a16:creationId xmlns:a16="http://schemas.microsoft.com/office/drawing/2014/main" id="{88E0B0BC-4093-752B-8F1C-36C43A0DD1DD}"/>
              </a:ext>
            </a:extLst>
          </p:cNvPr>
          <p:cNvGraphicFramePr>
            <a:graphicFrameLocks noChangeAspect="1"/>
          </p:cNvGraphicFramePr>
          <p:nvPr/>
        </p:nvGraphicFramePr>
        <p:xfrm>
          <a:off x="2043193" y="951186"/>
          <a:ext cx="6892666" cy="3441704"/>
        </p:xfrm>
        <a:graphic>
          <a:graphicData uri="http://schemas.openxmlformats.org/presentationml/2006/ole">
            <mc:AlternateContent xmlns:mc="http://schemas.openxmlformats.org/markup-compatibility/2006">
              <mc:Choice xmlns:v="urn:schemas-microsoft-com:vml" Requires="v">
                <p:oleObj name="位图图像" r:id="rId2" imgW="7685714" imgH="3839111" progId="PBrush">
                  <p:embed/>
                </p:oleObj>
              </mc:Choice>
              <mc:Fallback>
                <p:oleObj name="位图图像" r:id="rId2" imgW="7685714" imgH="3839111" progId="PBrush">
                  <p:embed/>
                  <p:pic>
                    <p:nvPicPr>
                      <p:cNvPr id="3" name="Object 2">
                        <a:extLst>
                          <a:ext uri="{FF2B5EF4-FFF2-40B4-BE49-F238E27FC236}">
                            <a16:creationId xmlns:a16="http://schemas.microsoft.com/office/drawing/2014/main" id="{88E0B0BC-4093-752B-8F1C-36C43A0DD1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3193" y="951186"/>
                        <a:ext cx="6892666" cy="3441704"/>
                      </a:xfrm>
                      <a:prstGeom prst="rect">
                        <a:avLst/>
                      </a:prstGeom>
                      <a:noFill/>
                      <a:ln w="9525">
                        <a:solidFill>
                          <a:schemeClr val="bg2"/>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37" name="Rectangle 4">
            <a:extLst>
              <a:ext uri="{FF2B5EF4-FFF2-40B4-BE49-F238E27FC236}">
                <a16:creationId xmlns:a16="http://schemas.microsoft.com/office/drawing/2014/main" id="{2B2969A6-5147-288C-A743-73D4C3F7E05C}"/>
              </a:ext>
            </a:extLst>
          </p:cNvPr>
          <p:cNvSpPr>
            <a:spLocks noChangeArrowheads="1"/>
          </p:cNvSpPr>
          <p:nvPr/>
        </p:nvSpPr>
        <p:spPr bwMode="auto">
          <a:xfrm>
            <a:off x="78601" y="3190515"/>
            <a:ext cx="3400147" cy="1276119"/>
          </a:xfrm>
          <a:prstGeom prst="rect">
            <a:avLst/>
          </a:prstGeom>
          <a:solidFill>
            <a:srgbClr val="FFC600"/>
          </a:solidFill>
          <a:ln w="9525">
            <a:noFill/>
            <a:miter lim="800000"/>
            <a:headEnd/>
            <a:tailEnd/>
          </a:ln>
        </p:spPr>
        <p:txBody>
          <a:bodyPr wrap="square" lIns="0" tIns="0" rIns="0" bIns="0" anchor="b">
            <a:spAutoFit/>
          </a:bodyPr>
          <a:lstStyle/>
          <a:p>
            <a:pPr>
              <a:lnSpc>
                <a:spcPct val="110000"/>
              </a:lnSpc>
              <a:spcBef>
                <a:spcPct val="50000"/>
              </a:spcBef>
              <a:buClr>
                <a:schemeClr val="accent1"/>
              </a:buClr>
              <a:buSzPct val="75000"/>
              <a:defRPr/>
            </a:pPr>
            <a:r>
              <a:rPr lang="en-US" altLang="zh-CN" sz="1400" b="1" dirty="0">
                <a:solidFill>
                  <a:srgbClr val="000099"/>
                </a:solidFill>
                <a:latin typeface="Microsoft YaHei" panose="020B0503020204020204" pitchFamily="34" charset="-122"/>
                <a:ea typeface="Microsoft YaHei" panose="020B0503020204020204" pitchFamily="34" charset="-122"/>
              </a:rPr>
              <a:t>Test cases :</a:t>
            </a:r>
          </a:p>
          <a:p>
            <a:pPr marL="139700">
              <a:lnSpc>
                <a:spcPct val="110000"/>
              </a:lnSpc>
              <a:spcBef>
                <a:spcPct val="50000"/>
              </a:spcBef>
              <a:buClr>
                <a:schemeClr val="accent1"/>
              </a:buClr>
              <a:buSzPct val="75000"/>
              <a:defRPr/>
            </a:pPr>
            <a:r>
              <a:rPr lang="zh-CN" altLang="en-US" sz="1400" dirty="0">
                <a:latin typeface="Microsoft YaHei" panose="020B0503020204020204" pitchFamily="34" charset="-122"/>
                <a:ea typeface="Microsoft YaHei" panose="020B0503020204020204" pitchFamily="34" charset="-122"/>
              </a:rPr>
              <a:t>任意的正常值</a:t>
            </a:r>
            <a:r>
              <a:rPr lang="en-US" altLang="zh-CN" sz="1400" dirty="0">
                <a:latin typeface="Microsoft YaHei" panose="020B0503020204020204" pitchFamily="34" charset="-122"/>
                <a:ea typeface="Microsoft YaHei" panose="020B0503020204020204" pitchFamily="34" charset="-122"/>
              </a:rPr>
              <a:t>:      </a:t>
            </a:r>
            <a:r>
              <a:rPr lang="zh-CN" altLang="en-US" sz="1400" dirty="0">
                <a:latin typeface="Microsoft YaHei" panose="020B0503020204020204" pitchFamily="34" charset="-122"/>
                <a:ea typeface="Microsoft YaHei" panose="020B0503020204020204" pitchFamily="34" charset="-122"/>
              </a:rPr>
              <a:t>随机选择几个选项</a:t>
            </a:r>
            <a:r>
              <a:rPr lang="en-US" altLang="zh-CN" sz="1400" dirty="0">
                <a:latin typeface="Microsoft YaHei" panose="020B0503020204020204" pitchFamily="34" charset="-122"/>
                <a:ea typeface="Microsoft YaHei" panose="020B0503020204020204" pitchFamily="34" charset="-122"/>
              </a:rPr>
              <a:t> </a:t>
            </a:r>
            <a:br>
              <a:rPr lang="en-US" altLang="zh-CN" sz="1400" dirty="0">
                <a:latin typeface="Microsoft YaHei" panose="020B0503020204020204" pitchFamily="34" charset="-122"/>
                <a:ea typeface="Microsoft YaHei" panose="020B0503020204020204" pitchFamily="34" charset="-122"/>
              </a:rPr>
            </a:br>
            <a:r>
              <a:rPr lang="zh-CN" altLang="en-US" sz="1400" dirty="0">
                <a:latin typeface="Microsoft YaHei" panose="020B0503020204020204" pitchFamily="34" charset="-122"/>
                <a:ea typeface="Microsoft YaHei" panose="020B0503020204020204" pitchFamily="34" charset="-122"/>
              </a:rPr>
              <a:t>边界值</a:t>
            </a:r>
            <a:r>
              <a:rPr lang="en-US" altLang="zh-CN" sz="1400" dirty="0">
                <a:latin typeface="Microsoft YaHei" panose="020B0503020204020204" pitchFamily="34" charset="-122"/>
                <a:ea typeface="Microsoft YaHei" panose="020B0503020204020204" pitchFamily="34" charset="-122"/>
              </a:rPr>
              <a:t>:   </a:t>
            </a:r>
            <a:r>
              <a:rPr lang="zh-CN" altLang="en-US" sz="1400" dirty="0">
                <a:latin typeface="Microsoft YaHei" panose="020B0503020204020204" pitchFamily="34" charset="-122"/>
                <a:ea typeface="Microsoft YaHei" panose="020B0503020204020204" pitchFamily="34" charset="-122"/>
              </a:rPr>
              <a:t>选择所有选项</a:t>
            </a:r>
            <a:r>
              <a:rPr lang="en-US" altLang="zh-CN" sz="1400" dirty="0">
                <a:latin typeface="Microsoft YaHei" panose="020B0503020204020204" pitchFamily="34" charset="-122"/>
                <a:ea typeface="Microsoft YaHei" panose="020B0503020204020204" pitchFamily="34" charset="-122"/>
              </a:rPr>
              <a:t> </a:t>
            </a:r>
            <a:br>
              <a:rPr lang="en-US" altLang="zh-CN" sz="1400" dirty="0">
                <a:latin typeface="Microsoft YaHei" panose="020B0503020204020204" pitchFamily="34" charset="-122"/>
                <a:ea typeface="Microsoft YaHei" panose="020B0503020204020204" pitchFamily="34" charset="-122"/>
              </a:rPr>
            </a:br>
            <a:r>
              <a:rPr lang="zh-CN" altLang="en-US" sz="1400" dirty="0">
                <a:latin typeface="Microsoft YaHei" panose="020B0503020204020204" pitchFamily="34" charset="-122"/>
                <a:ea typeface="Microsoft YaHei" panose="020B0503020204020204" pitchFamily="34" charset="-122"/>
              </a:rPr>
              <a:t>边界值</a:t>
            </a:r>
            <a:r>
              <a:rPr lang="en-US" altLang="zh-CN" sz="1400" dirty="0">
                <a:latin typeface="Microsoft YaHei" panose="020B0503020204020204" pitchFamily="34" charset="-122"/>
                <a:ea typeface="Microsoft YaHei" panose="020B0503020204020204" pitchFamily="34" charset="-122"/>
              </a:rPr>
              <a:t>:   </a:t>
            </a:r>
            <a:r>
              <a:rPr lang="zh-CN" altLang="en-US" sz="1400" dirty="0">
                <a:latin typeface="Microsoft YaHei" panose="020B0503020204020204" pitchFamily="34" charset="-122"/>
                <a:ea typeface="Microsoft YaHei" panose="020B0503020204020204" pitchFamily="34" charset="-122"/>
              </a:rPr>
              <a:t>一个都不选</a:t>
            </a:r>
            <a:br>
              <a:rPr lang="en-US" altLang="zh-CN" sz="1400" dirty="0">
                <a:latin typeface="Microsoft YaHei" panose="020B0503020204020204" pitchFamily="34" charset="-122"/>
                <a:ea typeface="Microsoft YaHei" panose="020B0503020204020204" pitchFamily="34" charset="-122"/>
              </a:rPr>
            </a:br>
            <a:r>
              <a:rPr lang="zh-CN" altLang="en-US" sz="1400" dirty="0">
                <a:latin typeface="Microsoft YaHei" panose="020B0503020204020204" pitchFamily="34" charset="-122"/>
                <a:ea typeface="Microsoft YaHei" panose="020B0503020204020204" pitchFamily="34" charset="-122"/>
              </a:rPr>
              <a:t>边界值</a:t>
            </a:r>
            <a:r>
              <a:rPr lang="en-US" altLang="zh-CN" sz="1400" dirty="0">
                <a:latin typeface="Microsoft YaHei" panose="020B0503020204020204" pitchFamily="34" charset="-122"/>
                <a:ea typeface="Microsoft YaHei" panose="020B0503020204020204" pitchFamily="34" charset="-122"/>
              </a:rPr>
              <a:t>:  </a:t>
            </a:r>
            <a:r>
              <a:rPr lang="zh-CN" altLang="en-US" sz="1400" dirty="0">
                <a:latin typeface="Microsoft YaHei" panose="020B0503020204020204" pitchFamily="34" charset="-122"/>
                <a:ea typeface="Microsoft YaHei" panose="020B0503020204020204" pitchFamily="34" charset="-122"/>
              </a:rPr>
              <a:t>选择一个选项</a:t>
            </a:r>
            <a:endParaRPr lang="en-US" altLang="zh-CN" sz="14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581462510"/>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blinds(horizontal)">
                                      <p:cBhvr>
                                        <p:cTn id="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图片 7"/>
          <p:cNvPicPr>
            <a:picLocks noChangeAspect="1"/>
          </p:cNvPicPr>
          <p:nvPr userDrawn="1">
            <p:custDataLst>
              <p:tags r:id="rId2"/>
            </p:custDataLst>
          </p:nvPr>
        </p:nvPicPr>
        <p:blipFill rotWithShape="1">
          <a:blip r:embed="rId9"/>
          <a:srcRect/>
          <a:stretch>
            <a:fillRect/>
          </a:stretch>
        </p:blipFill>
        <p:spPr>
          <a:xfrm>
            <a:off x="1143000" y="1"/>
            <a:ext cx="6858000" cy="208121"/>
          </a:xfrm>
          <a:prstGeom prst="rect">
            <a:avLst/>
          </a:prstGeom>
        </p:spPr>
      </p:pic>
      <p:pic>
        <p:nvPicPr>
          <p:cNvPr id="15" name="图片 14"/>
          <p:cNvPicPr>
            <a:picLocks noChangeAspect="1"/>
          </p:cNvPicPr>
          <p:nvPr userDrawn="1">
            <p:custDataLst>
              <p:tags r:id="rId3"/>
            </p:custDataLst>
          </p:nvPr>
        </p:nvPicPr>
        <p:blipFill rotWithShape="1">
          <a:blip r:embed="rId10"/>
          <a:srcRect/>
          <a:stretch>
            <a:fillRect/>
          </a:stretch>
        </p:blipFill>
        <p:spPr>
          <a:xfrm>
            <a:off x="1143000" y="4935379"/>
            <a:ext cx="6858000" cy="208121"/>
          </a:xfrm>
          <a:prstGeom prst="rect">
            <a:avLst/>
          </a:prstGeom>
        </p:spPr>
      </p:pic>
      <p:sp>
        <p:nvSpPr>
          <p:cNvPr id="3" name="Rectangle 2"/>
          <p:cNvSpPr>
            <a:spLocks noGrp="1"/>
          </p:cNvSpPr>
          <p:nvPr>
            <p:custDataLst>
              <p:tags r:id="rId4"/>
            </p:custDataLst>
          </p:nvPr>
        </p:nvSpPr>
        <p:spPr>
          <a:xfrm>
            <a:off x="1485900" y="91679"/>
            <a:ext cx="5657850" cy="971550"/>
          </a:xfrm>
          <a:prstGeom prst="rect">
            <a:avLst/>
          </a:prstGeom>
          <a:noFill/>
          <a:ln w="9525">
            <a:noFill/>
          </a:ln>
        </p:spPr>
        <p:txBody>
          <a:bodyPr vert="horz" wrap="square" lIns="68580" tIns="34290" rIns="68580" bIns="34290" anchor="b" anchorCtr="0"/>
          <a:lst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a:lstStyle>
          <a:p>
            <a:pPr eaLnBrk="1" hangingPunct="1"/>
            <a:r>
              <a:rPr lang="zh-CN" altLang="en-US" sz="2925" dirty="0">
                <a:solidFill>
                  <a:schemeClr val="accent1">
                    <a:lumMod val="75000"/>
                  </a:schemeClr>
                </a:solidFill>
                <a:latin typeface="微软雅黑" panose="020B0503020204020204" charset="-122"/>
                <a:ea typeface="微软雅黑" panose="020B0503020204020204" charset="-122"/>
                <a:cs typeface="微软雅黑" panose="020B0503020204020204" charset="-122"/>
              </a:rPr>
              <a:t>边界值测试</a:t>
            </a:r>
          </a:p>
        </p:txBody>
      </p:sp>
      <p:sp>
        <p:nvSpPr>
          <p:cNvPr id="4" name="Rectangle 3"/>
          <p:cNvSpPr>
            <a:spLocks noGrp="1"/>
          </p:cNvSpPr>
          <p:nvPr>
            <p:custDataLst>
              <p:tags r:id="rId5"/>
            </p:custDataLst>
          </p:nvPr>
        </p:nvSpPr>
        <p:spPr>
          <a:xfrm>
            <a:off x="1485900" y="1153477"/>
            <a:ext cx="6172200" cy="3675698"/>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a:lstStyle>
          <a:p>
            <a:pPr algn="just" eaLnBrk="1" hangingPunct="1">
              <a:lnSpc>
                <a:spcPct val="130000"/>
              </a:lnSpc>
            </a:pPr>
            <a:r>
              <a:rPr lang="zh-CN" altLang="en-US" sz="2700" b="1" dirty="0">
                <a:solidFill>
                  <a:schemeClr val="dk1"/>
                </a:solidFill>
                <a:latin typeface="微软雅黑" panose="020B0503020204020204" charset="-122"/>
                <a:ea typeface="微软雅黑" panose="020B0503020204020204" charset="-122"/>
              </a:rPr>
              <a:t>小结</a:t>
            </a:r>
            <a:r>
              <a:rPr lang="en-US" altLang="zh-CN" sz="2700" b="1" dirty="0">
                <a:solidFill>
                  <a:schemeClr val="dk1"/>
                </a:solidFill>
                <a:latin typeface="微软雅黑" panose="020B0503020204020204" charset="-122"/>
                <a:ea typeface="微软雅黑" panose="020B0503020204020204" charset="-122"/>
              </a:rPr>
              <a:t>   </a:t>
            </a:r>
            <a:r>
              <a:rPr lang="zh-CN" altLang="en-US" sz="1800" b="1" dirty="0">
                <a:solidFill>
                  <a:schemeClr val="dk1"/>
                </a:solidFill>
                <a:latin typeface="微软雅黑" panose="020B0503020204020204" charset="-122"/>
                <a:ea typeface="微软雅黑" panose="020B0503020204020204" charset="-122"/>
              </a:rPr>
              <a:t>（</a:t>
            </a:r>
            <a:r>
              <a:rPr lang="en-US" altLang="zh-CN" sz="1800" b="1" dirty="0">
                <a:solidFill>
                  <a:schemeClr val="dk1"/>
                </a:solidFill>
                <a:latin typeface="微软雅黑" panose="020B0503020204020204" charset="-122"/>
                <a:ea typeface="微软雅黑" panose="020B0503020204020204" charset="-122"/>
              </a:rPr>
              <a:t> </a:t>
            </a:r>
            <a:r>
              <a:rPr lang="zh-CN" altLang="en-US" sz="1800" b="1" dirty="0">
                <a:solidFill>
                  <a:schemeClr val="dk1"/>
                </a:solidFill>
                <a:latin typeface="微软雅黑" panose="020B0503020204020204" charset="-122"/>
                <a:ea typeface="微软雅黑" panose="020B0503020204020204" charset="-122"/>
              </a:rPr>
              <a:t>一般步骤、注意事项）</a:t>
            </a:r>
            <a:endParaRPr lang="en-US" altLang="zh-CN" sz="2700" b="1" dirty="0">
              <a:solidFill>
                <a:schemeClr val="dk1"/>
              </a:solidFill>
              <a:latin typeface="微软雅黑" panose="020B0503020204020204" charset="-122"/>
              <a:ea typeface="微软雅黑" panose="020B0503020204020204" charset="-122"/>
            </a:endParaRPr>
          </a:p>
          <a:p>
            <a:pPr lvl="1" algn="just" eaLnBrk="1" hangingPunct="1">
              <a:lnSpc>
                <a:spcPct val="130000"/>
              </a:lnSpc>
            </a:pPr>
            <a:r>
              <a:rPr lang="zh-CN" altLang="en-US" sz="1800" dirty="0">
                <a:solidFill>
                  <a:schemeClr val="dk1"/>
                </a:solidFill>
                <a:latin typeface="微软雅黑" panose="020B0503020204020204" charset="-122"/>
                <a:ea typeface="微软雅黑" panose="020B0503020204020204" charset="-122"/>
              </a:rPr>
              <a:t>边界值测试是一种最基本、最简单的黑盒测试方法，通常可作为等价类测试的补充。</a:t>
            </a:r>
            <a:endParaRPr lang="en-US" altLang="zh-CN" sz="1800" dirty="0">
              <a:solidFill>
                <a:schemeClr val="dk1"/>
              </a:solidFill>
              <a:latin typeface="微软雅黑" panose="020B0503020204020204" charset="-122"/>
              <a:ea typeface="微软雅黑" panose="020B0503020204020204" charset="-122"/>
            </a:endParaRPr>
          </a:p>
          <a:p>
            <a:pPr lvl="1" algn="just" eaLnBrk="1" hangingPunct="1">
              <a:lnSpc>
                <a:spcPct val="130000"/>
              </a:lnSpc>
            </a:pPr>
            <a:r>
              <a:rPr lang="zh-CN" altLang="en-US" sz="1800" dirty="0">
                <a:solidFill>
                  <a:schemeClr val="dk1"/>
                </a:solidFill>
                <a:latin typeface="微软雅黑" panose="020B0503020204020204" charset="-122"/>
                <a:ea typeface="微软雅黑" panose="020B0503020204020204" charset="-122"/>
              </a:rPr>
              <a:t>基于：</a:t>
            </a:r>
            <a:r>
              <a:rPr lang="zh-CN" altLang="en-US" sz="1800" b="1" dirty="0">
                <a:solidFill>
                  <a:srgbClr val="FF0000"/>
                </a:solidFill>
                <a:latin typeface="微软雅黑" panose="020B0503020204020204" charset="-122"/>
                <a:ea typeface="微软雅黑" panose="020B0503020204020204" charset="-122"/>
              </a:rPr>
              <a:t>独立性假设</a:t>
            </a:r>
            <a:r>
              <a:rPr lang="zh-CN" altLang="en-US" sz="1800" dirty="0">
                <a:solidFill>
                  <a:schemeClr val="dk1"/>
                </a:solidFill>
                <a:latin typeface="微软雅黑" panose="020B0503020204020204" charset="-122"/>
                <a:ea typeface="微软雅黑" panose="020B0503020204020204" charset="-122"/>
              </a:rPr>
              <a:t>和</a:t>
            </a:r>
            <a:r>
              <a:rPr lang="zh-CN" altLang="en-US" sz="1800" b="1" dirty="0">
                <a:solidFill>
                  <a:srgbClr val="FF0000"/>
                </a:solidFill>
                <a:latin typeface="微软雅黑" panose="020B0503020204020204" charset="-122"/>
                <a:ea typeface="微软雅黑" panose="020B0503020204020204" charset="-122"/>
              </a:rPr>
              <a:t>单缺陷假设</a:t>
            </a:r>
            <a:r>
              <a:rPr lang="zh-CN" altLang="en-US" sz="1800" dirty="0">
                <a:solidFill>
                  <a:schemeClr val="dk1"/>
                </a:solidFill>
                <a:latin typeface="微软雅黑" panose="020B0503020204020204" charset="-122"/>
                <a:ea typeface="微软雅黑" panose="020B0503020204020204" charset="-122"/>
              </a:rPr>
              <a:t>。</a:t>
            </a:r>
          </a:p>
          <a:p>
            <a:pPr lvl="1" algn="just" eaLnBrk="1" hangingPunct="1">
              <a:lnSpc>
                <a:spcPct val="130000"/>
              </a:lnSpc>
            </a:pPr>
            <a:r>
              <a:rPr lang="zh-CN" altLang="en-US" sz="1800" dirty="0">
                <a:solidFill>
                  <a:schemeClr val="dk1"/>
                </a:solidFill>
                <a:latin typeface="微软雅黑" panose="020B0503020204020204" charset="-122"/>
                <a:ea typeface="微软雅黑" panose="020B0503020204020204" charset="-122"/>
              </a:rPr>
              <a:t>边界值测试关注的是系统边界，并不关注系统对不同类型数据的处理规律，因此，该方法设计的测试用例往往具有较大的系统冗余与漏洞，但这并不影响该法的有效性，漏洞可通过等价类法、正交表法、随机测试进行补充测试。</a:t>
            </a:r>
          </a:p>
        </p:txBody>
      </p:sp>
      <p:sp>
        <p:nvSpPr>
          <p:cNvPr id="2" name="日期占位符 1"/>
          <p:cNvSpPr>
            <a:spLocks noGrp="1"/>
          </p:cNvSpPr>
          <p:nvPr>
            <p:ph type="dt" sz="half" idx="10"/>
            <p:custDataLst>
              <p:tags r:id="rId6"/>
            </p:custDataLst>
          </p:nvPr>
        </p:nvSpPr>
        <p:spPr/>
        <p:txBody>
          <a:bodyPr vert="horz" wrap="square" lIns="68580" tIns="34290" rIns="68580" bIns="34290" rtlCol="0" anchor="ctr">
            <a:normAutofit/>
          </a:bodyPr>
          <a:lstStyle>
            <a:defPPr>
              <a:defRPr lang="zh-CN"/>
            </a:defPPr>
            <a:lvl1pPr marL="0" algn="l"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dk1">
                    <a:tint val="75000"/>
                  </a:schemeClr>
                </a:solidFill>
                <a:latin typeface="微软雅黑" panose="020B0503020204020204" charset="-122"/>
                <a:sym typeface="+mn-ea"/>
              </a:rPr>
              <a:t>2024/3/12</a:t>
            </a:fld>
            <a:endParaRPr lang="zh-CN" altLang="en-US">
              <a:solidFill>
                <a:schemeClr val="dk1">
                  <a:tint val="75000"/>
                </a:schemeClr>
              </a:solidFill>
              <a:latin typeface="微软雅黑" panose="020B0503020204020204" charset="-122"/>
              <a:sym typeface="+mn-ea"/>
            </a:endParaRPr>
          </a:p>
        </p:txBody>
      </p:sp>
      <p:sp>
        <p:nvSpPr>
          <p:cNvPr id="5" name="灯片编号占位符 4"/>
          <p:cNvSpPr>
            <a:spLocks noGrp="1"/>
          </p:cNvSpPr>
          <p:nvPr>
            <p:ph type="sldNum" sz="quarter" idx="12"/>
            <p:custDataLst>
              <p:tags r:id="rId7"/>
            </p:custDataLst>
          </p:nvPr>
        </p:nvSpPr>
        <p:spPr/>
        <p:txBody>
          <a:bodyPr vert="horz" wrap="square" lIns="68580" tIns="34290" rIns="68580" bIns="34290" rtlCol="0" anchor="ctr">
            <a:normAutofit/>
          </a:bodyPr>
          <a:lstStyle>
            <a:defPPr>
              <a:defRPr lang="zh-CN"/>
            </a:defPPr>
            <a:lvl1pPr marL="0" algn="r"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dk1">
                    <a:tint val="75000"/>
                  </a:schemeClr>
                </a:solidFill>
                <a:latin typeface="微软雅黑" panose="020B0503020204020204" charset="-122"/>
                <a:sym typeface="+mn-ea"/>
              </a:rPr>
              <a:t>49</a:t>
            </a:fld>
            <a:endParaRPr lang="zh-CN" altLang="en-US">
              <a:solidFill>
                <a:schemeClr val="dk1">
                  <a:tint val="75000"/>
                </a:schemeClr>
              </a:solidFill>
              <a:latin typeface="微软雅黑" panose="020B0503020204020204" charset="-122"/>
              <a:sym typeface="+mn-ea"/>
            </a:endParaRPr>
          </a:p>
        </p:txBody>
      </p:sp>
    </p:spTree>
    <p:custDataLst>
      <p:tags r:id="rId1"/>
    </p:custData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图片 7"/>
          <p:cNvPicPr>
            <a:picLocks noChangeAspect="1"/>
          </p:cNvPicPr>
          <p:nvPr userDrawn="1">
            <p:custDataLst>
              <p:tags r:id="rId2"/>
            </p:custDataLst>
          </p:nvPr>
        </p:nvPicPr>
        <p:blipFill rotWithShape="1">
          <a:blip r:embed="rId9"/>
          <a:srcRect/>
          <a:stretch>
            <a:fillRect/>
          </a:stretch>
        </p:blipFill>
        <p:spPr>
          <a:xfrm>
            <a:off x="1143000" y="1"/>
            <a:ext cx="6858000" cy="208121"/>
          </a:xfrm>
          <a:prstGeom prst="rect">
            <a:avLst/>
          </a:prstGeom>
        </p:spPr>
      </p:pic>
      <p:pic>
        <p:nvPicPr>
          <p:cNvPr id="15" name="图片 14"/>
          <p:cNvPicPr>
            <a:picLocks noChangeAspect="1"/>
          </p:cNvPicPr>
          <p:nvPr userDrawn="1">
            <p:custDataLst>
              <p:tags r:id="rId3"/>
            </p:custDataLst>
          </p:nvPr>
        </p:nvPicPr>
        <p:blipFill rotWithShape="1">
          <a:blip r:embed="rId10"/>
          <a:srcRect/>
          <a:stretch>
            <a:fillRect/>
          </a:stretch>
        </p:blipFill>
        <p:spPr>
          <a:xfrm>
            <a:off x="1143000" y="4935379"/>
            <a:ext cx="6858000" cy="208121"/>
          </a:xfrm>
          <a:prstGeom prst="rect">
            <a:avLst/>
          </a:prstGeom>
        </p:spPr>
      </p:pic>
      <p:sp>
        <p:nvSpPr>
          <p:cNvPr id="2" name="标题 1"/>
          <p:cNvSpPr>
            <a:spLocks noGrp="1"/>
          </p:cNvSpPr>
          <p:nvPr>
            <p:custDataLst>
              <p:tags r:id="rId4"/>
            </p:custDataLst>
          </p:nvPr>
        </p:nvSpPr>
        <p:spPr>
          <a:xfrm>
            <a:off x="1485900" y="91679"/>
            <a:ext cx="5657850" cy="971550"/>
          </a:xfrm>
          <a:prstGeom prst="rect">
            <a:avLst/>
          </a:prstGeom>
          <a:noFill/>
          <a:ln w="9525">
            <a:noFill/>
          </a:ln>
        </p:spPr>
        <p:txBody>
          <a:bodyPr vert="horz" wrap="square" lIns="68580" tIns="34290" rIns="68580" bIns="34290" anchor="b" anchorCtr="0"/>
          <a:lst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a:lstStyle>
          <a:p>
            <a:r>
              <a:rPr lang="zh-CN" altLang="en-US" sz="2925" dirty="0">
                <a:solidFill>
                  <a:schemeClr val="accent1">
                    <a:lumMod val="75000"/>
                  </a:schemeClr>
                </a:solidFill>
                <a:latin typeface="微软雅黑" panose="020B0503020204020204" charset="-122"/>
                <a:ea typeface="微软雅黑" panose="020B0503020204020204" charset="-122"/>
              </a:rPr>
              <a:t>边界值测试</a:t>
            </a:r>
          </a:p>
        </p:txBody>
      </p:sp>
      <p:sp>
        <p:nvSpPr>
          <p:cNvPr id="3" name="内容占位符 2"/>
          <p:cNvSpPr>
            <a:spLocks noGrp="1"/>
          </p:cNvSpPr>
          <p:nvPr>
            <p:custDataLst>
              <p:tags r:id="rId5"/>
            </p:custDataLst>
          </p:nvPr>
        </p:nvSpPr>
        <p:spPr>
          <a:xfrm>
            <a:off x="1485900" y="1289447"/>
            <a:ext cx="6172200" cy="3308747"/>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a:lstStyle>
          <a:p>
            <a:pPr>
              <a:lnSpc>
                <a:spcPct val="150000"/>
              </a:lnSpc>
            </a:pPr>
            <a:r>
              <a:rPr lang="zh-CN" altLang="en-US" sz="2400" b="1" dirty="0">
                <a:solidFill>
                  <a:schemeClr val="dk1"/>
                </a:solidFill>
                <a:latin typeface="微软雅黑" panose="020B0503020204020204" charset="-122"/>
                <a:ea typeface="微软雅黑" panose="020B0503020204020204" charset="-122"/>
                <a:cs typeface="微软雅黑" panose="020B0503020204020204" charset="-122"/>
              </a:rPr>
              <a:t>课后练习：</a:t>
            </a:r>
            <a:endParaRPr sz="2400" b="1" dirty="0">
              <a:solidFill>
                <a:schemeClr val="dk1"/>
              </a:solidFill>
              <a:latin typeface="微软雅黑" panose="020B0503020204020204" charset="-122"/>
              <a:ea typeface="微软雅黑" panose="020B0503020204020204" charset="-122"/>
              <a:cs typeface="微软雅黑" panose="020B0503020204020204" charset="-122"/>
            </a:endParaRPr>
          </a:p>
          <a:p>
            <a:pPr lvl="1">
              <a:lnSpc>
                <a:spcPct val="150000"/>
              </a:lnSpc>
            </a:pPr>
            <a:r>
              <a:rPr sz="1500" dirty="0">
                <a:solidFill>
                  <a:schemeClr val="dk1"/>
                </a:solidFill>
                <a:latin typeface="微软雅黑" panose="020B0503020204020204" charset="-122"/>
                <a:ea typeface="微软雅黑" panose="020B0503020204020204" charset="-122"/>
                <a:cs typeface="微软雅黑" panose="020B0503020204020204" charset="-122"/>
              </a:rPr>
              <a:t>姓名:1-20个字符，不能包含数字，不能为空</a:t>
            </a:r>
            <a:r>
              <a:rPr lang="zh-CN" altLang="en-US" sz="1500" dirty="0">
                <a:solidFill>
                  <a:schemeClr val="dk1"/>
                </a:solidFill>
                <a:latin typeface="微软雅黑" panose="020B0503020204020204" charset="-122"/>
                <a:ea typeface="微软雅黑" panose="020B0503020204020204" charset="-122"/>
                <a:cs typeface="微软雅黑" panose="020B0503020204020204" charset="-122"/>
              </a:rPr>
              <a:t>；</a:t>
            </a:r>
            <a:endParaRPr sz="1500" dirty="0">
              <a:solidFill>
                <a:schemeClr val="dk1"/>
              </a:solidFill>
              <a:latin typeface="微软雅黑" panose="020B0503020204020204" charset="-122"/>
              <a:ea typeface="微软雅黑" panose="020B0503020204020204" charset="-122"/>
              <a:cs typeface="微软雅黑" panose="020B0503020204020204" charset="-122"/>
            </a:endParaRPr>
          </a:p>
          <a:p>
            <a:pPr lvl="1">
              <a:lnSpc>
                <a:spcPct val="150000"/>
              </a:lnSpc>
            </a:pPr>
            <a:r>
              <a:rPr sz="1500" dirty="0">
                <a:solidFill>
                  <a:schemeClr val="dk1"/>
                </a:solidFill>
                <a:latin typeface="微软雅黑" panose="020B0503020204020204" charset="-122"/>
                <a:ea typeface="微软雅黑" panose="020B0503020204020204" charset="-122"/>
                <a:cs typeface="微软雅黑" panose="020B0503020204020204" charset="-122"/>
              </a:rPr>
              <a:t>年龄:18-60之间的整数，不能为空</a:t>
            </a:r>
            <a:r>
              <a:rPr lang="zh-CN" altLang="en-US" sz="1500" dirty="0">
                <a:solidFill>
                  <a:schemeClr val="dk1"/>
                </a:solidFill>
                <a:latin typeface="微软雅黑" panose="020B0503020204020204" charset="-122"/>
                <a:ea typeface="微软雅黑" panose="020B0503020204020204" charset="-122"/>
                <a:cs typeface="微软雅黑" panose="020B0503020204020204" charset="-122"/>
              </a:rPr>
              <a:t>；</a:t>
            </a:r>
            <a:endParaRPr sz="1500" dirty="0">
              <a:solidFill>
                <a:schemeClr val="dk1"/>
              </a:solidFill>
              <a:latin typeface="微软雅黑" panose="020B0503020204020204" charset="-122"/>
              <a:ea typeface="微软雅黑" panose="020B0503020204020204" charset="-122"/>
              <a:cs typeface="微软雅黑" panose="020B0503020204020204" charset="-122"/>
            </a:endParaRPr>
          </a:p>
          <a:p>
            <a:pPr lvl="1">
              <a:lnSpc>
                <a:spcPct val="150000"/>
              </a:lnSpc>
            </a:pPr>
            <a:r>
              <a:rPr sz="1500" dirty="0">
                <a:solidFill>
                  <a:schemeClr val="dk1"/>
                </a:solidFill>
                <a:latin typeface="微软雅黑" panose="020B0503020204020204" charset="-122"/>
                <a:ea typeface="微软雅黑" panose="020B0503020204020204" charset="-122"/>
                <a:cs typeface="微软雅黑" panose="020B0503020204020204" charset="-122"/>
              </a:rPr>
              <a:t>如果填写信息正确，给出提示信息，如图:</a:t>
            </a:r>
          </a:p>
          <a:p>
            <a:pPr lvl="1">
              <a:lnSpc>
                <a:spcPct val="150000"/>
              </a:lnSpc>
            </a:pPr>
            <a:r>
              <a:rPr sz="1500" dirty="0" err="1">
                <a:solidFill>
                  <a:schemeClr val="dk1"/>
                </a:solidFill>
                <a:latin typeface="微软雅黑" panose="020B0503020204020204" charset="-122"/>
                <a:ea typeface="微软雅黑" panose="020B0503020204020204" charset="-122"/>
                <a:cs typeface="微软雅黑" panose="020B0503020204020204" charset="-122"/>
              </a:rPr>
              <a:t>并在“注册信息”文本框中输入相应注册信息</a:t>
            </a:r>
            <a:r>
              <a:rPr lang="zh-CN" altLang="en-US" sz="1500" dirty="0">
                <a:solidFill>
                  <a:schemeClr val="dk1"/>
                </a:solidFill>
                <a:latin typeface="微软雅黑" panose="020B0503020204020204" charset="-122"/>
                <a:ea typeface="微软雅黑" panose="020B0503020204020204" charset="-122"/>
                <a:cs typeface="微软雅黑" panose="020B0503020204020204" charset="-122"/>
              </a:rPr>
              <a:t>。</a:t>
            </a:r>
            <a:endParaRPr sz="15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4" name="日期占位符 3"/>
          <p:cNvSpPr>
            <a:spLocks noGrp="1"/>
          </p:cNvSpPr>
          <p:nvPr>
            <p:ph type="dt" sz="half" idx="10"/>
            <p:custDataLst>
              <p:tags r:id="rId6"/>
            </p:custDataLst>
          </p:nvPr>
        </p:nvSpPr>
        <p:spPr/>
        <p:txBody>
          <a:bodyPr vert="horz" wrap="square" lIns="68580" tIns="34290" rIns="68580" bIns="34290" rtlCol="0" anchor="ctr">
            <a:normAutofit/>
          </a:bodyPr>
          <a:lstStyle>
            <a:defPPr>
              <a:defRPr lang="zh-CN"/>
            </a:defPPr>
            <a:lvl1pPr marL="0" algn="l"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dk1">
                    <a:tint val="75000"/>
                  </a:schemeClr>
                </a:solidFill>
                <a:latin typeface="微软雅黑" panose="020B0503020204020204" charset="-122"/>
                <a:sym typeface="+mn-ea"/>
              </a:rPr>
              <a:t>2024/3/12</a:t>
            </a:fld>
            <a:endParaRPr lang="zh-CN" altLang="en-US">
              <a:solidFill>
                <a:schemeClr val="dk1">
                  <a:tint val="75000"/>
                </a:schemeClr>
              </a:solidFill>
              <a:latin typeface="微软雅黑" panose="020B0503020204020204" charset="-122"/>
              <a:sym typeface="+mn-ea"/>
            </a:endParaRPr>
          </a:p>
        </p:txBody>
      </p:sp>
      <p:sp>
        <p:nvSpPr>
          <p:cNvPr id="5" name="灯片编号占位符 4"/>
          <p:cNvSpPr>
            <a:spLocks noGrp="1"/>
          </p:cNvSpPr>
          <p:nvPr>
            <p:ph type="sldNum" sz="quarter" idx="12"/>
            <p:custDataLst>
              <p:tags r:id="rId7"/>
            </p:custDataLst>
          </p:nvPr>
        </p:nvSpPr>
        <p:spPr/>
        <p:txBody>
          <a:bodyPr vert="horz" wrap="square" lIns="68580" tIns="34290" rIns="68580" bIns="34290" rtlCol="0" anchor="ctr">
            <a:normAutofit/>
          </a:bodyPr>
          <a:lstStyle>
            <a:defPPr>
              <a:defRPr lang="zh-CN"/>
            </a:defPPr>
            <a:lvl1pPr marL="0" algn="r"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dk1">
                    <a:tint val="75000"/>
                  </a:schemeClr>
                </a:solidFill>
                <a:latin typeface="微软雅黑" panose="020B0503020204020204" charset="-122"/>
                <a:sym typeface="+mn-ea"/>
              </a:rPr>
              <a:t>50</a:t>
            </a:fld>
            <a:endParaRPr lang="zh-CN" altLang="en-US">
              <a:solidFill>
                <a:schemeClr val="dk1">
                  <a:tint val="75000"/>
                </a:schemeClr>
              </a:solidFill>
              <a:latin typeface="微软雅黑" panose="020B0503020204020204" charset="-122"/>
              <a:sym typeface="+mn-ea"/>
            </a:endParaRPr>
          </a:p>
        </p:txBody>
      </p:sp>
      <p:pic>
        <p:nvPicPr>
          <p:cNvPr id="6" name="图片 5"/>
          <p:cNvPicPr>
            <a:picLocks noChangeAspect="1"/>
          </p:cNvPicPr>
          <p:nvPr/>
        </p:nvPicPr>
        <p:blipFill>
          <a:blip r:embed="rId11"/>
          <a:stretch>
            <a:fillRect/>
          </a:stretch>
        </p:blipFill>
        <p:spPr>
          <a:xfrm>
            <a:off x="4679633" y="141447"/>
            <a:ext cx="2663190" cy="1728311"/>
          </a:xfrm>
          <a:prstGeom prst="rect">
            <a:avLst/>
          </a:prstGeom>
        </p:spPr>
      </p:pic>
      <p:pic>
        <p:nvPicPr>
          <p:cNvPr id="7" name="图片 6"/>
          <p:cNvPicPr>
            <a:picLocks noChangeAspect="1"/>
          </p:cNvPicPr>
          <p:nvPr/>
        </p:nvPicPr>
        <p:blipFill>
          <a:blip r:embed="rId12"/>
          <a:stretch>
            <a:fillRect/>
          </a:stretch>
        </p:blipFill>
        <p:spPr>
          <a:xfrm>
            <a:off x="6062662" y="1977867"/>
            <a:ext cx="1707833" cy="872966"/>
          </a:xfrm>
          <a:prstGeom prst="rect">
            <a:avLst/>
          </a:prstGeom>
        </p:spPr>
      </p:pic>
    </p:spTree>
    <p:custDataLst>
      <p:tags r:id="rId1"/>
    </p:custData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244D40-1D69-FE20-78A8-FB817A38C9B7}"/>
              </a:ext>
            </a:extLst>
          </p:cNvPr>
          <p:cNvSpPr>
            <a:spLocks noGrp="1"/>
          </p:cNvSpPr>
          <p:nvPr>
            <p:ph type="title"/>
          </p:nvPr>
        </p:nvSpPr>
        <p:spPr/>
        <p:txBody>
          <a:bodyPr/>
          <a:lstStyle/>
          <a:p>
            <a:r>
              <a:rPr lang="en-US" altLang="zh-CN" dirty="0"/>
              <a:t>3.2.2</a:t>
            </a:r>
            <a:r>
              <a:rPr lang="zh-CN" altLang="en-US" dirty="0"/>
              <a:t> 等价类划分方法</a:t>
            </a:r>
            <a:endParaRPr kumimoji="1" lang="zh-CN" altLang="en-US" dirty="0"/>
          </a:p>
        </p:txBody>
      </p:sp>
      <p:sp>
        <p:nvSpPr>
          <p:cNvPr id="3" name="矩形 2">
            <a:extLst>
              <a:ext uri="{FF2B5EF4-FFF2-40B4-BE49-F238E27FC236}">
                <a16:creationId xmlns:a16="http://schemas.microsoft.com/office/drawing/2014/main" id="{079BF8E8-2A7A-B074-C7A6-B77F624920F8}"/>
              </a:ext>
            </a:extLst>
          </p:cNvPr>
          <p:cNvSpPr/>
          <p:nvPr/>
        </p:nvSpPr>
        <p:spPr>
          <a:xfrm>
            <a:off x="625623" y="1208700"/>
            <a:ext cx="4729751" cy="3179588"/>
          </a:xfrm>
          <a:prstGeom prst="rect">
            <a:avLst/>
          </a:prstGeom>
        </p:spPr>
        <p:txBody>
          <a:bodyPr wrap="square">
            <a:spAutoFit/>
          </a:bodyPr>
          <a:lstStyle/>
          <a:p>
            <a:pPr marL="355596" lvl="2" indent="-355596">
              <a:lnSpc>
                <a:spcPct val="140000"/>
              </a:lnSpc>
              <a:spcBef>
                <a:spcPct val="20000"/>
              </a:spcBef>
              <a:buClr>
                <a:srgbClr val="0070C0"/>
              </a:buClr>
              <a:buSzPct val="80000"/>
              <a:buFont typeface="Wingdings" pitchFamily="2" charset="2"/>
              <a:buChar char="p"/>
              <a:defRPr/>
            </a:pPr>
            <a:r>
              <a:rPr lang="zh-CN" altLang="de-DE" sz="2000" dirty="0">
                <a:latin typeface="Arial" panose="020B0604020202020204" pitchFamily="34" charset="0"/>
                <a:ea typeface="KaiTi" panose="02010609060101010101" pitchFamily="49" charset="-122"/>
                <a:cs typeface="Arial" panose="020B0604020202020204" pitchFamily="34" charset="0"/>
              </a:rPr>
              <a:t>等价类是某个输入域的子集，在该子集中每个输入数据的作用是等效的</a:t>
            </a:r>
            <a:r>
              <a:rPr lang="en-US" altLang="zh-CN" sz="2000" dirty="0">
                <a:latin typeface="Arial" panose="020B0604020202020204" pitchFamily="34" charset="0"/>
                <a:ea typeface="KaiTi" panose="02010609060101010101" pitchFamily="49" charset="-122"/>
                <a:cs typeface="Arial" panose="020B0604020202020204" pitchFamily="34" charset="0"/>
              </a:rPr>
              <a:t>.</a:t>
            </a:r>
          </a:p>
          <a:p>
            <a:pPr marL="355596" lvl="2" indent="-355596">
              <a:lnSpc>
                <a:spcPct val="140000"/>
              </a:lnSpc>
              <a:spcBef>
                <a:spcPct val="20000"/>
              </a:spcBef>
              <a:buClr>
                <a:srgbClr val="0070C0"/>
              </a:buClr>
              <a:buSzPct val="80000"/>
              <a:buFont typeface="Wingdings" pitchFamily="2" charset="2"/>
              <a:buChar char="p"/>
              <a:defRPr/>
            </a:pPr>
            <a:r>
              <a:rPr lang="zh-CN" altLang="en-US" sz="2000" dirty="0">
                <a:latin typeface="Arial" panose="020B0604020202020204" pitchFamily="34" charset="0"/>
                <a:ea typeface="KaiTi" panose="02010609060101010101" pitchFamily="49" charset="-122"/>
                <a:cs typeface="Arial" panose="020B0604020202020204" pitchFamily="34" charset="0"/>
              </a:rPr>
              <a:t>将输入数据分成若干个</a:t>
            </a:r>
            <a:r>
              <a:rPr lang="zh-CN" altLang="de-DE" sz="2000" dirty="0">
                <a:latin typeface="Arial" panose="020B0604020202020204" pitchFamily="34" charset="0"/>
                <a:ea typeface="KaiTi" panose="02010609060101010101" pitchFamily="49" charset="-122"/>
                <a:cs typeface="Arial" panose="020B0604020202020204" pitchFamily="34" charset="0"/>
              </a:rPr>
              <a:t>等价类</a:t>
            </a:r>
            <a:r>
              <a:rPr lang="zh-CN" altLang="en-US" sz="2000" dirty="0">
                <a:latin typeface="Arial" panose="020B0604020202020204" pitchFamily="34" charset="0"/>
                <a:ea typeface="KaiTi" panose="02010609060101010101" pitchFamily="49" charset="-122"/>
                <a:cs typeface="Arial" panose="020B0604020202020204" pitchFamily="34" charset="0"/>
              </a:rPr>
              <a:t>，从每个</a:t>
            </a:r>
            <a:r>
              <a:rPr lang="zh-CN" altLang="de-DE" sz="2000" dirty="0">
                <a:latin typeface="Arial" panose="020B0604020202020204" pitchFamily="34" charset="0"/>
                <a:ea typeface="KaiTi" panose="02010609060101010101" pitchFamily="49" charset="-122"/>
                <a:cs typeface="Arial" panose="020B0604020202020204" pitchFamily="34" charset="0"/>
              </a:rPr>
              <a:t>等价类</a:t>
            </a:r>
            <a:r>
              <a:rPr lang="zh-CN" altLang="en-US" sz="2000" dirty="0">
                <a:latin typeface="Arial" panose="020B0604020202020204" pitchFamily="34" charset="0"/>
                <a:ea typeface="KaiTi" panose="02010609060101010101" pitchFamily="49" charset="-122"/>
                <a:cs typeface="Arial" panose="020B0604020202020204" pitchFamily="34" charset="0"/>
              </a:rPr>
              <a:t>选取一个代表性的数据作为测试用例</a:t>
            </a:r>
          </a:p>
          <a:p>
            <a:pPr marL="355596" lvl="2" indent="-355596">
              <a:lnSpc>
                <a:spcPct val="140000"/>
              </a:lnSpc>
              <a:spcBef>
                <a:spcPct val="20000"/>
              </a:spcBef>
              <a:buClr>
                <a:srgbClr val="0070C0"/>
              </a:buClr>
              <a:buSzPct val="80000"/>
              <a:buFont typeface="Wingdings" pitchFamily="2" charset="2"/>
              <a:buChar char="p"/>
              <a:defRPr/>
            </a:pPr>
            <a:r>
              <a:rPr lang="zh-CN" altLang="de-DE" sz="2000" dirty="0">
                <a:latin typeface="Arial" panose="020B0604020202020204" pitchFamily="34" charset="0"/>
                <a:ea typeface="KaiTi" panose="02010609060101010101" pitchFamily="49" charset="-122"/>
                <a:cs typeface="Arial" panose="020B0604020202020204" pitchFamily="34" charset="0"/>
              </a:rPr>
              <a:t>等价类</a:t>
            </a:r>
            <a:r>
              <a:rPr lang="zh-CN" altLang="en-US" sz="2000" dirty="0">
                <a:latin typeface="Arial" panose="020B0604020202020204" pitchFamily="34" charset="0"/>
                <a:ea typeface="KaiTi" panose="02010609060101010101" pitchFamily="49" charset="-122"/>
                <a:cs typeface="Arial" panose="020B0604020202020204" pitchFamily="34" charset="0"/>
              </a:rPr>
              <a:t>分为有效等价类（合理的数据）和无效等价类（异常的数据）</a:t>
            </a:r>
            <a:endParaRPr lang="en-US" altLang="zh-CN" sz="2000" dirty="0">
              <a:latin typeface="Arial" panose="020B0604020202020204" pitchFamily="34" charset="0"/>
              <a:ea typeface="KaiTi" panose="02010609060101010101" pitchFamily="49" charset="-122"/>
              <a:cs typeface="Arial" panose="020B0604020202020204" pitchFamily="34" charset="0"/>
            </a:endParaRPr>
          </a:p>
        </p:txBody>
      </p:sp>
      <p:grpSp>
        <p:nvGrpSpPr>
          <p:cNvPr id="4" name="Group 24">
            <a:extLst>
              <a:ext uri="{FF2B5EF4-FFF2-40B4-BE49-F238E27FC236}">
                <a16:creationId xmlns:a16="http://schemas.microsoft.com/office/drawing/2014/main" id="{8D47406D-8A6C-87AD-5710-BC53B528C3E1}"/>
              </a:ext>
            </a:extLst>
          </p:cNvPr>
          <p:cNvGrpSpPr>
            <a:grpSpLocks/>
          </p:cNvGrpSpPr>
          <p:nvPr/>
        </p:nvGrpSpPr>
        <p:grpSpPr bwMode="auto">
          <a:xfrm>
            <a:off x="5195309" y="1689875"/>
            <a:ext cx="3948691" cy="2111244"/>
            <a:chOff x="2747" y="2800"/>
            <a:chExt cx="2858" cy="1176"/>
          </a:xfrm>
        </p:grpSpPr>
        <p:grpSp>
          <p:nvGrpSpPr>
            <p:cNvPr id="6" name="Group 25">
              <a:extLst>
                <a:ext uri="{FF2B5EF4-FFF2-40B4-BE49-F238E27FC236}">
                  <a16:creationId xmlns:a16="http://schemas.microsoft.com/office/drawing/2014/main" id="{E7C2B990-0625-FB01-D1B3-D9AB39120C96}"/>
                </a:ext>
              </a:extLst>
            </p:cNvPr>
            <p:cNvGrpSpPr>
              <a:grpSpLocks/>
            </p:cNvGrpSpPr>
            <p:nvPr/>
          </p:nvGrpSpPr>
          <p:grpSpPr bwMode="auto">
            <a:xfrm>
              <a:off x="2747" y="2832"/>
              <a:ext cx="2658" cy="920"/>
              <a:chOff x="1374" y="3176"/>
              <a:chExt cx="2658" cy="920"/>
            </a:xfrm>
          </p:grpSpPr>
          <p:sp>
            <p:nvSpPr>
              <p:cNvPr id="21" name="Oval 26">
                <a:extLst>
                  <a:ext uri="{FF2B5EF4-FFF2-40B4-BE49-F238E27FC236}">
                    <a16:creationId xmlns:a16="http://schemas.microsoft.com/office/drawing/2014/main" id="{2637EFDE-713A-71EC-0DDC-2FBD636E67B5}"/>
                  </a:ext>
                </a:extLst>
              </p:cNvPr>
              <p:cNvSpPr>
                <a:spLocks noChangeArrowheads="1"/>
              </p:cNvSpPr>
              <p:nvPr/>
            </p:nvSpPr>
            <p:spPr bwMode="auto">
              <a:xfrm>
                <a:off x="1968" y="3176"/>
                <a:ext cx="2064" cy="920"/>
              </a:xfrm>
              <a:prstGeom prst="ellipse">
                <a:avLst/>
              </a:prstGeom>
              <a:solidFill>
                <a:srgbClr val="FF9900"/>
              </a:solidFill>
              <a:ln w="38100">
                <a:noFill/>
                <a:round/>
                <a:headEnd/>
                <a:tailEnd/>
              </a:ln>
            </p:spPr>
            <p:txBody>
              <a:bodyPr wrap="none" anchor="ctr"/>
              <a:lstStyle/>
              <a:p>
                <a:endParaRPr lang="zh-CN" altLang="en-US" sz="1350"/>
              </a:p>
            </p:txBody>
          </p:sp>
          <p:sp>
            <p:nvSpPr>
              <p:cNvPr id="22" name="Text Box 27">
                <a:extLst>
                  <a:ext uri="{FF2B5EF4-FFF2-40B4-BE49-F238E27FC236}">
                    <a16:creationId xmlns:a16="http://schemas.microsoft.com/office/drawing/2014/main" id="{8A8A6F1A-1F5E-D3EF-C79B-9CCA1C0915ED}"/>
                  </a:ext>
                </a:extLst>
              </p:cNvPr>
              <p:cNvSpPr txBox="1">
                <a:spLocks noChangeArrowheads="1"/>
              </p:cNvSpPr>
              <p:nvPr/>
            </p:nvSpPr>
            <p:spPr bwMode="auto">
              <a:xfrm>
                <a:off x="1374" y="3818"/>
                <a:ext cx="886" cy="252"/>
              </a:xfrm>
              <a:prstGeom prst="rect">
                <a:avLst/>
              </a:prstGeom>
              <a:solidFill>
                <a:srgbClr val="FF9900"/>
              </a:solidFill>
              <a:ln w="38100">
                <a:noFill/>
                <a:miter lim="800000"/>
                <a:headEnd/>
                <a:tailEnd/>
              </a:ln>
            </p:spPr>
            <p:txBody>
              <a:bodyPr wrap="none">
                <a:spAutoFit/>
              </a:bodyPr>
              <a:lstStyle/>
              <a:p>
                <a:pPr algn="ctr" eaLnBrk="0" hangingPunct="0"/>
                <a:r>
                  <a:rPr lang="en-US" altLang="zh-CN" sz="1350">
                    <a:solidFill>
                      <a:srgbClr val="FFFF66"/>
                    </a:solidFill>
                    <a:latin typeface="Comic Sans MS" pitchFamily="66" charset="0"/>
                  </a:rPr>
                  <a:t>all inputs</a:t>
                </a:r>
                <a:endParaRPr lang="en-GB" altLang="zh-CN" sz="1350">
                  <a:solidFill>
                    <a:srgbClr val="FFFF66"/>
                  </a:solidFill>
                  <a:latin typeface="Comic Sans MS" pitchFamily="66" charset="0"/>
                </a:endParaRPr>
              </a:p>
            </p:txBody>
          </p:sp>
        </p:grpSp>
        <p:grpSp>
          <p:nvGrpSpPr>
            <p:cNvPr id="7" name="Group 28">
              <a:extLst>
                <a:ext uri="{FF2B5EF4-FFF2-40B4-BE49-F238E27FC236}">
                  <a16:creationId xmlns:a16="http://schemas.microsoft.com/office/drawing/2014/main" id="{7F902F52-4DB7-4BD4-8ADD-D88D8D294C00}"/>
                </a:ext>
              </a:extLst>
            </p:cNvPr>
            <p:cNvGrpSpPr>
              <a:grpSpLocks/>
            </p:cNvGrpSpPr>
            <p:nvPr/>
          </p:nvGrpSpPr>
          <p:grpSpPr bwMode="auto">
            <a:xfrm>
              <a:off x="2869" y="2800"/>
              <a:ext cx="2736" cy="1176"/>
              <a:chOff x="1496" y="3144"/>
              <a:chExt cx="2736" cy="1176"/>
            </a:xfrm>
          </p:grpSpPr>
          <p:sp>
            <p:nvSpPr>
              <p:cNvPr id="17" name="Line 29">
                <a:extLst>
                  <a:ext uri="{FF2B5EF4-FFF2-40B4-BE49-F238E27FC236}">
                    <a16:creationId xmlns:a16="http://schemas.microsoft.com/office/drawing/2014/main" id="{561502C8-3869-58A4-1D7A-91424FFF578A}"/>
                  </a:ext>
                </a:extLst>
              </p:cNvPr>
              <p:cNvSpPr>
                <a:spLocks noChangeShapeType="1"/>
              </p:cNvSpPr>
              <p:nvPr/>
            </p:nvSpPr>
            <p:spPr bwMode="auto">
              <a:xfrm>
                <a:off x="1496" y="3144"/>
                <a:ext cx="1424" cy="528"/>
              </a:xfrm>
              <a:prstGeom prst="line">
                <a:avLst/>
              </a:prstGeom>
              <a:noFill/>
              <a:ln w="28575">
                <a:solidFill>
                  <a:srgbClr val="009900"/>
                </a:solidFill>
                <a:round/>
                <a:headEnd/>
                <a:tailEnd/>
              </a:ln>
            </p:spPr>
            <p:txBody>
              <a:bodyPr wrap="none"/>
              <a:lstStyle/>
              <a:p>
                <a:endParaRPr lang="zh-CN" altLang="en-US" sz="1350"/>
              </a:p>
            </p:txBody>
          </p:sp>
          <p:sp>
            <p:nvSpPr>
              <p:cNvPr id="18" name="Line 30">
                <a:extLst>
                  <a:ext uri="{FF2B5EF4-FFF2-40B4-BE49-F238E27FC236}">
                    <a16:creationId xmlns:a16="http://schemas.microsoft.com/office/drawing/2014/main" id="{CBE39A74-2D9D-2C5E-BD62-73C448887841}"/>
                  </a:ext>
                </a:extLst>
              </p:cNvPr>
              <p:cNvSpPr>
                <a:spLocks noChangeShapeType="1"/>
              </p:cNvSpPr>
              <p:nvPr/>
            </p:nvSpPr>
            <p:spPr bwMode="auto">
              <a:xfrm flipH="1">
                <a:off x="2848" y="3680"/>
                <a:ext cx="64" cy="640"/>
              </a:xfrm>
              <a:prstGeom prst="line">
                <a:avLst/>
              </a:prstGeom>
              <a:noFill/>
              <a:ln w="28575">
                <a:solidFill>
                  <a:srgbClr val="009900"/>
                </a:solidFill>
                <a:round/>
                <a:headEnd/>
                <a:tailEnd/>
              </a:ln>
            </p:spPr>
            <p:txBody>
              <a:bodyPr wrap="none"/>
              <a:lstStyle/>
              <a:p>
                <a:endParaRPr lang="zh-CN" altLang="en-US" sz="1350"/>
              </a:p>
            </p:txBody>
          </p:sp>
          <p:sp>
            <p:nvSpPr>
              <p:cNvPr id="19" name="Line 31">
                <a:extLst>
                  <a:ext uri="{FF2B5EF4-FFF2-40B4-BE49-F238E27FC236}">
                    <a16:creationId xmlns:a16="http://schemas.microsoft.com/office/drawing/2014/main" id="{FBF6E017-74E8-CFB2-2FC9-391FC33EBD09}"/>
                  </a:ext>
                </a:extLst>
              </p:cNvPr>
              <p:cNvSpPr>
                <a:spLocks noChangeShapeType="1"/>
              </p:cNvSpPr>
              <p:nvPr/>
            </p:nvSpPr>
            <p:spPr bwMode="auto">
              <a:xfrm flipV="1">
                <a:off x="2912" y="3216"/>
                <a:ext cx="1320" cy="464"/>
              </a:xfrm>
              <a:prstGeom prst="line">
                <a:avLst/>
              </a:prstGeom>
              <a:noFill/>
              <a:ln w="28575">
                <a:solidFill>
                  <a:srgbClr val="009900"/>
                </a:solidFill>
                <a:round/>
                <a:headEnd/>
                <a:tailEnd/>
              </a:ln>
            </p:spPr>
            <p:txBody>
              <a:bodyPr wrap="none"/>
              <a:lstStyle/>
              <a:p>
                <a:endParaRPr lang="zh-CN" altLang="en-US" sz="1350"/>
              </a:p>
            </p:txBody>
          </p:sp>
          <p:sp>
            <p:nvSpPr>
              <p:cNvPr id="20" name="Line 32">
                <a:extLst>
                  <a:ext uri="{FF2B5EF4-FFF2-40B4-BE49-F238E27FC236}">
                    <a16:creationId xmlns:a16="http://schemas.microsoft.com/office/drawing/2014/main" id="{2781E913-BD32-5633-1A0D-89A34499DA96}"/>
                  </a:ext>
                </a:extLst>
              </p:cNvPr>
              <p:cNvSpPr>
                <a:spLocks noChangeShapeType="1"/>
              </p:cNvSpPr>
              <p:nvPr/>
            </p:nvSpPr>
            <p:spPr bwMode="auto">
              <a:xfrm>
                <a:off x="3352" y="3528"/>
                <a:ext cx="544" cy="632"/>
              </a:xfrm>
              <a:prstGeom prst="line">
                <a:avLst/>
              </a:prstGeom>
              <a:noFill/>
              <a:ln w="28575">
                <a:solidFill>
                  <a:srgbClr val="009900"/>
                </a:solidFill>
                <a:round/>
                <a:headEnd/>
                <a:tailEnd/>
              </a:ln>
            </p:spPr>
            <p:txBody>
              <a:bodyPr wrap="none"/>
              <a:lstStyle/>
              <a:p>
                <a:endParaRPr lang="zh-CN" altLang="en-US" sz="1350"/>
              </a:p>
            </p:txBody>
          </p:sp>
        </p:grpSp>
        <p:grpSp>
          <p:nvGrpSpPr>
            <p:cNvPr id="8" name="Group 33">
              <a:extLst>
                <a:ext uri="{FF2B5EF4-FFF2-40B4-BE49-F238E27FC236}">
                  <a16:creationId xmlns:a16="http://schemas.microsoft.com/office/drawing/2014/main" id="{728D3D1A-8D93-694E-7164-6C0F49A9C7A6}"/>
                </a:ext>
              </a:extLst>
            </p:cNvPr>
            <p:cNvGrpSpPr>
              <a:grpSpLocks/>
            </p:cNvGrpSpPr>
            <p:nvPr/>
          </p:nvGrpSpPr>
          <p:grpSpPr bwMode="auto">
            <a:xfrm>
              <a:off x="3647" y="2945"/>
              <a:ext cx="1635" cy="810"/>
              <a:chOff x="2274" y="3289"/>
              <a:chExt cx="1635" cy="810"/>
            </a:xfrm>
          </p:grpSpPr>
          <p:sp>
            <p:nvSpPr>
              <p:cNvPr id="9" name="Oval 34">
                <a:extLst>
                  <a:ext uri="{FF2B5EF4-FFF2-40B4-BE49-F238E27FC236}">
                    <a16:creationId xmlns:a16="http://schemas.microsoft.com/office/drawing/2014/main" id="{0CBF4FC8-CBD1-A9C0-353C-7878F7BF08C1}"/>
                  </a:ext>
                </a:extLst>
              </p:cNvPr>
              <p:cNvSpPr>
                <a:spLocks noChangeArrowheads="1"/>
              </p:cNvSpPr>
              <p:nvPr/>
            </p:nvSpPr>
            <p:spPr bwMode="auto">
              <a:xfrm>
                <a:off x="2856" y="3352"/>
                <a:ext cx="64" cy="80"/>
              </a:xfrm>
              <a:prstGeom prst="ellipse">
                <a:avLst/>
              </a:prstGeom>
              <a:solidFill>
                <a:schemeClr val="bg1"/>
              </a:solidFill>
              <a:ln w="38100">
                <a:noFill/>
                <a:round/>
                <a:headEnd/>
                <a:tailEnd/>
              </a:ln>
            </p:spPr>
            <p:txBody>
              <a:bodyPr wrap="none" anchor="ctr"/>
              <a:lstStyle/>
              <a:p>
                <a:endParaRPr lang="zh-CN" altLang="en-US" sz="1350"/>
              </a:p>
            </p:txBody>
          </p:sp>
          <p:sp>
            <p:nvSpPr>
              <p:cNvPr id="10" name="Text Box 35">
                <a:extLst>
                  <a:ext uri="{FF2B5EF4-FFF2-40B4-BE49-F238E27FC236}">
                    <a16:creationId xmlns:a16="http://schemas.microsoft.com/office/drawing/2014/main" id="{FA1D9212-B3FF-4433-6819-A3C0737590C7}"/>
                  </a:ext>
                </a:extLst>
              </p:cNvPr>
              <p:cNvSpPr txBox="1">
                <a:spLocks noChangeArrowheads="1"/>
              </p:cNvSpPr>
              <p:nvPr/>
            </p:nvSpPr>
            <p:spPr bwMode="auto">
              <a:xfrm>
                <a:off x="2852" y="3289"/>
                <a:ext cx="278" cy="233"/>
              </a:xfrm>
              <a:prstGeom prst="rect">
                <a:avLst/>
              </a:prstGeom>
              <a:noFill/>
              <a:ln w="38100">
                <a:noFill/>
                <a:miter lim="800000"/>
                <a:headEnd/>
                <a:tailEnd/>
              </a:ln>
            </p:spPr>
            <p:txBody>
              <a:bodyPr wrap="none">
                <a:spAutoFit/>
              </a:bodyPr>
              <a:lstStyle/>
              <a:p>
                <a:pPr algn="ctr" eaLnBrk="0" hangingPunct="0"/>
                <a:r>
                  <a:rPr lang="en-US" altLang="zh-CN" sz="1200">
                    <a:solidFill>
                      <a:schemeClr val="bg1"/>
                    </a:solidFill>
                    <a:latin typeface="Comic Sans MS" pitchFamily="66" charset="0"/>
                  </a:rPr>
                  <a:t>i</a:t>
                </a:r>
                <a:r>
                  <a:rPr lang="en-US" altLang="zh-CN" sz="1500" baseline="-25000">
                    <a:solidFill>
                      <a:schemeClr val="bg1"/>
                    </a:solidFill>
                    <a:latin typeface="Comic Sans MS" pitchFamily="66" charset="0"/>
                  </a:rPr>
                  <a:t>1</a:t>
                </a:r>
                <a:endParaRPr lang="en-GB" altLang="zh-CN" sz="1500" baseline="-25000">
                  <a:solidFill>
                    <a:schemeClr val="bg1"/>
                  </a:solidFill>
                  <a:latin typeface="Comic Sans MS" pitchFamily="66" charset="0"/>
                </a:endParaRPr>
              </a:p>
            </p:txBody>
          </p:sp>
          <p:sp>
            <p:nvSpPr>
              <p:cNvPr id="11" name="Oval 36">
                <a:extLst>
                  <a:ext uri="{FF2B5EF4-FFF2-40B4-BE49-F238E27FC236}">
                    <a16:creationId xmlns:a16="http://schemas.microsoft.com/office/drawing/2014/main" id="{78B45414-ED26-A794-BE52-992029B71B2C}"/>
                  </a:ext>
                </a:extLst>
              </p:cNvPr>
              <p:cNvSpPr>
                <a:spLocks noChangeArrowheads="1"/>
              </p:cNvSpPr>
              <p:nvPr/>
            </p:nvSpPr>
            <p:spPr bwMode="auto">
              <a:xfrm>
                <a:off x="3624" y="3576"/>
                <a:ext cx="64" cy="80"/>
              </a:xfrm>
              <a:prstGeom prst="ellipse">
                <a:avLst/>
              </a:prstGeom>
              <a:solidFill>
                <a:schemeClr val="bg1"/>
              </a:solidFill>
              <a:ln w="38100">
                <a:noFill/>
                <a:round/>
                <a:headEnd/>
                <a:tailEnd/>
              </a:ln>
            </p:spPr>
            <p:txBody>
              <a:bodyPr wrap="none" anchor="ctr"/>
              <a:lstStyle/>
              <a:p>
                <a:endParaRPr lang="zh-CN" altLang="en-US" sz="1350"/>
              </a:p>
            </p:txBody>
          </p:sp>
          <p:sp>
            <p:nvSpPr>
              <p:cNvPr id="12" name="Text Box 37">
                <a:extLst>
                  <a:ext uri="{FF2B5EF4-FFF2-40B4-BE49-F238E27FC236}">
                    <a16:creationId xmlns:a16="http://schemas.microsoft.com/office/drawing/2014/main" id="{31F6C463-B0F8-F481-AF5E-C1792D73B6AD}"/>
                  </a:ext>
                </a:extLst>
              </p:cNvPr>
              <p:cNvSpPr txBox="1">
                <a:spLocks noChangeArrowheads="1"/>
              </p:cNvSpPr>
              <p:nvPr/>
            </p:nvSpPr>
            <p:spPr bwMode="auto">
              <a:xfrm>
                <a:off x="3610" y="3513"/>
                <a:ext cx="299" cy="233"/>
              </a:xfrm>
              <a:prstGeom prst="rect">
                <a:avLst/>
              </a:prstGeom>
              <a:noFill/>
              <a:ln w="38100">
                <a:noFill/>
                <a:miter lim="800000"/>
                <a:headEnd/>
                <a:tailEnd/>
              </a:ln>
            </p:spPr>
            <p:txBody>
              <a:bodyPr wrap="none">
                <a:spAutoFit/>
              </a:bodyPr>
              <a:lstStyle/>
              <a:p>
                <a:pPr algn="ctr" eaLnBrk="0" hangingPunct="0"/>
                <a:r>
                  <a:rPr lang="en-US" altLang="zh-CN" sz="1200">
                    <a:solidFill>
                      <a:schemeClr val="bg1"/>
                    </a:solidFill>
                    <a:latin typeface="Comic Sans MS" pitchFamily="66" charset="0"/>
                  </a:rPr>
                  <a:t>i</a:t>
                </a:r>
                <a:r>
                  <a:rPr lang="en-US" altLang="zh-CN" sz="1500" baseline="-25000">
                    <a:solidFill>
                      <a:schemeClr val="bg1"/>
                    </a:solidFill>
                    <a:latin typeface="Comic Sans MS" pitchFamily="66" charset="0"/>
                  </a:rPr>
                  <a:t>4</a:t>
                </a:r>
                <a:endParaRPr lang="en-GB" altLang="zh-CN" sz="1500" baseline="-25000">
                  <a:solidFill>
                    <a:schemeClr val="bg1"/>
                  </a:solidFill>
                  <a:latin typeface="Comic Sans MS" pitchFamily="66" charset="0"/>
                </a:endParaRPr>
              </a:p>
            </p:txBody>
          </p:sp>
          <p:sp>
            <p:nvSpPr>
              <p:cNvPr id="13" name="Oval 38">
                <a:extLst>
                  <a:ext uri="{FF2B5EF4-FFF2-40B4-BE49-F238E27FC236}">
                    <a16:creationId xmlns:a16="http://schemas.microsoft.com/office/drawing/2014/main" id="{BDF10AE8-2EFF-E56A-0B00-92675DC94A37}"/>
                  </a:ext>
                </a:extLst>
              </p:cNvPr>
              <p:cNvSpPr>
                <a:spLocks noChangeArrowheads="1"/>
              </p:cNvSpPr>
              <p:nvPr/>
            </p:nvSpPr>
            <p:spPr bwMode="auto">
              <a:xfrm>
                <a:off x="2288" y="3720"/>
                <a:ext cx="64" cy="80"/>
              </a:xfrm>
              <a:prstGeom prst="ellipse">
                <a:avLst/>
              </a:prstGeom>
              <a:solidFill>
                <a:schemeClr val="bg1"/>
              </a:solidFill>
              <a:ln w="38100">
                <a:noFill/>
                <a:round/>
                <a:headEnd/>
                <a:tailEnd/>
              </a:ln>
            </p:spPr>
            <p:txBody>
              <a:bodyPr wrap="none" anchor="ctr"/>
              <a:lstStyle/>
              <a:p>
                <a:endParaRPr lang="zh-CN" altLang="en-US" sz="1350"/>
              </a:p>
            </p:txBody>
          </p:sp>
          <p:sp>
            <p:nvSpPr>
              <p:cNvPr id="14" name="Text Box 39">
                <a:extLst>
                  <a:ext uri="{FF2B5EF4-FFF2-40B4-BE49-F238E27FC236}">
                    <a16:creationId xmlns:a16="http://schemas.microsoft.com/office/drawing/2014/main" id="{8A9E3A15-E400-8E58-F211-E57548F86F4F}"/>
                  </a:ext>
                </a:extLst>
              </p:cNvPr>
              <p:cNvSpPr txBox="1">
                <a:spLocks noChangeArrowheads="1"/>
              </p:cNvSpPr>
              <p:nvPr/>
            </p:nvSpPr>
            <p:spPr bwMode="auto">
              <a:xfrm>
                <a:off x="2274" y="3657"/>
                <a:ext cx="299" cy="233"/>
              </a:xfrm>
              <a:prstGeom prst="rect">
                <a:avLst/>
              </a:prstGeom>
              <a:noFill/>
              <a:ln w="38100">
                <a:noFill/>
                <a:miter lim="800000"/>
                <a:headEnd/>
                <a:tailEnd/>
              </a:ln>
            </p:spPr>
            <p:txBody>
              <a:bodyPr wrap="none">
                <a:spAutoFit/>
              </a:bodyPr>
              <a:lstStyle/>
              <a:p>
                <a:pPr algn="ctr" eaLnBrk="0" hangingPunct="0"/>
                <a:r>
                  <a:rPr lang="en-US" altLang="zh-CN" sz="1200">
                    <a:solidFill>
                      <a:schemeClr val="bg1"/>
                    </a:solidFill>
                    <a:latin typeface="Comic Sans MS" pitchFamily="66" charset="0"/>
                  </a:rPr>
                  <a:t>i</a:t>
                </a:r>
                <a:r>
                  <a:rPr lang="en-US" altLang="zh-CN" sz="1500" baseline="-25000">
                    <a:solidFill>
                      <a:schemeClr val="bg1"/>
                    </a:solidFill>
                    <a:latin typeface="Comic Sans MS" pitchFamily="66" charset="0"/>
                  </a:rPr>
                  <a:t>2</a:t>
                </a:r>
                <a:endParaRPr lang="en-GB" altLang="zh-CN" sz="1500" baseline="-25000">
                  <a:solidFill>
                    <a:schemeClr val="bg1"/>
                  </a:solidFill>
                  <a:latin typeface="Comic Sans MS" pitchFamily="66" charset="0"/>
                </a:endParaRPr>
              </a:p>
            </p:txBody>
          </p:sp>
          <p:sp>
            <p:nvSpPr>
              <p:cNvPr id="15" name="Oval 40">
                <a:extLst>
                  <a:ext uri="{FF2B5EF4-FFF2-40B4-BE49-F238E27FC236}">
                    <a16:creationId xmlns:a16="http://schemas.microsoft.com/office/drawing/2014/main" id="{53C12924-728E-0C30-C44F-CDA9F63CBBB1}"/>
                  </a:ext>
                </a:extLst>
              </p:cNvPr>
              <p:cNvSpPr>
                <a:spLocks noChangeArrowheads="1"/>
              </p:cNvSpPr>
              <p:nvPr/>
            </p:nvSpPr>
            <p:spPr bwMode="auto">
              <a:xfrm>
                <a:off x="3080" y="3800"/>
                <a:ext cx="64" cy="80"/>
              </a:xfrm>
              <a:prstGeom prst="ellipse">
                <a:avLst/>
              </a:prstGeom>
              <a:solidFill>
                <a:schemeClr val="bg1"/>
              </a:solidFill>
              <a:ln w="38100">
                <a:noFill/>
                <a:round/>
                <a:headEnd/>
                <a:tailEnd/>
              </a:ln>
            </p:spPr>
            <p:txBody>
              <a:bodyPr wrap="none" anchor="ctr"/>
              <a:lstStyle/>
              <a:p>
                <a:endParaRPr lang="zh-CN" altLang="en-US" sz="1350"/>
              </a:p>
            </p:txBody>
          </p:sp>
          <p:sp>
            <p:nvSpPr>
              <p:cNvPr id="16" name="Text Box 41">
                <a:extLst>
                  <a:ext uri="{FF2B5EF4-FFF2-40B4-BE49-F238E27FC236}">
                    <a16:creationId xmlns:a16="http://schemas.microsoft.com/office/drawing/2014/main" id="{95BDBE7E-F41D-0A9D-E535-989DE7C30ED7}"/>
                  </a:ext>
                </a:extLst>
              </p:cNvPr>
              <p:cNvSpPr txBox="1">
                <a:spLocks noChangeArrowheads="1"/>
              </p:cNvSpPr>
              <p:nvPr/>
            </p:nvSpPr>
            <p:spPr bwMode="auto">
              <a:xfrm>
                <a:off x="3108" y="3737"/>
                <a:ext cx="215" cy="362"/>
              </a:xfrm>
              <a:prstGeom prst="rect">
                <a:avLst/>
              </a:prstGeom>
              <a:noFill/>
              <a:ln w="38100">
                <a:noFill/>
                <a:miter lim="800000"/>
                <a:headEnd/>
                <a:tailEnd/>
              </a:ln>
            </p:spPr>
            <p:txBody>
              <a:bodyPr>
                <a:spAutoFit/>
              </a:bodyPr>
              <a:lstStyle/>
              <a:p>
                <a:pPr algn="ctr" eaLnBrk="0" hangingPunct="0"/>
                <a:r>
                  <a:rPr lang="en-US" altLang="zh-CN" sz="1200">
                    <a:solidFill>
                      <a:schemeClr val="bg1"/>
                    </a:solidFill>
                    <a:latin typeface="Comic Sans MS" pitchFamily="66" charset="0"/>
                  </a:rPr>
                  <a:t>i</a:t>
                </a:r>
                <a:r>
                  <a:rPr lang="en-US" altLang="zh-CN" sz="1500" baseline="-25000">
                    <a:solidFill>
                      <a:schemeClr val="bg1"/>
                    </a:solidFill>
                    <a:latin typeface="Comic Sans MS" pitchFamily="66" charset="0"/>
                  </a:rPr>
                  <a:t>3</a:t>
                </a:r>
                <a:endParaRPr lang="en-GB" altLang="zh-CN" sz="1500" baseline="-25000">
                  <a:solidFill>
                    <a:schemeClr val="bg1"/>
                  </a:solidFill>
                  <a:latin typeface="Comic Sans MS" pitchFamily="66" charset="0"/>
                </a:endParaRPr>
              </a:p>
            </p:txBody>
          </p:sp>
        </p:grpSp>
      </p:grpSp>
    </p:spTree>
    <p:extLst>
      <p:ext uri="{BB962C8B-B14F-4D97-AF65-F5344CB8AC3E}">
        <p14:creationId xmlns:p14="http://schemas.microsoft.com/office/powerpoint/2010/main" val="2139683782"/>
      </p:ext>
    </p:extLst>
  </p:cSld>
  <p:clrMapOvr>
    <a:masterClrMapping/>
  </p:clrMapOvr>
  <p:transition spd="slow">
    <p:wipe dir="r"/>
  </p:transition>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7330" name="Rectangle 2"/>
          <p:cNvSpPr>
            <a:spLocks noGrp="1" noChangeArrowheads="1"/>
          </p:cNvSpPr>
          <p:nvPr>
            <p:ph type="title"/>
          </p:nvPr>
        </p:nvSpPr>
        <p:spPr>
          <a:xfrm>
            <a:off x="1519714" y="373856"/>
            <a:ext cx="6104573" cy="685800"/>
          </a:xfrm>
          <a:noFill/>
          <a:ln>
            <a:noFill/>
          </a:ln>
          <a:extLst>
            <a:ext uri="{909E8E84-426E-40DD-AFC4-6F175D3DCCD1}">
              <a14:hiddenFill xmlns:a14="http://schemas.microsoft.com/office/drawing/2010/main">
                <a:solidFill>
                  <a:srgbClr val="0070C0"/>
                </a:solidFill>
              </a14:hiddenFill>
            </a:ext>
          </a:extLst>
        </p:spPr>
        <p:style>
          <a:lnRef idx="2">
            <a:schemeClr val="accent4"/>
          </a:lnRef>
          <a:fillRef idx="1">
            <a:schemeClr val="lt1"/>
          </a:fillRef>
          <a:effectRef idx="0">
            <a:schemeClr val="accent4"/>
          </a:effectRef>
          <a:fontRef idx="minor">
            <a:schemeClr val="dk1"/>
          </a:fontRef>
        </p:style>
        <p:txBody>
          <a:bodyPr vert="horz" wrap="square" lIns="68580" tIns="34290" rIns="68580" bIns="34290" numCol="1" rtlCol="0" anchor="b" anchorCtr="0" compatLnSpc="1">
            <a:normAutofit/>
          </a:bodyPr>
          <a:lstStyle/>
          <a:p>
            <a:pPr algn="just" eaLnBrk="0" fontAlgn="base" hangingPunct="0">
              <a:lnSpc>
                <a:spcPct val="100000"/>
              </a:lnSpc>
              <a:buClrTx/>
            </a:pPr>
            <a:r>
              <a:rPr kumimoji="0" lang="zh-CN" altLang="en-US" sz="2925">
                <a:solidFill>
                  <a:schemeClr val="accent1">
                    <a:lumMod val="75000"/>
                  </a:schemeClr>
                </a:solidFill>
                <a:latin typeface="微软雅黑" panose="020B0503020204020204" charset="-122"/>
                <a:cs typeface="+mj-cs"/>
              </a:rPr>
              <a:t>等价类测试</a:t>
            </a:r>
          </a:p>
        </p:txBody>
      </p:sp>
      <p:sp>
        <p:nvSpPr>
          <p:cNvPr id="8195" name="Rectangle 6"/>
          <p:cNvSpPr/>
          <p:nvPr/>
        </p:nvSpPr>
        <p:spPr>
          <a:xfrm>
            <a:off x="1928813" y="1329929"/>
            <a:ext cx="5829300" cy="514350"/>
          </a:xfrm>
          <a:prstGeom prst="rect">
            <a:avLst/>
          </a:prstGeom>
          <a:noFill/>
          <a:ln w="9525">
            <a:noFill/>
          </a:ln>
        </p:spPr>
        <p:txBody>
          <a:bodyPr/>
          <a:lstStyle/>
          <a:p>
            <a:pPr marL="342900" indent="-342900">
              <a:spcBef>
                <a:spcPct val="20000"/>
              </a:spcBef>
              <a:buFont typeface="Wingdings" panose="05000000000000000000" charset="0"/>
              <a:buChar char="ü"/>
            </a:pPr>
            <a:r>
              <a:rPr lang="zh-CN" altLang="en-US" sz="2100" b="1" dirty="0">
                <a:latin typeface="微软雅黑" panose="020B0503020204020204" charset="-122"/>
                <a:ea typeface="微软雅黑" panose="020B0503020204020204" charset="-122"/>
              </a:rPr>
              <a:t>原因</a:t>
            </a:r>
          </a:p>
        </p:txBody>
      </p:sp>
      <p:sp>
        <p:nvSpPr>
          <p:cNvPr id="8196" name="Rectangle 7"/>
          <p:cNvSpPr/>
          <p:nvPr>
            <p:custDataLst>
              <p:tags r:id="rId1"/>
            </p:custDataLst>
          </p:nvPr>
        </p:nvSpPr>
        <p:spPr>
          <a:xfrm>
            <a:off x="1928813" y="2244329"/>
            <a:ext cx="5829300" cy="514350"/>
          </a:xfrm>
          <a:prstGeom prst="rect">
            <a:avLst/>
          </a:prstGeom>
          <a:noFill/>
          <a:ln w="9525">
            <a:noFill/>
          </a:ln>
        </p:spPr>
        <p:txBody>
          <a:bodyPr/>
          <a:lstStyle/>
          <a:p>
            <a:pPr marL="342900" indent="-342900">
              <a:spcBef>
                <a:spcPct val="20000"/>
              </a:spcBef>
              <a:buFont typeface="Wingdings" panose="05000000000000000000" charset="0"/>
              <a:buChar char="ü"/>
            </a:pPr>
            <a:r>
              <a:rPr lang="zh-CN" altLang="en-US" sz="2100" b="1" dirty="0">
                <a:solidFill>
                  <a:schemeClr val="dk1"/>
                </a:solidFill>
                <a:latin typeface="微软雅黑" panose="020B0503020204020204" charset="-122"/>
                <a:ea typeface="微软雅黑" panose="020B0503020204020204" charset="-122"/>
              </a:rPr>
              <a:t>等价类划分的步骤</a:t>
            </a:r>
          </a:p>
        </p:txBody>
      </p:sp>
      <p:sp>
        <p:nvSpPr>
          <p:cNvPr id="8197" name="Rectangle 8"/>
          <p:cNvSpPr/>
          <p:nvPr>
            <p:custDataLst>
              <p:tags r:id="rId2"/>
            </p:custDataLst>
          </p:nvPr>
        </p:nvSpPr>
        <p:spPr>
          <a:xfrm>
            <a:off x="1928813" y="2701529"/>
            <a:ext cx="5829300" cy="514350"/>
          </a:xfrm>
          <a:prstGeom prst="rect">
            <a:avLst/>
          </a:prstGeom>
          <a:noFill/>
          <a:ln w="9525">
            <a:noFill/>
          </a:ln>
        </p:spPr>
        <p:txBody>
          <a:bodyPr/>
          <a:lstStyle/>
          <a:p>
            <a:pPr marL="342900" indent="-342900">
              <a:spcBef>
                <a:spcPct val="20000"/>
              </a:spcBef>
              <a:buFont typeface="Wingdings" panose="05000000000000000000" charset="0"/>
              <a:buChar char="ü"/>
            </a:pPr>
            <a:r>
              <a:rPr lang="zh-CN" altLang="en-US" sz="2100" b="1" dirty="0">
                <a:solidFill>
                  <a:schemeClr val="dk1"/>
                </a:solidFill>
                <a:latin typeface="微软雅黑" panose="020B0503020204020204" charset="-122"/>
                <a:ea typeface="微软雅黑" panose="020B0503020204020204" charset="-122"/>
              </a:rPr>
              <a:t>确定等价类的一般原则</a:t>
            </a:r>
          </a:p>
        </p:txBody>
      </p:sp>
      <p:sp>
        <p:nvSpPr>
          <p:cNvPr id="8198" name="Rectangle 9"/>
          <p:cNvSpPr/>
          <p:nvPr>
            <p:custDataLst>
              <p:tags r:id="rId3"/>
            </p:custDataLst>
          </p:nvPr>
        </p:nvSpPr>
        <p:spPr>
          <a:xfrm>
            <a:off x="1928813" y="3158729"/>
            <a:ext cx="5829300" cy="514350"/>
          </a:xfrm>
          <a:prstGeom prst="rect">
            <a:avLst/>
          </a:prstGeom>
          <a:noFill/>
          <a:ln w="9525">
            <a:noFill/>
          </a:ln>
        </p:spPr>
        <p:txBody>
          <a:bodyPr/>
          <a:lstStyle/>
          <a:p>
            <a:pPr marL="342900" indent="-342900">
              <a:spcBef>
                <a:spcPct val="20000"/>
              </a:spcBef>
              <a:buFont typeface="Wingdings" panose="05000000000000000000" charset="0"/>
              <a:buChar char="ü"/>
            </a:pPr>
            <a:r>
              <a:rPr lang="zh-CN" altLang="en-US" sz="2100" b="1" dirty="0">
                <a:solidFill>
                  <a:schemeClr val="dk1"/>
                </a:solidFill>
                <a:latin typeface="微软雅黑" panose="020B0503020204020204" charset="-122"/>
                <a:ea typeface="微软雅黑" panose="020B0503020204020204" charset="-122"/>
              </a:rPr>
              <a:t>测试用例的设计</a:t>
            </a:r>
          </a:p>
        </p:txBody>
      </p:sp>
      <p:sp>
        <p:nvSpPr>
          <p:cNvPr id="8199" name="Rectangle 10"/>
          <p:cNvSpPr/>
          <p:nvPr>
            <p:custDataLst>
              <p:tags r:id="rId4"/>
            </p:custDataLst>
          </p:nvPr>
        </p:nvSpPr>
        <p:spPr>
          <a:xfrm>
            <a:off x="1928813" y="3615929"/>
            <a:ext cx="5829300" cy="514350"/>
          </a:xfrm>
          <a:prstGeom prst="rect">
            <a:avLst/>
          </a:prstGeom>
          <a:noFill/>
          <a:ln w="9525">
            <a:noFill/>
          </a:ln>
        </p:spPr>
        <p:txBody>
          <a:bodyPr/>
          <a:lstStyle/>
          <a:p>
            <a:pPr marL="342900" indent="-342900">
              <a:spcBef>
                <a:spcPct val="20000"/>
              </a:spcBef>
              <a:buFont typeface="Wingdings" panose="05000000000000000000" charset="0"/>
              <a:buChar char="ü"/>
            </a:pPr>
            <a:r>
              <a:rPr lang="zh-CN" altLang="en-US" sz="2100" b="1" dirty="0">
                <a:solidFill>
                  <a:schemeClr val="dk1"/>
                </a:solidFill>
                <a:latin typeface="微软雅黑" panose="020B0503020204020204" charset="-122"/>
                <a:ea typeface="微软雅黑" panose="020B0503020204020204" charset="-122"/>
              </a:rPr>
              <a:t>讨论</a:t>
            </a:r>
          </a:p>
        </p:txBody>
      </p:sp>
      <p:sp>
        <p:nvSpPr>
          <p:cNvPr id="8200" name="Rectangle 11"/>
          <p:cNvSpPr/>
          <p:nvPr>
            <p:custDataLst>
              <p:tags r:id="rId5"/>
            </p:custDataLst>
          </p:nvPr>
        </p:nvSpPr>
        <p:spPr>
          <a:xfrm>
            <a:off x="1928813" y="1787129"/>
            <a:ext cx="5829300" cy="514350"/>
          </a:xfrm>
          <a:prstGeom prst="rect">
            <a:avLst/>
          </a:prstGeom>
          <a:noFill/>
          <a:ln w="9525">
            <a:noFill/>
          </a:ln>
        </p:spPr>
        <p:txBody>
          <a:bodyPr/>
          <a:lstStyle/>
          <a:p>
            <a:pPr marL="342900" indent="-342900">
              <a:spcBef>
                <a:spcPct val="20000"/>
              </a:spcBef>
              <a:buFont typeface="Wingdings" panose="05000000000000000000" charset="0"/>
              <a:buChar char="ü"/>
            </a:pPr>
            <a:r>
              <a:rPr lang="zh-CN" altLang="en-US" sz="2100" b="1" dirty="0">
                <a:solidFill>
                  <a:schemeClr val="dk1"/>
                </a:solidFill>
                <a:latin typeface="微软雅黑" panose="020B0503020204020204" charset="-122"/>
                <a:ea typeface="微软雅黑" panose="020B0503020204020204" charset="-122"/>
              </a:rPr>
              <a:t>等价类和划分</a:t>
            </a:r>
          </a:p>
        </p:txBody>
      </p:sp>
      <p:sp>
        <p:nvSpPr>
          <p:cNvPr id="2" name="日期占位符 1"/>
          <p:cNvSpPr>
            <a:spLocks noGrp="1"/>
          </p:cNvSpPr>
          <p:nvPr>
            <p:ph type="dt" sz="half" idx="10"/>
          </p:nvPr>
        </p:nvSpPr>
        <p:spPr/>
        <p:txBody>
          <a:bodyPr/>
          <a:lstStyle/>
          <a:p>
            <a:fld id="{760FBDFE-C587-4B4C-A407-44438C67B59E}" type="datetime1">
              <a:rPr lang="zh-CN" altLang="en-US" smtClean="0"/>
              <a:t>2024/3/12</a:t>
            </a:fld>
            <a:endParaRPr lang="zh-CN" altLang="en-US"/>
          </a:p>
        </p:txBody>
      </p:sp>
      <p:sp>
        <p:nvSpPr>
          <p:cNvPr id="3" name="灯片编号占位符 2"/>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fld id="{49AE70B2-8BF9-45C0-BB95-33D1B9D3A854}" type="slidenum">
              <a:rPr lang="zh-CN" altLang="en-US" smtClean="0"/>
              <a:pPr/>
              <a:t>52</a:t>
            </a:fld>
            <a:endParaRPr lang="zh-CN"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4738" name="Rectangle 2"/>
          <p:cNvSpPr>
            <a:spLocks noGrp="1" noChangeArrowheads="1"/>
          </p:cNvSpPr>
          <p:nvPr>
            <p:ph type="title"/>
          </p:nvPr>
        </p:nvSpPr>
        <p:spPr>
          <a:xfrm>
            <a:off x="1460659" y="303848"/>
            <a:ext cx="5596414" cy="756285"/>
          </a:xfrm>
          <a:noFill/>
          <a:ln>
            <a:noFill/>
          </a:ln>
          <a:extLst>
            <a:ext uri="{909E8E84-426E-40DD-AFC4-6F175D3DCCD1}">
              <a14:hiddenFill xmlns:a14="http://schemas.microsoft.com/office/drawing/2010/main">
                <a:solidFill>
                  <a:srgbClr val="FFCC00"/>
                </a:solidFill>
              </a14:hiddenFill>
            </a:ext>
          </a:extLst>
        </p:spPr>
        <p:txBody>
          <a:bodyPr vert="horz" wrap="square" lIns="68580" tIns="34290" rIns="68580" bIns="34290" numCol="1" rtlCol="0" anchor="ctr" anchorCtr="0" compatLnSpc="1">
            <a:normAutofit/>
          </a:bodyPr>
          <a:lstStyle/>
          <a:p>
            <a:pPr algn="just" eaLnBrk="0" fontAlgn="base" hangingPunct="0">
              <a:lnSpc>
                <a:spcPct val="100000"/>
              </a:lnSpc>
              <a:buClrTx/>
            </a:pPr>
            <a:r>
              <a:rPr sz="2925">
                <a:solidFill>
                  <a:schemeClr val="accent1">
                    <a:lumMod val="75000"/>
                  </a:schemeClr>
                </a:solidFill>
                <a:latin typeface="微软雅黑" panose="020B0503020204020204" charset="-122"/>
                <a:sym typeface="+mn-ea"/>
              </a:rPr>
              <a:t>等价类测试</a:t>
            </a:r>
            <a:endParaRPr kumimoji="0" lang="zh-CN" altLang="en-US" sz="2925">
              <a:solidFill>
                <a:schemeClr val="accent1">
                  <a:lumMod val="75000"/>
                </a:schemeClr>
              </a:solidFill>
              <a:latin typeface="微软雅黑" panose="020B0503020204020204" charset="-122"/>
              <a:cs typeface="+mj-cs"/>
            </a:endParaRPr>
          </a:p>
        </p:txBody>
      </p:sp>
      <p:sp>
        <p:nvSpPr>
          <p:cNvPr id="244741" name="Rectangle 5"/>
          <p:cNvSpPr>
            <a:spLocks noChangeArrowheads="1"/>
          </p:cNvSpPr>
          <p:nvPr>
            <p:custDataLst>
              <p:tags r:id="rId1"/>
            </p:custDataLst>
          </p:nvPr>
        </p:nvSpPr>
        <p:spPr bwMode="auto">
          <a:xfrm>
            <a:off x="4814887" y="3200400"/>
            <a:ext cx="3014663" cy="1543050"/>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lstStyle/>
          <a:p>
            <a:pPr defTabSz="685800" fontAlgn="base">
              <a:lnSpc>
                <a:spcPct val="130000"/>
              </a:lnSpc>
              <a:spcBef>
                <a:spcPct val="20000"/>
              </a:spcBef>
              <a:spcAft>
                <a:spcPct val="0"/>
              </a:spcAft>
              <a:buClr>
                <a:srgbClr val="FF9900"/>
              </a:buClr>
              <a:defRPr/>
            </a:pPr>
            <a:r>
              <a:rPr kumimoji="1" lang="en-US" altLang="zh-CN" sz="1650">
                <a:solidFill>
                  <a:schemeClr val="bg1"/>
                </a:solidFill>
                <a:latin typeface="微软雅黑" panose="020B0503020204020204" charset="-122"/>
                <a:ea typeface="微软雅黑" panose="020B0503020204020204" charset="-122"/>
                <a:cs typeface="微软雅黑" panose="020B0503020204020204" charset="-122"/>
              </a:rPr>
              <a:t>X,Y</a:t>
            </a:r>
            <a:r>
              <a:rPr kumimoji="1" lang="zh-CN" altLang="en-US" sz="1650">
                <a:solidFill>
                  <a:schemeClr val="bg1"/>
                </a:solidFill>
                <a:latin typeface="微软雅黑" panose="020B0503020204020204" charset="-122"/>
                <a:ea typeface="微软雅黑" panose="020B0503020204020204" charset="-122"/>
                <a:cs typeface="微软雅黑" panose="020B0503020204020204" charset="-122"/>
              </a:rPr>
              <a:t>取整数，字长</a:t>
            </a:r>
            <a:r>
              <a:rPr kumimoji="1" lang="en-US" altLang="zh-CN" sz="1650">
                <a:solidFill>
                  <a:schemeClr val="bg1"/>
                </a:solidFill>
                <a:latin typeface="微软雅黑" panose="020B0503020204020204" charset="-122"/>
                <a:ea typeface="微软雅黑" panose="020B0503020204020204" charset="-122"/>
                <a:cs typeface="微软雅黑" panose="020B0503020204020204" charset="-122"/>
              </a:rPr>
              <a:t>32</a:t>
            </a:r>
            <a:r>
              <a:rPr kumimoji="1" lang="zh-CN" altLang="en-US" sz="1650">
                <a:solidFill>
                  <a:schemeClr val="bg1"/>
                </a:solidFill>
                <a:latin typeface="微软雅黑" panose="020B0503020204020204" charset="-122"/>
                <a:ea typeface="微软雅黑" panose="020B0503020204020204" charset="-122"/>
                <a:cs typeface="微软雅黑" panose="020B0503020204020204" charset="-122"/>
              </a:rPr>
              <a:t>位，可能采用的测试数据组：</a:t>
            </a:r>
            <a:r>
              <a:rPr kumimoji="1" lang="zh-CN" altLang="en-US" sz="2250">
                <a:solidFill>
                  <a:schemeClr val="bg1"/>
                </a:solidFill>
                <a:latin typeface="微软雅黑" panose="020B0503020204020204" charset="-122"/>
                <a:ea typeface="微软雅黑" panose="020B0503020204020204" charset="-122"/>
                <a:cs typeface="微软雅黑" panose="020B0503020204020204" charset="-122"/>
              </a:rPr>
              <a:t> </a:t>
            </a:r>
            <a:r>
              <a:rPr kumimoji="1" lang="en-US" altLang="zh-CN" sz="1650">
                <a:solidFill>
                  <a:schemeClr val="bg1"/>
                </a:solidFill>
                <a:latin typeface="微软雅黑" panose="020B0503020204020204" charset="-122"/>
                <a:ea typeface="微软雅黑" panose="020B0503020204020204" charset="-122"/>
                <a:cs typeface="微软雅黑" panose="020B0503020204020204" charset="-122"/>
              </a:rPr>
              <a:t>2</a:t>
            </a:r>
            <a:r>
              <a:rPr kumimoji="1" lang="en-US" altLang="zh-CN" sz="1650" baseline="30000">
                <a:solidFill>
                  <a:schemeClr val="bg1"/>
                </a:solidFill>
                <a:latin typeface="微软雅黑" panose="020B0503020204020204" charset="-122"/>
                <a:ea typeface="微软雅黑" panose="020B0503020204020204" charset="-122"/>
                <a:cs typeface="微软雅黑" panose="020B0503020204020204" charset="-122"/>
              </a:rPr>
              <a:t>32</a:t>
            </a:r>
            <a:r>
              <a:rPr kumimoji="1" lang="en-US" altLang="zh-CN" sz="1650">
                <a:solidFill>
                  <a:schemeClr val="bg1"/>
                </a:solidFill>
                <a:latin typeface="微软雅黑" panose="020B0503020204020204" charset="-122"/>
                <a:ea typeface="微软雅黑" panose="020B0503020204020204" charset="-122"/>
                <a:cs typeface="微软雅黑" panose="020B0503020204020204" charset="-122"/>
              </a:rPr>
              <a:t>×2</a:t>
            </a:r>
            <a:r>
              <a:rPr kumimoji="1" lang="en-US" altLang="zh-CN" sz="1650" baseline="30000">
                <a:solidFill>
                  <a:schemeClr val="bg1"/>
                </a:solidFill>
                <a:latin typeface="微软雅黑" panose="020B0503020204020204" charset="-122"/>
                <a:ea typeface="微软雅黑" panose="020B0503020204020204" charset="-122"/>
                <a:cs typeface="微软雅黑" panose="020B0503020204020204" charset="-122"/>
              </a:rPr>
              <a:t>32</a:t>
            </a:r>
            <a:r>
              <a:rPr kumimoji="1" lang="zh-CN" altLang="en-US" sz="1650">
                <a:solidFill>
                  <a:schemeClr val="bg1"/>
                </a:solidFill>
                <a:latin typeface="微软雅黑" panose="020B0503020204020204" charset="-122"/>
                <a:ea typeface="微软雅黑" panose="020B0503020204020204" charset="-122"/>
                <a:cs typeface="微软雅黑" panose="020B0503020204020204" charset="-122"/>
              </a:rPr>
              <a:t>＝</a:t>
            </a:r>
            <a:r>
              <a:rPr kumimoji="1" lang="en-US" altLang="zh-CN" sz="1650">
                <a:solidFill>
                  <a:schemeClr val="bg1"/>
                </a:solidFill>
                <a:latin typeface="微软雅黑" panose="020B0503020204020204" charset="-122"/>
                <a:ea typeface="微软雅黑" panose="020B0503020204020204" charset="-122"/>
                <a:cs typeface="微软雅黑" panose="020B0503020204020204" charset="-122"/>
              </a:rPr>
              <a:t>2</a:t>
            </a:r>
            <a:r>
              <a:rPr kumimoji="1" lang="en-US" altLang="zh-CN" sz="1650" baseline="30000">
                <a:solidFill>
                  <a:schemeClr val="bg1"/>
                </a:solidFill>
                <a:latin typeface="微软雅黑" panose="020B0503020204020204" charset="-122"/>
                <a:ea typeface="微软雅黑" panose="020B0503020204020204" charset="-122"/>
                <a:cs typeface="微软雅黑" panose="020B0503020204020204" charset="-122"/>
              </a:rPr>
              <a:t>64</a:t>
            </a:r>
            <a:r>
              <a:rPr kumimoji="1" lang="zh-CN" altLang="en-US" sz="1650">
                <a:solidFill>
                  <a:schemeClr val="bg1"/>
                </a:solidFill>
                <a:latin typeface="微软雅黑" panose="020B0503020204020204" charset="-122"/>
                <a:ea typeface="微软雅黑" panose="020B0503020204020204" charset="-122"/>
                <a:cs typeface="微软雅黑" panose="020B0503020204020204" charset="-122"/>
              </a:rPr>
              <a:t>，穷举测试合法输入，不同执行路径数达</a:t>
            </a:r>
            <a:r>
              <a:rPr kumimoji="1" lang="en-US" altLang="zh-CN" sz="1650">
                <a:solidFill>
                  <a:schemeClr val="bg1"/>
                </a:solidFill>
                <a:latin typeface="微软雅黑" panose="020B0503020204020204" charset="-122"/>
                <a:ea typeface="微软雅黑" panose="020B0503020204020204" charset="-122"/>
                <a:cs typeface="微软雅黑" panose="020B0503020204020204" charset="-122"/>
              </a:rPr>
              <a:t>5</a:t>
            </a:r>
            <a:r>
              <a:rPr kumimoji="1" lang="en-US" altLang="zh-CN" sz="1650" baseline="30000">
                <a:solidFill>
                  <a:schemeClr val="bg1"/>
                </a:solidFill>
                <a:latin typeface="微软雅黑" panose="020B0503020204020204" charset="-122"/>
                <a:ea typeface="微软雅黑" panose="020B0503020204020204" charset="-122"/>
                <a:cs typeface="微软雅黑" panose="020B0503020204020204" charset="-122"/>
              </a:rPr>
              <a:t>20</a:t>
            </a:r>
            <a:r>
              <a:rPr kumimoji="1" lang="zh-CN" altLang="en-US" sz="1650">
                <a:solidFill>
                  <a:schemeClr val="bg1"/>
                </a:solidFill>
                <a:latin typeface="微软雅黑" panose="020B0503020204020204" charset="-122"/>
                <a:ea typeface="微软雅黑" panose="020B0503020204020204" charset="-122"/>
                <a:cs typeface="微软雅黑" panose="020B0503020204020204" charset="-122"/>
              </a:rPr>
              <a:t>条，需</a:t>
            </a:r>
            <a:r>
              <a:rPr kumimoji="1" lang="en-US" altLang="zh-CN" sz="1650">
                <a:solidFill>
                  <a:schemeClr val="bg1"/>
                </a:solidFill>
                <a:latin typeface="微软雅黑" panose="020B0503020204020204" charset="-122"/>
                <a:ea typeface="微软雅黑" panose="020B0503020204020204" charset="-122"/>
                <a:cs typeface="微软雅黑" panose="020B0503020204020204" charset="-122"/>
              </a:rPr>
              <a:t>5</a:t>
            </a:r>
            <a:r>
              <a:rPr kumimoji="1" lang="zh-CN" altLang="en-US" sz="1650">
                <a:solidFill>
                  <a:schemeClr val="bg1"/>
                </a:solidFill>
                <a:latin typeface="微软雅黑" panose="020B0503020204020204" charset="-122"/>
                <a:ea typeface="微软雅黑" panose="020B0503020204020204" charset="-122"/>
                <a:cs typeface="微软雅黑" panose="020B0503020204020204" charset="-122"/>
              </a:rPr>
              <a:t>亿年。</a:t>
            </a:r>
          </a:p>
        </p:txBody>
      </p:sp>
      <p:pic>
        <p:nvPicPr>
          <p:cNvPr id="244742" name="Picture 6"/>
          <p:cNvPicPr>
            <a:picLocks noChangeAspect="1"/>
          </p:cNvPicPr>
          <p:nvPr/>
        </p:nvPicPr>
        <p:blipFill>
          <a:blip r:embed="rId5"/>
          <a:stretch>
            <a:fillRect/>
          </a:stretch>
        </p:blipFill>
        <p:spPr>
          <a:xfrm>
            <a:off x="5257800" y="1885950"/>
            <a:ext cx="2686050" cy="1243013"/>
          </a:xfrm>
          <a:prstGeom prst="rect">
            <a:avLst/>
          </a:prstGeom>
          <a:noFill/>
          <a:ln w="9525">
            <a:noFill/>
          </a:ln>
        </p:spPr>
      </p:pic>
      <p:sp>
        <p:nvSpPr>
          <p:cNvPr id="9219" name="Rectangle 4"/>
          <p:cNvSpPr>
            <a:spLocks noGrp="1"/>
          </p:cNvSpPr>
          <p:nvPr>
            <p:ph idx="1"/>
          </p:nvPr>
        </p:nvSpPr>
        <p:spPr>
          <a:xfrm>
            <a:off x="1562100" y="1189673"/>
            <a:ext cx="3977164" cy="1615440"/>
          </a:xfrm>
        </p:spPr>
        <p:txBody>
          <a:bodyPr vert="horz" wrap="square" lIns="68580" tIns="34290" rIns="68580" bIns="34290" rtlCol="0" anchor="t" anchorCtr="0">
            <a:normAutofit fontScale="75000" lnSpcReduction="20000"/>
          </a:bodyPr>
          <a:lstStyle/>
          <a:p>
            <a:pPr eaLnBrk="1" hangingPunct="1"/>
            <a:r>
              <a:rPr sz="2700" b="1">
                <a:latin typeface="微软雅黑" panose="020B0503020204020204" charset="-122"/>
                <a:cs typeface="+mj-cs"/>
                <a:sym typeface="+mn-ea"/>
              </a:rPr>
              <a:t>产生原因</a:t>
            </a:r>
          </a:p>
          <a:p>
            <a:pPr eaLnBrk="1" hangingPunct="1"/>
            <a:r>
              <a:rPr lang="zh-CN" altLang="en-US" dirty="0">
                <a:solidFill>
                  <a:schemeClr val="tx1"/>
                </a:solidFill>
                <a:latin typeface="微软雅黑" panose="020B0503020204020204" charset="-122"/>
              </a:rPr>
              <a:t>穷举测试是不可能的任务。</a:t>
            </a:r>
          </a:p>
          <a:p>
            <a:pPr eaLnBrk="1" hangingPunct="1"/>
            <a:r>
              <a:rPr>
                <a:latin typeface="微软雅黑" panose="020B0503020204020204" charset="-122"/>
                <a:sym typeface="+mn-ea"/>
              </a:rPr>
              <a:t>只能从大量的可能数据中选择一部分作为测试用例。</a:t>
            </a:r>
            <a:endParaRPr lang="en-US" altLang="zh-CN" dirty="0">
              <a:solidFill>
                <a:schemeClr val="tx1"/>
              </a:solidFill>
              <a:latin typeface="微软雅黑" panose="020B0503020204020204" charset="-122"/>
              <a:sym typeface="+mn-ea"/>
            </a:endParaRPr>
          </a:p>
        </p:txBody>
      </p:sp>
      <p:sp>
        <p:nvSpPr>
          <p:cNvPr id="244743" name="AutoShape 7"/>
          <p:cNvSpPr/>
          <p:nvPr>
            <p:custDataLst>
              <p:tags r:id="rId2"/>
            </p:custDataLst>
          </p:nvPr>
        </p:nvSpPr>
        <p:spPr>
          <a:xfrm>
            <a:off x="4943951" y="519589"/>
            <a:ext cx="2985135" cy="807244"/>
          </a:xfrm>
          <a:prstGeom prst="cloudCallout">
            <a:avLst>
              <a:gd name="adj1" fmla="val -1611"/>
              <a:gd name="adj2" fmla="val 134660"/>
            </a:avLst>
          </a:prstGeom>
          <a:solidFill>
            <a:schemeClr val="accent1">
              <a:lumMod val="75000"/>
            </a:schemeClr>
          </a:solidFill>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chorCtr="1"/>
          <a:lstStyle/>
          <a:p>
            <a:r>
              <a:rPr lang="zh-CN" altLang="en-US" b="1" dirty="0">
                <a:solidFill>
                  <a:schemeClr val="bg1"/>
                </a:solidFill>
                <a:latin typeface="微软雅黑" panose="020B0503020204020204" charset="-122"/>
                <a:ea typeface="微软雅黑" panose="020B0503020204020204" charset="-122"/>
              </a:rPr>
              <a:t>如何选择测试用例？</a:t>
            </a:r>
          </a:p>
        </p:txBody>
      </p:sp>
      <p:sp>
        <p:nvSpPr>
          <p:cNvPr id="244745" name="Text Box 9"/>
          <p:cNvSpPr txBox="1"/>
          <p:nvPr>
            <p:custDataLst>
              <p:tags r:id="rId3"/>
            </p:custDataLst>
          </p:nvPr>
        </p:nvSpPr>
        <p:spPr>
          <a:xfrm>
            <a:off x="1547337" y="2958465"/>
            <a:ext cx="3058001" cy="561975"/>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chorCtr="0">
            <a:noAutofit/>
          </a:bodyPr>
          <a:lstStyle/>
          <a:p>
            <a:pPr algn="ctr"/>
            <a:r>
              <a:rPr lang="zh-CN" altLang="en-US" sz="2400" b="1" dirty="0">
                <a:solidFill>
                  <a:schemeClr val="bg1"/>
                </a:solidFill>
                <a:latin typeface="Arial" panose="020B0604020202020204" pitchFamily="34" charset="0"/>
                <a:ea typeface="汉仪旗黑-55简" panose="00020600040101010101" charset="-122"/>
              </a:rPr>
              <a:t>等价类划分原则</a:t>
            </a:r>
          </a:p>
        </p:txBody>
      </p:sp>
      <p:sp>
        <p:nvSpPr>
          <p:cNvPr id="244746" name="Rectangle 10"/>
          <p:cNvSpPr/>
          <p:nvPr/>
        </p:nvSpPr>
        <p:spPr>
          <a:xfrm>
            <a:off x="1808321" y="3629978"/>
            <a:ext cx="1943100" cy="342900"/>
          </a:xfrm>
          <a:prstGeom prst="rect">
            <a:avLst/>
          </a:prstGeom>
          <a:noFill/>
          <a:ln w="9525">
            <a:noFill/>
          </a:ln>
        </p:spPr>
        <p:txBody>
          <a:bodyPr/>
          <a:lstStyle/>
          <a:p>
            <a:pPr marL="342900" indent="-342900">
              <a:spcBef>
                <a:spcPct val="20000"/>
              </a:spcBef>
              <a:buFont typeface="Arial" panose="020B0604020202020204" pitchFamily="34" charset="0"/>
              <a:buChar char="•"/>
            </a:pPr>
            <a:r>
              <a:rPr lang="zh-CN" altLang="en-US" dirty="0">
                <a:latin typeface="微软雅黑" panose="020B0503020204020204" charset="-122"/>
                <a:ea typeface="微软雅黑" panose="020B0503020204020204" charset="-122"/>
              </a:rPr>
              <a:t>完备的测试</a:t>
            </a:r>
          </a:p>
        </p:txBody>
      </p:sp>
      <p:sp>
        <p:nvSpPr>
          <p:cNvPr id="244747" name="Rectangle 11"/>
          <p:cNvSpPr/>
          <p:nvPr/>
        </p:nvSpPr>
        <p:spPr>
          <a:xfrm>
            <a:off x="1808321" y="4030028"/>
            <a:ext cx="2286000" cy="342900"/>
          </a:xfrm>
          <a:prstGeom prst="rect">
            <a:avLst/>
          </a:prstGeom>
          <a:noFill/>
          <a:ln w="9525">
            <a:noFill/>
          </a:ln>
        </p:spPr>
        <p:txBody>
          <a:bodyPr/>
          <a:lstStyle/>
          <a:p>
            <a:pPr marL="342900" indent="-342900">
              <a:spcBef>
                <a:spcPct val="20000"/>
              </a:spcBef>
              <a:buFont typeface="Arial" panose="020B0604020202020204" pitchFamily="34" charset="0"/>
              <a:buChar char="•"/>
            </a:pPr>
            <a:r>
              <a:rPr lang="zh-CN" altLang="en-US" dirty="0">
                <a:latin typeface="微软雅黑" panose="020B0503020204020204" charset="-122"/>
                <a:ea typeface="微软雅黑" panose="020B0503020204020204" charset="-122"/>
              </a:rPr>
              <a:t>无冗余的测试</a:t>
            </a:r>
          </a:p>
        </p:txBody>
      </p:sp>
      <p:sp>
        <p:nvSpPr>
          <p:cNvPr id="2" name="日期占位符 1"/>
          <p:cNvSpPr>
            <a:spLocks noGrp="1"/>
          </p:cNvSpPr>
          <p:nvPr>
            <p:ph type="dt" sz="half" idx="10"/>
          </p:nvPr>
        </p:nvSpPr>
        <p:spPr/>
        <p:txBody>
          <a:bodyPr/>
          <a:lstStyle/>
          <a:p>
            <a:fld id="{760FBDFE-C587-4B4C-A407-44438C67B59E}" type="datetime1">
              <a:rPr lang="zh-CN" altLang="en-US" smtClean="0"/>
              <a:t>2024/3/12</a:t>
            </a:fld>
            <a:endParaRPr lang="zh-CN" altLang="en-US"/>
          </a:p>
        </p:txBody>
      </p:sp>
      <p:sp>
        <p:nvSpPr>
          <p:cNvPr id="3" name="灯片编号占位符 2"/>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fld id="{49AE70B2-8BF9-45C0-BB95-33D1B9D3A854}" type="slidenum">
              <a:rPr lang="zh-CN" altLang="en-US" smtClean="0"/>
              <a:pPr/>
              <a:t>53</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afterEffect">
                                  <p:stCondLst>
                                    <p:cond delay="0"/>
                                  </p:stCondLst>
                                  <p:childTnLst>
                                    <p:set>
                                      <p:cBhvr>
                                        <p:cTn id="6" dur="1" fill="hold">
                                          <p:stCondLst>
                                            <p:cond delay="0"/>
                                          </p:stCondLst>
                                        </p:cTn>
                                        <p:tgtEl>
                                          <p:spTgt spid="244742"/>
                                        </p:tgtEl>
                                        <p:attrNameLst>
                                          <p:attrName>style.visibility</p:attrName>
                                        </p:attrNameLst>
                                      </p:cBhvr>
                                      <p:to>
                                        <p:strVal val="visible"/>
                                      </p:to>
                                    </p:set>
                                    <p:animEffect transition="in" filter="checkerboard(across)">
                                      <p:cBhvr>
                                        <p:cTn id="7" dur="500"/>
                                        <p:tgtEl>
                                          <p:spTgt spid="244742"/>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244741"/>
                                        </p:tgtEl>
                                        <p:attrNameLst>
                                          <p:attrName>style.visibility</p:attrName>
                                        </p:attrNameLst>
                                      </p:cBhvr>
                                      <p:to>
                                        <p:strVal val="visible"/>
                                      </p:to>
                                    </p:set>
                                    <p:anim calcmode="lin" valueType="num">
                                      <p:cBhvr additive="base">
                                        <p:cTn id="11" dur="500" fill="hold"/>
                                        <p:tgtEl>
                                          <p:spTgt spid="244741"/>
                                        </p:tgtEl>
                                        <p:attrNameLst>
                                          <p:attrName>ppt_x</p:attrName>
                                        </p:attrNameLst>
                                      </p:cBhvr>
                                      <p:tavLst>
                                        <p:tav tm="0">
                                          <p:val>
                                            <p:strVal val="#ppt_x"/>
                                          </p:val>
                                        </p:tav>
                                        <p:tav tm="100000">
                                          <p:val>
                                            <p:strVal val="#ppt_x"/>
                                          </p:val>
                                        </p:tav>
                                      </p:tavLst>
                                    </p:anim>
                                    <p:anim calcmode="lin" valueType="num">
                                      <p:cBhvr additive="base">
                                        <p:cTn id="12" dur="500" fill="hold"/>
                                        <p:tgtEl>
                                          <p:spTgt spid="244741"/>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3" presetClass="entr" presetSubtype="16" fill="hold" grpId="0" nodeType="afterEffect">
                                  <p:stCondLst>
                                    <p:cond delay="0"/>
                                  </p:stCondLst>
                                  <p:childTnLst>
                                    <p:set>
                                      <p:cBhvr>
                                        <p:cTn id="15" dur="1" fill="hold">
                                          <p:stCondLst>
                                            <p:cond delay="0"/>
                                          </p:stCondLst>
                                        </p:cTn>
                                        <p:tgtEl>
                                          <p:spTgt spid="244743"/>
                                        </p:tgtEl>
                                        <p:attrNameLst>
                                          <p:attrName>style.visibility</p:attrName>
                                        </p:attrNameLst>
                                      </p:cBhvr>
                                      <p:to>
                                        <p:strVal val="visible"/>
                                      </p:to>
                                    </p:set>
                                    <p:anim calcmode="lin" valueType="num">
                                      <p:cBhvr>
                                        <p:cTn id="16" dur="500" fill="hold"/>
                                        <p:tgtEl>
                                          <p:spTgt spid="244743"/>
                                        </p:tgtEl>
                                        <p:attrNameLst>
                                          <p:attrName>ppt_w</p:attrName>
                                        </p:attrNameLst>
                                      </p:cBhvr>
                                      <p:tavLst>
                                        <p:tav tm="0">
                                          <p:val>
                                            <p:fltVal val="0"/>
                                          </p:val>
                                        </p:tav>
                                        <p:tav tm="100000">
                                          <p:val>
                                            <p:strVal val="#ppt_w"/>
                                          </p:val>
                                        </p:tav>
                                      </p:tavLst>
                                    </p:anim>
                                    <p:anim calcmode="lin" valueType="num">
                                      <p:cBhvr>
                                        <p:cTn id="17" dur="500" fill="hold"/>
                                        <p:tgtEl>
                                          <p:spTgt spid="244743"/>
                                        </p:tgtEl>
                                        <p:attrNameLst>
                                          <p:attrName>ppt_h</p:attrName>
                                        </p:attrNameLst>
                                      </p:cBhvr>
                                      <p:tavLst>
                                        <p:tav tm="0">
                                          <p:val>
                                            <p:fltVal val="0"/>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ID="23" presetClass="entr" presetSubtype="528" fill="hold" grpId="0" nodeType="clickEffect">
                                  <p:stCondLst>
                                    <p:cond delay="0"/>
                                  </p:stCondLst>
                                  <p:childTnLst>
                                    <p:set>
                                      <p:cBhvr>
                                        <p:cTn id="21" dur="1" fill="hold">
                                          <p:stCondLst>
                                            <p:cond delay="0"/>
                                          </p:stCondLst>
                                        </p:cTn>
                                        <p:tgtEl>
                                          <p:spTgt spid="244745"/>
                                        </p:tgtEl>
                                        <p:attrNameLst>
                                          <p:attrName>style.visibility</p:attrName>
                                        </p:attrNameLst>
                                      </p:cBhvr>
                                      <p:to>
                                        <p:strVal val="visible"/>
                                      </p:to>
                                    </p:set>
                                    <p:anim calcmode="lin" valueType="num">
                                      <p:cBhvr>
                                        <p:cTn id="22" dur="500" fill="hold"/>
                                        <p:tgtEl>
                                          <p:spTgt spid="244745"/>
                                        </p:tgtEl>
                                        <p:attrNameLst>
                                          <p:attrName>ppt_w</p:attrName>
                                        </p:attrNameLst>
                                      </p:cBhvr>
                                      <p:tavLst>
                                        <p:tav tm="0">
                                          <p:val>
                                            <p:fltVal val="0"/>
                                          </p:val>
                                        </p:tav>
                                        <p:tav tm="100000">
                                          <p:val>
                                            <p:strVal val="#ppt_w"/>
                                          </p:val>
                                        </p:tav>
                                      </p:tavLst>
                                    </p:anim>
                                    <p:anim calcmode="lin" valueType="num">
                                      <p:cBhvr>
                                        <p:cTn id="23" dur="500" fill="hold"/>
                                        <p:tgtEl>
                                          <p:spTgt spid="244745"/>
                                        </p:tgtEl>
                                        <p:attrNameLst>
                                          <p:attrName>ppt_h</p:attrName>
                                        </p:attrNameLst>
                                      </p:cBhvr>
                                      <p:tavLst>
                                        <p:tav tm="0">
                                          <p:val>
                                            <p:fltVal val="0"/>
                                          </p:val>
                                        </p:tav>
                                        <p:tav tm="100000">
                                          <p:val>
                                            <p:strVal val="#ppt_h"/>
                                          </p:val>
                                        </p:tav>
                                      </p:tavLst>
                                    </p:anim>
                                    <p:anim calcmode="lin" valueType="num">
                                      <p:cBhvr>
                                        <p:cTn id="24" dur="500" fill="hold"/>
                                        <p:tgtEl>
                                          <p:spTgt spid="244745"/>
                                        </p:tgtEl>
                                        <p:attrNameLst>
                                          <p:attrName>ppt_x</p:attrName>
                                        </p:attrNameLst>
                                      </p:cBhvr>
                                      <p:tavLst>
                                        <p:tav tm="0">
                                          <p:val>
                                            <p:fltVal val="0.5"/>
                                          </p:val>
                                        </p:tav>
                                        <p:tav tm="100000">
                                          <p:val>
                                            <p:strVal val="#ppt_x"/>
                                          </p:val>
                                        </p:tav>
                                      </p:tavLst>
                                    </p:anim>
                                    <p:anim calcmode="lin" valueType="num">
                                      <p:cBhvr>
                                        <p:cTn id="25" dur="500" fill="hold"/>
                                        <p:tgtEl>
                                          <p:spTgt spid="244745"/>
                                        </p:tgtEl>
                                        <p:attrNameLst>
                                          <p:attrName>ppt_y</p:attrName>
                                        </p:attrNameLst>
                                      </p:cBhvr>
                                      <p:tavLst>
                                        <p:tav tm="0">
                                          <p:val>
                                            <p:fltVal val="0.5"/>
                                          </p:val>
                                        </p:tav>
                                        <p:tav tm="100000">
                                          <p:val>
                                            <p:strVal val="#ppt_y"/>
                                          </p:val>
                                        </p:tav>
                                      </p:tavLst>
                                    </p:anim>
                                  </p:childTnLst>
                                </p:cTn>
                              </p:par>
                            </p:childTnLst>
                          </p:cTn>
                        </p:par>
                        <p:par>
                          <p:cTn id="26" fill="hold">
                            <p:stCondLst>
                              <p:cond delay="500"/>
                            </p:stCondLst>
                            <p:childTnLst>
                              <p:par>
                                <p:cTn id="27" presetID="12" presetClass="entr" presetSubtype="4" fill="hold" grpId="0" nodeType="afterEffect">
                                  <p:stCondLst>
                                    <p:cond delay="0"/>
                                  </p:stCondLst>
                                  <p:childTnLst>
                                    <p:set>
                                      <p:cBhvr>
                                        <p:cTn id="28" dur="1" fill="hold">
                                          <p:stCondLst>
                                            <p:cond delay="0"/>
                                          </p:stCondLst>
                                        </p:cTn>
                                        <p:tgtEl>
                                          <p:spTgt spid="244746"/>
                                        </p:tgtEl>
                                        <p:attrNameLst>
                                          <p:attrName>style.visibility</p:attrName>
                                        </p:attrNameLst>
                                      </p:cBhvr>
                                      <p:to>
                                        <p:strVal val="visible"/>
                                      </p:to>
                                    </p:set>
                                    <p:animEffect transition="in" filter="slide(fromBottom)">
                                      <p:cBhvr>
                                        <p:cTn id="29" dur="500"/>
                                        <p:tgtEl>
                                          <p:spTgt spid="244746"/>
                                        </p:tgtEl>
                                      </p:cBhvr>
                                    </p:animEffect>
                                  </p:childTnLst>
                                </p:cTn>
                              </p:par>
                            </p:childTnLst>
                          </p:cTn>
                        </p:par>
                        <p:par>
                          <p:cTn id="30" fill="hold">
                            <p:stCondLst>
                              <p:cond delay="1000"/>
                            </p:stCondLst>
                            <p:childTnLst>
                              <p:par>
                                <p:cTn id="31" presetID="12" presetClass="entr" presetSubtype="4" fill="hold" grpId="0" nodeType="afterEffect">
                                  <p:stCondLst>
                                    <p:cond delay="0"/>
                                  </p:stCondLst>
                                  <p:childTnLst>
                                    <p:set>
                                      <p:cBhvr>
                                        <p:cTn id="32" dur="1" fill="hold">
                                          <p:stCondLst>
                                            <p:cond delay="0"/>
                                          </p:stCondLst>
                                        </p:cTn>
                                        <p:tgtEl>
                                          <p:spTgt spid="244747"/>
                                        </p:tgtEl>
                                        <p:attrNameLst>
                                          <p:attrName>style.visibility</p:attrName>
                                        </p:attrNameLst>
                                      </p:cBhvr>
                                      <p:to>
                                        <p:strVal val="visible"/>
                                      </p:to>
                                    </p:set>
                                    <p:animEffect transition="in" filter="slide(fromBottom)">
                                      <p:cBhvr>
                                        <p:cTn id="33" dur="500"/>
                                        <p:tgtEl>
                                          <p:spTgt spid="2447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4741" grpId="0" bldLvl="0" animBg="1"/>
      <p:bldP spid="244743" grpId="0" bldLvl="0" animBg="1"/>
      <p:bldP spid="244745" grpId="0" bldLvl="0" animBg="1"/>
      <p:bldP spid="244746" grpId="0"/>
      <p:bldP spid="244747" grpId="0"/>
    </p:bldLst>
  </p:timing>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6798" name="Rectangle 14"/>
          <p:cNvSpPr>
            <a:spLocks noGrp="1"/>
          </p:cNvSpPr>
          <p:nvPr>
            <p:ph idx="1"/>
            <p:custDataLst>
              <p:tags r:id="rId1"/>
            </p:custDataLst>
          </p:nvPr>
        </p:nvSpPr>
        <p:spPr>
          <a:xfrm>
            <a:off x="1657350" y="976789"/>
            <a:ext cx="5829300" cy="3330893"/>
          </a:xfrm>
        </p:spPr>
        <p:txBody>
          <a:bodyPr vert="horz" wrap="square" lIns="68580" tIns="34290" rIns="68580" bIns="34290" rtlCol="0" anchor="t" anchorCtr="0">
            <a:normAutofit/>
          </a:bodyPr>
          <a:lstStyle/>
          <a:p>
            <a:pPr eaLnBrk="1" hangingPunct="1"/>
            <a:r>
              <a:rPr lang="zh-CN" altLang="en-US" sz="2400" b="1" dirty="0">
                <a:solidFill>
                  <a:schemeClr val="dk1"/>
                </a:solidFill>
                <a:latin typeface="+mj-ea"/>
                <a:ea typeface="+mj-ea"/>
              </a:rPr>
              <a:t>基本思想</a:t>
            </a:r>
          </a:p>
          <a:p>
            <a:pPr lvl="1" eaLnBrk="1" hangingPunct="1"/>
            <a:r>
              <a:rPr lang="zh-CN" altLang="en-US" sz="1500" dirty="0">
                <a:solidFill>
                  <a:schemeClr val="dk1"/>
                </a:solidFill>
                <a:latin typeface="+mj-ea"/>
                <a:ea typeface="+mj-ea"/>
              </a:rPr>
              <a:t>把程序的输入域划分成若干部分，然后从每个部分中选取少数代表性数据当作测试用例，每一类的代表性数据在测试中的作用等价于这一类中的其它值。</a:t>
            </a:r>
            <a:r>
              <a:rPr lang="zh-CN" altLang="en-US" b="1" dirty="0">
                <a:solidFill>
                  <a:srgbClr val="FF0000"/>
                </a:solidFill>
                <a:latin typeface="+mj-ea"/>
                <a:ea typeface="+mj-ea"/>
              </a:rPr>
              <a:t>（保证全覆盖）</a:t>
            </a:r>
          </a:p>
        </p:txBody>
      </p:sp>
      <p:sp>
        <p:nvSpPr>
          <p:cNvPr id="246799" name="Oval 15"/>
          <p:cNvSpPr/>
          <p:nvPr>
            <p:custDataLst>
              <p:tags r:id="rId2"/>
            </p:custDataLst>
          </p:nvPr>
        </p:nvSpPr>
        <p:spPr>
          <a:xfrm>
            <a:off x="1943100" y="2625329"/>
            <a:ext cx="1028700" cy="1371600"/>
          </a:xfrm>
          <a:prstGeom prst="ellipse">
            <a:avLst/>
          </a:prstGeom>
          <a:solidFill>
            <a:schemeClr val="lt2"/>
          </a:solidFill>
          <a:ln w="12700" cap="sq" cmpd="sng">
            <a:solidFill>
              <a:schemeClr val="dk1"/>
            </a:solidFill>
            <a:prstDash val="solid"/>
            <a:headEnd type="none" w="sm" len="sm"/>
            <a:tailEnd type="none" w="sm" len="sm"/>
          </a:ln>
        </p:spPr>
        <p:txBody>
          <a:bodyPr wrap="none" anchor="ctr" anchorCtr="0"/>
          <a:lstStyle/>
          <a:p>
            <a:pPr eaLnBrk="0" hangingPunct="0"/>
            <a:endParaRPr lang="zh-CN" altLang="zh-CN" sz="1500" dirty="0">
              <a:solidFill>
                <a:srgbClr val="FF0000"/>
              </a:solidFill>
              <a:latin typeface="Times New Roman" panose="02020603050405020304" pitchFamily="18" charset="0"/>
              <a:ea typeface="宋体" panose="02010600030101010101" pitchFamily="2" charset="-122"/>
            </a:endParaRPr>
          </a:p>
        </p:txBody>
      </p:sp>
      <p:sp>
        <p:nvSpPr>
          <p:cNvPr id="246800" name="Text Box 16"/>
          <p:cNvSpPr txBox="1"/>
          <p:nvPr>
            <p:custDataLst>
              <p:tags r:id="rId3"/>
            </p:custDataLst>
          </p:nvPr>
        </p:nvSpPr>
        <p:spPr>
          <a:xfrm>
            <a:off x="2087167" y="4019550"/>
            <a:ext cx="761747" cy="323165"/>
          </a:xfrm>
          <a:prstGeom prst="rect">
            <a:avLst/>
          </a:prstGeom>
          <a:noFill/>
          <a:ln w="12700">
            <a:noFill/>
          </a:ln>
        </p:spPr>
        <p:txBody>
          <a:bodyPr wrap="none">
            <a:spAutoFit/>
          </a:bodyPr>
          <a:lstStyle/>
          <a:p>
            <a:pPr algn="l" eaLnBrk="0" hangingPunct="0"/>
            <a:r>
              <a:rPr lang="zh-CN" altLang="en-US" sz="1500" b="1" dirty="0">
                <a:solidFill>
                  <a:schemeClr val="dk1"/>
                </a:solidFill>
                <a:latin typeface="微软雅黑" panose="020B0503020204020204" charset="-122"/>
                <a:ea typeface="微软雅黑" panose="020B0503020204020204" charset="-122"/>
              </a:rPr>
              <a:t>输入域</a:t>
            </a:r>
          </a:p>
        </p:txBody>
      </p:sp>
      <p:sp>
        <p:nvSpPr>
          <p:cNvPr id="246801" name="Text Box 17"/>
          <p:cNvSpPr txBox="1"/>
          <p:nvPr>
            <p:custDataLst>
              <p:tags r:id="rId4"/>
            </p:custDataLst>
          </p:nvPr>
        </p:nvSpPr>
        <p:spPr>
          <a:xfrm>
            <a:off x="3028950" y="2793207"/>
            <a:ext cx="594360" cy="349091"/>
          </a:xfrm>
          <a:prstGeom prst="rect">
            <a:avLst/>
          </a:prstGeom>
          <a:noFill/>
          <a:ln w="12700">
            <a:noFill/>
          </a:ln>
        </p:spPr>
        <p:txBody>
          <a:bodyPr wrap="none">
            <a:noAutofit/>
          </a:bodyPr>
          <a:lstStyle/>
          <a:p>
            <a:pPr algn="l" eaLnBrk="0" hangingPunct="0"/>
            <a:r>
              <a:rPr lang="zh-CN" altLang="en-US" sz="1500" b="1" dirty="0">
                <a:solidFill>
                  <a:schemeClr val="dk1"/>
                </a:solidFill>
                <a:latin typeface="微软雅黑" panose="020B0503020204020204" charset="-122"/>
                <a:ea typeface="微软雅黑" panose="020B0503020204020204" charset="-122"/>
              </a:rPr>
              <a:t>划分</a:t>
            </a:r>
          </a:p>
        </p:txBody>
      </p:sp>
      <p:grpSp>
        <p:nvGrpSpPr>
          <p:cNvPr id="2" name="Group 18"/>
          <p:cNvGrpSpPr/>
          <p:nvPr/>
        </p:nvGrpSpPr>
        <p:grpSpPr>
          <a:xfrm>
            <a:off x="3886200" y="2682479"/>
            <a:ext cx="1028700" cy="1371600"/>
            <a:chOff x="2448" y="2352"/>
            <a:chExt cx="864" cy="1152"/>
          </a:xfrm>
        </p:grpSpPr>
        <p:sp>
          <p:nvSpPr>
            <p:cNvPr id="10271" name="Freeform 19"/>
            <p:cNvSpPr/>
            <p:nvPr>
              <p:custDataLst>
                <p:tags r:id="rId22"/>
              </p:custDataLst>
            </p:nvPr>
          </p:nvSpPr>
          <p:spPr>
            <a:xfrm>
              <a:off x="2479" y="3041"/>
              <a:ext cx="551" cy="434"/>
            </a:xfrm>
            <a:custGeom>
              <a:avLst/>
              <a:gdLst>
                <a:gd name="txL" fmla="*/ 0 w 551"/>
                <a:gd name="txT" fmla="*/ 0 h 434"/>
                <a:gd name="txR" fmla="*/ 551 w 551"/>
                <a:gd name="txB" fmla="*/ 434 h 434"/>
              </a:gdLst>
              <a:ahLst/>
              <a:cxnLst>
                <a:cxn ang="0">
                  <a:pos x="0" y="2"/>
                </a:cxn>
                <a:cxn ang="0">
                  <a:pos x="165" y="10"/>
                </a:cxn>
                <a:cxn ang="0">
                  <a:pos x="213" y="41"/>
                </a:cxn>
                <a:cxn ang="0">
                  <a:pos x="354" y="104"/>
                </a:cxn>
                <a:cxn ang="0">
                  <a:pos x="519" y="293"/>
                </a:cxn>
                <a:cxn ang="0">
                  <a:pos x="551" y="434"/>
                </a:cxn>
              </a:cxnLst>
              <a:rect l="txL" t="txT" r="txR" b="txB"/>
              <a:pathLst>
                <a:path w="551" h="434">
                  <a:moveTo>
                    <a:pt x="0" y="2"/>
                  </a:moveTo>
                  <a:cubicBezTo>
                    <a:pt x="55" y="5"/>
                    <a:pt x="111" y="0"/>
                    <a:pt x="165" y="10"/>
                  </a:cubicBezTo>
                  <a:cubicBezTo>
                    <a:pt x="184" y="13"/>
                    <a:pt x="196" y="33"/>
                    <a:pt x="213" y="41"/>
                  </a:cubicBezTo>
                  <a:cubicBezTo>
                    <a:pt x="260" y="64"/>
                    <a:pt x="309" y="73"/>
                    <a:pt x="354" y="104"/>
                  </a:cubicBezTo>
                  <a:cubicBezTo>
                    <a:pt x="399" y="176"/>
                    <a:pt x="461" y="232"/>
                    <a:pt x="519" y="293"/>
                  </a:cubicBezTo>
                  <a:cubicBezTo>
                    <a:pt x="534" y="338"/>
                    <a:pt x="551" y="386"/>
                    <a:pt x="551" y="434"/>
                  </a:cubicBezTo>
                </a:path>
              </a:pathLst>
            </a:custGeom>
            <a:noFill/>
            <a:ln w="12700" cap="sq" cmpd="sng">
              <a:solidFill>
                <a:schemeClr val="dk1">
                  <a:alpha val="100000"/>
                </a:schemeClr>
              </a:solidFill>
              <a:prstDash val="solid"/>
              <a:round/>
              <a:headEnd type="none" w="sm" len="sm"/>
              <a:tailEnd type="none" w="sm" len="sm"/>
            </a:ln>
          </p:spPr>
          <p:txBody>
            <a:bodyPr/>
            <a:lstStyle/>
            <a:p>
              <a:endParaRPr lang="zh-CN" altLang="en-US" sz="1350">
                <a:solidFill>
                  <a:schemeClr val="dk1"/>
                </a:solidFill>
              </a:endParaRPr>
            </a:p>
          </p:txBody>
        </p:sp>
        <p:sp>
          <p:nvSpPr>
            <p:cNvPr id="10272" name="Oval 20"/>
            <p:cNvSpPr/>
            <p:nvPr>
              <p:custDataLst>
                <p:tags r:id="rId23"/>
              </p:custDataLst>
            </p:nvPr>
          </p:nvSpPr>
          <p:spPr>
            <a:xfrm>
              <a:off x="2448" y="2352"/>
              <a:ext cx="864" cy="1152"/>
            </a:xfrm>
            <a:prstGeom prst="ellipse">
              <a:avLst/>
            </a:prstGeom>
            <a:noFill/>
            <a:ln w="12700" cap="sq" cmpd="sng">
              <a:solidFill>
                <a:schemeClr val="dk1"/>
              </a:solidFill>
              <a:prstDash val="solid"/>
              <a:headEnd type="none" w="sm" len="sm"/>
              <a:tailEnd type="none" w="sm" len="sm"/>
            </a:ln>
          </p:spPr>
          <p:txBody>
            <a:bodyPr wrap="none" anchor="ctr" anchorCtr="0"/>
            <a:lstStyle/>
            <a:p>
              <a:endParaRPr lang="zh-CN" altLang="en-US" sz="1350" dirty="0">
                <a:solidFill>
                  <a:schemeClr val="dk1"/>
                </a:solidFill>
                <a:latin typeface="Comic Sans MS" panose="030F0702030302020204" pitchFamily="66" charset="0"/>
              </a:endParaRPr>
            </a:p>
          </p:txBody>
        </p:sp>
        <p:sp>
          <p:nvSpPr>
            <p:cNvPr id="10273" name="Freeform 21"/>
            <p:cNvSpPr/>
            <p:nvPr>
              <p:custDataLst>
                <p:tags r:id="rId24"/>
              </p:custDataLst>
            </p:nvPr>
          </p:nvSpPr>
          <p:spPr>
            <a:xfrm>
              <a:off x="2857" y="2405"/>
              <a:ext cx="448" cy="417"/>
            </a:xfrm>
            <a:custGeom>
              <a:avLst/>
              <a:gdLst>
                <a:gd name="txL" fmla="*/ 0 w 448"/>
                <a:gd name="txT" fmla="*/ 0 h 417"/>
                <a:gd name="txR" fmla="*/ 448 w 448"/>
                <a:gd name="txB" fmla="*/ 417 h 417"/>
              </a:gdLst>
              <a:ahLst/>
              <a:cxnLst>
                <a:cxn ang="0">
                  <a:pos x="0" y="0"/>
                </a:cxn>
                <a:cxn ang="0">
                  <a:pos x="47" y="126"/>
                </a:cxn>
                <a:cxn ang="0">
                  <a:pos x="86" y="189"/>
                </a:cxn>
                <a:cxn ang="0">
                  <a:pos x="204" y="299"/>
                </a:cxn>
                <a:cxn ang="0">
                  <a:pos x="307" y="346"/>
                </a:cxn>
                <a:cxn ang="0">
                  <a:pos x="354" y="362"/>
                </a:cxn>
                <a:cxn ang="0">
                  <a:pos x="401" y="394"/>
                </a:cxn>
                <a:cxn ang="0">
                  <a:pos x="425" y="402"/>
                </a:cxn>
                <a:cxn ang="0">
                  <a:pos x="448" y="417"/>
                </a:cxn>
              </a:cxnLst>
              <a:rect l="txL" t="txT" r="txR" b="txB"/>
              <a:pathLst>
                <a:path w="448" h="417">
                  <a:moveTo>
                    <a:pt x="0" y="0"/>
                  </a:moveTo>
                  <a:cubicBezTo>
                    <a:pt x="29" y="40"/>
                    <a:pt x="30" y="80"/>
                    <a:pt x="47" y="126"/>
                  </a:cubicBezTo>
                  <a:cubicBezTo>
                    <a:pt x="59" y="158"/>
                    <a:pt x="51" y="177"/>
                    <a:pt x="86" y="189"/>
                  </a:cubicBezTo>
                  <a:cubicBezTo>
                    <a:pt x="119" y="238"/>
                    <a:pt x="153" y="269"/>
                    <a:pt x="204" y="299"/>
                  </a:cubicBezTo>
                  <a:cubicBezTo>
                    <a:pt x="232" y="341"/>
                    <a:pt x="262" y="333"/>
                    <a:pt x="307" y="346"/>
                  </a:cubicBezTo>
                  <a:cubicBezTo>
                    <a:pt x="323" y="351"/>
                    <a:pt x="354" y="362"/>
                    <a:pt x="354" y="362"/>
                  </a:cubicBezTo>
                  <a:cubicBezTo>
                    <a:pt x="370" y="373"/>
                    <a:pt x="383" y="388"/>
                    <a:pt x="401" y="394"/>
                  </a:cubicBezTo>
                  <a:cubicBezTo>
                    <a:pt x="409" y="397"/>
                    <a:pt x="417" y="398"/>
                    <a:pt x="425" y="402"/>
                  </a:cubicBezTo>
                  <a:cubicBezTo>
                    <a:pt x="433" y="406"/>
                    <a:pt x="448" y="417"/>
                    <a:pt x="448" y="417"/>
                  </a:cubicBezTo>
                </a:path>
              </a:pathLst>
            </a:custGeom>
            <a:noFill/>
            <a:ln w="12700" cap="sq" cmpd="sng">
              <a:solidFill>
                <a:schemeClr val="dk1">
                  <a:alpha val="100000"/>
                </a:schemeClr>
              </a:solidFill>
              <a:prstDash val="solid"/>
              <a:round/>
              <a:headEnd type="none" w="sm" len="sm"/>
              <a:tailEnd type="none" w="sm" len="sm"/>
            </a:ln>
          </p:spPr>
          <p:txBody>
            <a:bodyPr/>
            <a:lstStyle/>
            <a:p>
              <a:endParaRPr lang="zh-CN" altLang="en-US" sz="1350">
                <a:solidFill>
                  <a:schemeClr val="dk1"/>
                </a:solidFill>
              </a:endParaRPr>
            </a:p>
          </p:txBody>
        </p:sp>
        <p:sp>
          <p:nvSpPr>
            <p:cNvPr id="10274" name="Freeform 22"/>
            <p:cNvSpPr/>
            <p:nvPr>
              <p:custDataLst>
                <p:tags r:id="rId25"/>
              </p:custDataLst>
            </p:nvPr>
          </p:nvSpPr>
          <p:spPr>
            <a:xfrm>
              <a:off x="2455" y="2445"/>
              <a:ext cx="488" cy="511"/>
            </a:xfrm>
            <a:custGeom>
              <a:avLst/>
              <a:gdLst>
                <a:gd name="txL" fmla="*/ 0 w 488"/>
                <a:gd name="txT" fmla="*/ 0 h 511"/>
                <a:gd name="txR" fmla="*/ 488 w 488"/>
                <a:gd name="txB" fmla="*/ 511 h 511"/>
              </a:gdLst>
              <a:ahLst/>
              <a:cxnLst>
                <a:cxn ang="0">
                  <a:pos x="0" y="511"/>
                </a:cxn>
                <a:cxn ang="0">
                  <a:pos x="362" y="409"/>
                </a:cxn>
                <a:cxn ang="0">
                  <a:pos x="488" y="291"/>
                </a:cxn>
                <a:cxn ang="0">
                  <a:pos x="480" y="204"/>
                </a:cxn>
                <a:cxn ang="0">
                  <a:pos x="378" y="157"/>
                </a:cxn>
                <a:cxn ang="0">
                  <a:pos x="299" y="125"/>
                </a:cxn>
                <a:cxn ang="0">
                  <a:pos x="252" y="94"/>
                </a:cxn>
                <a:cxn ang="0">
                  <a:pos x="213" y="0"/>
                </a:cxn>
              </a:cxnLst>
              <a:rect l="txL" t="txT" r="txR" b="txB"/>
              <a:pathLst>
                <a:path w="488" h="511">
                  <a:moveTo>
                    <a:pt x="0" y="511"/>
                  </a:moveTo>
                  <a:cubicBezTo>
                    <a:pt x="158" y="500"/>
                    <a:pt x="227" y="475"/>
                    <a:pt x="362" y="409"/>
                  </a:cubicBezTo>
                  <a:cubicBezTo>
                    <a:pt x="420" y="381"/>
                    <a:pt x="466" y="354"/>
                    <a:pt x="488" y="291"/>
                  </a:cubicBezTo>
                  <a:cubicBezTo>
                    <a:pt x="485" y="262"/>
                    <a:pt x="488" y="232"/>
                    <a:pt x="480" y="204"/>
                  </a:cubicBezTo>
                  <a:cubicBezTo>
                    <a:pt x="474" y="184"/>
                    <a:pt x="397" y="163"/>
                    <a:pt x="378" y="157"/>
                  </a:cubicBezTo>
                  <a:cubicBezTo>
                    <a:pt x="352" y="139"/>
                    <a:pt x="326" y="140"/>
                    <a:pt x="299" y="125"/>
                  </a:cubicBezTo>
                  <a:cubicBezTo>
                    <a:pt x="283" y="116"/>
                    <a:pt x="252" y="94"/>
                    <a:pt x="252" y="94"/>
                  </a:cubicBezTo>
                  <a:cubicBezTo>
                    <a:pt x="237" y="70"/>
                    <a:pt x="213" y="28"/>
                    <a:pt x="213" y="0"/>
                  </a:cubicBezTo>
                </a:path>
              </a:pathLst>
            </a:custGeom>
            <a:noFill/>
            <a:ln w="12700" cap="sq" cmpd="sng">
              <a:solidFill>
                <a:schemeClr val="dk1">
                  <a:alpha val="100000"/>
                </a:schemeClr>
              </a:solidFill>
              <a:prstDash val="solid"/>
              <a:round/>
              <a:headEnd type="none" w="sm" len="sm"/>
              <a:tailEnd type="none" w="sm" len="sm"/>
            </a:ln>
          </p:spPr>
          <p:txBody>
            <a:bodyPr/>
            <a:lstStyle/>
            <a:p>
              <a:endParaRPr lang="zh-CN" altLang="en-US" sz="1350">
                <a:solidFill>
                  <a:schemeClr val="dk1"/>
                </a:solidFill>
              </a:endParaRPr>
            </a:p>
          </p:txBody>
        </p:sp>
      </p:grpSp>
      <p:sp>
        <p:nvSpPr>
          <p:cNvPr id="246807" name="AutoShape 23"/>
          <p:cNvSpPr/>
          <p:nvPr>
            <p:custDataLst>
              <p:tags r:id="rId5"/>
            </p:custDataLst>
          </p:nvPr>
        </p:nvSpPr>
        <p:spPr>
          <a:xfrm>
            <a:off x="3028950" y="3082529"/>
            <a:ext cx="800100" cy="457200"/>
          </a:xfrm>
          <a:prstGeom prst="rightArrow">
            <a:avLst>
              <a:gd name="adj1" fmla="val 50000"/>
              <a:gd name="adj2" fmla="val 70834"/>
            </a:avLst>
          </a:prstGeom>
          <a:solidFill>
            <a:srgbClr val="FFFF99"/>
          </a:solidFill>
          <a:ln w="9525" cap="flat" cmpd="sng">
            <a:solidFill>
              <a:schemeClr val="dk1"/>
            </a:solidFill>
            <a:prstDash val="solid"/>
            <a:miter/>
            <a:headEnd type="none" w="med" len="med"/>
            <a:tailEnd type="none" w="med" len="med"/>
          </a:ln>
        </p:spPr>
        <p:txBody>
          <a:bodyPr wrap="none" lIns="0" tIns="0" rIns="0" bIns="0" anchor="ctr" anchorCtr="0"/>
          <a:lstStyle/>
          <a:p>
            <a:endParaRPr lang="zh-CN" altLang="en-US" sz="1350" dirty="0">
              <a:solidFill>
                <a:schemeClr val="dk1"/>
              </a:solidFill>
              <a:latin typeface="Comic Sans MS" panose="030F0702030302020204" pitchFamily="66" charset="0"/>
            </a:endParaRPr>
          </a:p>
        </p:txBody>
      </p:sp>
      <p:sp>
        <p:nvSpPr>
          <p:cNvPr id="246808" name="Text Box 24"/>
          <p:cNvSpPr txBox="1"/>
          <p:nvPr>
            <p:custDataLst>
              <p:tags r:id="rId6"/>
            </p:custDataLst>
          </p:nvPr>
        </p:nvSpPr>
        <p:spPr>
          <a:xfrm>
            <a:off x="3260884" y="4172665"/>
            <a:ext cx="1531188" cy="323165"/>
          </a:xfrm>
          <a:prstGeom prst="rect">
            <a:avLst/>
          </a:prstGeom>
          <a:noFill/>
          <a:ln w="12700">
            <a:noFill/>
          </a:ln>
        </p:spPr>
        <p:txBody>
          <a:bodyPr wrap="none">
            <a:spAutoFit/>
          </a:bodyPr>
          <a:lstStyle/>
          <a:p>
            <a:pPr algn="l" eaLnBrk="0" hangingPunct="0"/>
            <a:r>
              <a:rPr lang="zh-CN" altLang="en-US" sz="1500" b="1" dirty="0">
                <a:solidFill>
                  <a:schemeClr val="dk1"/>
                </a:solidFill>
                <a:latin typeface="微软雅黑" panose="020B0503020204020204" charset="-122"/>
                <a:ea typeface="微软雅黑" panose="020B0503020204020204" charset="-122"/>
              </a:rPr>
              <a:t>互不相交的子集</a:t>
            </a:r>
          </a:p>
        </p:txBody>
      </p:sp>
      <p:sp>
        <p:nvSpPr>
          <p:cNvPr id="246809" name="Text Box 25"/>
          <p:cNvSpPr txBox="1"/>
          <p:nvPr>
            <p:custDataLst>
              <p:tags r:id="rId7"/>
            </p:custDataLst>
          </p:nvPr>
        </p:nvSpPr>
        <p:spPr>
          <a:xfrm>
            <a:off x="3257550" y="4515565"/>
            <a:ext cx="1915909" cy="323165"/>
          </a:xfrm>
          <a:prstGeom prst="rect">
            <a:avLst/>
          </a:prstGeom>
          <a:noFill/>
          <a:ln w="12700">
            <a:noFill/>
          </a:ln>
        </p:spPr>
        <p:txBody>
          <a:bodyPr wrap="none">
            <a:spAutoFit/>
          </a:bodyPr>
          <a:lstStyle/>
          <a:p>
            <a:pPr algn="l" eaLnBrk="0" hangingPunct="0"/>
            <a:r>
              <a:rPr lang="zh-CN" altLang="en-US" sz="1500" b="1" dirty="0">
                <a:solidFill>
                  <a:schemeClr val="dk1"/>
                </a:solidFill>
                <a:latin typeface="微软雅黑" panose="020B0503020204020204" charset="-122"/>
                <a:ea typeface="微软雅黑" panose="020B0503020204020204" charset="-122"/>
              </a:rPr>
              <a:t>子集的并是整个集合</a:t>
            </a:r>
          </a:p>
        </p:txBody>
      </p:sp>
      <p:sp>
        <p:nvSpPr>
          <p:cNvPr id="246810" name="Rectangle 26"/>
          <p:cNvSpPr/>
          <p:nvPr/>
        </p:nvSpPr>
        <p:spPr>
          <a:xfrm>
            <a:off x="5029200" y="4172903"/>
            <a:ext cx="1968818" cy="342900"/>
          </a:xfrm>
          <a:prstGeom prst="rect">
            <a:avLst/>
          </a:prstGeom>
          <a:noFill/>
          <a:ln w="9525">
            <a:noFill/>
          </a:ln>
        </p:spPr>
        <p:txBody>
          <a:bodyPr/>
          <a:lstStyle/>
          <a:p>
            <a:pPr marL="257175" indent="-257175">
              <a:spcBef>
                <a:spcPct val="20000"/>
              </a:spcBef>
              <a:buFont typeface="Wingdings" panose="05000000000000000000" pitchFamily="2" charset="2"/>
              <a:buChar char="Ø"/>
            </a:pPr>
            <a:r>
              <a:rPr lang="zh-CN" altLang="en-US" b="1" dirty="0">
                <a:solidFill>
                  <a:srgbClr val="FF0000"/>
                </a:solidFill>
                <a:latin typeface="微软雅黑" panose="020B0503020204020204" charset="-122"/>
                <a:ea typeface="微软雅黑" panose="020B0503020204020204" charset="-122"/>
              </a:rPr>
              <a:t>保证无冗余</a:t>
            </a:r>
          </a:p>
        </p:txBody>
      </p:sp>
      <p:sp>
        <p:nvSpPr>
          <p:cNvPr id="246811" name="Rectangle 27"/>
          <p:cNvSpPr/>
          <p:nvPr/>
        </p:nvSpPr>
        <p:spPr>
          <a:xfrm>
            <a:off x="5029200" y="4515803"/>
            <a:ext cx="1691640" cy="342900"/>
          </a:xfrm>
          <a:prstGeom prst="rect">
            <a:avLst/>
          </a:prstGeom>
          <a:noFill/>
          <a:ln w="9525">
            <a:noFill/>
          </a:ln>
        </p:spPr>
        <p:txBody>
          <a:bodyPr/>
          <a:lstStyle/>
          <a:p>
            <a:pPr marL="257175" indent="-257175">
              <a:spcBef>
                <a:spcPct val="20000"/>
              </a:spcBef>
              <a:buFont typeface="Wingdings" panose="05000000000000000000" pitchFamily="2" charset="2"/>
              <a:buChar char="Ø"/>
            </a:pPr>
            <a:r>
              <a:rPr lang="zh-CN" altLang="en-US" b="1" dirty="0">
                <a:solidFill>
                  <a:srgbClr val="FF0000"/>
                </a:solidFill>
                <a:latin typeface="微软雅黑" panose="020B0503020204020204" charset="-122"/>
                <a:ea typeface="微软雅黑" panose="020B0503020204020204" charset="-122"/>
                <a:sym typeface="+mn-ea"/>
              </a:rPr>
              <a:t>保证完备性</a:t>
            </a:r>
            <a:endParaRPr lang="zh-CN" altLang="en-US" b="1" dirty="0">
              <a:solidFill>
                <a:srgbClr val="FF0000"/>
              </a:solidFill>
              <a:latin typeface="微软雅黑" panose="020B0503020204020204" charset="-122"/>
              <a:ea typeface="微软雅黑" panose="020B0503020204020204" charset="-122"/>
            </a:endParaRPr>
          </a:p>
        </p:txBody>
      </p:sp>
      <p:grpSp>
        <p:nvGrpSpPr>
          <p:cNvPr id="3" name="Group 28"/>
          <p:cNvGrpSpPr/>
          <p:nvPr/>
        </p:nvGrpSpPr>
        <p:grpSpPr>
          <a:xfrm>
            <a:off x="6115050" y="2682479"/>
            <a:ext cx="1028700" cy="1371600"/>
            <a:chOff x="4176" y="2352"/>
            <a:chExt cx="864" cy="1152"/>
          </a:xfrm>
        </p:grpSpPr>
        <p:sp>
          <p:nvSpPr>
            <p:cNvPr id="10257" name="Freeform 29"/>
            <p:cNvSpPr/>
            <p:nvPr>
              <p:custDataLst>
                <p:tags r:id="rId10"/>
              </p:custDataLst>
            </p:nvPr>
          </p:nvSpPr>
          <p:spPr>
            <a:xfrm>
              <a:off x="4201" y="3041"/>
              <a:ext cx="551" cy="434"/>
            </a:xfrm>
            <a:custGeom>
              <a:avLst/>
              <a:gdLst>
                <a:gd name="txL" fmla="*/ 0 w 551"/>
                <a:gd name="txT" fmla="*/ 0 h 434"/>
                <a:gd name="txR" fmla="*/ 551 w 551"/>
                <a:gd name="txB" fmla="*/ 434 h 434"/>
              </a:gdLst>
              <a:ahLst/>
              <a:cxnLst>
                <a:cxn ang="0">
                  <a:pos x="0" y="2"/>
                </a:cxn>
                <a:cxn ang="0">
                  <a:pos x="165" y="10"/>
                </a:cxn>
                <a:cxn ang="0">
                  <a:pos x="213" y="41"/>
                </a:cxn>
                <a:cxn ang="0">
                  <a:pos x="354" y="104"/>
                </a:cxn>
                <a:cxn ang="0">
                  <a:pos x="519" y="293"/>
                </a:cxn>
                <a:cxn ang="0">
                  <a:pos x="551" y="434"/>
                </a:cxn>
              </a:cxnLst>
              <a:rect l="txL" t="txT" r="txR" b="txB"/>
              <a:pathLst>
                <a:path w="551" h="434">
                  <a:moveTo>
                    <a:pt x="0" y="2"/>
                  </a:moveTo>
                  <a:cubicBezTo>
                    <a:pt x="55" y="5"/>
                    <a:pt x="111" y="0"/>
                    <a:pt x="165" y="10"/>
                  </a:cubicBezTo>
                  <a:cubicBezTo>
                    <a:pt x="184" y="13"/>
                    <a:pt x="196" y="33"/>
                    <a:pt x="213" y="41"/>
                  </a:cubicBezTo>
                  <a:cubicBezTo>
                    <a:pt x="260" y="64"/>
                    <a:pt x="309" y="73"/>
                    <a:pt x="354" y="104"/>
                  </a:cubicBezTo>
                  <a:cubicBezTo>
                    <a:pt x="399" y="176"/>
                    <a:pt x="461" y="232"/>
                    <a:pt x="519" y="293"/>
                  </a:cubicBezTo>
                  <a:cubicBezTo>
                    <a:pt x="534" y="338"/>
                    <a:pt x="551" y="386"/>
                    <a:pt x="551" y="434"/>
                  </a:cubicBezTo>
                </a:path>
              </a:pathLst>
            </a:custGeom>
            <a:noFill/>
            <a:ln w="12700" cap="sq" cmpd="sng">
              <a:solidFill>
                <a:schemeClr val="dk1">
                  <a:alpha val="100000"/>
                </a:schemeClr>
              </a:solidFill>
              <a:prstDash val="solid"/>
              <a:round/>
              <a:headEnd type="none" w="sm" len="sm"/>
              <a:tailEnd type="none" w="sm" len="sm"/>
            </a:ln>
          </p:spPr>
          <p:txBody>
            <a:bodyPr/>
            <a:lstStyle/>
            <a:p>
              <a:endParaRPr lang="zh-CN" altLang="en-US" sz="1350">
                <a:solidFill>
                  <a:schemeClr val="dk1"/>
                </a:solidFill>
              </a:endParaRPr>
            </a:p>
          </p:txBody>
        </p:sp>
        <p:grpSp>
          <p:nvGrpSpPr>
            <p:cNvPr id="10258" name="Group 30"/>
            <p:cNvGrpSpPr/>
            <p:nvPr/>
          </p:nvGrpSpPr>
          <p:grpSpPr>
            <a:xfrm>
              <a:off x="4176" y="2352"/>
              <a:ext cx="864" cy="1152"/>
              <a:chOff x="3043" y="2352"/>
              <a:chExt cx="864" cy="1152"/>
            </a:xfrm>
          </p:grpSpPr>
          <p:sp>
            <p:nvSpPr>
              <p:cNvPr id="10259" name="Oval 31"/>
              <p:cNvSpPr/>
              <p:nvPr>
                <p:custDataLst>
                  <p:tags r:id="rId11"/>
                </p:custDataLst>
              </p:nvPr>
            </p:nvSpPr>
            <p:spPr>
              <a:xfrm>
                <a:off x="3043" y="2352"/>
                <a:ext cx="864" cy="1152"/>
              </a:xfrm>
              <a:prstGeom prst="ellipse">
                <a:avLst/>
              </a:prstGeom>
              <a:noFill/>
              <a:ln w="12700" cap="sq" cmpd="sng">
                <a:solidFill>
                  <a:schemeClr val="dk1"/>
                </a:solidFill>
                <a:prstDash val="solid"/>
                <a:headEnd type="none" w="sm" len="sm"/>
                <a:tailEnd type="none" w="sm" len="sm"/>
              </a:ln>
            </p:spPr>
            <p:txBody>
              <a:bodyPr wrap="none" anchor="ctr" anchorCtr="0"/>
              <a:lstStyle/>
              <a:p>
                <a:endParaRPr lang="zh-CN" altLang="en-US" sz="1350" dirty="0">
                  <a:solidFill>
                    <a:schemeClr val="dk1"/>
                  </a:solidFill>
                  <a:latin typeface="Comic Sans MS" panose="030F0702030302020204" pitchFamily="66" charset="0"/>
                </a:endParaRPr>
              </a:p>
            </p:txBody>
          </p:sp>
          <p:sp>
            <p:nvSpPr>
              <p:cNvPr id="10260" name="Freeform 32"/>
              <p:cNvSpPr/>
              <p:nvPr>
                <p:custDataLst>
                  <p:tags r:id="rId12"/>
                </p:custDataLst>
              </p:nvPr>
            </p:nvSpPr>
            <p:spPr>
              <a:xfrm>
                <a:off x="3452" y="2405"/>
                <a:ext cx="448" cy="417"/>
              </a:xfrm>
              <a:custGeom>
                <a:avLst/>
                <a:gdLst>
                  <a:gd name="txL" fmla="*/ 0 w 448"/>
                  <a:gd name="txT" fmla="*/ 0 h 417"/>
                  <a:gd name="txR" fmla="*/ 448 w 448"/>
                  <a:gd name="txB" fmla="*/ 417 h 417"/>
                </a:gdLst>
                <a:ahLst/>
                <a:cxnLst>
                  <a:cxn ang="0">
                    <a:pos x="0" y="0"/>
                  </a:cxn>
                  <a:cxn ang="0">
                    <a:pos x="47" y="126"/>
                  </a:cxn>
                  <a:cxn ang="0">
                    <a:pos x="86" y="189"/>
                  </a:cxn>
                  <a:cxn ang="0">
                    <a:pos x="204" y="299"/>
                  </a:cxn>
                  <a:cxn ang="0">
                    <a:pos x="307" y="346"/>
                  </a:cxn>
                  <a:cxn ang="0">
                    <a:pos x="354" y="362"/>
                  </a:cxn>
                  <a:cxn ang="0">
                    <a:pos x="401" y="394"/>
                  </a:cxn>
                  <a:cxn ang="0">
                    <a:pos x="425" y="402"/>
                  </a:cxn>
                  <a:cxn ang="0">
                    <a:pos x="448" y="417"/>
                  </a:cxn>
                </a:cxnLst>
                <a:rect l="txL" t="txT" r="txR" b="txB"/>
                <a:pathLst>
                  <a:path w="448" h="417">
                    <a:moveTo>
                      <a:pt x="0" y="0"/>
                    </a:moveTo>
                    <a:cubicBezTo>
                      <a:pt x="29" y="40"/>
                      <a:pt x="30" y="80"/>
                      <a:pt x="47" y="126"/>
                    </a:cubicBezTo>
                    <a:cubicBezTo>
                      <a:pt x="59" y="158"/>
                      <a:pt x="51" y="177"/>
                      <a:pt x="86" y="189"/>
                    </a:cubicBezTo>
                    <a:cubicBezTo>
                      <a:pt x="119" y="238"/>
                      <a:pt x="153" y="269"/>
                      <a:pt x="204" y="299"/>
                    </a:cubicBezTo>
                    <a:cubicBezTo>
                      <a:pt x="232" y="341"/>
                      <a:pt x="262" y="333"/>
                      <a:pt x="307" y="346"/>
                    </a:cubicBezTo>
                    <a:cubicBezTo>
                      <a:pt x="323" y="351"/>
                      <a:pt x="354" y="362"/>
                      <a:pt x="354" y="362"/>
                    </a:cubicBezTo>
                    <a:cubicBezTo>
                      <a:pt x="370" y="373"/>
                      <a:pt x="383" y="388"/>
                      <a:pt x="401" y="394"/>
                    </a:cubicBezTo>
                    <a:cubicBezTo>
                      <a:pt x="409" y="397"/>
                      <a:pt x="417" y="398"/>
                      <a:pt x="425" y="402"/>
                    </a:cubicBezTo>
                    <a:cubicBezTo>
                      <a:pt x="433" y="406"/>
                      <a:pt x="448" y="417"/>
                      <a:pt x="448" y="417"/>
                    </a:cubicBezTo>
                  </a:path>
                </a:pathLst>
              </a:custGeom>
              <a:noFill/>
              <a:ln w="12700" cap="sq" cmpd="sng">
                <a:solidFill>
                  <a:schemeClr val="dk1">
                    <a:alpha val="100000"/>
                  </a:schemeClr>
                </a:solidFill>
                <a:prstDash val="solid"/>
                <a:round/>
                <a:headEnd type="none" w="sm" len="sm"/>
                <a:tailEnd type="none" w="sm" len="sm"/>
              </a:ln>
            </p:spPr>
            <p:txBody>
              <a:bodyPr/>
              <a:lstStyle/>
              <a:p>
                <a:endParaRPr lang="zh-CN" altLang="en-US" sz="1350">
                  <a:solidFill>
                    <a:schemeClr val="dk1"/>
                  </a:solidFill>
                </a:endParaRPr>
              </a:p>
            </p:txBody>
          </p:sp>
          <p:sp>
            <p:nvSpPr>
              <p:cNvPr id="10261" name="Freeform 33"/>
              <p:cNvSpPr/>
              <p:nvPr>
                <p:custDataLst>
                  <p:tags r:id="rId13"/>
                </p:custDataLst>
              </p:nvPr>
            </p:nvSpPr>
            <p:spPr>
              <a:xfrm>
                <a:off x="3050" y="2445"/>
                <a:ext cx="488" cy="511"/>
              </a:xfrm>
              <a:custGeom>
                <a:avLst/>
                <a:gdLst>
                  <a:gd name="txL" fmla="*/ 0 w 488"/>
                  <a:gd name="txT" fmla="*/ 0 h 511"/>
                  <a:gd name="txR" fmla="*/ 488 w 488"/>
                  <a:gd name="txB" fmla="*/ 511 h 511"/>
                </a:gdLst>
                <a:ahLst/>
                <a:cxnLst>
                  <a:cxn ang="0">
                    <a:pos x="0" y="511"/>
                  </a:cxn>
                  <a:cxn ang="0">
                    <a:pos x="362" y="409"/>
                  </a:cxn>
                  <a:cxn ang="0">
                    <a:pos x="488" y="291"/>
                  </a:cxn>
                  <a:cxn ang="0">
                    <a:pos x="480" y="204"/>
                  </a:cxn>
                  <a:cxn ang="0">
                    <a:pos x="378" y="157"/>
                  </a:cxn>
                  <a:cxn ang="0">
                    <a:pos x="299" y="125"/>
                  </a:cxn>
                  <a:cxn ang="0">
                    <a:pos x="252" y="94"/>
                  </a:cxn>
                  <a:cxn ang="0">
                    <a:pos x="213" y="0"/>
                  </a:cxn>
                </a:cxnLst>
                <a:rect l="txL" t="txT" r="txR" b="txB"/>
                <a:pathLst>
                  <a:path w="488" h="511">
                    <a:moveTo>
                      <a:pt x="0" y="511"/>
                    </a:moveTo>
                    <a:cubicBezTo>
                      <a:pt x="158" y="500"/>
                      <a:pt x="227" y="475"/>
                      <a:pt x="362" y="409"/>
                    </a:cubicBezTo>
                    <a:cubicBezTo>
                      <a:pt x="420" y="381"/>
                      <a:pt x="466" y="354"/>
                      <a:pt x="488" y="291"/>
                    </a:cubicBezTo>
                    <a:cubicBezTo>
                      <a:pt x="485" y="262"/>
                      <a:pt x="488" y="232"/>
                      <a:pt x="480" y="204"/>
                    </a:cubicBezTo>
                    <a:cubicBezTo>
                      <a:pt x="474" y="184"/>
                      <a:pt x="397" y="163"/>
                      <a:pt x="378" y="157"/>
                    </a:cubicBezTo>
                    <a:cubicBezTo>
                      <a:pt x="352" y="139"/>
                      <a:pt x="326" y="140"/>
                      <a:pt x="299" y="125"/>
                    </a:cubicBezTo>
                    <a:cubicBezTo>
                      <a:pt x="283" y="116"/>
                      <a:pt x="252" y="94"/>
                      <a:pt x="252" y="94"/>
                    </a:cubicBezTo>
                    <a:cubicBezTo>
                      <a:pt x="237" y="70"/>
                      <a:pt x="213" y="28"/>
                      <a:pt x="213" y="0"/>
                    </a:cubicBezTo>
                  </a:path>
                </a:pathLst>
              </a:custGeom>
              <a:noFill/>
              <a:ln w="12700" cap="sq" cmpd="sng">
                <a:solidFill>
                  <a:schemeClr val="dk1">
                    <a:alpha val="100000"/>
                  </a:schemeClr>
                </a:solidFill>
                <a:prstDash val="solid"/>
                <a:round/>
                <a:headEnd type="none" w="sm" len="sm"/>
                <a:tailEnd type="none" w="sm" len="sm"/>
              </a:ln>
            </p:spPr>
            <p:txBody>
              <a:bodyPr/>
              <a:lstStyle/>
              <a:p>
                <a:endParaRPr lang="zh-CN" altLang="en-US" sz="1350">
                  <a:solidFill>
                    <a:schemeClr val="dk1"/>
                  </a:solidFill>
                </a:endParaRPr>
              </a:p>
            </p:txBody>
          </p:sp>
          <p:grpSp>
            <p:nvGrpSpPr>
              <p:cNvPr id="10262" name="Group 34"/>
              <p:cNvGrpSpPr/>
              <p:nvPr/>
            </p:nvGrpSpPr>
            <p:grpSpPr>
              <a:xfrm>
                <a:off x="3216" y="2433"/>
                <a:ext cx="677" cy="991"/>
                <a:chOff x="3216" y="2433"/>
                <a:chExt cx="677" cy="991"/>
              </a:xfrm>
            </p:grpSpPr>
            <p:sp>
              <p:nvSpPr>
                <p:cNvPr id="10263" name="Text Box 35"/>
                <p:cNvSpPr txBox="1"/>
                <p:nvPr>
                  <p:custDataLst>
                    <p:tags r:id="rId14"/>
                  </p:custDataLst>
                </p:nvPr>
              </p:nvSpPr>
              <p:spPr>
                <a:xfrm>
                  <a:off x="3225" y="2577"/>
                  <a:ext cx="236" cy="271"/>
                </a:xfrm>
                <a:prstGeom prst="rect">
                  <a:avLst/>
                </a:prstGeom>
                <a:noFill/>
                <a:ln w="12700">
                  <a:noFill/>
                </a:ln>
              </p:spPr>
              <p:txBody>
                <a:bodyPr wrap="none">
                  <a:spAutoFit/>
                </a:bodyPr>
                <a:lstStyle/>
                <a:p>
                  <a:pPr algn="l" eaLnBrk="0" hangingPunct="0"/>
                  <a:r>
                    <a:rPr lang="en-US" altLang="zh-CN" sz="1500" b="1" dirty="0">
                      <a:solidFill>
                        <a:schemeClr val="dk1"/>
                      </a:solidFill>
                      <a:latin typeface="Times New Roman" panose="02020603050405020304" pitchFamily="18" charset="0"/>
                      <a:ea typeface="宋体" panose="02010600030101010101" pitchFamily="2" charset="-122"/>
                    </a:rPr>
                    <a:t>1</a:t>
                  </a:r>
                </a:p>
              </p:txBody>
            </p:sp>
            <p:sp>
              <p:nvSpPr>
                <p:cNvPr id="10264" name="Text Box 36"/>
                <p:cNvSpPr txBox="1"/>
                <p:nvPr>
                  <p:custDataLst>
                    <p:tags r:id="rId15"/>
                  </p:custDataLst>
                </p:nvPr>
              </p:nvSpPr>
              <p:spPr>
                <a:xfrm>
                  <a:off x="3657" y="2433"/>
                  <a:ext cx="236" cy="271"/>
                </a:xfrm>
                <a:prstGeom prst="rect">
                  <a:avLst/>
                </a:prstGeom>
                <a:noFill/>
                <a:ln w="12700">
                  <a:noFill/>
                </a:ln>
              </p:spPr>
              <p:txBody>
                <a:bodyPr wrap="none">
                  <a:spAutoFit/>
                </a:bodyPr>
                <a:lstStyle/>
                <a:p>
                  <a:pPr algn="l" eaLnBrk="0" hangingPunct="0"/>
                  <a:r>
                    <a:rPr lang="en-US" altLang="zh-CN" sz="1500" b="1" dirty="0">
                      <a:solidFill>
                        <a:schemeClr val="dk1"/>
                      </a:solidFill>
                      <a:latin typeface="Times New Roman" panose="02020603050405020304" pitchFamily="18" charset="0"/>
                      <a:ea typeface="宋体" panose="02010600030101010101" pitchFamily="2" charset="-122"/>
                    </a:rPr>
                    <a:t>2</a:t>
                  </a:r>
                </a:p>
              </p:txBody>
            </p:sp>
            <p:sp>
              <p:nvSpPr>
                <p:cNvPr id="10265" name="Text Box 37"/>
                <p:cNvSpPr txBox="1"/>
                <p:nvPr>
                  <p:custDataLst>
                    <p:tags r:id="rId16"/>
                  </p:custDataLst>
                </p:nvPr>
              </p:nvSpPr>
              <p:spPr>
                <a:xfrm>
                  <a:off x="3513" y="2817"/>
                  <a:ext cx="236" cy="271"/>
                </a:xfrm>
                <a:prstGeom prst="rect">
                  <a:avLst/>
                </a:prstGeom>
                <a:noFill/>
                <a:ln w="12700">
                  <a:noFill/>
                </a:ln>
              </p:spPr>
              <p:txBody>
                <a:bodyPr wrap="none">
                  <a:spAutoFit/>
                </a:bodyPr>
                <a:lstStyle/>
                <a:p>
                  <a:pPr algn="l" eaLnBrk="0" hangingPunct="0"/>
                  <a:r>
                    <a:rPr lang="en-US" altLang="zh-CN" sz="1500" b="1" dirty="0">
                      <a:solidFill>
                        <a:schemeClr val="dk1"/>
                      </a:solidFill>
                      <a:latin typeface="Times New Roman" panose="02020603050405020304" pitchFamily="18" charset="0"/>
                      <a:ea typeface="宋体" panose="02010600030101010101" pitchFamily="2" charset="-122"/>
                    </a:rPr>
                    <a:t>3</a:t>
                  </a:r>
                </a:p>
              </p:txBody>
            </p:sp>
            <p:sp>
              <p:nvSpPr>
                <p:cNvPr id="10266" name="Text Box 38"/>
                <p:cNvSpPr txBox="1"/>
                <p:nvPr>
                  <p:custDataLst>
                    <p:tags r:id="rId17"/>
                  </p:custDataLst>
                </p:nvPr>
              </p:nvSpPr>
              <p:spPr>
                <a:xfrm>
                  <a:off x="3273" y="3153"/>
                  <a:ext cx="236" cy="271"/>
                </a:xfrm>
                <a:prstGeom prst="rect">
                  <a:avLst/>
                </a:prstGeom>
                <a:noFill/>
                <a:ln w="12700">
                  <a:noFill/>
                </a:ln>
              </p:spPr>
              <p:txBody>
                <a:bodyPr wrap="none">
                  <a:spAutoFit/>
                </a:bodyPr>
                <a:lstStyle/>
                <a:p>
                  <a:pPr algn="l" eaLnBrk="0" hangingPunct="0"/>
                  <a:r>
                    <a:rPr lang="en-US" altLang="zh-CN" sz="1500" b="1" dirty="0">
                      <a:solidFill>
                        <a:schemeClr val="dk1"/>
                      </a:solidFill>
                      <a:latin typeface="Times New Roman" panose="02020603050405020304" pitchFamily="18" charset="0"/>
                      <a:ea typeface="宋体" panose="02010600030101010101" pitchFamily="2" charset="-122"/>
                    </a:rPr>
                    <a:t>4</a:t>
                  </a:r>
                </a:p>
              </p:txBody>
            </p:sp>
            <p:sp>
              <p:nvSpPr>
                <p:cNvPr id="10267" name="Rectangle 39"/>
                <p:cNvSpPr/>
                <p:nvPr>
                  <p:custDataLst>
                    <p:tags r:id="rId18"/>
                  </p:custDataLst>
                </p:nvPr>
              </p:nvSpPr>
              <p:spPr>
                <a:xfrm>
                  <a:off x="3216" y="2688"/>
                  <a:ext cx="48" cy="48"/>
                </a:xfrm>
                <a:prstGeom prst="rect">
                  <a:avLst/>
                </a:prstGeom>
                <a:solidFill>
                  <a:schemeClr val="accent1"/>
                </a:solidFill>
                <a:ln w="12700" cap="sq" cmpd="sng">
                  <a:solidFill>
                    <a:schemeClr val="dk1"/>
                  </a:solidFill>
                  <a:prstDash val="solid"/>
                  <a:miter/>
                  <a:headEnd type="none" w="sm" len="sm"/>
                  <a:tailEnd type="none" w="sm" len="sm"/>
                </a:ln>
              </p:spPr>
              <p:txBody>
                <a:bodyPr wrap="none" anchor="ctr" anchorCtr="0"/>
                <a:lstStyle/>
                <a:p>
                  <a:endParaRPr lang="zh-CN" altLang="zh-CN" sz="2250" b="1" dirty="0">
                    <a:solidFill>
                      <a:srgbClr val="0000FF"/>
                    </a:solidFill>
                    <a:latin typeface="Times New Roman" panose="02020603050405020304" pitchFamily="18" charset="0"/>
                    <a:ea typeface="宋体" panose="02010600030101010101" pitchFamily="2" charset="-122"/>
                  </a:endParaRPr>
                </a:p>
              </p:txBody>
            </p:sp>
            <p:sp>
              <p:nvSpPr>
                <p:cNvPr id="10268" name="Rectangle 40"/>
                <p:cNvSpPr/>
                <p:nvPr>
                  <p:custDataLst>
                    <p:tags r:id="rId19"/>
                  </p:custDataLst>
                </p:nvPr>
              </p:nvSpPr>
              <p:spPr>
                <a:xfrm>
                  <a:off x="3264" y="3168"/>
                  <a:ext cx="48" cy="48"/>
                </a:xfrm>
                <a:prstGeom prst="rect">
                  <a:avLst/>
                </a:prstGeom>
                <a:solidFill>
                  <a:srgbClr val="890FF7"/>
                </a:solidFill>
                <a:ln w="12700" cap="sq" cmpd="sng">
                  <a:solidFill>
                    <a:schemeClr val="dk1"/>
                  </a:solidFill>
                  <a:prstDash val="solid"/>
                  <a:miter/>
                  <a:headEnd type="none" w="sm" len="sm"/>
                  <a:tailEnd type="none" w="sm" len="sm"/>
                </a:ln>
              </p:spPr>
              <p:txBody>
                <a:bodyPr wrap="none" anchor="ctr" anchorCtr="0"/>
                <a:lstStyle/>
                <a:p>
                  <a:endParaRPr lang="zh-CN" altLang="en-US" sz="1350" dirty="0">
                    <a:solidFill>
                      <a:schemeClr val="dk1"/>
                    </a:solidFill>
                    <a:latin typeface="Comic Sans MS" panose="030F0702030302020204" pitchFamily="66" charset="0"/>
                  </a:endParaRPr>
                </a:p>
              </p:txBody>
            </p:sp>
            <p:sp>
              <p:nvSpPr>
                <p:cNvPr id="10269" name="Rectangle 41"/>
                <p:cNvSpPr/>
                <p:nvPr>
                  <p:custDataLst>
                    <p:tags r:id="rId20"/>
                  </p:custDataLst>
                </p:nvPr>
              </p:nvSpPr>
              <p:spPr>
                <a:xfrm>
                  <a:off x="3619" y="2832"/>
                  <a:ext cx="48" cy="48"/>
                </a:xfrm>
                <a:prstGeom prst="rect">
                  <a:avLst/>
                </a:prstGeom>
                <a:solidFill>
                  <a:schemeClr val="dk1"/>
                </a:solidFill>
                <a:ln w="12700" cap="sq" cmpd="sng">
                  <a:solidFill>
                    <a:schemeClr val="dk1"/>
                  </a:solidFill>
                  <a:prstDash val="solid"/>
                  <a:miter/>
                  <a:headEnd type="none" w="sm" len="sm"/>
                  <a:tailEnd type="none" w="sm" len="sm"/>
                </a:ln>
              </p:spPr>
              <p:txBody>
                <a:bodyPr wrap="none" anchor="ctr" anchorCtr="0"/>
                <a:lstStyle/>
                <a:p>
                  <a:endParaRPr lang="zh-CN" altLang="en-US" sz="1350" dirty="0">
                    <a:solidFill>
                      <a:schemeClr val="dk1"/>
                    </a:solidFill>
                    <a:latin typeface="Comic Sans MS" panose="030F0702030302020204" pitchFamily="66" charset="0"/>
                  </a:endParaRPr>
                </a:p>
              </p:txBody>
            </p:sp>
            <p:sp>
              <p:nvSpPr>
                <p:cNvPr id="10270" name="Rectangle 42"/>
                <p:cNvSpPr/>
                <p:nvPr>
                  <p:custDataLst>
                    <p:tags r:id="rId21"/>
                  </p:custDataLst>
                </p:nvPr>
              </p:nvSpPr>
              <p:spPr>
                <a:xfrm>
                  <a:off x="3648" y="2496"/>
                  <a:ext cx="48" cy="48"/>
                </a:xfrm>
                <a:prstGeom prst="rect">
                  <a:avLst/>
                </a:prstGeom>
                <a:solidFill>
                  <a:srgbClr val="FF0000"/>
                </a:solidFill>
                <a:ln w="12700" cap="sq" cmpd="sng">
                  <a:solidFill>
                    <a:schemeClr val="dk1"/>
                  </a:solidFill>
                  <a:prstDash val="solid"/>
                  <a:miter/>
                  <a:headEnd type="none" w="sm" len="sm"/>
                  <a:tailEnd type="none" w="sm" len="sm"/>
                </a:ln>
              </p:spPr>
              <p:txBody>
                <a:bodyPr wrap="none" anchor="ctr" anchorCtr="0"/>
                <a:lstStyle/>
                <a:p>
                  <a:endParaRPr lang="zh-CN" altLang="en-US" sz="1350" dirty="0">
                    <a:solidFill>
                      <a:schemeClr val="dk1"/>
                    </a:solidFill>
                    <a:latin typeface="Comic Sans MS" panose="030F0702030302020204" pitchFamily="66" charset="0"/>
                  </a:endParaRPr>
                </a:p>
              </p:txBody>
            </p:sp>
          </p:grpSp>
        </p:grpSp>
      </p:grpSp>
      <p:sp>
        <p:nvSpPr>
          <p:cNvPr id="246827" name="AutoShape 43"/>
          <p:cNvSpPr/>
          <p:nvPr>
            <p:custDataLst>
              <p:tags r:id="rId8"/>
            </p:custDataLst>
          </p:nvPr>
        </p:nvSpPr>
        <p:spPr>
          <a:xfrm>
            <a:off x="5029200" y="3082529"/>
            <a:ext cx="971550" cy="457200"/>
          </a:xfrm>
          <a:prstGeom prst="rightArrow">
            <a:avLst>
              <a:gd name="adj1" fmla="val 50000"/>
              <a:gd name="adj2" fmla="val 86013"/>
            </a:avLst>
          </a:prstGeom>
          <a:solidFill>
            <a:srgbClr val="FFFF99"/>
          </a:solidFill>
          <a:ln w="9525" cap="flat" cmpd="sng">
            <a:solidFill>
              <a:schemeClr val="dk1"/>
            </a:solidFill>
            <a:prstDash val="solid"/>
            <a:miter/>
            <a:headEnd type="none" w="med" len="med"/>
            <a:tailEnd type="none" w="med" len="med"/>
          </a:ln>
        </p:spPr>
        <p:txBody>
          <a:bodyPr wrap="none" lIns="0" tIns="0" rIns="0" bIns="0" anchor="ctr" anchorCtr="0"/>
          <a:lstStyle/>
          <a:p>
            <a:endParaRPr lang="zh-CN" altLang="en-US" sz="1350" dirty="0">
              <a:solidFill>
                <a:schemeClr val="dk1"/>
              </a:solidFill>
              <a:latin typeface="Comic Sans MS" panose="030F0702030302020204" pitchFamily="66" charset="0"/>
            </a:endParaRPr>
          </a:p>
        </p:txBody>
      </p:sp>
      <p:sp>
        <p:nvSpPr>
          <p:cNvPr id="246828" name="Text Box 44"/>
          <p:cNvSpPr txBox="1"/>
          <p:nvPr>
            <p:custDataLst>
              <p:tags r:id="rId9"/>
            </p:custDataLst>
          </p:nvPr>
        </p:nvSpPr>
        <p:spPr>
          <a:xfrm>
            <a:off x="4914900" y="2739629"/>
            <a:ext cx="1338828" cy="323165"/>
          </a:xfrm>
          <a:prstGeom prst="rect">
            <a:avLst/>
          </a:prstGeom>
          <a:noFill/>
          <a:ln w="12700">
            <a:noFill/>
          </a:ln>
        </p:spPr>
        <p:txBody>
          <a:bodyPr wrap="none">
            <a:spAutoFit/>
          </a:bodyPr>
          <a:lstStyle/>
          <a:p>
            <a:pPr algn="l" eaLnBrk="0" hangingPunct="0"/>
            <a:r>
              <a:rPr lang="zh-CN" altLang="en-US" sz="1500" b="1" dirty="0">
                <a:solidFill>
                  <a:schemeClr val="dk1"/>
                </a:solidFill>
                <a:latin typeface="微软雅黑" panose="020B0503020204020204" charset="-122"/>
                <a:ea typeface="微软雅黑" panose="020B0503020204020204" charset="-122"/>
              </a:rPr>
              <a:t>选择代表元素</a:t>
            </a:r>
          </a:p>
        </p:txBody>
      </p:sp>
      <p:sp>
        <p:nvSpPr>
          <p:cNvPr id="244738" name="Rectangle 2"/>
          <p:cNvSpPr>
            <a:spLocks noGrp="1" noChangeArrowheads="1"/>
          </p:cNvSpPr>
          <p:nvPr>
            <p:ph type="title"/>
          </p:nvPr>
        </p:nvSpPr>
        <p:spPr>
          <a:xfrm>
            <a:off x="1460659" y="303848"/>
            <a:ext cx="5596414" cy="756285"/>
          </a:xfrm>
          <a:noFill/>
          <a:ln>
            <a:noFill/>
          </a:ln>
          <a:extLst>
            <a:ext uri="{909E8E84-426E-40DD-AFC4-6F175D3DCCD1}">
              <a14:hiddenFill xmlns:a14="http://schemas.microsoft.com/office/drawing/2010/main">
                <a:solidFill>
                  <a:srgbClr val="FFCC00"/>
                </a:solidFill>
              </a14:hiddenFill>
            </a:ext>
          </a:extLst>
        </p:spPr>
        <p:txBody>
          <a:bodyPr vert="horz" wrap="square" lIns="68580" tIns="34290" rIns="68580" bIns="34290" numCol="1" rtlCol="0" anchor="ctr" anchorCtr="0" compatLnSpc="1">
            <a:normAutofit/>
          </a:bodyPr>
          <a:lstStyle/>
          <a:p>
            <a:pPr algn="just" eaLnBrk="0" fontAlgn="base" hangingPunct="0">
              <a:lnSpc>
                <a:spcPct val="100000"/>
              </a:lnSpc>
              <a:buClrTx/>
            </a:pPr>
            <a:r>
              <a:rPr sz="2925">
                <a:solidFill>
                  <a:schemeClr val="accent1">
                    <a:lumMod val="75000"/>
                  </a:schemeClr>
                </a:solidFill>
                <a:latin typeface="微软雅黑" panose="020B0503020204020204" charset="-122"/>
                <a:sym typeface="+mn-ea"/>
              </a:rPr>
              <a:t>等价类测试</a:t>
            </a:r>
            <a:endParaRPr kumimoji="0" lang="zh-CN" altLang="en-US" sz="2925">
              <a:solidFill>
                <a:schemeClr val="accent1">
                  <a:lumMod val="75000"/>
                </a:schemeClr>
              </a:solidFill>
              <a:latin typeface="微软雅黑" panose="020B0503020204020204" charset="-122"/>
              <a:cs typeface="+mj-cs"/>
            </a:endParaRPr>
          </a:p>
        </p:txBody>
      </p:sp>
      <p:sp>
        <p:nvSpPr>
          <p:cNvPr id="4" name="日期占位符 3"/>
          <p:cNvSpPr>
            <a:spLocks noGrp="1"/>
          </p:cNvSpPr>
          <p:nvPr>
            <p:ph type="dt" sz="half" idx="10"/>
          </p:nvPr>
        </p:nvSpPr>
        <p:spPr/>
        <p:txBody>
          <a:bodyPr/>
          <a:lstStyle/>
          <a:p>
            <a:fld id="{760FBDFE-C587-4B4C-A407-44438C67B59E}" type="datetime1">
              <a:rPr lang="zh-CN" altLang="en-US" smtClean="0"/>
              <a:t>2024/3/12</a:t>
            </a:fld>
            <a:endParaRPr lang="zh-CN" altLang="en-US"/>
          </a:p>
        </p:txBody>
      </p:sp>
      <p:sp>
        <p:nvSpPr>
          <p:cNvPr id="5" name="灯片编号占位符 4"/>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fld id="{49AE70B2-8BF9-45C0-BB95-33D1B9D3A854}" type="slidenum">
              <a:rPr lang="zh-CN" altLang="en-US" smtClean="0"/>
              <a:pPr/>
              <a:t>54</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46798">
                                            <p:txEl>
                                              <p:pRg st="0" end="0"/>
                                            </p:txEl>
                                          </p:spTgt>
                                        </p:tgtEl>
                                        <p:attrNameLst>
                                          <p:attrName>style.visibility</p:attrName>
                                        </p:attrNameLst>
                                      </p:cBhvr>
                                      <p:to>
                                        <p:strVal val="visible"/>
                                      </p:to>
                                    </p:set>
                                    <p:anim calcmode="lin" valueType="num">
                                      <p:cBhvr additive="base">
                                        <p:cTn id="7" dur="500" fill="hold"/>
                                        <p:tgtEl>
                                          <p:spTgt spid="2467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6798">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1000"/>
                                  </p:stCondLst>
                                  <p:childTnLst>
                                    <p:set>
                                      <p:cBhvr>
                                        <p:cTn id="10" dur="1" fill="hold">
                                          <p:stCondLst>
                                            <p:cond delay="0"/>
                                          </p:stCondLst>
                                        </p:cTn>
                                        <p:tgtEl>
                                          <p:spTgt spid="246798">
                                            <p:txEl>
                                              <p:pRg st="1" end="1"/>
                                            </p:txEl>
                                          </p:spTgt>
                                        </p:tgtEl>
                                        <p:attrNameLst>
                                          <p:attrName>style.visibility</p:attrName>
                                        </p:attrNameLst>
                                      </p:cBhvr>
                                      <p:to>
                                        <p:strVal val="visible"/>
                                      </p:to>
                                    </p:set>
                                    <p:anim calcmode="lin" valueType="num">
                                      <p:cBhvr additive="base">
                                        <p:cTn id="11" dur="500" fill="hold"/>
                                        <p:tgtEl>
                                          <p:spTgt spid="246798">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467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246799"/>
                                        </p:tgtEl>
                                        <p:attrNameLst>
                                          <p:attrName>style.visibility</p:attrName>
                                        </p:attrNameLst>
                                      </p:cBhvr>
                                      <p:to>
                                        <p:strVal val="visible"/>
                                      </p:to>
                                    </p:set>
                                  </p:childTnLst>
                                </p:cTn>
                              </p:par>
                            </p:childTnLst>
                          </p:cTn>
                        </p:par>
                        <p:par>
                          <p:cTn id="17" fill="hold">
                            <p:stCondLst>
                              <p:cond delay="500"/>
                            </p:stCondLst>
                            <p:childTnLst>
                              <p:par>
                                <p:cTn id="18" presetID="1" presetClass="entr" presetSubtype="0" fill="hold" grpId="0" nodeType="afterEffect">
                                  <p:stCondLst>
                                    <p:cond delay="0"/>
                                  </p:stCondLst>
                                  <p:childTnLst>
                                    <p:set>
                                      <p:cBhvr>
                                        <p:cTn id="19" dur="1" fill="hold">
                                          <p:stCondLst>
                                            <p:cond delay="499"/>
                                          </p:stCondLst>
                                        </p:cTn>
                                        <p:tgtEl>
                                          <p:spTgt spid="246800"/>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7" presetClass="entr" presetSubtype="8" fill="hold" grpId="0" nodeType="clickEffect">
                                  <p:stCondLst>
                                    <p:cond delay="0"/>
                                  </p:stCondLst>
                                  <p:childTnLst>
                                    <p:set>
                                      <p:cBhvr>
                                        <p:cTn id="23" dur="1" fill="hold">
                                          <p:stCondLst>
                                            <p:cond delay="0"/>
                                          </p:stCondLst>
                                        </p:cTn>
                                        <p:tgtEl>
                                          <p:spTgt spid="246807"/>
                                        </p:tgtEl>
                                        <p:attrNameLst>
                                          <p:attrName>style.visibility</p:attrName>
                                        </p:attrNameLst>
                                      </p:cBhvr>
                                      <p:to>
                                        <p:strVal val="visible"/>
                                      </p:to>
                                    </p:set>
                                    <p:anim calcmode="lin" valueType="num">
                                      <p:cBhvr>
                                        <p:cTn id="24" dur="500" fill="hold"/>
                                        <p:tgtEl>
                                          <p:spTgt spid="246807"/>
                                        </p:tgtEl>
                                        <p:attrNameLst>
                                          <p:attrName>ppt_x</p:attrName>
                                        </p:attrNameLst>
                                      </p:cBhvr>
                                      <p:tavLst>
                                        <p:tav tm="0">
                                          <p:val>
                                            <p:strVal val="#ppt_x-#ppt_w/2"/>
                                          </p:val>
                                        </p:tav>
                                        <p:tav tm="100000">
                                          <p:val>
                                            <p:strVal val="#ppt_x"/>
                                          </p:val>
                                        </p:tav>
                                      </p:tavLst>
                                    </p:anim>
                                    <p:anim calcmode="lin" valueType="num">
                                      <p:cBhvr>
                                        <p:cTn id="25" dur="500" fill="hold"/>
                                        <p:tgtEl>
                                          <p:spTgt spid="246807"/>
                                        </p:tgtEl>
                                        <p:attrNameLst>
                                          <p:attrName>ppt_y</p:attrName>
                                        </p:attrNameLst>
                                      </p:cBhvr>
                                      <p:tavLst>
                                        <p:tav tm="0">
                                          <p:val>
                                            <p:strVal val="#ppt_y"/>
                                          </p:val>
                                        </p:tav>
                                        <p:tav tm="100000">
                                          <p:val>
                                            <p:strVal val="#ppt_y"/>
                                          </p:val>
                                        </p:tav>
                                      </p:tavLst>
                                    </p:anim>
                                    <p:anim calcmode="lin" valueType="num">
                                      <p:cBhvr>
                                        <p:cTn id="26" dur="500" fill="hold"/>
                                        <p:tgtEl>
                                          <p:spTgt spid="246807"/>
                                        </p:tgtEl>
                                        <p:attrNameLst>
                                          <p:attrName>ppt_w</p:attrName>
                                        </p:attrNameLst>
                                      </p:cBhvr>
                                      <p:tavLst>
                                        <p:tav tm="0">
                                          <p:val>
                                            <p:fltVal val="0"/>
                                          </p:val>
                                        </p:tav>
                                        <p:tav tm="100000">
                                          <p:val>
                                            <p:strVal val="#ppt_w"/>
                                          </p:val>
                                        </p:tav>
                                      </p:tavLst>
                                    </p:anim>
                                    <p:anim calcmode="lin" valueType="num">
                                      <p:cBhvr>
                                        <p:cTn id="27" dur="500" fill="hold"/>
                                        <p:tgtEl>
                                          <p:spTgt spid="246807"/>
                                        </p:tgtEl>
                                        <p:attrNameLst>
                                          <p:attrName>ppt_h</p:attrName>
                                        </p:attrNameLst>
                                      </p:cBhvr>
                                      <p:tavLst>
                                        <p:tav tm="0">
                                          <p:val>
                                            <p:strVal val="#ppt_h"/>
                                          </p:val>
                                        </p:tav>
                                        <p:tav tm="100000">
                                          <p:val>
                                            <p:strVal val="#ppt_h"/>
                                          </p:val>
                                        </p:tav>
                                      </p:tavLst>
                                    </p:anim>
                                  </p:childTnLst>
                                </p:cTn>
                              </p:par>
                            </p:childTnLst>
                          </p:cTn>
                        </p:par>
                        <p:par>
                          <p:cTn id="28" fill="hold">
                            <p:stCondLst>
                              <p:cond delay="500"/>
                            </p:stCondLst>
                            <p:childTnLst>
                              <p:par>
                                <p:cTn id="29" presetID="1" presetClass="entr" presetSubtype="0" fill="hold" grpId="0" nodeType="afterEffect">
                                  <p:stCondLst>
                                    <p:cond delay="0"/>
                                  </p:stCondLst>
                                  <p:childTnLst>
                                    <p:set>
                                      <p:cBhvr>
                                        <p:cTn id="30" dur="1" fill="hold">
                                          <p:stCondLst>
                                            <p:cond delay="499"/>
                                          </p:stCondLst>
                                        </p:cTn>
                                        <p:tgtEl>
                                          <p:spTgt spid="246801"/>
                                        </p:tgtEl>
                                        <p:attrNameLst>
                                          <p:attrName>style.visibility</p:attrName>
                                        </p:attrNameLst>
                                      </p:cBhvr>
                                      <p:to>
                                        <p:strVal val="visible"/>
                                      </p:to>
                                    </p:set>
                                  </p:childTnLst>
                                </p:cTn>
                              </p:par>
                            </p:childTnLst>
                          </p:cTn>
                        </p:par>
                        <p:par>
                          <p:cTn id="31" fill="hold">
                            <p:stCondLst>
                              <p:cond delay="1000"/>
                            </p:stCondLst>
                            <p:childTnLst>
                              <p:par>
                                <p:cTn id="32" presetID="2" presetClass="entr" presetSubtype="4" fill="hold" nodeType="afterEffect">
                                  <p:stCondLst>
                                    <p:cond delay="0"/>
                                  </p:stCondLst>
                                  <p:childTnLst>
                                    <p:set>
                                      <p:cBhvr>
                                        <p:cTn id="33" dur="1" fill="hold">
                                          <p:stCondLst>
                                            <p:cond delay="0"/>
                                          </p:stCondLst>
                                        </p:cTn>
                                        <p:tgtEl>
                                          <p:spTgt spid="2"/>
                                        </p:tgtEl>
                                        <p:attrNameLst>
                                          <p:attrName>style.visibility</p:attrName>
                                        </p:attrNameLst>
                                      </p:cBhvr>
                                      <p:to>
                                        <p:strVal val="visible"/>
                                      </p:to>
                                    </p:set>
                                    <p:anim calcmode="lin" valueType="num">
                                      <p:cBhvr additive="base">
                                        <p:cTn id="34" dur="500" fill="hold"/>
                                        <p:tgtEl>
                                          <p:spTgt spid="2"/>
                                        </p:tgtEl>
                                        <p:attrNameLst>
                                          <p:attrName>ppt_x</p:attrName>
                                        </p:attrNameLst>
                                      </p:cBhvr>
                                      <p:tavLst>
                                        <p:tav tm="0">
                                          <p:val>
                                            <p:strVal val="#ppt_x"/>
                                          </p:val>
                                        </p:tav>
                                        <p:tav tm="100000">
                                          <p:val>
                                            <p:strVal val="#ppt_x"/>
                                          </p:val>
                                        </p:tav>
                                      </p:tavLst>
                                    </p:anim>
                                    <p:anim calcmode="lin" valueType="num">
                                      <p:cBhvr additive="base">
                                        <p:cTn id="35" dur="500" fill="hold"/>
                                        <p:tgtEl>
                                          <p:spTgt spid="2"/>
                                        </p:tgtEl>
                                        <p:attrNameLst>
                                          <p:attrName>ppt_y</p:attrName>
                                        </p:attrNameLst>
                                      </p:cBhvr>
                                      <p:tavLst>
                                        <p:tav tm="0">
                                          <p:val>
                                            <p:strVal val="1+#ppt_h/2"/>
                                          </p:val>
                                        </p:tav>
                                        <p:tav tm="100000">
                                          <p:val>
                                            <p:strVal val="#ppt_y"/>
                                          </p:val>
                                        </p:tav>
                                      </p:tavLst>
                                    </p:anim>
                                  </p:childTnLst>
                                </p:cTn>
                              </p:par>
                            </p:childTnLst>
                          </p:cTn>
                        </p:par>
                        <p:par>
                          <p:cTn id="36" fill="hold">
                            <p:stCondLst>
                              <p:cond delay="1500"/>
                            </p:stCondLst>
                            <p:childTnLst>
                              <p:par>
                                <p:cTn id="37" presetID="1" presetClass="entr" presetSubtype="0" fill="hold" grpId="0" nodeType="afterEffect">
                                  <p:stCondLst>
                                    <p:cond delay="0"/>
                                  </p:stCondLst>
                                  <p:childTnLst>
                                    <p:set>
                                      <p:cBhvr>
                                        <p:cTn id="38" dur="1" fill="hold">
                                          <p:stCondLst>
                                            <p:cond delay="499"/>
                                          </p:stCondLst>
                                        </p:cTn>
                                        <p:tgtEl>
                                          <p:spTgt spid="246808"/>
                                        </p:tgtEl>
                                        <p:attrNameLst>
                                          <p:attrName>style.visibility</p:attrName>
                                        </p:attrNameLst>
                                      </p:cBhvr>
                                      <p:to>
                                        <p:strVal val="visible"/>
                                      </p:to>
                                    </p:set>
                                  </p:childTnLst>
                                </p:cTn>
                              </p:par>
                            </p:childTnLst>
                          </p:cTn>
                        </p:par>
                        <p:par>
                          <p:cTn id="39" fill="hold">
                            <p:stCondLst>
                              <p:cond delay="2000"/>
                            </p:stCondLst>
                            <p:childTnLst>
                              <p:par>
                                <p:cTn id="40" presetID="12" presetClass="entr" presetSubtype="4" fill="hold" grpId="0" nodeType="afterEffect">
                                  <p:stCondLst>
                                    <p:cond delay="0"/>
                                  </p:stCondLst>
                                  <p:childTnLst>
                                    <p:set>
                                      <p:cBhvr>
                                        <p:cTn id="41" dur="1" fill="hold">
                                          <p:stCondLst>
                                            <p:cond delay="0"/>
                                          </p:stCondLst>
                                        </p:cTn>
                                        <p:tgtEl>
                                          <p:spTgt spid="246810"/>
                                        </p:tgtEl>
                                        <p:attrNameLst>
                                          <p:attrName>style.visibility</p:attrName>
                                        </p:attrNameLst>
                                      </p:cBhvr>
                                      <p:to>
                                        <p:strVal val="visible"/>
                                      </p:to>
                                    </p:set>
                                    <p:animEffect transition="in" filter="slide(fromBottom)">
                                      <p:cBhvr>
                                        <p:cTn id="42" dur="500"/>
                                        <p:tgtEl>
                                          <p:spTgt spid="246810"/>
                                        </p:tgtEl>
                                      </p:cBhvr>
                                    </p:animEffect>
                                  </p:childTnLst>
                                </p:cTn>
                              </p:par>
                            </p:childTnLst>
                          </p:cTn>
                        </p:par>
                        <p:par>
                          <p:cTn id="43" fill="hold">
                            <p:stCondLst>
                              <p:cond delay="2500"/>
                            </p:stCondLst>
                            <p:childTnLst>
                              <p:par>
                                <p:cTn id="44" presetID="1" presetClass="entr" presetSubtype="0" fill="hold" grpId="0" nodeType="afterEffect">
                                  <p:stCondLst>
                                    <p:cond delay="0"/>
                                  </p:stCondLst>
                                  <p:childTnLst>
                                    <p:set>
                                      <p:cBhvr>
                                        <p:cTn id="45" dur="1" fill="hold">
                                          <p:stCondLst>
                                            <p:cond delay="499"/>
                                          </p:stCondLst>
                                        </p:cTn>
                                        <p:tgtEl>
                                          <p:spTgt spid="246809"/>
                                        </p:tgtEl>
                                        <p:attrNameLst>
                                          <p:attrName>style.visibility</p:attrName>
                                        </p:attrNameLst>
                                      </p:cBhvr>
                                      <p:to>
                                        <p:strVal val="visible"/>
                                      </p:to>
                                    </p:set>
                                  </p:childTnLst>
                                </p:cTn>
                              </p:par>
                            </p:childTnLst>
                          </p:cTn>
                        </p:par>
                        <p:par>
                          <p:cTn id="46" fill="hold">
                            <p:stCondLst>
                              <p:cond delay="3000"/>
                            </p:stCondLst>
                            <p:childTnLst>
                              <p:par>
                                <p:cTn id="47" presetID="12" presetClass="entr" presetSubtype="4" fill="hold" grpId="0" nodeType="afterEffect">
                                  <p:stCondLst>
                                    <p:cond delay="0"/>
                                  </p:stCondLst>
                                  <p:childTnLst>
                                    <p:set>
                                      <p:cBhvr>
                                        <p:cTn id="48" dur="1" fill="hold">
                                          <p:stCondLst>
                                            <p:cond delay="0"/>
                                          </p:stCondLst>
                                        </p:cTn>
                                        <p:tgtEl>
                                          <p:spTgt spid="246811"/>
                                        </p:tgtEl>
                                        <p:attrNameLst>
                                          <p:attrName>style.visibility</p:attrName>
                                        </p:attrNameLst>
                                      </p:cBhvr>
                                      <p:to>
                                        <p:strVal val="visible"/>
                                      </p:to>
                                    </p:set>
                                    <p:animEffect transition="in" filter="slide(fromBottom)">
                                      <p:cBhvr>
                                        <p:cTn id="49" dur="500"/>
                                        <p:tgtEl>
                                          <p:spTgt spid="246811"/>
                                        </p:tgtEl>
                                      </p:cBhvr>
                                    </p:animEffect>
                                  </p:childTnLst>
                                </p:cTn>
                              </p:par>
                            </p:childTnLst>
                          </p:cTn>
                        </p:par>
                      </p:childTnLst>
                    </p:cTn>
                  </p:par>
                  <p:par>
                    <p:cTn id="50" fill="hold">
                      <p:stCondLst>
                        <p:cond delay="indefinite"/>
                      </p:stCondLst>
                      <p:childTnLst>
                        <p:par>
                          <p:cTn id="51" fill="hold">
                            <p:stCondLst>
                              <p:cond delay="0"/>
                            </p:stCondLst>
                            <p:childTnLst>
                              <p:par>
                                <p:cTn id="52" presetID="17" presetClass="entr" presetSubtype="8" fill="hold" grpId="0" nodeType="clickEffect">
                                  <p:stCondLst>
                                    <p:cond delay="0"/>
                                  </p:stCondLst>
                                  <p:childTnLst>
                                    <p:set>
                                      <p:cBhvr>
                                        <p:cTn id="53" dur="1" fill="hold">
                                          <p:stCondLst>
                                            <p:cond delay="0"/>
                                          </p:stCondLst>
                                        </p:cTn>
                                        <p:tgtEl>
                                          <p:spTgt spid="246827"/>
                                        </p:tgtEl>
                                        <p:attrNameLst>
                                          <p:attrName>style.visibility</p:attrName>
                                        </p:attrNameLst>
                                      </p:cBhvr>
                                      <p:to>
                                        <p:strVal val="visible"/>
                                      </p:to>
                                    </p:set>
                                    <p:anim calcmode="lin" valueType="num">
                                      <p:cBhvr>
                                        <p:cTn id="54" dur="500" fill="hold"/>
                                        <p:tgtEl>
                                          <p:spTgt spid="246827"/>
                                        </p:tgtEl>
                                        <p:attrNameLst>
                                          <p:attrName>ppt_x</p:attrName>
                                        </p:attrNameLst>
                                      </p:cBhvr>
                                      <p:tavLst>
                                        <p:tav tm="0">
                                          <p:val>
                                            <p:strVal val="#ppt_x-#ppt_w/2"/>
                                          </p:val>
                                        </p:tav>
                                        <p:tav tm="100000">
                                          <p:val>
                                            <p:strVal val="#ppt_x"/>
                                          </p:val>
                                        </p:tav>
                                      </p:tavLst>
                                    </p:anim>
                                    <p:anim calcmode="lin" valueType="num">
                                      <p:cBhvr>
                                        <p:cTn id="55" dur="500" fill="hold"/>
                                        <p:tgtEl>
                                          <p:spTgt spid="246827"/>
                                        </p:tgtEl>
                                        <p:attrNameLst>
                                          <p:attrName>ppt_y</p:attrName>
                                        </p:attrNameLst>
                                      </p:cBhvr>
                                      <p:tavLst>
                                        <p:tav tm="0">
                                          <p:val>
                                            <p:strVal val="#ppt_y"/>
                                          </p:val>
                                        </p:tav>
                                        <p:tav tm="100000">
                                          <p:val>
                                            <p:strVal val="#ppt_y"/>
                                          </p:val>
                                        </p:tav>
                                      </p:tavLst>
                                    </p:anim>
                                    <p:anim calcmode="lin" valueType="num">
                                      <p:cBhvr>
                                        <p:cTn id="56" dur="500" fill="hold"/>
                                        <p:tgtEl>
                                          <p:spTgt spid="246827"/>
                                        </p:tgtEl>
                                        <p:attrNameLst>
                                          <p:attrName>ppt_w</p:attrName>
                                        </p:attrNameLst>
                                      </p:cBhvr>
                                      <p:tavLst>
                                        <p:tav tm="0">
                                          <p:val>
                                            <p:fltVal val="0"/>
                                          </p:val>
                                        </p:tav>
                                        <p:tav tm="100000">
                                          <p:val>
                                            <p:strVal val="#ppt_w"/>
                                          </p:val>
                                        </p:tav>
                                      </p:tavLst>
                                    </p:anim>
                                    <p:anim calcmode="lin" valueType="num">
                                      <p:cBhvr>
                                        <p:cTn id="57" dur="500" fill="hold"/>
                                        <p:tgtEl>
                                          <p:spTgt spid="246827"/>
                                        </p:tgtEl>
                                        <p:attrNameLst>
                                          <p:attrName>ppt_h</p:attrName>
                                        </p:attrNameLst>
                                      </p:cBhvr>
                                      <p:tavLst>
                                        <p:tav tm="0">
                                          <p:val>
                                            <p:strVal val="#ppt_h"/>
                                          </p:val>
                                        </p:tav>
                                        <p:tav tm="100000">
                                          <p:val>
                                            <p:strVal val="#ppt_h"/>
                                          </p:val>
                                        </p:tav>
                                      </p:tavLst>
                                    </p:anim>
                                  </p:childTnLst>
                                </p:cTn>
                              </p:par>
                            </p:childTnLst>
                          </p:cTn>
                        </p:par>
                        <p:par>
                          <p:cTn id="58" fill="hold">
                            <p:stCondLst>
                              <p:cond delay="500"/>
                            </p:stCondLst>
                            <p:childTnLst>
                              <p:par>
                                <p:cTn id="59" presetID="1" presetClass="entr" presetSubtype="0" fill="hold" grpId="0" nodeType="afterEffect">
                                  <p:stCondLst>
                                    <p:cond delay="0"/>
                                  </p:stCondLst>
                                  <p:childTnLst>
                                    <p:set>
                                      <p:cBhvr>
                                        <p:cTn id="60" dur="1" fill="hold">
                                          <p:stCondLst>
                                            <p:cond delay="499"/>
                                          </p:stCondLst>
                                        </p:cTn>
                                        <p:tgtEl>
                                          <p:spTgt spid="246828"/>
                                        </p:tgtEl>
                                        <p:attrNameLst>
                                          <p:attrName>style.visibility</p:attrName>
                                        </p:attrNameLst>
                                      </p:cBhvr>
                                      <p:to>
                                        <p:strVal val="visible"/>
                                      </p:to>
                                    </p:set>
                                  </p:childTnLst>
                                </p:cTn>
                              </p:par>
                            </p:childTnLst>
                          </p:cTn>
                        </p:par>
                        <p:par>
                          <p:cTn id="61" fill="hold">
                            <p:stCondLst>
                              <p:cond delay="1000"/>
                            </p:stCondLst>
                            <p:childTnLst>
                              <p:par>
                                <p:cTn id="62" presetID="2" presetClass="entr" presetSubtype="4" fill="hold" nodeType="afterEffect">
                                  <p:stCondLst>
                                    <p:cond delay="0"/>
                                  </p:stCondLst>
                                  <p:childTnLst>
                                    <p:set>
                                      <p:cBhvr>
                                        <p:cTn id="63" dur="1" fill="hold">
                                          <p:stCondLst>
                                            <p:cond delay="0"/>
                                          </p:stCondLst>
                                        </p:cTn>
                                        <p:tgtEl>
                                          <p:spTgt spid="3"/>
                                        </p:tgtEl>
                                        <p:attrNameLst>
                                          <p:attrName>style.visibility</p:attrName>
                                        </p:attrNameLst>
                                      </p:cBhvr>
                                      <p:to>
                                        <p:strVal val="visible"/>
                                      </p:to>
                                    </p:set>
                                    <p:anim calcmode="lin" valueType="num">
                                      <p:cBhvr additive="base">
                                        <p:cTn id="64" dur="500" fill="hold"/>
                                        <p:tgtEl>
                                          <p:spTgt spid="3"/>
                                        </p:tgtEl>
                                        <p:attrNameLst>
                                          <p:attrName>ppt_x</p:attrName>
                                        </p:attrNameLst>
                                      </p:cBhvr>
                                      <p:tavLst>
                                        <p:tav tm="0">
                                          <p:val>
                                            <p:strVal val="#ppt_x"/>
                                          </p:val>
                                        </p:tav>
                                        <p:tav tm="100000">
                                          <p:val>
                                            <p:strVal val="#ppt_x"/>
                                          </p:val>
                                        </p:tav>
                                      </p:tavLst>
                                    </p:anim>
                                    <p:anim calcmode="lin" valueType="num">
                                      <p:cBhvr additive="base">
                                        <p:cTn id="6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798" grpId="0" build="p" advAuto="1000"/>
      <p:bldP spid="246799" grpId="0" bldLvl="0" animBg="1"/>
      <p:bldP spid="246800" grpId="0"/>
      <p:bldP spid="246801" grpId="0"/>
      <p:bldP spid="246807" grpId="0" bldLvl="0" animBg="1"/>
      <p:bldP spid="246808" grpId="0"/>
      <p:bldP spid="246809" grpId="0"/>
      <p:bldP spid="246810" grpId="0"/>
      <p:bldP spid="246811" grpId="0"/>
      <p:bldP spid="246827" grpId="0" bldLvl="0" animBg="1"/>
      <p:bldP spid="246828" grpId="0"/>
    </p:bldLst>
  </p:timing>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8834" name="Rectangle 2"/>
          <p:cNvSpPr>
            <a:spLocks noGrp="1" noChangeArrowheads="1"/>
          </p:cNvSpPr>
          <p:nvPr>
            <p:ph type="title"/>
          </p:nvPr>
        </p:nvSpPr>
        <p:spPr>
          <a:xfrm>
            <a:off x="1461612" y="303848"/>
            <a:ext cx="5595461" cy="756285"/>
          </a:xfrm>
          <a:noFill/>
          <a:ln>
            <a:noFill/>
          </a:ln>
          <a:extLst>
            <a:ext uri="{909E8E84-426E-40DD-AFC4-6F175D3DCCD1}">
              <a14:hiddenFill xmlns:a14="http://schemas.microsoft.com/office/drawing/2010/main">
                <a:solidFill>
                  <a:srgbClr val="FFCC00"/>
                </a:solidFill>
              </a14:hiddenFill>
            </a:ext>
          </a:extLst>
        </p:spPr>
        <p:txBody>
          <a:bodyPr vert="horz" wrap="square" lIns="68580" tIns="34290" rIns="68580" bIns="34290" numCol="1" rtlCol="0" anchor="ctr" anchorCtr="0" compatLnSpc="1">
            <a:normAutofit/>
          </a:bodyPr>
          <a:lstStyle/>
          <a:p>
            <a:pPr algn="just" eaLnBrk="0" fontAlgn="base" hangingPunct="0">
              <a:lnSpc>
                <a:spcPct val="100000"/>
              </a:lnSpc>
              <a:buClrTx/>
            </a:pPr>
            <a:r>
              <a:rPr sz="2925">
                <a:solidFill>
                  <a:schemeClr val="accent1">
                    <a:lumMod val="75000"/>
                  </a:schemeClr>
                </a:solidFill>
                <a:latin typeface="微软雅黑" panose="020B0503020204020204" charset="-122"/>
                <a:sym typeface="+mn-ea"/>
              </a:rPr>
              <a:t>等价类测试</a:t>
            </a:r>
            <a:endParaRPr kumimoji="0" lang="zh-CN" altLang="en-US" sz="2925">
              <a:solidFill>
                <a:schemeClr val="accent1">
                  <a:lumMod val="75000"/>
                </a:schemeClr>
              </a:solidFill>
              <a:latin typeface="微软雅黑" panose="020B0503020204020204" charset="-122"/>
              <a:cs typeface="+mj-cs"/>
            </a:endParaRPr>
          </a:p>
        </p:txBody>
      </p:sp>
      <p:sp>
        <p:nvSpPr>
          <p:cNvPr id="1036" name="Rectangle 36"/>
          <p:cNvSpPr>
            <a:spLocks noGrp="1"/>
          </p:cNvSpPr>
          <p:nvPr>
            <p:ph idx="1"/>
            <p:custDataLst>
              <p:tags r:id="rId1"/>
            </p:custDataLst>
          </p:nvPr>
        </p:nvSpPr>
        <p:spPr>
          <a:xfrm>
            <a:off x="1461612" y="1060609"/>
            <a:ext cx="6082189" cy="2955131"/>
          </a:xfrm>
        </p:spPr>
        <p:txBody>
          <a:bodyPr vert="horz" wrap="square" lIns="68580" tIns="34290" rIns="68580" bIns="34290" rtlCol="0" anchor="t" anchorCtr="0">
            <a:normAutofit/>
          </a:bodyPr>
          <a:lstStyle/>
          <a:p>
            <a:pPr eaLnBrk="1" hangingPunct="1"/>
            <a:r>
              <a:rPr lang="zh-CN" altLang="en-US" sz="2400" b="1" dirty="0">
                <a:solidFill>
                  <a:schemeClr val="dk1"/>
                </a:solidFill>
                <a:latin typeface="微软雅黑" panose="020B0503020204020204" charset="-122"/>
              </a:rPr>
              <a:t>等价类的形式化定义</a:t>
            </a:r>
          </a:p>
          <a:p>
            <a:pPr eaLnBrk="1" hangingPunct="1"/>
            <a:endParaRPr lang="zh-CN" altLang="en-US" b="1" dirty="0">
              <a:solidFill>
                <a:schemeClr val="dk1"/>
              </a:solidFill>
              <a:latin typeface="微软雅黑" panose="020B0503020204020204" charset="-122"/>
            </a:endParaRPr>
          </a:p>
          <a:p>
            <a:pPr eaLnBrk="1" hangingPunct="1">
              <a:lnSpc>
                <a:spcPct val="260000"/>
              </a:lnSpc>
            </a:pPr>
            <a:r>
              <a:rPr lang="zh-CN" altLang="en-US" sz="2400" b="1" dirty="0">
                <a:solidFill>
                  <a:schemeClr val="dk1"/>
                </a:solidFill>
                <a:latin typeface="微软雅黑" panose="020B0503020204020204" charset="-122"/>
              </a:rPr>
              <a:t>等价类的性质</a:t>
            </a:r>
          </a:p>
        </p:txBody>
      </p:sp>
      <p:sp>
        <p:nvSpPr>
          <p:cNvPr id="1037" name="Text Box 37"/>
          <p:cNvSpPr txBox="1"/>
          <p:nvPr>
            <p:custDataLst>
              <p:tags r:id="rId2"/>
            </p:custDataLst>
          </p:nvPr>
        </p:nvSpPr>
        <p:spPr>
          <a:xfrm>
            <a:off x="1817370" y="1599487"/>
            <a:ext cx="5943600" cy="923330"/>
          </a:xfrm>
          <a:prstGeom prst="rect">
            <a:avLst/>
          </a:prstGeom>
          <a:solidFill>
            <a:schemeClr val="accent1">
              <a:lumMod val="20000"/>
              <a:lumOff val="80000"/>
            </a:schemeClr>
          </a:solidFill>
          <a:ln w="9525">
            <a:noFill/>
          </a:ln>
        </p:spPr>
        <p:txBody>
          <a:bodyPr>
            <a:spAutoFit/>
          </a:bodyPr>
          <a:lstStyle/>
          <a:p>
            <a:pPr algn="l">
              <a:spcBef>
                <a:spcPct val="50000"/>
              </a:spcBef>
              <a:buClr>
                <a:schemeClr val="bg2"/>
              </a:buClr>
              <a:buFont typeface="Wingdings" panose="05000000000000000000" pitchFamily="2" charset="2"/>
            </a:pPr>
            <a:r>
              <a:rPr lang="zh-CN" altLang="en-US" b="1" dirty="0">
                <a:solidFill>
                  <a:schemeClr val="dk1"/>
                </a:solidFill>
                <a:latin typeface="微软雅黑" panose="020B0503020204020204" charset="-122"/>
                <a:ea typeface="微软雅黑" panose="020B0503020204020204" charset="-122"/>
                <a:cs typeface="微软雅黑" panose="020B0503020204020204" charset="-122"/>
              </a:rPr>
              <a:t>设</a:t>
            </a:r>
            <a:r>
              <a:rPr lang="en-US" altLang="zh-CN" b="1" dirty="0">
                <a:solidFill>
                  <a:schemeClr val="dk1"/>
                </a:solidFill>
                <a:latin typeface="微软雅黑" panose="020B0503020204020204" charset="-122"/>
                <a:ea typeface="微软雅黑" panose="020B0503020204020204" charset="-122"/>
                <a:cs typeface="微软雅黑" panose="020B0503020204020204" charset="-122"/>
              </a:rPr>
              <a:t>R</a:t>
            </a:r>
            <a:r>
              <a:rPr lang="zh-CN" altLang="en-US" b="1" dirty="0">
                <a:solidFill>
                  <a:schemeClr val="dk1"/>
                </a:solidFill>
                <a:latin typeface="微软雅黑" panose="020B0503020204020204" charset="-122"/>
                <a:ea typeface="微软雅黑" panose="020B0503020204020204" charset="-122"/>
                <a:cs typeface="微软雅黑" panose="020B0503020204020204" charset="-122"/>
              </a:rPr>
              <a:t>是非空集合</a:t>
            </a:r>
            <a:r>
              <a:rPr lang="en-US" altLang="zh-CN" b="1" dirty="0">
                <a:solidFill>
                  <a:schemeClr val="dk1"/>
                </a:solidFill>
                <a:latin typeface="微软雅黑" panose="020B0503020204020204" charset="-122"/>
                <a:ea typeface="微软雅黑" panose="020B0503020204020204" charset="-122"/>
                <a:cs typeface="微软雅黑" panose="020B0503020204020204" charset="-122"/>
              </a:rPr>
              <a:t>A</a:t>
            </a:r>
            <a:r>
              <a:rPr lang="zh-CN" altLang="en-US" b="1" dirty="0">
                <a:solidFill>
                  <a:schemeClr val="dk1"/>
                </a:solidFill>
                <a:latin typeface="微软雅黑" panose="020B0503020204020204" charset="-122"/>
                <a:ea typeface="微软雅黑" panose="020B0503020204020204" charset="-122"/>
                <a:cs typeface="微软雅黑" panose="020B0503020204020204" charset="-122"/>
              </a:rPr>
              <a:t>上的等价关系，对任意    </a:t>
            </a:r>
            <a:r>
              <a:rPr lang="en-US" altLang="zh-CN" b="1" dirty="0">
                <a:solidFill>
                  <a:schemeClr val="dk1"/>
                </a:solidFill>
                <a:latin typeface="微软雅黑" panose="020B0503020204020204" charset="-122"/>
                <a:ea typeface="微软雅黑" panose="020B0503020204020204" charset="-122"/>
                <a:cs typeface="微软雅黑" panose="020B0503020204020204" charset="-122"/>
              </a:rPr>
              <a:t>          </a:t>
            </a:r>
            <a:r>
              <a:rPr lang="zh-CN" altLang="en-US" b="1" dirty="0">
                <a:solidFill>
                  <a:schemeClr val="dk1"/>
                </a:solidFill>
                <a:latin typeface="微软雅黑" panose="020B0503020204020204" charset="-122"/>
                <a:ea typeface="微软雅黑" panose="020B0503020204020204" charset="-122"/>
                <a:cs typeface="微软雅黑" panose="020B0503020204020204" charset="-122"/>
              </a:rPr>
              <a:t>，</a:t>
            </a:r>
            <a:r>
              <a:rPr lang="en-US" altLang="zh-CN" b="1" dirty="0">
                <a:solidFill>
                  <a:schemeClr val="dk1"/>
                </a:solidFill>
                <a:latin typeface="微软雅黑" panose="020B0503020204020204" charset="-122"/>
                <a:ea typeface="微软雅黑" panose="020B0503020204020204" charset="-122"/>
                <a:cs typeface="微软雅黑" panose="020B0503020204020204" charset="-122"/>
              </a:rPr>
              <a:t>     </a:t>
            </a:r>
            <a:r>
              <a:rPr lang="zh-CN" altLang="en-US" b="1" dirty="0">
                <a:solidFill>
                  <a:schemeClr val="dk1"/>
                </a:solidFill>
                <a:latin typeface="微软雅黑" panose="020B0503020204020204" charset="-122"/>
                <a:ea typeface="微软雅黑" panose="020B0503020204020204" charset="-122"/>
                <a:cs typeface="微软雅黑" panose="020B0503020204020204" charset="-122"/>
              </a:rPr>
              <a:t>令</a:t>
            </a:r>
            <a:r>
              <a:rPr lang="en-US" altLang="zh-CN" b="1" dirty="0">
                <a:solidFill>
                  <a:schemeClr val="dk1"/>
                </a:solidFill>
                <a:latin typeface="微软雅黑" panose="020B0503020204020204" charset="-122"/>
                <a:ea typeface="微软雅黑" panose="020B0503020204020204" charset="-122"/>
                <a:cs typeface="微软雅黑" panose="020B0503020204020204" charset="-122"/>
              </a:rPr>
              <a:t>      </a:t>
            </a:r>
            <a:r>
              <a:rPr lang="zh-CN" altLang="en-US" b="1" dirty="0">
                <a:solidFill>
                  <a:schemeClr val="dk1"/>
                </a:solidFill>
                <a:latin typeface="微软雅黑" panose="020B0503020204020204" charset="-122"/>
                <a:ea typeface="微软雅黑" panose="020B0503020204020204" charset="-122"/>
                <a:cs typeface="微软雅黑" panose="020B0503020204020204" charset="-122"/>
              </a:rPr>
              <a:t>    </a:t>
            </a:r>
            <a:r>
              <a:rPr lang="en-US" altLang="zh-CN" b="1" dirty="0">
                <a:solidFill>
                  <a:schemeClr val="dk1"/>
                </a:solidFill>
                <a:latin typeface="微软雅黑" panose="020B0503020204020204" charset="-122"/>
                <a:ea typeface="微软雅黑" panose="020B0503020204020204" charset="-122"/>
                <a:cs typeface="微软雅黑" panose="020B0503020204020204" charset="-122"/>
              </a:rPr>
              <a:t>    </a:t>
            </a:r>
            <a:r>
              <a:rPr lang="zh-CN" altLang="en-US" b="1" dirty="0">
                <a:solidFill>
                  <a:schemeClr val="dk1"/>
                </a:solidFill>
                <a:latin typeface="微软雅黑" panose="020B0503020204020204" charset="-122"/>
                <a:ea typeface="微软雅黑" panose="020B0503020204020204" charset="-122"/>
                <a:cs typeface="微软雅黑" panose="020B0503020204020204" charset="-122"/>
              </a:rPr>
              <a:t>           ，</a:t>
            </a:r>
            <a:r>
              <a:rPr lang="en-US" altLang="zh-CN" b="1" dirty="0">
                <a:solidFill>
                  <a:schemeClr val="dk1"/>
                </a:solidFill>
                <a:latin typeface="微软雅黑" panose="020B0503020204020204" charset="-122"/>
                <a:ea typeface="微软雅黑" panose="020B0503020204020204" charset="-122"/>
                <a:cs typeface="微软雅黑" panose="020B0503020204020204" charset="-122"/>
              </a:rPr>
              <a:t> </a:t>
            </a:r>
            <a:r>
              <a:rPr lang="zh-CN" altLang="en-US" b="1" dirty="0">
                <a:solidFill>
                  <a:schemeClr val="dk1"/>
                </a:solidFill>
                <a:latin typeface="微软雅黑" panose="020B0503020204020204" charset="-122"/>
                <a:ea typeface="微软雅黑" panose="020B0503020204020204" charset="-122"/>
                <a:cs typeface="微软雅黑" panose="020B0503020204020204" charset="-122"/>
              </a:rPr>
              <a:t>则称   </a:t>
            </a:r>
            <a:r>
              <a:rPr lang="en-US" altLang="zh-CN" b="1" dirty="0">
                <a:solidFill>
                  <a:schemeClr val="dk1"/>
                </a:solidFill>
                <a:latin typeface="微软雅黑" panose="020B0503020204020204" charset="-122"/>
                <a:ea typeface="微软雅黑" panose="020B0503020204020204" charset="-122"/>
                <a:cs typeface="微软雅黑" panose="020B0503020204020204" charset="-122"/>
              </a:rPr>
              <a:t>     </a:t>
            </a:r>
            <a:r>
              <a:rPr lang="zh-CN" altLang="en-US" b="1" dirty="0">
                <a:solidFill>
                  <a:schemeClr val="dk1"/>
                </a:solidFill>
                <a:latin typeface="微软雅黑" panose="020B0503020204020204" charset="-122"/>
                <a:ea typeface="微软雅黑" panose="020B0503020204020204" charset="-122"/>
                <a:cs typeface="微软雅黑" panose="020B0503020204020204" charset="-122"/>
              </a:rPr>
              <a:t>为</a:t>
            </a:r>
            <a:r>
              <a:rPr lang="en-US" altLang="zh-CN" b="1" dirty="0">
                <a:solidFill>
                  <a:schemeClr val="dk1"/>
                </a:solidFill>
                <a:latin typeface="微软雅黑" panose="020B0503020204020204" charset="-122"/>
                <a:ea typeface="微软雅黑" panose="020B0503020204020204" charset="-122"/>
                <a:cs typeface="微软雅黑" panose="020B0503020204020204" charset="-122"/>
              </a:rPr>
              <a:t>x</a:t>
            </a:r>
            <a:r>
              <a:rPr lang="zh-CN" altLang="en-US" b="1" dirty="0">
                <a:solidFill>
                  <a:schemeClr val="dk1"/>
                </a:solidFill>
                <a:latin typeface="微软雅黑" panose="020B0503020204020204" charset="-122"/>
                <a:ea typeface="微软雅黑" panose="020B0503020204020204" charset="-122"/>
                <a:cs typeface="微软雅黑" panose="020B0503020204020204" charset="-122"/>
              </a:rPr>
              <a:t>关于</a:t>
            </a:r>
            <a:r>
              <a:rPr lang="en-US" altLang="zh-CN" b="1" dirty="0">
                <a:solidFill>
                  <a:schemeClr val="dk1"/>
                </a:solidFill>
                <a:latin typeface="微软雅黑" panose="020B0503020204020204" charset="-122"/>
                <a:ea typeface="微软雅黑" panose="020B0503020204020204" charset="-122"/>
                <a:cs typeface="微软雅黑" panose="020B0503020204020204" charset="-122"/>
              </a:rPr>
              <a:t>R</a:t>
            </a:r>
            <a:r>
              <a:rPr lang="zh-CN" altLang="en-US" b="1" dirty="0">
                <a:solidFill>
                  <a:schemeClr val="dk1"/>
                </a:solidFill>
                <a:latin typeface="微软雅黑" panose="020B0503020204020204" charset="-122"/>
                <a:ea typeface="微软雅黑" panose="020B0503020204020204" charset="-122"/>
                <a:cs typeface="微软雅黑" panose="020B0503020204020204" charset="-122"/>
              </a:rPr>
              <a:t>的等价类，简记做</a:t>
            </a:r>
            <a:r>
              <a:rPr lang="en-US" altLang="zh-CN" b="1" dirty="0">
                <a:solidFill>
                  <a:schemeClr val="dk1"/>
                </a:solidFill>
                <a:latin typeface="微软雅黑" panose="020B0503020204020204" charset="-122"/>
                <a:ea typeface="微软雅黑" panose="020B0503020204020204" charset="-122"/>
                <a:cs typeface="微软雅黑" panose="020B0503020204020204" charset="-122"/>
              </a:rPr>
              <a:t>[x]</a:t>
            </a:r>
            <a:r>
              <a:rPr lang="zh-CN" altLang="en-US" b="1" dirty="0">
                <a:solidFill>
                  <a:schemeClr val="dk1"/>
                </a:solidFill>
                <a:latin typeface="微软雅黑" panose="020B0503020204020204" charset="-122"/>
                <a:ea typeface="微软雅黑" panose="020B0503020204020204" charset="-122"/>
                <a:cs typeface="微软雅黑" panose="020B0503020204020204" charset="-122"/>
              </a:rPr>
              <a:t>。 </a:t>
            </a:r>
          </a:p>
        </p:txBody>
      </p:sp>
      <p:graphicFrame>
        <p:nvGraphicFramePr>
          <p:cNvPr id="1026" name="Object 38"/>
          <p:cNvGraphicFramePr/>
          <p:nvPr>
            <p:extLst>
              <p:ext uri="{D42A27DB-BD31-4B8C-83A1-F6EECF244321}">
                <p14:modId xmlns:p14="http://schemas.microsoft.com/office/powerpoint/2010/main" val="1892484678"/>
              </p:ext>
            </p:extLst>
          </p:nvPr>
        </p:nvGraphicFramePr>
        <p:xfrm>
          <a:off x="6030278" y="1653540"/>
          <a:ext cx="529590" cy="246698"/>
        </p:xfrm>
        <a:graphic>
          <a:graphicData uri="http://schemas.openxmlformats.org/presentationml/2006/ole">
            <mc:AlternateContent xmlns:mc="http://schemas.openxmlformats.org/markup-compatibility/2006">
              <mc:Choice xmlns:v="urn:schemas-microsoft-com:vml" Requires="v">
                <p:oleObj r:id="rId4" imgW="469265" imgH="177800" progId="Equation.DSMT4">
                  <p:embed/>
                </p:oleObj>
              </mc:Choice>
              <mc:Fallback>
                <p:oleObj r:id="rId4" imgW="469265" imgH="177800" progId="Equation.DSMT4">
                  <p:embed/>
                  <p:pic>
                    <p:nvPicPr>
                      <p:cNvPr id="1026" name="Object 38"/>
                      <p:cNvPicPr/>
                      <p:nvPr/>
                    </p:nvPicPr>
                    <p:blipFill>
                      <a:blip r:embed="rId5"/>
                      <a:stretch>
                        <a:fillRect/>
                      </a:stretch>
                    </p:blipFill>
                    <p:spPr>
                      <a:xfrm>
                        <a:off x="6030278" y="1653540"/>
                        <a:ext cx="529590" cy="246698"/>
                      </a:xfrm>
                      <a:prstGeom prst="rect">
                        <a:avLst/>
                      </a:prstGeom>
                      <a:noFill/>
                      <a:ln w="38100">
                        <a:noFill/>
                        <a:miter/>
                      </a:ln>
                    </p:spPr>
                  </p:pic>
                </p:oleObj>
              </mc:Fallback>
            </mc:AlternateContent>
          </a:graphicData>
        </a:graphic>
      </p:graphicFrame>
      <p:graphicFrame>
        <p:nvGraphicFramePr>
          <p:cNvPr id="1027" name="Object 39"/>
          <p:cNvGraphicFramePr/>
          <p:nvPr>
            <p:extLst>
              <p:ext uri="{D42A27DB-BD31-4B8C-83A1-F6EECF244321}">
                <p14:modId xmlns:p14="http://schemas.microsoft.com/office/powerpoint/2010/main" val="1309639355"/>
              </p:ext>
            </p:extLst>
          </p:nvPr>
        </p:nvGraphicFramePr>
        <p:xfrm>
          <a:off x="2249091" y="1913572"/>
          <a:ext cx="1428750" cy="271463"/>
        </p:xfrm>
        <a:graphic>
          <a:graphicData uri="http://schemas.openxmlformats.org/presentationml/2006/ole">
            <mc:AlternateContent xmlns:mc="http://schemas.openxmlformats.org/markup-compatibility/2006">
              <mc:Choice xmlns:v="urn:schemas-microsoft-com:vml" Requires="v">
                <p:oleObj r:id="rId6" imgW="1447800" imgH="228600" progId="Equation.DSMT4">
                  <p:embed/>
                </p:oleObj>
              </mc:Choice>
              <mc:Fallback>
                <p:oleObj r:id="rId6" imgW="1447800" imgH="228600" progId="Equation.DSMT4">
                  <p:embed/>
                  <p:pic>
                    <p:nvPicPr>
                      <p:cNvPr id="1027" name="Object 39"/>
                      <p:cNvPicPr/>
                      <p:nvPr/>
                    </p:nvPicPr>
                    <p:blipFill>
                      <a:blip r:embed="rId7"/>
                      <a:stretch>
                        <a:fillRect/>
                      </a:stretch>
                    </p:blipFill>
                    <p:spPr>
                      <a:xfrm>
                        <a:off x="2249091" y="1913572"/>
                        <a:ext cx="1428750" cy="271463"/>
                      </a:xfrm>
                      <a:prstGeom prst="rect">
                        <a:avLst/>
                      </a:prstGeom>
                      <a:noFill/>
                      <a:ln w="38100">
                        <a:noFill/>
                        <a:miter/>
                      </a:ln>
                    </p:spPr>
                  </p:pic>
                </p:oleObj>
              </mc:Fallback>
            </mc:AlternateContent>
          </a:graphicData>
        </a:graphic>
      </p:graphicFrame>
      <p:graphicFrame>
        <p:nvGraphicFramePr>
          <p:cNvPr id="1028" name="Object 40"/>
          <p:cNvGraphicFramePr/>
          <p:nvPr>
            <p:extLst>
              <p:ext uri="{D42A27DB-BD31-4B8C-83A1-F6EECF244321}">
                <p14:modId xmlns:p14="http://schemas.microsoft.com/office/powerpoint/2010/main" val="4131962140"/>
              </p:ext>
            </p:extLst>
          </p:nvPr>
        </p:nvGraphicFramePr>
        <p:xfrm>
          <a:off x="4680109" y="1920955"/>
          <a:ext cx="332185" cy="275034"/>
        </p:xfrm>
        <a:graphic>
          <a:graphicData uri="http://schemas.openxmlformats.org/presentationml/2006/ole">
            <mc:AlternateContent xmlns:mc="http://schemas.openxmlformats.org/markup-compatibility/2006">
              <mc:Choice xmlns:v="urn:schemas-microsoft-com:vml" Requires="v">
                <p:oleObj r:id="rId8" imgW="279400" imgH="228600" progId="Equation.DSMT4">
                  <p:embed/>
                </p:oleObj>
              </mc:Choice>
              <mc:Fallback>
                <p:oleObj r:id="rId8" imgW="279400" imgH="228600" progId="Equation.DSMT4">
                  <p:embed/>
                  <p:pic>
                    <p:nvPicPr>
                      <p:cNvPr id="1028" name="Object 40"/>
                      <p:cNvPicPr/>
                      <p:nvPr/>
                    </p:nvPicPr>
                    <p:blipFill>
                      <a:blip r:embed="rId9"/>
                      <a:stretch>
                        <a:fillRect/>
                      </a:stretch>
                    </p:blipFill>
                    <p:spPr>
                      <a:xfrm>
                        <a:off x="4680109" y="1920955"/>
                        <a:ext cx="332185" cy="275034"/>
                      </a:xfrm>
                      <a:prstGeom prst="rect">
                        <a:avLst/>
                      </a:prstGeom>
                      <a:noFill/>
                      <a:ln w="38100">
                        <a:noFill/>
                        <a:miter/>
                      </a:ln>
                    </p:spPr>
                  </p:pic>
                </p:oleObj>
              </mc:Fallback>
            </mc:AlternateContent>
          </a:graphicData>
        </a:graphic>
      </p:graphicFrame>
      <p:grpSp>
        <p:nvGrpSpPr>
          <p:cNvPr id="1038" name="Group 41"/>
          <p:cNvGrpSpPr/>
          <p:nvPr/>
        </p:nvGrpSpPr>
        <p:grpSpPr>
          <a:xfrm>
            <a:off x="2075963" y="3057052"/>
            <a:ext cx="2699959" cy="369095"/>
            <a:chOff x="912" y="1584"/>
            <a:chExt cx="2115" cy="310"/>
          </a:xfrm>
        </p:grpSpPr>
        <p:sp>
          <p:nvSpPr>
            <p:cNvPr id="248874" name="Text Box 42"/>
            <p:cNvSpPr txBox="1">
              <a:spLocks noChangeArrowheads="1"/>
            </p:cNvSpPr>
            <p:nvPr/>
          </p:nvSpPr>
          <p:spPr bwMode="auto">
            <a:xfrm>
              <a:off x="963" y="1584"/>
              <a:ext cx="2064" cy="310"/>
            </a:xfrm>
            <a:prstGeom prst="rect">
              <a:avLst/>
            </a:prstGeom>
            <a:noFill/>
            <a:ln w="9525">
              <a:noFill/>
              <a:miter lim="800000"/>
            </a:ln>
            <a:effectLst/>
          </p:spPr>
          <p:txBody>
            <a:bodyPr>
              <a:spAutoFit/>
            </a:bodyPr>
            <a:lstStyle/>
            <a:p>
              <a:pPr defTabSz="685800">
                <a:spcBef>
                  <a:spcPct val="50000"/>
                </a:spcBef>
                <a:buClr>
                  <a:schemeClr val="bg2"/>
                </a:buClr>
                <a:buFont typeface="Wingdings" panose="05000000000000000000" pitchFamily="2" charset="2"/>
                <a:buChar char="§"/>
                <a:defRPr/>
              </a:pPr>
              <a:r>
                <a:rPr kumimoji="1" lang="en-US" altLang="zh-CN" b="1">
                  <a:solidFill>
                    <a:srgbClr val="0000FF"/>
                  </a:solidFill>
                  <a:effectLst>
                    <a:outerShdw blurRad="38100" dist="38100" dir="2700000" algn="tl">
                      <a:srgbClr val="C0C0C0"/>
                    </a:outerShdw>
                  </a:effectLst>
                  <a:latin typeface="微软雅黑" panose="020B0503020204020204" charset="-122"/>
                  <a:ea typeface="微软雅黑" panose="020B0503020204020204" charset="-122"/>
                  <a:cs typeface="微软雅黑" panose="020B0503020204020204" charset="-122"/>
                </a:rPr>
                <a:t>       </a:t>
              </a:r>
              <a:r>
                <a:rPr kumimoji="1" lang="zh-CN" altLang="en-US" b="1">
                  <a:solidFill>
                    <a:srgbClr val="0000FF"/>
                  </a:solidFill>
                  <a:effectLst>
                    <a:outerShdw blurRad="38100" dist="38100" dir="2700000" algn="tl">
                      <a:srgbClr val="C0C0C0"/>
                    </a:outerShdw>
                  </a:effectLst>
                  <a:latin typeface="微软雅黑" panose="020B0503020204020204" charset="-122"/>
                  <a:ea typeface="微软雅黑" panose="020B0503020204020204" charset="-122"/>
                  <a:cs typeface="微软雅黑" panose="020B0503020204020204" charset="-122"/>
                </a:rPr>
                <a:t>，且       ； </a:t>
              </a:r>
            </a:p>
          </p:txBody>
        </p:sp>
        <p:graphicFrame>
          <p:nvGraphicFramePr>
            <p:cNvPr id="1032" name="Object 43"/>
            <p:cNvGraphicFramePr/>
            <p:nvPr>
              <p:extLst>
                <p:ext uri="{D42A27DB-BD31-4B8C-83A1-F6EECF244321}">
                  <p14:modId xmlns:p14="http://schemas.microsoft.com/office/powerpoint/2010/main" val="2557503813"/>
                </p:ext>
              </p:extLst>
            </p:nvPr>
          </p:nvGraphicFramePr>
          <p:xfrm>
            <a:off x="912" y="1632"/>
            <a:ext cx="480" cy="194"/>
          </p:xfrm>
          <a:graphic>
            <a:graphicData uri="http://schemas.openxmlformats.org/presentationml/2006/ole">
              <mc:AlternateContent xmlns:mc="http://schemas.openxmlformats.org/markup-compatibility/2006">
                <mc:Choice xmlns:v="urn:schemas-microsoft-com:vml" Requires="v">
                  <p:oleObj r:id="rId10" imgW="494665" imgH="203200" progId="Equation.DSMT4">
                    <p:embed/>
                  </p:oleObj>
                </mc:Choice>
                <mc:Fallback>
                  <p:oleObj r:id="rId10" imgW="494665" imgH="203200" progId="Equation.DSMT4">
                    <p:embed/>
                    <p:pic>
                      <p:nvPicPr>
                        <p:cNvPr id="1032" name="Object 43"/>
                        <p:cNvPicPr/>
                        <p:nvPr/>
                      </p:nvPicPr>
                      <p:blipFill>
                        <a:blip r:embed="rId11"/>
                        <a:stretch>
                          <a:fillRect/>
                        </a:stretch>
                      </p:blipFill>
                      <p:spPr>
                        <a:xfrm>
                          <a:off x="912" y="1632"/>
                          <a:ext cx="480" cy="194"/>
                        </a:xfrm>
                        <a:prstGeom prst="rect">
                          <a:avLst/>
                        </a:prstGeom>
                        <a:noFill/>
                        <a:ln w="38100">
                          <a:noFill/>
                          <a:miter/>
                        </a:ln>
                      </p:spPr>
                    </p:pic>
                  </p:oleObj>
                </mc:Fallback>
              </mc:AlternateContent>
            </a:graphicData>
          </a:graphic>
        </p:graphicFrame>
        <p:graphicFrame>
          <p:nvGraphicFramePr>
            <p:cNvPr id="1033" name="Object 44"/>
            <p:cNvGraphicFramePr/>
            <p:nvPr>
              <p:extLst>
                <p:ext uri="{D42A27DB-BD31-4B8C-83A1-F6EECF244321}">
                  <p14:modId xmlns:p14="http://schemas.microsoft.com/office/powerpoint/2010/main" val="4161895466"/>
                </p:ext>
              </p:extLst>
            </p:nvPr>
          </p:nvGraphicFramePr>
          <p:xfrm>
            <a:off x="1872" y="1632"/>
            <a:ext cx="528" cy="213"/>
          </p:xfrm>
          <a:graphic>
            <a:graphicData uri="http://schemas.openxmlformats.org/presentationml/2006/ole">
              <mc:AlternateContent xmlns:mc="http://schemas.openxmlformats.org/markup-compatibility/2006">
                <mc:Choice xmlns:v="urn:schemas-microsoft-com:vml" Requires="v">
                  <p:oleObj r:id="rId12" imgW="494665" imgH="203200" progId="Equation.DSMT4">
                    <p:embed/>
                  </p:oleObj>
                </mc:Choice>
                <mc:Fallback>
                  <p:oleObj r:id="rId12" imgW="494665" imgH="203200" progId="Equation.DSMT4">
                    <p:embed/>
                    <p:pic>
                      <p:nvPicPr>
                        <p:cNvPr id="1033" name="Object 44"/>
                        <p:cNvPicPr/>
                        <p:nvPr/>
                      </p:nvPicPr>
                      <p:blipFill>
                        <a:blip r:embed="rId13"/>
                        <a:stretch>
                          <a:fillRect/>
                        </a:stretch>
                      </p:blipFill>
                      <p:spPr>
                        <a:xfrm>
                          <a:off x="1872" y="1632"/>
                          <a:ext cx="528" cy="213"/>
                        </a:xfrm>
                        <a:prstGeom prst="rect">
                          <a:avLst/>
                        </a:prstGeom>
                        <a:noFill/>
                        <a:ln w="38100">
                          <a:noFill/>
                          <a:miter/>
                        </a:ln>
                      </p:spPr>
                    </p:pic>
                  </p:oleObj>
                </mc:Fallback>
              </mc:AlternateContent>
            </a:graphicData>
          </a:graphic>
        </p:graphicFrame>
      </p:grpSp>
      <p:sp>
        <p:nvSpPr>
          <p:cNvPr id="248877" name="Text Box 45"/>
          <p:cNvSpPr txBox="1"/>
          <p:nvPr/>
        </p:nvSpPr>
        <p:spPr>
          <a:xfrm>
            <a:off x="4477702" y="3111341"/>
            <a:ext cx="3294698" cy="230832"/>
          </a:xfrm>
          <a:prstGeom prst="rect">
            <a:avLst/>
          </a:prstGeom>
          <a:noFill/>
          <a:ln w="9525">
            <a:noFill/>
          </a:ln>
          <a:extLst>
            <a:ext uri="{909E8E84-426E-40DD-AFC4-6F175D3DCCD1}">
              <a14:hiddenFill xmlns:a14="http://schemas.microsoft.com/office/drawing/2010/main">
                <a:solidFill>
                  <a:srgbClr val="CCFFCC"/>
                </a:solidFill>
              </a14:hiddenFill>
            </a:ext>
          </a:extLst>
        </p:spPr>
        <p:txBody>
          <a:bodyPr wrap="square" lIns="0" tIns="0" rIns="0" bIns="0" anchor="t" anchorCtr="1">
            <a:spAutoFit/>
          </a:bodyPr>
          <a:lstStyle/>
          <a:p>
            <a:pPr algn="l">
              <a:spcBef>
                <a:spcPct val="50000"/>
              </a:spcBef>
            </a:pPr>
            <a:r>
              <a:rPr lang="zh-CN" altLang="en-US" sz="1500" b="1" dirty="0">
                <a:solidFill>
                  <a:srgbClr val="0000FF"/>
                </a:solidFill>
                <a:latin typeface="微软雅黑" panose="020B0503020204020204" charset="-122"/>
                <a:ea typeface="微软雅黑" panose="020B0503020204020204" charset="-122"/>
                <a:cs typeface="微软雅黑" panose="020B0503020204020204" charset="-122"/>
              </a:rPr>
              <a:t>表明任何等价类都是集合</a:t>
            </a:r>
            <a:r>
              <a:rPr lang="en-US" altLang="zh-CN" sz="1500" b="1" dirty="0">
                <a:solidFill>
                  <a:srgbClr val="0000FF"/>
                </a:solidFill>
                <a:latin typeface="微软雅黑" panose="020B0503020204020204" charset="-122"/>
                <a:ea typeface="微软雅黑" panose="020B0503020204020204" charset="-122"/>
                <a:cs typeface="微软雅黑" panose="020B0503020204020204" charset="-122"/>
              </a:rPr>
              <a:t>A</a:t>
            </a:r>
            <a:r>
              <a:rPr lang="zh-CN" altLang="en-US" sz="1500" b="1" dirty="0">
                <a:solidFill>
                  <a:srgbClr val="0000FF"/>
                </a:solidFill>
                <a:latin typeface="微软雅黑" panose="020B0503020204020204" charset="-122"/>
                <a:ea typeface="微软雅黑" panose="020B0503020204020204" charset="-122"/>
                <a:cs typeface="微软雅黑" panose="020B0503020204020204" charset="-122"/>
              </a:rPr>
              <a:t>的非空子集。</a:t>
            </a:r>
          </a:p>
        </p:txBody>
      </p:sp>
      <p:sp>
        <p:nvSpPr>
          <p:cNvPr id="248878" name="Text Box 46"/>
          <p:cNvSpPr txBox="1">
            <a:spLocks noChangeArrowheads="1"/>
          </p:cNvSpPr>
          <p:nvPr/>
        </p:nvSpPr>
        <p:spPr bwMode="auto">
          <a:xfrm>
            <a:off x="1828800" y="3403759"/>
            <a:ext cx="2634854" cy="369332"/>
          </a:xfrm>
          <a:prstGeom prst="rect">
            <a:avLst/>
          </a:prstGeom>
          <a:noFill/>
          <a:ln w="9525">
            <a:noFill/>
            <a:miter lim="800000"/>
          </a:ln>
          <a:effectLst/>
        </p:spPr>
        <p:txBody>
          <a:bodyPr>
            <a:spAutoFit/>
          </a:bodyPr>
          <a:lstStyle/>
          <a:p>
            <a:pPr defTabSz="685800">
              <a:spcBef>
                <a:spcPct val="50000"/>
              </a:spcBef>
              <a:buClr>
                <a:schemeClr val="bg2"/>
              </a:buClr>
              <a:buFont typeface="Wingdings" panose="05000000000000000000" pitchFamily="2" charset="2"/>
              <a:buChar char="§"/>
              <a:defRPr/>
            </a:pPr>
            <a:r>
              <a:rPr kumimoji="1" lang="en-US" altLang="zh-CN" b="1">
                <a:solidFill>
                  <a:srgbClr val="0000FF"/>
                </a:solidFill>
                <a:effectLst>
                  <a:outerShdw blurRad="38100" dist="38100" dir="2700000" algn="tl">
                    <a:srgbClr val="C0C0C0"/>
                  </a:outerShdw>
                </a:effectLst>
                <a:latin typeface="微软雅黑" panose="020B0503020204020204" charset="-122"/>
                <a:ea typeface="微软雅黑" panose="020B0503020204020204" charset="-122"/>
                <a:cs typeface="微软雅黑" panose="020B0503020204020204" charset="-122"/>
              </a:rPr>
              <a:t> </a:t>
            </a:r>
            <a:r>
              <a:rPr kumimoji="1" lang="zh-CN" altLang="en-US" b="1">
                <a:solidFill>
                  <a:srgbClr val="0000FF"/>
                </a:solidFill>
                <a:effectLst>
                  <a:outerShdw blurRad="38100" dist="38100" dir="2700000" algn="tl">
                    <a:srgbClr val="C0C0C0"/>
                  </a:outerShdw>
                </a:effectLst>
                <a:latin typeface="微软雅黑" panose="020B0503020204020204" charset="-122"/>
                <a:ea typeface="微软雅黑" panose="020B0503020204020204" charset="-122"/>
                <a:cs typeface="微软雅黑" panose="020B0503020204020204" charset="-122"/>
              </a:rPr>
              <a:t>若</a:t>
            </a:r>
            <a:r>
              <a:rPr kumimoji="1" lang="en-US" altLang="zh-CN" b="1" i="1">
                <a:effectLst>
                  <a:outerShdw blurRad="38100" dist="38100" dir="2700000" algn="tl">
                    <a:srgbClr val="C0C0C0"/>
                  </a:outerShdw>
                </a:effectLst>
                <a:latin typeface="微软雅黑" panose="020B0503020204020204" charset="-122"/>
                <a:ea typeface="微软雅黑" panose="020B0503020204020204" charset="-122"/>
                <a:cs typeface="微软雅黑" panose="020B0503020204020204" charset="-122"/>
              </a:rPr>
              <a:t>xRy</a:t>
            </a:r>
            <a:r>
              <a:rPr kumimoji="1" lang="zh-CN" altLang="en-US" b="1">
                <a:solidFill>
                  <a:srgbClr val="0000FF"/>
                </a:solidFill>
                <a:effectLst>
                  <a:outerShdw blurRad="38100" dist="38100" dir="2700000" algn="tl">
                    <a:srgbClr val="C0C0C0"/>
                  </a:outerShdw>
                </a:effectLst>
                <a:latin typeface="微软雅黑" panose="020B0503020204020204" charset="-122"/>
                <a:ea typeface="微软雅黑" panose="020B0503020204020204" charset="-122"/>
                <a:cs typeface="微软雅黑" panose="020B0503020204020204" charset="-122"/>
              </a:rPr>
              <a:t>，则</a:t>
            </a:r>
            <a:r>
              <a:rPr kumimoji="1" lang="en-US" altLang="zh-CN" b="1">
                <a:solidFill>
                  <a:srgbClr val="0000FF"/>
                </a:solidFill>
                <a:effectLst>
                  <a:outerShdw blurRad="38100" dist="38100" dir="2700000" algn="tl">
                    <a:srgbClr val="C0C0C0"/>
                  </a:outerShdw>
                </a:effectLst>
                <a:latin typeface="微软雅黑" panose="020B0503020204020204" charset="-122"/>
                <a:ea typeface="微软雅黑" panose="020B0503020204020204" charset="-122"/>
                <a:cs typeface="微软雅黑" panose="020B0503020204020204" charset="-122"/>
              </a:rPr>
              <a:t>[x]=x[y]</a:t>
            </a:r>
            <a:r>
              <a:rPr kumimoji="1" lang="zh-CN" altLang="en-US" b="1">
                <a:solidFill>
                  <a:srgbClr val="0000FF"/>
                </a:solidFill>
                <a:effectLst>
                  <a:outerShdw blurRad="38100" dist="38100" dir="2700000" algn="tl">
                    <a:srgbClr val="C0C0C0"/>
                  </a:outerShdw>
                </a:effectLst>
                <a:latin typeface="微软雅黑" panose="020B0503020204020204" charset="-122"/>
                <a:ea typeface="微软雅黑" panose="020B0503020204020204" charset="-122"/>
                <a:cs typeface="微软雅黑" panose="020B0503020204020204" charset="-122"/>
              </a:rPr>
              <a:t>；</a:t>
            </a:r>
            <a:r>
              <a:rPr kumimoji="1" lang="zh-CN" altLang="en-US" sz="1500" b="1">
                <a:solidFill>
                  <a:srgbClr val="0000FF"/>
                </a:solidFill>
                <a:effectLst>
                  <a:outerShdw blurRad="38100" dist="38100" dir="2700000" algn="tl">
                    <a:srgbClr val="C0C0C0"/>
                  </a:outerShdw>
                </a:effectLst>
                <a:latin typeface="微软雅黑" panose="020B0503020204020204" charset="-122"/>
                <a:ea typeface="微软雅黑" panose="020B0503020204020204" charset="-122"/>
                <a:cs typeface="微软雅黑" panose="020B0503020204020204" charset="-122"/>
              </a:rPr>
              <a:t> </a:t>
            </a:r>
          </a:p>
        </p:txBody>
      </p:sp>
      <p:sp>
        <p:nvSpPr>
          <p:cNvPr id="248879" name="Text Box 47"/>
          <p:cNvSpPr txBox="1"/>
          <p:nvPr/>
        </p:nvSpPr>
        <p:spPr>
          <a:xfrm>
            <a:off x="4410075" y="3492818"/>
            <a:ext cx="3200400" cy="484748"/>
          </a:xfrm>
          <a:prstGeom prst="rect">
            <a:avLst/>
          </a:prstGeom>
          <a:noFill/>
          <a:ln w="9525">
            <a:noFill/>
          </a:ln>
          <a:extLst>
            <a:ext uri="{909E8E84-426E-40DD-AFC4-6F175D3DCCD1}">
              <a14:hiddenFill xmlns:a14="http://schemas.microsoft.com/office/drawing/2010/main">
                <a:solidFill>
                  <a:srgbClr val="CCFFCC"/>
                </a:solidFill>
              </a14:hiddenFill>
            </a:ext>
          </a:extLst>
        </p:spPr>
        <p:txBody>
          <a:bodyPr lIns="0" tIns="0" rIns="0" bIns="0" anchor="t" anchorCtr="1">
            <a:spAutoFit/>
          </a:bodyPr>
          <a:lstStyle/>
          <a:p>
            <a:pPr algn="l">
              <a:spcBef>
                <a:spcPct val="50000"/>
              </a:spcBef>
            </a:pPr>
            <a:r>
              <a:rPr lang="zh-CN" altLang="en-US" sz="1500" b="1" dirty="0">
                <a:solidFill>
                  <a:srgbClr val="0000FF"/>
                </a:solidFill>
                <a:latin typeface="微软雅黑" panose="020B0503020204020204" charset="-122"/>
                <a:ea typeface="微软雅黑" panose="020B0503020204020204" charset="-122"/>
                <a:cs typeface="微软雅黑" panose="020B0503020204020204" charset="-122"/>
              </a:rPr>
              <a:t>以上两性质表明在</a:t>
            </a:r>
            <a:r>
              <a:rPr lang="en-US" altLang="zh-CN" sz="1500" b="1" dirty="0">
                <a:solidFill>
                  <a:srgbClr val="0000FF"/>
                </a:solidFill>
                <a:latin typeface="微软雅黑" panose="020B0503020204020204" charset="-122"/>
                <a:ea typeface="微软雅黑" panose="020B0503020204020204" charset="-122"/>
                <a:cs typeface="微软雅黑" panose="020B0503020204020204" charset="-122"/>
              </a:rPr>
              <a:t>A</a:t>
            </a:r>
            <a:r>
              <a:rPr lang="zh-CN" altLang="en-US" sz="1500" b="1" dirty="0">
                <a:solidFill>
                  <a:srgbClr val="0000FF"/>
                </a:solidFill>
                <a:latin typeface="微软雅黑" panose="020B0503020204020204" charset="-122"/>
                <a:ea typeface="微软雅黑" panose="020B0503020204020204" charset="-122"/>
                <a:cs typeface="微软雅黑" panose="020B0503020204020204" charset="-122"/>
              </a:rPr>
              <a:t>中任取两个元素，它们的等价类或相等，或不交</a:t>
            </a:r>
            <a:r>
              <a:rPr lang="zh-CN" altLang="en-US" sz="1650" b="1" dirty="0">
                <a:solidFill>
                  <a:srgbClr val="0000FF"/>
                </a:solidFill>
                <a:latin typeface="微软雅黑" panose="020B0503020204020204" charset="-122"/>
                <a:ea typeface="微软雅黑" panose="020B0503020204020204" charset="-122"/>
                <a:cs typeface="微软雅黑" panose="020B0503020204020204" charset="-122"/>
              </a:rPr>
              <a:t>。</a:t>
            </a:r>
          </a:p>
        </p:txBody>
      </p:sp>
      <p:grpSp>
        <p:nvGrpSpPr>
          <p:cNvPr id="1042" name="Group 48"/>
          <p:cNvGrpSpPr/>
          <p:nvPr/>
        </p:nvGrpSpPr>
        <p:grpSpPr>
          <a:xfrm>
            <a:off x="1828800" y="3746656"/>
            <a:ext cx="3143250" cy="369093"/>
            <a:chOff x="624" y="2352"/>
            <a:chExt cx="2640" cy="310"/>
          </a:xfrm>
        </p:grpSpPr>
        <p:sp>
          <p:nvSpPr>
            <p:cNvPr id="248881" name="Text Box 49"/>
            <p:cNvSpPr txBox="1">
              <a:spLocks noChangeArrowheads="1"/>
            </p:cNvSpPr>
            <p:nvPr/>
          </p:nvSpPr>
          <p:spPr bwMode="auto">
            <a:xfrm>
              <a:off x="624" y="2352"/>
              <a:ext cx="2640" cy="310"/>
            </a:xfrm>
            <a:prstGeom prst="rect">
              <a:avLst/>
            </a:prstGeom>
            <a:noFill/>
            <a:ln w="9525">
              <a:noFill/>
              <a:miter lim="800000"/>
            </a:ln>
            <a:effectLst/>
          </p:spPr>
          <p:txBody>
            <a:bodyPr>
              <a:spAutoFit/>
            </a:bodyPr>
            <a:lstStyle/>
            <a:p>
              <a:pPr defTabSz="685800">
                <a:spcBef>
                  <a:spcPct val="50000"/>
                </a:spcBef>
                <a:buClr>
                  <a:schemeClr val="bg2"/>
                </a:buClr>
                <a:buFont typeface="Wingdings" panose="05000000000000000000" pitchFamily="2" charset="2"/>
                <a:buChar char="§"/>
                <a:defRPr/>
              </a:pPr>
              <a:r>
                <a:rPr kumimoji="1" lang="en-US" altLang="zh-CN" b="1">
                  <a:solidFill>
                    <a:srgbClr val="0000FF"/>
                  </a:solidFill>
                  <a:effectLst>
                    <a:outerShdw blurRad="38100" dist="38100" dir="2700000" algn="tl">
                      <a:srgbClr val="C0C0C0"/>
                    </a:outerShdw>
                  </a:effectLst>
                  <a:latin typeface="微软雅黑" panose="020B0503020204020204" charset="-122"/>
                  <a:ea typeface="微软雅黑" panose="020B0503020204020204" charset="-122"/>
                  <a:cs typeface="微软雅黑" panose="020B0503020204020204" charset="-122"/>
                </a:rPr>
                <a:t> </a:t>
              </a:r>
              <a:r>
                <a:rPr kumimoji="1" lang="zh-CN" altLang="en-US" b="1">
                  <a:solidFill>
                    <a:srgbClr val="0000FF"/>
                  </a:solidFill>
                  <a:effectLst>
                    <a:outerShdw blurRad="38100" dist="38100" dir="2700000" algn="tl">
                      <a:srgbClr val="C0C0C0"/>
                    </a:outerShdw>
                  </a:effectLst>
                  <a:latin typeface="微软雅黑" panose="020B0503020204020204" charset="-122"/>
                  <a:ea typeface="微软雅黑" panose="020B0503020204020204" charset="-122"/>
                  <a:cs typeface="微软雅黑" panose="020B0503020204020204" charset="-122"/>
                </a:rPr>
                <a:t>若    ，，则          ； </a:t>
              </a:r>
            </a:p>
          </p:txBody>
        </p:sp>
        <p:graphicFrame>
          <p:nvGraphicFramePr>
            <p:cNvPr id="1030" name="Object 50"/>
            <p:cNvGraphicFramePr/>
            <p:nvPr>
              <p:extLst>
                <p:ext uri="{D42A27DB-BD31-4B8C-83A1-F6EECF244321}">
                  <p14:modId xmlns:p14="http://schemas.microsoft.com/office/powerpoint/2010/main" val="3812258108"/>
                </p:ext>
              </p:extLst>
            </p:nvPr>
          </p:nvGraphicFramePr>
          <p:xfrm>
            <a:off x="1084" y="2400"/>
            <a:ext cx="283" cy="194"/>
          </p:xfrm>
          <a:graphic>
            <a:graphicData uri="http://schemas.openxmlformats.org/presentationml/2006/ole">
              <mc:AlternateContent xmlns:mc="http://schemas.openxmlformats.org/markup-compatibility/2006">
                <mc:Choice xmlns:v="urn:schemas-microsoft-com:vml" Requires="v">
                  <p:oleObj r:id="rId14" imgW="292100" imgH="203200" progId="Equation.DSMT4">
                    <p:embed/>
                  </p:oleObj>
                </mc:Choice>
                <mc:Fallback>
                  <p:oleObj r:id="rId14" imgW="292100" imgH="203200" progId="Equation.DSMT4">
                    <p:embed/>
                    <p:pic>
                      <p:nvPicPr>
                        <p:cNvPr id="1030" name="Object 50"/>
                        <p:cNvPicPr/>
                        <p:nvPr/>
                      </p:nvPicPr>
                      <p:blipFill>
                        <a:blip r:embed="rId15"/>
                        <a:stretch>
                          <a:fillRect/>
                        </a:stretch>
                      </p:blipFill>
                      <p:spPr>
                        <a:xfrm>
                          <a:off x="1084" y="2400"/>
                          <a:ext cx="283" cy="194"/>
                        </a:xfrm>
                        <a:prstGeom prst="rect">
                          <a:avLst/>
                        </a:prstGeom>
                        <a:noFill/>
                        <a:ln w="38100">
                          <a:noFill/>
                          <a:miter/>
                        </a:ln>
                      </p:spPr>
                    </p:pic>
                  </p:oleObj>
                </mc:Fallback>
              </mc:AlternateContent>
            </a:graphicData>
          </a:graphic>
        </p:graphicFrame>
        <p:graphicFrame>
          <p:nvGraphicFramePr>
            <p:cNvPr id="1031" name="Object 51"/>
            <p:cNvGraphicFramePr/>
            <p:nvPr>
              <p:extLst>
                <p:ext uri="{D42A27DB-BD31-4B8C-83A1-F6EECF244321}">
                  <p14:modId xmlns:p14="http://schemas.microsoft.com/office/powerpoint/2010/main" val="2088856327"/>
                </p:ext>
              </p:extLst>
            </p:nvPr>
          </p:nvGraphicFramePr>
          <p:xfrm>
            <a:off x="1870" y="2379"/>
            <a:ext cx="866" cy="213"/>
          </p:xfrm>
          <a:graphic>
            <a:graphicData uri="http://schemas.openxmlformats.org/presentationml/2006/ole">
              <mc:AlternateContent xmlns:mc="http://schemas.openxmlformats.org/markup-compatibility/2006">
                <mc:Choice xmlns:v="urn:schemas-microsoft-com:vml" Requires="v">
                  <p:oleObj r:id="rId16" imgW="812165" imgH="203200" progId="Equation.DSMT4">
                    <p:embed/>
                  </p:oleObj>
                </mc:Choice>
                <mc:Fallback>
                  <p:oleObj r:id="rId16" imgW="812165" imgH="203200" progId="Equation.DSMT4">
                    <p:embed/>
                    <p:pic>
                      <p:nvPicPr>
                        <p:cNvPr id="1031" name="Object 51"/>
                        <p:cNvPicPr/>
                        <p:nvPr/>
                      </p:nvPicPr>
                      <p:blipFill>
                        <a:blip r:embed="rId17"/>
                        <a:stretch>
                          <a:fillRect/>
                        </a:stretch>
                      </p:blipFill>
                      <p:spPr>
                        <a:xfrm>
                          <a:off x="1870" y="2379"/>
                          <a:ext cx="866" cy="213"/>
                        </a:xfrm>
                        <a:prstGeom prst="rect">
                          <a:avLst/>
                        </a:prstGeom>
                        <a:noFill/>
                        <a:ln w="38100">
                          <a:noFill/>
                          <a:miter/>
                        </a:ln>
                      </p:spPr>
                    </p:pic>
                  </p:oleObj>
                </mc:Fallback>
              </mc:AlternateContent>
            </a:graphicData>
          </a:graphic>
        </p:graphicFrame>
      </p:grpSp>
      <p:grpSp>
        <p:nvGrpSpPr>
          <p:cNvPr id="1043" name="Group 52"/>
          <p:cNvGrpSpPr/>
          <p:nvPr/>
        </p:nvGrpSpPr>
        <p:grpSpPr>
          <a:xfrm>
            <a:off x="1828800" y="4127664"/>
            <a:ext cx="2171700" cy="414338"/>
            <a:chOff x="624" y="3408"/>
            <a:chExt cx="1824" cy="348"/>
          </a:xfrm>
        </p:grpSpPr>
        <p:sp>
          <p:nvSpPr>
            <p:cNvPr id="248885" name="Text Box 53"/>
            <p:cNvSpPr txBox="1">
              <a:spLocks noChangeArrowheads="1"/>
            </p:cNvSpPr>
            <p:nvPr/>
          </p:nvSpPr>
          <p:spPr bwMode="auto">
            <a:xfrm>
              <a:off x="624" y="3446"/>
              <a:ext cx="1824" cy="310"/>
            </a:xfrm>
            <a:prstGeom prst="rect">
              <a:avLst/>
            </a:prstGeom>
            <a:noFill/>
            <a:ln w="9525">
              <a:noFill/>
              <a:miter lim="800000"/>
            </a:ln>
            <a:effectLst/>
          </p:spPr>
          <p:txBody>
            <a:bodyPr>
              <a:spAutoFit/>
            </a:bodyPr>
            <a:lstStyle/>
            <a:p>
              <a:pPr defTabSz="685800">
                <a:spcBef>
                  <a:spcPct val="50000"/>
                </a:spcBef>
                <a:buClr>
                  <a:schemeClr val="bg2"/>
                </a:buClr>
                <a:buFont typeface="Wingdings" panose="05000000000000000000" pitchFamily="2" charset="2"/>
                <a:buChar char="§"/>
                <a:defRPr/>
              </a:pPr>
              <a:r>
                <a:rPr kumimoji="1" lang="en-US" altLang="zh-CN" b="1">
                  <a:solidFill>
                    <a:srgbClr val="0000FF"/>
                  </a:solidFill>
                  <a:effectLst>
                    <a:outerShdw blurRad="38100" dist="38100" dir="2700000" algn="tl">
                      <a:srgbClr val="C0C0C0"/>
                    </a:outerShdw>
                  </a:effectLst>
                  <a:latin typeface="微软雅黑" panose="020B0503020204020204" charset="-122"/>
                  <a:ea typeface="微软雅黑" panose="020B0503020204020204" charset="-122"/>
                  <a:cs typeface="微软雅黑" panose="020B0503020204020204" charset="-122"/>
                </a:rPr>
                <a:t>         </a:t>
              </a:r>
              <a:r>
                <a:rPr kumimoji="1" lang="zh-CN" altLang="en-US" b="1">
                  <a:solidFill>
                    <a:srgbClr val="0000FF"/>
                  </a:solidFill>
                  <a:effectLst>
                    <a:outerShdw blurRad="38100" dist="38100" dir="2700000" algn="tl">
                      <a:srgbClr val="C0C0C0"/>
                    </a:outerShdw>
                  </a:effectLst>
                  <a:latin typeface="微软雅黑" panose="020B0503020204020204" charset="-122"/>
                  <a:ea typeface="微软雅黑" panose="020B0503020204020204" charset="-122"/>
                  <a:cs typeface="微软雅黑" panose="020B0503020204020204" charset="-122"/>
                </a:rPr>
                <a:t>。 </a:t>
              </a:r>
            </a:p>
          </p:txBody>
        </p:sp>
        <p:graphicFrame>
          <p:nvGraphicFramePr>
            <p:cNvPr id="1029" name="Object 54"/>
            <p:cNvGraphicFramePr/>
            <p:nvPr>
              <p:extLst>
                <p:ext uri="{D42A27DB-BD31-4B8C-83A1-F6EECF244321}">
                  <p14:modId xmlns:p14="http://schemas.microsoft.com/office/powerpoint/2010/main" val="3380266423"/>
                </p:ext>
              </p:extLst>
            </p:nvPr>
          </p:nvGraphicFramePr>
          <p:xfrm>
            <a:off x="912" y="3408"/>
            <a:ext cx="624" cy="288"/>
          </p:xfrm>
          <a:graphic>
            <a:graphicData uri="http://schemas.openxmlformats.org/presentationml/2006/ole">
              <mc:AlternateContent xmlns:mc="http://schemas.openxmlformats.org/markup-compatibility/2006">
                <mc:Choice xmlns:v="urn:schemas-microsoft-com:vml" Requires="v">
                  <p:oleObj r:id="rId18" imgW="647700" imgH="342900" progId="Equation.DSMT4">
                    <p:embed/>
                  </p:oleObj>
                </mc:Choice>
                <mc:Fallback>
                  <p:oleObj r:id="rId18" imgW="647700" imgH="342900" progId="Equation.DSMT4">
                    <p:embed/>
                    <p:pic>
                      <p:nvPicPr>
                        <p:cNvPr id="1029" name="Object 54"/>
                        <p:cNvPicPr/>
                        <p:nvPr/>
                      </p:nvPicPr>
                      <p:blipFill>
                        <a:blip r:embed="rId19"/>
                        <a:stretch>
                          <a:fillRect/>
                        </a:stretch>
                      </p:blipFill>
                      <p:spPr>
                        <a:xfrm>
                          <a:off x="912" y="3408"/>
                          <a:ext cx="624" cy="288"/>
                        </a:xfrm>
                        <a:prstGeom prst="rect">
                          <a:avLst/>
                        </a:prstGeom>
                        <a:noFill/>
                        <a:ln w="38100">
                          <a:noFill/>
                          <a:miter/>
                        </a:ln>
                      </p:spPr>
                    </p:pic>
                  </p:oleObj>
                </mc:Fallback>
              </mc:AlternateContent>
            </a:graphicData>
          </a:graphic>
        </p:graphicFrame>
      </p:grpSp>
      <p:sp>
        <p:nvSpPr>
          <p:cNvPr id="248887" name="Text Box 55"/>
          <p:cNvSpPr txBox="1"/>
          <p:nvPr/>
        </p:nvSpPr>
        <p:spPr>
          <a:xfrm>
            <a:off x="4247674" y="4127421"/>
            <a:ext cx="3086100" cy="230832"/>
          </a:xfrm>
          <a:prstGeom prst="rect">
            <a:avLst/>
          </a:prstGeom>
          <a:noFill/>
          <a:ln w="9525">
            <a:noFill/>
          </a:ln>
          <a:extLst>
            <a:ext uri="{909E8E84-426E-40DD-AFC4-6F175D3DCCD1}">
              <a14:hiddenFill xmlns:a14="http://schemas.microsoft.com/office/drawing/2010/main">
                <a:solidFill>
                  <a:srgbClr val="CCFFCC"/>
                </a:solidFill>
              </a14:hiddenFill>
            </a:ext>
          </a:extLst>
        </p:spPr>
        <p:txBody>
          <a:bodyPr lIns="0" tIns="0" rIns="0" bIns="0" anchor="t" anchorCtr="1">
            <a:spAutoFit/>
          </a:bodyPr>
          <a:lstStyle/>
          <a:p>
            <a:pPr algn="just">
              <a:spcBef>
                <a:spcPct val="50000"/>
              </a:spcBef>
            </a:pPr>
            <a:r>
              <a:rPr lang="zh-CN" altLang="en-US" sz="1500" b="1" dirty="0">
                <a:solidFill>
                  <a:srgbClr val="0000FF"/>
                </a:solidFill>
                <a:latin typeface="微软雅黑" panose="020B0503020204020204" charset="-122"/>
                <a:ea typeface="微软雅黑" panose="020B0503020204020204" charset="-122"/>
                <a:cs typeface="微软雅黑" panose="020B0503020204020204" charset="-122"/>
              </a:rPr>
              <a:t>表明所有等价类的并集就是</a:t>
            </a:r>
            <a:r>
              <a:rPr lang="en-US" altLang="zh-CN" sz="1500" b="1" dirty="0">
                <a:solidFill>
                  <a:srgbClr val="0000FF"/>
                </a:solidFill>
                <a:latin typeface="微软雅黑" panose="020B0503020204020204" charset="-122"/>
                <a:ea typeface="微软雅黑" panose="020B0503020204020204" charset="-122"/>
                <a:cs typeface="微软雅黑" panose="020B0503020204020204" charset="-122"/>
              </a:rPr>
              <a:t>A</a:t>
            </a:r>
            <a:r>
              <a:rPr lang="zh-CN" altLang="en-US" sz="1500" b="1" dirty="0">
                <a:solidFill>
                  <a:srgbClr val="0000FF"/>
                </a:solidFill>
                <a:latin typeface="微软雅黑" panose="020B0503020204020204" charset="-122"/>
                <a:ea typeface="微软雅黑" panose="020B0503020204020204" charset="-122"/>
                <a:cs typeface="微软雅黑" panose="020B0503020204020204" charset="-122"/>
              </a:rPr>
              <a:t>。</a:t>
            </a:r>
            <a:r>
              <a:rPr lang="en-US" altLang="zh-CN" sz="1500" b="1" dirty="0">
                <a:solidFill>
                  <a:srgbClr val="0000FF"/>
                </a:solidFill>
                <a:latin typeface="微软雅黑" panose="020B0503020204020204" charset="-122"/>
                <a:ea typeface="微软雅黑" panose="020B0503020204020204" charset="-122"/>
                <a:cs typeface="微软雅黑" panose="020B0503020204020204" charset="-122"/>
              </a:rPr>
              <a:t> </a:t>
            </a:r>
          </a:p>
        </p:txBody>
      </p:sp>
      <p:sp>
        <p:nvSpPr>
          <p:cNvPr id="2" name="日期占位符 1"/>
          <p:cNvSpPr>
            <a:spLocks noGrp="1"/>
          </p:cNvSpPr>
          <p:nvPr>
            <p:ph type="dt" sz="half" idx="10"/>
          </p:nvPr>
        </p:nvSpPr>
        <p:spPr/>
        <p:txBody>
          <a:bodyPr/>
          <a:lstStyle/>
          <a:p>
            <a:fld id="{760FBDFE-C587-4B4C-A407-44438C67B59E}" type="datetime1">
              <a:rPr lang="zh-CN" altLang="en-US" smtClean="0"/>
              <a:t>2024/3/12</a:t>
            </a:fld>
            <a:endParaRPr lang="zh-CN" altLang="en-US"/>
          </a:p>
        </p:txBody>
      </p:sp>
      <p:sp>
        <p:nvSpPr>
          <p:cNvPr id="3" name="灯片编号占位符 2"/>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fld id="{49AE70B2-8BF9-45C0-BB95-33D1B9D3A854}" type="slidenum">
              <a:rPr lang="zh-CN" altLang="en-US" smtClean="0"/>
              <a:pPr/>
              <a:t>55</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48877"/>
                                        </p:tgtEl>
                                        <p:attrNameLst>
                                          <p:attrName>style.visibility</p:attrName>
                                        </p:attrNameLst>
                                      </p:cBhvr>
                                      <p:to>
                                        <p:strVal val="visible"/>
                                      </p:to>
                                    </p:set>
                                    <p:anim calcmode="lin" valueType="num">
                                      <p:cBhvr additive="base">
                                        <p:cTn id="7" dur="500" fill="hold"/>
                                        <p:tgtEl>
                                          <p:spTgt spid="248877"/>
                                        </p:tgtEl>
                                        <p:attrNameLst>
                                          <p:attrName>ppt_x</p:attrName>
                                        </p:attrNameLst>
                                      </p:cBhvr>
                                      <p:tavLst>
                                        <p:tav tm="0">
                                          <p:val>
                                            <p:strVal val="1+#ppt_w/2"/>
                                          </p:val>
                                        </p:tav>
                                        <p:tav tm="100000">
                                          <p:val>
                                            <p:strVal val="#ppt_x"/>
                                          </p:val>
                                        </p:tav>
                                      </p:tavLst>
                                    </p:anim>
                                    <p:anim calcmode="lin" valueType="num">
                                      <p:cBhvr additive="base">
                                        <p:cTn id="8" dur="500" fill="hold"/>
                                        <p:tgtEl>
                                          <p:spTgt spid="24887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248879"/>
                                        </p:tgtEl>
                                        <p:attrNameLst>
                                          <p:attrName>style.visibility</p:attrName>
                                        </p:attrNameLst>
                                      </p:cBhvr>
                                      <p:to>
                                        <p:strVal val="visible"/>
                                      </p:to>
                                    </p:set>
                                    <p:anim calcmode="lin" valueType="num">
                                      <p:cBhvr additive="base">
                                        <p:cTn id="13" dur="500" fill="hold"/>
                                        <p:tgtEl>
                                          <p:spTgt spid="248879"/>
                                        </p:tgtEl>
                                        <p:attrNameLst>
                                          <p:attrName>ppt_x</p:attrName>
                                        </p:attrNameLst>
                                      </p:cBhvr>
                                      <p:tavLst>
                                        <p:tav tm="0">
                                          <p:val>
                                            <p:strVal val="1+#ppt_w/2"/>
                                          </p:val>
                                        </p:tav>
                                        <p:tav tm="100000">
                                          <p:val>
                                            <p:strVal val="#ppt_x"/>
                                          </p:val>
                                        </p:tav>
                                      </p:tavLst>
                                    </p:anim>
                                    <p:anim calcmode="lin" valueType="num">
                                      <p:cBhvr additive="base">
                                        <p:cTn id="14" dur="500" fill="hold"/>
                                        <p:tgtEl>
                                          <p:spTgt spid="24887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48887"/>
                                        </p:tgtEl>
                                        <p:attrNameLst>
                                          <p:attrName>style.visibility</p:attrName>
                                        </p:attrNameLst>
                                      </p:cBhvr>
                                      <p:to>
                                        <p:strVal val="visible"/>
                                      </p:to>
                                    </p:set>
                                    <p:anim calcmode="lin" valueType="num">
                                      <p:cBhvr additive="base">
                                        <p:cTn id="19" dur="500" fill="hold"/>
                                        <p:tgtEl>
                                          <p:spTgt spid="248887"/>
                                        </p:tgtEl>
                                        <p:attrNameLst>
                                          <p:attrName>ppt_x</p:attrName>
                                        </p:attrNameLst>
                                      </p:cBhvr>
                                      <p:tavLst>
                                        <p:tav tm="0">
                                          <p:val>
                                            <p:strVal val="#ppt_x"/>
                                          </p:val>
                                        </p:tav>
                                        <p:tav tm="100000">
                                          <p:val>
                                            <p:strVal val="#ppt_x"/>
                                          </p:val>
                                        </p:tav>
                                      </p:tavLst>
                                    </p:anim>
                                    <p:anim calcmode="lin" valueType="num">
                                      <p:cBhvr additive="base">
                                        <p:cTn id="20" dur="500" fill="hold"/>
                                        <p:tgtEl>
                                          <p:spTgt spid="24888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8877" grpId="0" bldLvl="0" animBg="1"/>
      <p:bldP spid="248879" grpId="0" bldLvl="0" animBg="1"/>
      <p:bldP spid="248887" grpId="0" bldLvl="0" animBg="1"/>
    </p:bldLst>
  </p:timing>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55" name="Rectangle 4"/>
          <p:cNvSpPr>
            <a:spLocks noGrp="1"/>
          </p:cNvSpPr>
          <p:nvPr>
            <p:ph idx="1"/>
            <p:custDataLst>
              <p:tags r:id="rId1"/>
            </p:custDataLst>
          </p:nvPr>
        </p:nvSpPr>
        <p:spPr>
          <a:xfrm>
            <a:off x="1995488" y="1513999"/>
            <a:ext cx="5544026" cy="632936"/>
          </a:xfrm>
          <a:noFill/>
          <a:extLst>
            <a:ext uri="{909E8E84-426E-40DD-AFC4-6F175D3DCCD1}">
              <a14:hiddenFill xmlns:a14="http://schemas.microsoft.com/office/drawing/2010/main">
                <a:solidFill>
                  <a:srgbClr val="FF9900">
                    <a:alpha val="100000"/>
                  </a:srgbClr>
                </a:solidFill>
              </a14:hiddenFill>
            </a:ext>
          </a:extLst>
        </p:spPr>
        <p:txBody>
          <a:bodyPr vert="horz" wrap="square" lIns="68580" tIns="34290" rIns="68580" bIns="34290" rtlCol="0" anchor="t" anchorCtr="0">
            <a:noAutofit/>
          </a:bodyPr>
          <a:lstStyle/>
          <a:p>
            <a:pPr eaLnBrk="1" hangingPunct="1">
              <a:lnSpc>
                <a:spcPct val="100000"/>
              </a:lnSpc>
              <a:buNone/>
            </a:pPr>
            <a:r>
              <a:rPr lang="zh-CN" altLang="en-US" sz="1800" dirty="0">
                <a:solidFill>
                  <a:schemeClr val="dk1"/>
                </a:solidFill>
                <a:latin typeface="微软雅黑" panose="020B0503020204020204" charset="-122"/>
              </a:rPr>
              <a:t>划分的含义是将整体分成小块，使得所有事物都在某个小块中，不会遗漏。</a:t>
            </a:r>
          </a:p>
        </p:txBody>
      </p:sp>
      <p:grpSp>
        <p:nvGrpSpPr>
          <p:cNvPr id="2056" name="Group 5"/>
          <p:cNvGrpSpPr/>
          <p:nvPr/>
        </p:nvGrpSpPr>
        <p:grpSpPr>
          <a:xfrm>
            <a:off x="2514600" y="2146935"/>
            <a:ext cx="5086350" cy="1968104"/>
            <a:chOff x="1152" y="1854"/>
            <a:chExt cx="4272" cy="1653"/>
          </a:xfrm>
        </p:grpSpPr>
        <p:sp>
          <p:nvSpPr>
            <p:cNvPr id="2073" name="Rectangle 6"/>
            <p:cNvSpPr/>
            <p:nvPr>
              <p:custDataLst>
                <p:tags r:id="rId15"/>
              </p:custDataLst>
            </p:nvPr>
          </p:nvSpPr>
          <p:spPr>
            <a:xfrm>
              <a:off x="1152" y="1854"/>
              <a:ext cx="4272" cy="1653"/>
            </a:xfrm>
            <a:prstGeom prst="rect">
              <a:avLst/>
            </a:prstGeom>
            <a:noFill/>
            <a:ln w="9525">
              <a:noFill/>
            </a:ln>
          </p:spPr>
          <p:txBody>
            <a:bodyPr/>
            <a:lstStyle/>
            <a:p>
              <a:pPr marL="257175" indent="-257175">
                <a:lnSpc>
                  <a:spcPct val="120000"/>
                </a:lnSpc>
                <a:spcBef>
                  <a:spcPts val="15"/>
                </a:spcBef>
                <a:buFont typeface="Arial" panose="020B0604020202020204" pitchFamily="34" charset="0"/>
                <a:buChar char="•"/>
              </a:pPr>
              <a:r>
                <a:rPr lang="zh-CN" altLang="en-US" b="1" dirty="0">
                  <a:solidFill>
                    <a:schemeClr val="dk1"/>
                  </a:solidFill>
                  <a:latin typeface="微软雅黑" panose="020B0503020204020204" charset="-122"/>
                  <a:ea typeface="微软雅黑" panose="020B0503020204020204" charset="-122"/>
                  <a:cs typeface="微软雅黑" panose="020B0503020204020204" charset="-122"/>
                </a:rPr>
                <a:t>给定集合</a:t>
              </a:r>
              <a:r>
                <a:rPr lang="en-US" altLang="zh-CN" b="1" dirty="0">
                  <a:solidFill>
                    <a:schemeClr val="dk1"/>
                  </a:solidFill>
                  <a:latin typeface="微软雅黑" panose="020B0503020204020204" charset="-122"/>
                  <a:ea typeface="微软雅黑" panose="020B0503020204020204" charset="-122"/>
                  <a:cs typeface="微软雅黑" panose="020B0503020204020204" charset="-122"/>
                </a:rPr>
                <a:t>B</a:t>
              </a:r>
              <a:r>
                <a:rPr lang="zh-CN" altLang="en-US" b="1" dirty="0">
                  <a:solidFill>
                    <a:schemeClr val="dk1"/>
                  </a:solidFill>
                  <a:latin typeface="微软雅黑" panose="020B0503020204020204" charset="-122"/>
                  <a:ea typeface="微软雅黑" panose="020B0503020204020204" charset="-122"/>
                  <a:cs typeface="微软雅黑" panose="020B0503020204020204" charset="-122"/>
                </a:rPr>
                <a:t>以及</a:t>
              </a:r>
              <a:r>
                <a:rPr lang="en-US" altLang="zh-CN" b="1" dirty="0">
                  <a:solidFill>
                    <a:schemeClr val="dk1"/>
                  </a:solidFill>
                  <a:latin typeface="微软雅黑" panose="020B0503020204020204" charset="-122"/>
                  <a:ea typeface="微软雅黑" panose="020B0503020204020204" charset="-122"/>
                  <a:cs typeface="微软雅黑" panose="020B0503020204020204" charset="-122"/>
                </a:rPr>
                <a:t>B</a:t>
              </a:r>
              <a:r>
                <a:rPr lang="zh-CN" altLang="en-US" b="1" dirty="0">
                  <a:solidFill>
                    <a:schemeClr val="dk1"/>
                  </a:solidFill>
                  <a:latin typeface="微软雅黑" panose="020B0503020204020204" charset="-122"/>
                  <a:ea typeface="微软雅黑" panose="020B0503020204020204" charset="-122"/>
                  <a:cs typeface="微软雅黑" panose="020B0503020204020204" charset="-122"/>
                </a:rPr>
                <a:t>的一组子集</a:t>
              </a:r>
              <a:r>
                <a:rPr lang="en-US" altLang="zh-CN" b="1" dirty="0">
                  <a:solidFill>
                    <a:schemeClr val="dk1"/>
                  </a:solidFill>
                  <a:latin typeface="微软雅黑" panose="020B0503020204020204" charset="-122"/>
                  <a:ea typeface="微软雅黑" panose="020B0503020204020204" charset="-122"/>
                  <a:cs typeface="微软雅黑" panose="020B0503020204020204" charset="-122"/>
                </a:rPr>
                <a:t>A1,A2,…,An</a:t>
              </a:r>
              <a:r>
                <a:rPr lang="zh-CN" altLang="en-US" b="1" dirty="0">
                  <a:solidFill>
                    <a:schemeClr val="dk1"/>
                  </a:solidFill>
                  <a:latin typeface="微软雅黑" panose="020B0503020204020204" charset="-122"/>
                  <a:ea typeface="微软雅黑" panose="020B0503020204020204" charset="-122"/>
                  <a:cs typeface="微软雅黑" panose="020B0503020204020204" charset="-122"/>
                </a:rPr>
                <a:t>，这些子集是</a:t>
              </a:r>
              <a:r>
                <a:rPr lang="en-US" altLang="zh-CN" b="1" dirty="0">
                  <a:solidFill>
                    <a:schemeClr val="dk1"/>
                  </a:solidFill>
                  <a:latin typeface="微软雅黑" panose="020B0503020204020204" charset="-122"/>
                  <a:ea typeface="微软雅黑" panose="020B0503020204020204" charset="-122"/>
                  <a:cs typeface="微软雅黑" panose="020B0503020204020204" charset="-122"/>
                </a:rPr>
                <a:t>B</a:t>
              </a:r>
              <a:r>
                <a:rPr lang="zh-CN" altLang="en-US" b="1" dirty="0">
                  <a:solidFill>
                    <a:schemeClr val="dk1"/>
                  </a:solidFill>
                  <a:latin typeface="微软雅黑" panose="020B0503020204020204" charset="-122"/>
                  <a:ea typeface="微软雅黑" panose="020B0503020204020204" charset="-122"/>
                  <a:cs typeface="微软雅黑" panose="020B0503020204020204" charset="-122"/>
                </a:rPr>
                <a:t>的一个划分，当且仅当：</a:t>
              </a:r>
            </a:p>
            <a:p>
              <a:pPr marL="257175" indent="-257175">
                <a:lnSpc>
                  <a:spcPct val="120000"/>
                </a:lnSpc>
                <a:spcBef>
                  <a:spcPts val="15"/>
                </a:spcBef>
              </a:pPr>
              <a:r>
                <a:rPr lang="zh-CN" altLang="en-US" b="1" dirty="0">
                  <a:solidFill>
                    <a:schemeClr val="dk1"/>
                  </a:solidFill>
                  <a:latin typeface="微软雅黑" panose="020B0503020204020204" charset="-122"/>
                  <a:ea typeface="微软雅黑" panose="020B0503020204020204" charset="-122"/>
                  <a:cs typeface="微软雅黑" panose="020B0503020204020204" charset="-122"/>
                </a:rPr>
                <a:t>                                   </a:t>
              </a:r>
              <a:r>
                <a:rPr lang="en-US" altLang="zh-CN" b="1" dirty="0">
                  <a:solidFill>
                    <a:schemeClr val="dk1"/>
                  </a:solidFill>
                  <a:latin typeface="微软雅黑" panose="020B0503020204020204" charset="-122"/>
                  <a:ea typeface="微软雅黑" panose="020B0503020204020204" charset="-122"/>
                  <a:cs typeface="微软雅黑" panose="020B0503020204020204" charset="-122"/>
                </a:rPr>
                <a:t>   </a:t>
              </a:r>
              <a:r>
                <a:rPr lang="zh-CN" altLang="en-US" b="1" dirty="0">
                  <a:solidFill>
                    <a:schemeClr val="dk1"/>
                  </a:solidFill>
                  <a:latin typeface="微软雅黑" panose="020B0503020204020204" charset="-122"/>
                  <a:ea typeface="微软雅黑" panose="020B0503020204020204" charset="-122"/>
                  <a:cs typeface="微软雅黑" panose="020B0503020204020204" charset="-122"/>
                </a:rPr>
                <a:t>且，</a:t>
              </a:r>
              <a:r>
                <a:rPr lang="en-US" altLang="zh-CN" b="1" dirty="0">
                  <a:solidFill>
                    <a:schemeClr val="dk1"/>
                  </a:solidFill>
                  <a:latin typeface="微软雅黑" panose="020B0503020204020204" charset="-122"/>
                  <a:ea typeface="微软雅黑" panose="020B0503020204020204" charset="-122"/>
                  <a:cs typeface="微软雅黑" panose="020B0503020204020204" charset="-122"/>
                </a:rPr>
                <a:t>                           </a:t>
              </a:r>
              <a:r>
                <a:rPr lang="zh-CN" altLang="en-US" b="1" dirty="0">
                  <a:solidFill>
                    <a:schemeClr val="dk1"/>
                  </a:solidFill>
                  <a:latin typeface="微软雅黑" panose="020B0503020204020204" charset="-122"/>
                  <a:ea typeface="微软雅黑" panose="020B0503020204020204" charset="-122"/>
                  <a:cs typeface="微软雅黑" panose="020B0503020204020204" charset="-122"/>
                </a:rPr>
                <a:t>这样的一个划分是一组子集：</a:t>
              </a:r>
            </a:p>
            <a:p>
              <a:pPr marL="257175" indent="-257175">
                <a:lnSpc>
                  <a:spcPct val="120000"/>
                </a:lnSpc>
                <a:spcBef>
                  <a:spcPts val="15"/>
                </a:spcBef>
              </a:pPr>
              <a:endParaRPr lang="zh-CN" altLang="en-US" b="1" dirty="0">
                <a:solidFill>
                  <a:schemeClr val="dk1"/>
                </a:solidFill>
                <a:latin typeface="微软雅黑" panose="020B0503020204020204" charset="-122"/>
                <a:ea typeface="微软雅黑" panose="020B0503020204020204" charset="-122"/>
                <a:cs typeface="微软雅黑" panose="020B0503020204020204" charset="-122"/>
              </a:endParaRPr>
            </a:p>
            <a:p>
              <a:pPr marL="257175" indent="-257175">
                <a:lnSpc>
                  <a:spcPct val="120000"/>
                </a:lnSpc>
                <a:spcBef>
                  <a:spcPts val="15"/>
                </a:spcBef>
              </a:pPr>
              <a:r>
                <a:rPr lang="zh-CN" altLang="en-US" b="1" dirty="0">
                  <a:solidFill>
                    <a:schemeClr val="dk1"/>
                  </a:solidFill>
                  <a:latin typeface="微软雅黑" panose="020B0503020204020204" charset="-122"/>
                  <a:ea typeface="微软雅黑" panose="020B0503020204020204" charset="-122"/>
                  <a:cs typeface="微软雅黑" panose="020B0503020204020204" charset="-122"/>
                </a:rPr>
                <a:t>   所以我们常把单个子集看作是划分的元素。 </a:t>
              </a:r>
            </a:p>
          </p:txBody>
        </p:sp>
        <p:graphicFrame>
          <p:nvGraphicFramePr>
            <p:cNvPr id="2050" name="Object 7"/>
            <p:cNvGraphicFramePr/>
            <p:nvPr>
              <p:extLst>
                <p:ext uri="{D42A27DB-BD31-4B8C-83A1-F6EECF244321}">
                  <p14:modId xmlns:p14="http://schemas.microsoft.com/office/powerpoint/2010/main" val="2379825429"/>
                </p:ext>
              </p:extLst>
            </p:nvPr>
          </p:nvGraphicFramePr>
          <p:xfrm>
            <a:off x="1383" y="2474"/>
            <a:ext cx="1775" cy="258"/>
          </p:xfrm>
          <a:graphic>
            <a:graphicData uri="http://schemas.openxmlformats.org/presentationml/2006/ole">
              <mc:AlternateContent xmlns:mc="http://schemas.openxmlformats.org/markup-compatibility/2006">
                <mc:Choice xmlns:v="urn:schemas-microsoft-com:vml" Requires="v">
                  <p:oleObj r:id="rId17" imgW="1384300" imgH="190500" progId="Equation.DSMT4">
                    <p:embed/>
                  </p:oleObj>
                </mc:Choice>
                <mc:Fallback>
                  <p:oleObj r:id="rId17" imgW="1384300" imgH="190500" progId="Equation.DSMT4">
                    <p:embed/>
                    <p:pic>
                      <p:nvPicPr>
                        <p:cNvPr id="2050" name="Object 7"/>
                        <p:cNvPicPr/>
                        <p:nvPr/>
                      </p:nvPicPr>
                      <p:blipFill>
                        <a:blip r:embed="rId18"/>
                        <a:stretch>
                          <a:fillRect/>
                        </a:stretch>
                      </p:blipFill>
                      <p:spPr>
                        <a:xfrm>
                          <a:off x="1383" y="2474"/>
                          <a:ext cx="1775" cy="258"/>
                        </a:xfrm>
                        <a:prstGeom prst="rect">
                          <a:avLst/>
                        </a:prstGeom>
                        <a:noFill/>
                        <a:ln w="38100">
                          <a:noFill/>
                          <a:miter/>
                        </a:ln>
                      </p:spPr>
                    </p:pic>
                  </p:oleObj>
                </mc:Fallback>
              </mc:AlternateContent>
            </a:graphicData>
          </a:graphic>
        </p:graphicFrame>
        <p:graphicFrame>
          <p:nvGraphicFramePr>
            <p:cNvPr id="2051" name="Object 8"/>
            <p:cNvGraphicFramePr/>
            <p:nvPr>
              <p:extLst>
                <p:ext uri="{D42A27DB-BD31-4B8C-83A1-F6EECF244321}">
                  <p14:modId xmlns:p14="http://schemas.microsoft.com/office/powerpoint/2010/main" val="3600489104"/>
                </p:ext>
              </p:extLst>
            </p:nvPr>
          </p:nvGraphicFramePr>
          <p:xfrm>
            <a:off x="3830" y="2454"/>
            <a:ext cx="1488" cy="282"/>
          </p:xfrm>
          <a:graphic>
            <a:graphicData uri="http://schemas.openxmlformats.org/presentationml/2006/ole">
              <mc:AlternateContent xmlns:mc="http://schemas.openxmlformats.org/markup-compatibility/2006">
                <mc:Choice xmlns:v="urn:schemas-microsoft-com:vml" Requires="v">
                  <p:oleObj r:id="rId19" imgW="1257300" imgH="241300" progId="Equation.DSMT4">
                    <p:embed/>
                  </p:oleObj>
                </mc:Choice>
                <mc:Fallback>
                  <p:oleObj r:id="rId19" imgW="1257300" imgH="241300" progId="Equation.DSMT4">
                    <p:embed/>
                    <p:pic>
                      <p:nvPicPr>
                        <p:cNvPr id="2051" name="Object 8"/>
                        <p:cNvPicPr/>
                        <p:nvPr/>
                      </p:nvPicPr>
                      <p:blipFill>
                        <a:blip r:embed="rId20"/>
                        <a:stretch>
                          <a:fillRect/>
                        </a:stretch>
                      </p:blipFill>
                      <p:spPr>
                        <a:xfrm>
                          <a:off x="3830" y="2454"/>
                          <a:ext cx="1488" cy="282"/>
                        </a:xfrm>
                        <a:prstGeom prst="rect">
                          <a:avLst/>
                        </a:prstGeom>
                        <a:noFill/>
                        <a:ln w="38100">
                          <a:noFill/>
                          <a:miter/>
                        </a:ln>
                      </p:spPr>
                    </p:pic>
                  </p:oleObj>
                </mc:Fallback>
              </mc:AlternateContent>
            </a:graphicData>
          </a:graphic>
        </p:graphicFrame>
        <p:graphicFrame>
          <p:nvGraphicFramePr>
            <p:cNvPr id="2052" name="Object 9"/>
            <p:cNvGraphicFramePr/>
            <p:nvPr>
              <p:extLst>
                <p:ext uri="{D42A27DB-BD31-4B8C-83A1-F6EECF244321}">
                  <p14:modId xmlns:p14="http://schemas.microsoft.com/office/powerpoint/2010/main" val="3837880082"/>
                </p:ext>
              </p:extLst>
            </p:nvPr>
          </p:nvGraphicFramePr>
          <p:xfrm>
            <a:off x="2154" y="2968"/>
            <a:ext cx="1872" cy="279"/>
          </p:xfrm>
          <a:graphic>
            <a:graphicData uri="http://schemas.openxmlformats.org/presentationml/2006/ole">
              <mc:AlternateContent xmlns:mc="http://schemas.openxmlformats.org/markup-compatibility/2006">
                <mc:Choice xmlns:v="urn:schemas-microsoft-com:vml" Requires="v">
                  <p:oleObj r:id="rId21" imgW="1536700" imgH="228600" progId="Equation.DSMT4">
                    <p:embed/>
                  </p:oleObj>
                </mc:Choice>
                <mc:Fallback>
                  <p:oleObj r:id="rId21" imgW="1536700" imgH="228600" progId="Equation.DSMT4">
                    <p:embed/>
                    <p:pic>
                      <p:nvPicPr>
                        <p:cNvPr id="2052" name="Object 9"/>
                        <p:cNvPicPr/>
                        <p:nvPr/>
                      </p:nvPicPr>
                      <p:blipFill>
                        <a:blip r:embed="rId22"/>
                        <a:stretch>
                          <a:fillRect/>
                        </a:stretch>
                      </p:blipFill>
                      <p:spPr>
                        <a:xfrm>
                          <a:off x="2154" y="2968"/>
                          <a:ext cx="1872" cy="279"/>
                        </a:xfrm>
                        <a:prstGeom prst="rect">
                          <a:avLst/>
                        </a:prstGeom>
                        <a:noFill/>
                        <a:ln w="38100">
                          <a:noFill/>
                          <a:miter/>
                        </a:ln>
                      </p:spPr>
                    </p:pic>
                  </p:oleObj>
                </mc:Fallback>
              </mc:AlternateContent>
            </a:graphicData>
          </a:graphic>
        </p:graphicFrame>
      </p:grpSp>
      <p:grpSp>
        <p:nvGrpSpPr>
          <p:cNvPr id="2057" name="Group 10"/>
          <p:cNvGrpSpPr/>
          <p:nvPr/>
        </p:nvGrpSpPr>
        <p:grpSpPr>
          <a:xfrm>
            <a:off x="1493996" y="2380298"/>
            <a:ext cx="1028700" cy="1371600"/>
            <a:chOff x="3360" y="1920"/>
            <a:chExt cx="864" cy="1152"/>
          </a:xfrm>
        </p:grpSpPr>
        <p:grpSp>
          <p:nvGrpSpPr>
            <p:cNvPr id="2060" name="Group 11"/>
            <p:cNvGrpSpPr/>
            <p:nvPr/>
          </p:nvGrpSpPr>
          <p:grpSpPr>
            <a:xfrm>
              <a:off x="3360" y="1920"/>
              <a:ext cx="864" cy="1152"/>
              <a:chOff x="3360" y="1560"/>
              <a:chExt cx="864" cy="1152"/>
            </a:xfrm>
          </p:grpSpPr>
          <p:sp>
            <p:nvSpPr>
              <p:cNvPr id="2065" name="Oval 12"/>
              <p:cNvSpPr/>
              <p:nvPr>
                <p:custDataLst>
                  <p:tags r:id="rId7"/>
                </p:custDataLst>
              </p:nvPr>
            </p:nvSpPr>
            <p:spPr>
              <a:xfrm>
                <a:off x="3360" y="1560"/>
                <a:ext cx="864" cy="1152"/>
              </a:xfrm>
              <a:prstGeom prst="ellipse">
                <a:avLst/>
              </a:prstGeom>
              <a:noFill/>
              <a:ln w="12700" cap="sq" cmpd="sng">
                <a:solidFill>
                  <a:schemeClr val="dk1"/>
                </a:solidFill>
                <a:prstDash val="solid"/>
                <a:headEnd type="none" w="sm" len="sm"/>
                <a:tailEnd type="none" w="sm" len="sm"/>
              </a:ln>
            </p:spPr>
            <p:txBody>
              <a:bodyPr wrap="none" anchor="ctr" anchorCtr="0"/>
              <a:lstStyle/>
              <a:p>
                <a:endParaRPr lang="zh-CN" altLang="en-US" sz="1350" dirty="0">
                  <a:solidFill>
                    <a:schemeClr val="dk1"/>
                  </a:solidFill>
                  <a:latin typeface="Comic Sans MS" panose="030F0702030302020204" pitchFamily="66" charset="0"/>
                </a:endParaRPr>
              </a:p>
            </p:txBody>
          </p:sp>
          <p:sp>
            <p:nvSpPr>
              <p:cNvPr id="2066" name="Freeform 13"/>
              <p:cNvSpPr/>
              <p:nvPr>
                <p:custDataLst>
                  <p:tags r:id="rId8"/>
                </p:custDataLst>
              </p:nvPr>
            </p:nvSpPr>
            <p:spPr>
              <a:xfrm>
                <a:off x="3769" y="1613"/>
                <a:ext cx="448" cy="417"/>
              </a:xfrm>
              <a:custGeom>
                <a:avLst/>
                <a:gdLst>
                  <a:gd name="txL" fmla="*/ 0 w 448"/>
                  <a:gd name="txT" fmla="*/ 0 h 417"/>
                  <a:gd name="txR" fmla="*/ 448 w 448"/>
                  <a:gd name="txB" fmla="*/ 417 h 417"/>
                </a:gdLst>
                <a:ahLst/>
                <a:cxnLst>
                  <a:cxn ang="0">
                    <a:pos x="0" y="0"/>
                  </a:cxn>
                  <a:cxn ang="0">
                    <a:pos x="47" y="126"/>
                  </a:cxn>
                  <a:cxn ang="0">
                    <a:pos x="86" y="189"/>
                  </a:cxn>
                  <a:cxn ang="0">
                    <a:pos x="204" y="299"/>
                  </a:cxn>
                  <a:cxn ang="0">
                    <a:pos x="307" y="346"/>
                  </a:cxn>
                  <a:cxn ang="0">
                    <a:pos x="354" y="362"/>
                  </a:cxn>
                  <a:cxn ang="0">
                    <a:pos x="401" y="394"/>
                  </a:cxn>
                  <a:cxn ang="0">
                    <a:pos x="425" y="402"/>
                  </a:cxn>
                  <a:cxn ang="0">
                    <a:pos x="448" y="417"/>
                  </a:cxn>
                </a:cxnLst>
                <a:rect l="txL" t="txT" r="txR" b="txB"/>
                <a:pathLst>
                  <a:path w="448" h="417">
                    <a:moveTo>
                      <a:pt x="0" y="0"/>
                    </a:moveTo>
                    <a:cubicBezTo>
                      <a:pt x="29" y="40"/>
                      <a:pt x="30" y="80"/>
                      <a:pt x="47" y="126"/>
                    </a:cubicBezTo>
                    <a:cubicBezTo>
                      <a:pt x="59" y="158"/>
                      <a:pt x="51" y="177"/>
                      <a:pt x="86" y="189"/>
                    </a:cubicBezTo>
                    <a:cubicBezTo>
                      <a:pt x="119" y="238"/>
                      <a:pt x="153" y="269"/>
                      <a:pt x="204" y="299"/>
                    </a:cubicBezTo>
                    <a:cubicBezTo>
                      <a:pt x="232" y="341"/>
                      <a:pt x="262" y="333"/>
                      <a:pt x="307" y="346"/>
                    </a:cubicBezTo>
                    <a:cubicBezTo>
                      <a:pt x="323" y="351"/>
                      <a:pt x="354" y="362"/>
                      <a:pt x="354" y="362"/>
                    </a:cubicBezTo>
                    <a:cubicBezTo>
                      <a:pt x="370" y="373"/>
                      <a:pt x="383" y="388"/>
                      <a:pt x="401" y="394"/>
                    </a:cubicBezTo>
                    <a:cubicBezTo>
                      <a:pt x="409" y="397"/>
                      <a:pt x="417" y="398"/>
                      <a:pt x="425" y="402"/>
                    </a:cubicBezTo>
                    <a:cubicBezTo>
                      <a:pt x="433" y="406"/>
                      <a:pt x="448" y="417"/>
                      <a:pt x="448" y="417"/>
                    </a:cubicBezTo>
                  </a:path>
                </a:pathLst>
              </a:custGeom>
              <a:noFill/>
              <a:ln w="12700" cap="sq" cmpd="sng">
                <a:solidFill>
                  <a:schemeClr val="dk1">
                    <a:alpha val="100000"/>
                  </a:schemeClr>
                </a:solidFill>
                <a:prstDash val="solid"/>
                <a:round/>
                <a:headEnd type="none" w="sm" len="sm"/>
                <a:tailEnd type="none" w="sm" len="sm"/>
              </a:ln>
            </p:spPr>
            <p:txBody>
              <a:bodyPr/>
              <a:lstStyle/>
              <a:p>
                <a:endParaRPr lang="zh-CN" altLang="en-US" sz="1350">
                  <a:solidFill>
                    <a:schemeClr val="dk1"/>
                  </a:solidFill>
                </a:endParaRPr>
              </a:p>
            </p:txBody>
          </p:sp>
          <p:sp>
            <p:nvSpPr>
              <p:cNvPr id="2067" name="Freeform 14"/>
              <p:cNvSpPr/>
              <p:nvPr>
                <p:custDataLst>
                  <p:tags r:id="rId9"/>
                </p:custDataLst>
              </p:nvPr>
            </p:nvSpPr>
            <p:spPr>
              <a:xfrm>
                <a:off x="3391" y="2249"/>
                <a:ext cx="551" cy="434"/>
              </a:xfrm>
              <a:custGeom>
                <a:avLst/>
                <a:gdLst>
                  <a:gd name="txL" fmla="*/ 0 w 551"/>
                  <a:gd name="txT" fmla="*/ 0 h 434"/>
                  <a:gd name="txR" fmla="*/ 551 w 551"/>
                  <a:gd name="txB" fmla="*/ 434 h 434"/>
                </a:gdLst>
                <a:ahLst/>
                <a:cxnLst>
                  <a:cxn ang="0">
                    <a:pos x="0" y="2"/>
                  </a:cxn>
                  <a:cxn ang="0">
                    <a:pos x="165" y="10"/>
                  </a:cxn>
                  <a:cxn ang="0">
                    <a:pos x="213" y="41"/>
                  </a:cxn>
                  <a:cxn ang="0">
                    <a:pos x="354" y="104"/>
                  </a:cxn>
                  <a:cxn ang="0">
                    <a:pos x="519" y="293"/>
                  </a:cxn>
                  <a:cxn ang="0">
                    <a:pos x="551" y="434"/>
                  </a:cxn>
                </a:cxnLst>
                <a:rect l="txL" t="txT" r="txR" b="txB"/>
                <a:pathLst>
                  <a:path w="551" h="434">
                    <a:moveTo>
                      <a:pt x="0" y="2"/>
                    </a:moveTo>
                    <a:cubicBezTo>
                      <a:pt x="55" y="5"/>
                      <a:pt x="111" y="0"/>
                      <a:pt x="165" y="10"/>
                    </a:cubicBezTo>
                    <a:cubicBezTo>
                      <a:pt x="184" y="13"/>
                      <a:pt x="196" y="33"/>
                      <a:pt x="213" y="41"/>
                    </a:cubicBezTo>
                    <a:cubicBezTo>
                      <a:pt x="260" y="64"/>
                      <a:pt x="309" y="73"/>
                      <a:pt x="354" y="104"/>
                    </a:cubicBezTo>
                    <a:cubicBezTo>
                      <a:pt x="399" y="176"/>
                      <a:pt x="461" y="232"/>
                      <a:pt x="519" y="293"/>
                    </a:cubicBezTo>
                    <a:cubicBezTo>
                      <a:pt x="534" y="338"/>
                      <a:pt x="551" y="386"/>
                      <a:pt x="551" y="434"/>
                    </a:cubicBezTo>
                  </a:path>
                </a:pathLst>
              </a:custGeom>
              <a:noFill/>
              <a:ln w="12700" cap="sq" cmpd="sng">
                <a:solidFill>
                  <a:schemeClr val="dk1">
                    <a:alpha val="100000"/>
                  </a:schemeClr>
                </a:solidFill>
                <a:prstDash val="solid"/>
                <a:round/>
                <a:headEnd type="none" w="sm" len="sm"/>
                <a:tailEnd type="none" w="sm" len="sm"/>
              </a:ln>
            </p:spPr>
            <p:txBody>
              <a:bodyPr/>
              <a:lstStyle/>
              <a:p>
                <a:endParaRPr lang="zh-CN" altLang="en-US" sz="1350">
                  <a:solidFill>
                    <a:schemeClr val="dk1"/>
                  </a:solidFill>
                </a:endParaRPr>
              </a:p>
            </p:txBody>
          </p:sp>
          <p:sp>
            <p:nvSpPr>
              <p:cNvPr id="2068" name="Freeform 15"/>
              <p:cNvSpPr/>
              <p:nvPr>
                <p:custDataLst>
                  <p:tags r:id="rId10"/>
                </p:custDataLst>
              </p:nvPr>
            </p:nvSpPr>
            <p:spPr>
              <a:xfrm>
                <a:off x="3367" y="1653"/>
                <a:ext cx="488" cy="511"/>
              </a:xfrm>
              <a:custGeom>
                <a:avLst/>
                <a:gdLst>
                  <a:gd name="txL" fmla="*/ 0 w 488"/>
                  <a:gd name="txT" fmla="*/ 0 h 511"/>
                  <a:gd name="txR" fmla="*/ 488 w 488"/>
                  <a:gd name="txB" fmla="*/ 511 h 511"/>
                </a:gdLst>
                <a:ahLst/>
                <a:cxnLst>
                  <a:cxn ang="0">
                    <a:pos x="0" y="511"/>
                  </a:cxn>
                  <a:cxn ang="0">
                    <a:pos x="362" y="409"/>
                  </a:cxn>
                  <a:cxn ang="0">
                    <a:pos x="488" y="291"/>
                  </a:cxn>
                  <a:cxn ang="0">
                    <a:pos x="480" y="204"/>
                  </a:cxn>
                  <a:cxn ang="0">
                    <a:pos x="378" y="157"/>
                  </a:cxn>
                  <a:cxn ang="0">
                    <a:pos x="299" y="125"/>
                  </a:cxn>
                  <a:cxn ang="0">
                    <a:pos x="252" y="94"/>
                  </a:cxn>
                  <a:cxn ang="0">
                    <a:pos x="213" y="0"/>
                  </a:cxn>
                </a:cxnLst>
                <a:rect l="txL" t="txT" r="txR" b="txB"/>
                <a:pathLst>
                  <a:path w="488" h="511">
                    <a:moveTo>
                      <a:pt x="0" y="511"/>
                    </a:moveTo>
                    <a:cubicBezTo>
                      <a:pt x="158" y="500"/>
                      <a:pt x="227" y="475"/>
                      <a:pt x="362" y="409"/>
                    </a:cubicBezTo>
                    <a:cubicBezTo>
                      <a:pt x="420" y="381"/>
                      <a:pt x="466" y="354"/>
                      <a:pt x="488" y="291"/>
                    </a:cubicBezTo>
                    <a:cubicBezTo>
                      <a:pt x="485" y="262"/>
                      <a:pt x="488" y="232"/>
                      <a:pt x="480" y="204"/>
                    </a:cubicBezTo>
                    <a:cubicBezTo>
                      <a:pt x="474" y="184"/>
                      <a:pt x="397" y="163"/>
                      <a:pt x="378" y="157"/>
                    </a:cubicBezTo>
                    <a:cubicBezTo>
                      <a:pt x="352" y="139"/>
                      <a:pt x="326" y="140"/>
                      <a:pt x="299" y="125"/>
                    </a:cubicBezTo>
                    <a:cubicBezTo>
                      <a:pt x="283" y="116"/>
                      <a:pt x="252" y="94"/>
                      <a:pt x="252" y="94"/>
                    </a:cubicBezTo>
                    <a:cubicBezTo>
                      <a:pt x="237" y="70"/>
                      <a:pt x="213" y="28"/>
                      <a:pt x="213" y="0"/>
                    </a:cubicBezTo>
                  </a:path>
                </a:pathLst>
              </a:custGeom>
              <a:noFill/>
              <a:ln w="12700" cap="sq" cmpd="sng">
                <a:solidFill>
                  <a:schemeClr val="dk1">
                    <a:alpha val="100000"/>
                  </a:schemeClr>
                </a:solidFill>
                <a:prstDash val="solid"/>
                <a:round/>
                <a:headEnd type="none" w="sm" len="sm"/>
                <a:tailEnd type="none" w="sm" len="sm"/>
              </a:ln>
            </p:spPr>
            <p:txBody>
              <a:bodyPr/>
              <a:lstStyle/>
              <a:p>
                <a:endParaRPr lang="zh-CN" altLang="en-US" sz="1350">
                  <a:solidFill>
                    <a:schemeClr val="dk1"/>
                  </a:solidFill>
                </a:endParaRPr>
              </a:p>
            </p:txBody>
          </p:sp>
          <p:sp>
            <p:nvSpPr>
              <p:cNvPr id="2069" name="Text Box 16"/>
              <p:cNvSpPr txBox="1"/>
              <p:nvPr>
                <p:custDataLst>
                  <p:tags r:id="rId11"/>
                </p:custDataLst>
              </p:nvPr>
            </p:nvSpPr>
            <p:spPr>
              <a:xfrm>
                <a:off x="3542" y="1785"/>
                <a:ext cx="236" cy="271"/>
              </a:xfrm>
              <a:prstGeom prst="rect">
                <a:avLst/>
              </a:prstGeom>
              <a:noFill/>
              <a:ln w="12700">
                <a:noFill/>
              </a:ln>
            </p:spPr>
            <p:txBody>
              <a:bodyPr wrap="none">
                <a:spAutoFit/>
              </a:bodyPr>
              <a:lstStyle/>
              <a:p>
                <a:pPr algn="l" eaLnBrk="0" hangingPunct="0"/>
                <a:r>
                  <a:rPr lang="en-US" altLang="zh-CN" sz="1500" dirty="0">
                    <a:solidFill>
                      <a:schemeClr val="dk1"/>
                    </a:solidFill>
                    <a:latin typeface="Times New Roman" panose="02020603050405020304" pitchFamily="18" charset="0"/>
                    <a:ea typeface="宋体" panose="02010600030101010101" pitchFamily="2" charset="-122"/>
                  </a:rPr>
                  <a:t>1</a:t>
                </a:r>
              </a:p>
            </p:txBody>
          </p:sp>
          <p:sp>
            <p:nvSpPr>
              <p:cNvPr id="2070" name="Text Box 17"/>
              <p:cNvSpPr txBox="1"/>
              <p:nvPr>
                <p:custDataLst>
                  <p:tags r:id="rId12"/>
                </p:custDataLst>
              </p:nvPr>
            </p:nvSpPr>
            <p:spPr>
              <a:xfrm>
                <a:off x="3974" y="1641"/>
                <a:ext cx="236" cy="271"/>
              </a:xfrm>
              <a:prstGeom prst="rect">
                <a:avLst/>
              </a:prstGeom>
              <a:noFill/>
              <a:ln w="12700">
                <a:noFill/>
              </a:ln>
            </p:spPr>
            <p:txBody>
              <a:bodyPr wrap="none">
                <a:spAutoFit/>
              </a:bodyPr>
              <a:lstStyle/>
              <a:p>
                <a:pPr algn="l" eaLnBrk="0" hangingPunct="0"/>
                <a:r>
                  <a:rPr lang="en-US" altLang="zh-CN" sz="1500" dirty="0">
                    <a:solidFill>
                      <a:schemeClr val="dk1"/>
                    </a:solidFill>
                    <a:latin typeface="Times New Roman" panose="02020603050405020304" pitchFamily="18" charset="0"/>
                    <a:ea typeface="宋体" panose="02010600030101010101" pitchFamily="2" charset="-122"/>
                  </a:rPr>
                  <a:t>2</a:t>
                </a:r>
              </a:p>
            </p:txBody>
          </p:sp>
          <p:sp>
            <p:nvSpPr>
              <p:cNvPr id="2071" name="Text Box 18"/>
              <p:cNvSpPr txBox="1"/>
              <p:nvPr>
                <p:custDataLst>
                  <p:tags r:id="rId13"/>
                </p:custDataLst>
              </p:nvPr>
            </p:nvSpPr>
            <p:spPr>
              <a:xfrm>
                <a:off x="3830" y="2025"/>
                <a:ext cx="236" cy="271"/>
              </a:xfrm>
              <a:prstGeom prst="rect">
                <a:avLst/>
              </a:prstGeom>
              <a:noFill/>
              <a:ln w="12700">
                <a:noFill/>
              </a:ln>
            </p:spPr>
            <p:txBody>
              <a:bodyPr wrap="none">
                <a:spAutoFit/>
              </a:bodyPr>
              <a:lstStyle/>
              <a:p>
                <a:pPr algn="l" eaLnBrk="0" hangingPunct="0"/>
                <a:r>
                  <a:rPr lang="en-US" altLang="zh-CN" sz="1500" dirty="0">
                    <a:solidFill>
                      <a:schemeClr val="dk1"/>
                    </a:solidFill>
                    <a:latin typeface="Times New Roman" panose="02020603050405020304" pitchFamily="18" charset="0"/>
                    <a:ea typeface="宋体" panose="02010600030101010101" pitchFamily="2" charset="-122"/>
                  </a:rPr>
                  <a:t>3</a:t>
                </a:r>
              </a:p>
            </p:txBody>
          </p:sp>
          <p:sp>
            <p:nvSpPr>
              <p:cNvPr id="2072" name="Text Box 19"/>
              <p:cNvSpPr txBox="1"/>
              <p:nvPr>
                <p:custDataLst>
                  <p:tags r:id="rId14"/>
                </p:custDataLst>
              </p:nvPr>
            </p:nvSpPr>
            <p:spPr>
              <a:xfrm>
                <a:off x="3590" y="2361"/>
                <a:ext cx="236" cy="271"/>
              </a:xfrm>
              <a:prstGeom prst="rect">
                <a:avLst/>
              </a:prstGeom>
              <a:noFill/>
              <a:ln w="12700">
                <a:noFill/>
              </a:ln>
            </p:spPr>
            <p:txBody>
              <a:bodyPr wrap="none">
                <a:spAutoFit/>
              </a:bodyPr>
              <a:lstStyle/>
              <a:p>
                <a:pPr algn="l" eaLnBrk="0" hangingPunct="0"/>
                <a:r>
                  <a:rPr lang="en-US" altLang="zh-CN" sz="1500" dirty="0">
                    <a:solidFill>
                      <a:schemeClr val="dk1"/>
                    </a:solidFill>
                    <a:latin typeface="Times New Roman" panose="02020603050405020304" pitchFamily="18" charset="0"/>
                    <a:ea typeface="宋体" panose="02010600030101010101" pitchFamily="2" charset="-122"/>
                  </a:rPr>
                  <a:t>4</a:t>
                </a:r>
              </a:p>
            </p:txBody>
          </p:sp>
        </p:grpSp>
        <p:sp>
          <p:nvSpPr>
            <p:cNvPr id="2061" name="Rectangle 20"/>
            <p:cNvSpPr/>
            <p:nvPr>
              <p:custDataLst>
                <p:tags r:id="rId3"/>
              </p:custDataLst>
            </p:nvPr>
          </p:nvSpPr>
          <p:spPr>
            <a:xfrm>
              <a:off x="3552" y="2160"/>
              <a:ext cx="48" cy="48"/>
            </a:xfrm>
            <a:prstGeom prst="rect">
              <a:avLst/>
            </a:prstGeom>
            <a:solidFill>
              <a:schemeClr val="accent1"/>
            </a:solidFill>
            <a:ln w="12700" cap="sq" cmpd="sng">
              <a:solidFill>
                <a:schemeClr val="dk1"/>
              </a:solidFill>
              <a:prstDash val="solid"/>
              <a:miter/>
              <a:headEnd type="none" w="sm" len="sm"/>
              <a:tailEnd type="none" w="sm" len="sm"/>
            </a:ln>
          </p:spPr>
          <p:txBody>
            <a:bodyPr wrap="none" anchor="ctr" anchorCtr="0"/>
            <a:lstStyle/>
            <a:p>
              <a:endParaRPr lang="zh-CN" altLang="en-US" sz="1350" dirty="0">
                <a:solidFill>
                  <a:schemeClr val="dk1"/>
                </a:solidFill>
                <a:latin typeface="Comic Sans MS" panose="030F0702030302020204" pitchFamily="66" charset="0"/>
              </a:endParaRPr>
            </a:p>
          </p:txBody>
        </p:sp>
        <p:sp>
          <p:nvSpPr>
            <p:cNvPr id="2062" name="Rectangle 21"/>
            <p:cNvSpPr/>
            <p:nvPr>
              <p:custDataLst>
                <p:tags r:id="rId4"/>
              </p:custDataLst>
            </p:nvPr>
          </p:nvSpPr>
          <p:spPr>
            <a:xfrm>
              <a:off x="3552" y="2784"/>
              <a:ext cx="48" cy="48"/>
            </a:xfrm>
            <a:prstGeom prst="rect">
              <a:avLst/>
            </a:prstGeom>
            <a:solidFill>
              <a:srgbClr val="890FF7"/>
            </a:solidFill>
            <a:ln w="12700" cap="sq" cmpd="sng">
              <a:solidFill>
                <a:schemeClr val="dk1"/>
              </a:solidFill>
              <a:prstDash val="solid"/>
              <a:miter/>
              <a:headEnd type="none" w="sm" len="sm"/>
              <a:tailEnd type="none" w="sm" len="sm"/>
            </a:ln>
          </p:spPr>
          <p:txBody>
            <a:bodyPr wrap="none" anchor="ctr" anchorCtr="0"/>
            <a:lstStyle/>
            <a:p>
              <a:endParaRPr lang="zh-CN" altLang="en-US" sz="1350" dirty="0">
                <a:solidFill>
                  <a:schemeClr val="dk1"/>
                </a:solidFill>
                <a:latin typeface="Comic Sans MS" panose="030F0702030302020204" pitchFamily="66" charset="0"/>
              </a:endParaRPr>
            </a:p>
          </p:txBody>
        </p:sp>
        <p:sp>
          <p:nvSpPr>
            <p:cNvPr id="2063" name="Rectangle 22"/>
            <p:cNvSpPr/>
            <p:nvPr>
              <p:custDataLst>
                <p:tags r:id="rId5"/>
              </p:custDataLst>
            </p:nvPr>
          </p:nvSpPr>
          <p:spPr>
            <a:xfrm>
              <a:off x="4032" y="2448"/>
              <a:ext cx="48" cy="48"/>
            </a:xfrm>
            <a:prstGeom prst="rect">
              <a:avLst/>
            </a:prstGeom>
            <a:solidFill>
              <a:schemeClr val="dk1"/>
            </a:solidFill>
            <a:ln w="12700" cap="sq" cmpd="sng">
              <a:solidFill>
                <a:schemeClr val="dk1"/>
              </a:solidFill>
              <a:prstDash val="solid"/>
              <a:miter/>
              <a:headEnd type="none" w="sm" len="sm"/>
              <a:tailEnd type="none" w="sm" len="sm"/>
            </a:ln>
          </p:spPr>
          <p:txBody>
            <a:bodyPr wrap="none" anchor="ctr" anchorCtr="0"/>
            <a:lstStyle/>
            <a:p>
              <a:endParaRPr lang="zh-CN" altLang="en-US" sz="1350" dirty="0">
                <a:solidFill>
                  <a:schemeClr val="dk1"/>
                </a:solidFill>
                <a:latin typeface="Comic Sans MS" panose="030F0702030302020204" pitchFamily="66" charset="0"/>
              </a:endParaRPr>
            </a:p>
          </p:txBody>
        </p:sp>
        <p:sp>
          <p:nvSpPr>
            <p:cNvPr id="2064" name="Rectangle 23"/>
            <p:cNvSpPr/>
            <p:nvPr>
              <p:custDataLst>
                <p:tags r:id="rId6"/>
              </p:custDataLst>
            </p:nvPr>
          </p:nvSpPr>
          <p:spPr>
            <a:xfrm>
              <a:off x="3936" y="2064"/>
              <a:ext cx="48" cy="48"/>
            </a:xfrm>
            <a:prstGeom prst="rect">
              <a:avLst/>
            </a:prstGeom>
            <a:solidFill>
              <a:srgbClr val="FF0000"/>
            </a:solidFill>
            <a:ln w="12700" cap="sq" cmpd="sng">
              <a:solidFill>
                <a:schemeClr val="dk1"/>
              </a:solidFill>
              <a:prstDash val="solid"/>
              <a:miter/>
              <a:headEnd type="none" w="sm" len="sm"/>
              <a:tailEnd type="none" w="sm" len="sm"/>
            </a:ln>
          </p:spPr>
          <p:txBody>
            <a:bodyPr wrap="none" anchor="ctr" anchorCtr="0"/>
            <a:lstStyle/>
            <a:p>
              <a:endParaRPr lang="zh-CN" altLang="en-US" sz="1350" dirty="0">
                <a:solidFill>
                  <a:schemeClr val="dk1"/>
                </a:solidFill>
                <a:latin typeface="Comic Sans MS" panose="030F0702030302020204" pitchFamily="66" charset="0"/>
              </a:endParaRPr>
            </a:p>
          </p:txBody>
        </p:sp>
      </p:grpSp>
      <p:sp>
        <p:nvSpPr>
          <p:cNvPr id="249880" name="Rectangle 24"/>
          <p:cNvSpPr/>
          <p:nvPr/>
        </p:nvSpPr>
        <p:spPr>
          <a:xfrm>
            <a:off x="1828800" y="4286250"/>
            <a:ext cx="5829300" cy="391716"/>
          </a:xfrm>
          <a:prstGeom prst="rect">
            <a:avLst/>
          </a:prstGeom>
          <a:noFill/>
          <a:ln w="9525">
            <a:noFill/>
          </a:ln>
        </p:spPr>
        <p:txBody>
          <a:bodyPr/>
          <a:lstStyle/>
          <a:p>
            <a:pPr marL="342900" indent="-342900">
              <a:lnSpc>
                <a:spcPct val="90000"/>
              </a:lnSpc>
              <a:spcBef>
                <a:spcPct val="20000"/>
              </a:spcBef>
              <a:buFont typeface="Arial" panose="020B0604020202020204" pitchFamily="34" charset="0"/>
              <a:buChar char="•"/>
            </a:pPr>
            <a:r>
              <a:rPr lang="zh-CN" altLang="en-US" sz="2100" b="1" dirty="0">
                <a:solidFill>
                  <a:srgbClr val="FF0000"/>
                </a:solidFill>
                <a:latin typeface="微软雅黑" panose="020B0503020204020204" charset="-122"/>
                <a:ea typeface="微软雅黑" panose="020B0503020204020204" charset="-122"/>
                <a:cs typeface="微软雅黑" panose="020B0503020204020204" charset="-122"/>
              </a:rPr>
              <a:t>集合</a:t>
            </a:r>
            <a:r>
              <a:rPr lang="en-US" altLang="zh-CN" sz="2100" b="1" dirty="0">
                <a:solidFill>
                  <a:srgbClr val="FF0000"/>
                </a:solidFill>
                <a:latin typeface="微软雅黑" panose="020B0503020204020204" charset="-122"/>
                <a:ea typeface="微软雅黑" panose="020B0503020204020204" charset="-122"/>
                <a:cs typeface="微软雅黑" panose="020B0503020204020204" charset="-122"/>
              </a:rPr>
              <a:t>A</a:t>
            </a:r>
            <a:r>
              <a:rPr lang="zh-CN" altLang="en-US" sz="2100" b="1" dirty="0">
                <a:solidFill>
                  <a:srgbClr val="FF0000"/>
                </a:solidFill>
                <a:latin typeface="微软雅黑" panose="020B0503020204020204" charset="-122"/>
                <a:ea typeface="微软雅黑" panose="020B0503020204020204" charset="-122"/>
                <a:cs typeface="微软雅黑" panose="020B0503020204020204" charset="-122"/>
              </a:rPr>
              <a:t>上的等价关系与集合</a:t>
            </a:r>
            <a:r>
              <a:rPr lang="en-US" altLang="zh-CN" sz="2100" b="1" dirty="0">
                <a:solidFill>
                  <a:srgbClr val="FF0000"/>
                </a:solidFill>
                <a:latin typeface="微软雅黑" panose="020B0503020204020204" charset="-122"/>
                <a:ea typeface="微软雅黑" panose="020B0503020204020204" charset="-122"/>
                <a:cs typeface="微软雅黑" panose="020B0503020204020204" charset="-122"/>
              </a:rPr>
              <a:t>A</a:t>
            </a:r>
            <a:r>
              <a:rPr lang="zh-CN" altLang="en-US" sz="2100" b="1" dirty="0">
                <a:solidFill>
                  <a:srgbClr val="FF0000"/>
                </a:solidFill>
                <a:latin typeface="微软雅黑" panose="020B0503020204020204" charset="-122"/>
                <a:ea typeface="微软雅黑" panose="020B0503020204020204" charset="-122"/>
                <a:cs typeface="微软雅黑" panose="020B0503020204020204" charset="-122"/>
              </a:rPr>
              <a:t>的划分一一对应</a:t>
            </a:r>
          </a:p>
        </p:txBody>
      </p:sp>
      <p:sp>
        <p:nvSpPr>
          <p:cNvPr id="2059" name="Rectangle 25"/>
          <p:cNvSpPr/>
          <p:nvPr>
            <p:custDataLst>
              <p:tags r:id="rId2"/>
            </p:custDataLst>
          </p:nvPr>
        </p:nvSpPr>
        <p:spPr>
          <a:xfrm>
            <a:off x="1709738" y="1113949"/>
            <a:ext cx="5829300" cy="400050"/>
          </a:xfrm>
          <a:prstGeom prst="rect">
            <a:avLst/>
          </a:prstGeom>
          <a:noFill/>
          <a:ln w="9525">
            <a:noFill/>
          </a:ln>
        </p:spPr>
        <p:txBody>
          <a:bodyPr/>
          <a:lstStyle/>
          <a:p>
            <a:pPr marL="342900" indent="-342900">
              <a:spcBef>
                <a:spcPct val="20000"/>
              </a:spcBef>
              <a:buFont typeface="Arial" panose="020B0604020202020204" pitchFamily="34" charset="0"/>
              <a:buChar char="•"/>
            </a:pPr>
            <a:r>
              <a:rPr lang="zh-CN" altLang="en-US" sz="2400" b="1" dirty="0">
                <a:solidFill>
                  <a:schemeClr val="dk1"/>
                </a:solidFill>
                <a:latin typeface="微软雅黑" panose="020B0503020204020204" charset="-122"/>
                <a:ea typeface="微软雅黑" panose="020B0503020204020204" charset="-122"/>
              </a:rPr>
              <a:t>等价类划分</a:t>
            </a:r>
          </a:p>
        </p:txBody>
      </p:sp>
      <p:sp>
        <p:nvSpPr>
          <p:cNvPr id="248834" name="Rectangle 2"/>
          <p:cNvSpPr>
            <a:spLocks noGrp="1" noChangeArrowheads="1"/>
          </p:cNvSpPr>
          <p:nvPr>
            <p:ph type="title"/>
          </p:nvPr>
        </p:nvSpPr>
        <p:spPr>
          <a:xfrm>
            <a:off x="1461612" y="303848"/>
            <a:ext cx="5595461" cy="756285"/>
          </a:xfrm>
          <a:noFill/>
          <a:ln>
            <a:noFill/>
          </a:ln>
          <a:extLst>
            <a:ext uri="{909E8E84-426E-40DD-AFC4-6F175D3DCCD1}">
              <a14:hiddenFill xmlns:a14="http://schemas.microsoft.com/office/drawing/2010/main">
                <a:solidFill>
                  <a:srgbClr val="FFCC00"/>
                </a:solidFill>
              </a14:hiddenFill>
            </a:ext>
          </a:extLst>
        </p:spPr>
        <p:txBody>
          <a:bodyPr vert="horz" wrap="square" lIns="68580" tIns="34290" rIns="68580" bIns="34290" numCol="1" rtlCol="0" anchor="ctr" anchorCtr="0" compatLnSpc="1">
            <a:normAutofit/>
          </a:bodyPr>
          <a:lstStyle/>
          <a:p>
            <a:pPr algn="just" eaLnBrk="0" fontAlgn="base" hangingPunct="0">
              <a:lnSpc>
                <a:spcPct val="100000"/>
              </a:lnSpc>
              <a:buClrTx/>
            </a:pPr>
            <a:r>
              <a:rPr sz="2925">
                <a:solidFill>
                  <a:schemeClr val="accent1">
                    <a:lumMod val="75000"/>
                  </a:schemeClr>
                </a:solidFill>
                <a:latin typeface="微软雅黑" panose="020B0503020204020204" charset="-122"/>
                <a:sym typeface="+mn-ea"/>
              </a:rPr>
              <a:t>等价类测试</a:t>
            </a:r>
            <a:endParaRPr kumimoji="0" lang="zh-CN" altLang="en-US" sz="2925">
              <a:solidFill>
                <a:schemeClr val="accent1">
                  <a:lumMod val="75000"/>
                </a:schemeClr>
              </a:solidFill>
              <a:latin typeface="微软雅黑" panose="020B0503020204020204" charset="-122"/>
              <a:cs typeface="+mj-cs"/>
            </a:endParaRPr>
          </a:p>
        </p:txBody>
      </p:sp>
      <p:sp>
        <p:nvSpPr>
          <p:cNvPr id="2" name="日期占位符 1"/>
          <p:cNvSpPr>
            <a:spLocks noGrp="1"/>
          </p:cNvSpPr>
          <p:nvPr>
            <p:ph type="dt" sz="half" idx="10"/>
          </p:nvPr>
        </p:nvSpPr>
        <p:spPr/>
        <p:txBody>
          <a:bodyPr/>
          <a:lstStyle/>
          <a:p>
            <a:fld id="{760FBDFE-C587-4B4C-A407-44438C67B59E}" type="datetime1">
              <a:rPr lang="zh-CN" altLang="en-US" smtClean="0"/>
              <a:t>2024/3/12</a:t>
            </a:fld>
            <a:endParaRPr lang="zh-CN" altLang="en-US"/>
          </a:p>
        </p:txBody>
      </p:sp>
      <p:sp>
        <p:nvSpPr>
          <p:cNvPr id="3" name="灯片编号占位符 2"/>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fld id="{49AE70B2-8BF9-45C0-BB95-33D1B9D3A854}" type="slidenum">
              <a:rPr lang="zh-CN" altLang="en-US" smtClean="0"/>
              <a:pPr/>
              <a:t>56</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9880"/>
                                        </p:tgtEl>
                                        <p:attrNameLst>
                                          <p:attrName>style.visibility</p:attrName>
                                        </p:attrNameLst>
                                      </p:cBhvr>
                                      <p:to>
                                        <p:strVal val="visible"/>
                                      </p:to>
                                    </p:set>
                                    <p:anim calcmode="lin" valueType="num">
                                      <p:cBhvr additive="base">
                                        <p:cTn id="7" dur="500" fill="hold"/>
                                        <p:tgtEl>
                                          <p:spTgt spid="249880"/>
                                        </p:tgtEl>
                                        <p:attrNameLst>
                                          <p:attrName>ppt_x</p:attrName>
                                        </p:attrNameLst>
                                      </p:cBhvr>
                                      <p:tavLst>
                                        <p:tav tm="0">
                                          <p:val>
                                            <p:strVal val="#ppt_x"/>
                                          </p:val>
                                        </p:tav>
                                        <p:tav tm="100000">
                                          <p:val>
                                            <p:strVal val="#ppt_x"/>
                                          </p:val>
                                        </p:tav>
                                      </p:tavLst>
                                    </p:anim>
                                    <p:anim calcmode="lin" valueType="num">
                                      <p:cBhvr additive="base">
                                        <p:cTn id="8" dur="500" fill="hold"/>
                                        <p:tgtEl>
                                          <p:spTgt spid="24988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880" grpId="0"/>
    </p:bldLst>
  </p:timing>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2226" name="灯片编号占位符 5"/>
          <p:cNvSpPr txBox="1">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lvl="0" algn="r" eaLnBrk="1" hangingPunct="1"/>
            <a:fld id="{49AE70B2-8BF9-45C0-BB95-33D1B9D3A854}" type="slidenum">
              <a:rPr lang="zh-CN" altLang="en-US" smtClean="0"/>
              <a:pPr lvl="0" algn="r" eaLnBrk="1" hangingPunct="1"/>
              <a:t>57</a:t>
            </a:fld>
            <a:endParaRPr lang="en-US" altLang="zh-CN" sz="900" dirty="0"/>
          </a:p>
        </p:txBody>
      </p:sp>
      <p:sp>
        <p:nvSpPr>
          <p:cNvPr id="52228" name="Rectangle 3"/>
          <p:cNvSpPr>
            <a:spLocks noGrp="1"/>
          </p:cNvSpPr>
          <p:nvPr>
            <p:ph idx="1"/>
          </p:nvPr>
        </p:nvSpPr>
        <p:spPr>
          <a:xfrm>
            <a:off x="1519714" y="1028224"/>
            <a:ext cx="6104573" cy="3786188"/>
          </a:xfrm>
        </p:spPr>
        <p:txBody>
          <a:bodyPr vert="horz" wrap="square" lIns="68580" tIns="34290" rIns="68580" bIns="34290" rtlCol="0" anchor="t" anchorCtr="0">
            <a:normAutofit/>
          </a:bodyPr>
          <a:lstStyle/>
          <a:p>
            <a:pPr marL="0" lvl="1"/>
            <a:r>
              <a:rPr sz="2400" b="1">
                <a:sym typeface="+mn-ea"/>
              </a:rPr>
              <a:t>测试难点</a:t>
            </a:r>
            <a:endParaRPr lang="en-US" altLang="zh-CN" sz="2400" b="1" dirty="0"/>
          </a:p>
          <a:p>
            <a:pPr marL="342900" indent="-342900" algn="just">
              <a:lnSpc>
                <a:spcPct val="135000"/>
              </a:lnSpc>
              <a:buAutoNum type="arabicPeriod"/>
            </a:pPr>
            <a:r>
              <a:rPr lang="zh-CN" altLang="en-US" sz="1500" b="1" dirty="0">
                <a:solidFill>
                  <a:srgbClr val="FF0000"/>
                </a:solidFill>
              </a:rPr>
              <a:t>选择被测对象：</a:t>
            </a:r>
            <a:r>
              <a:rPr lang="zh-CN" altLang="en-US" sz="1500" dirty="0"/>
              <a:t>如何输入域或输出域，以进行后续的等价划分？</a:t>
            </a:r>
          </a:p>
          <a:p>
            <a:pPr marL="342900" indent="-342900" algn="just">
              <a:lnSpc>
                <a:spcPct val="135000"/>
              </a:lnSpc>
              <a:buAutoNum type="arabicPeriod"/>
            </a:pPr>
            <a:r>
              <a:rPr lang="zh-CN" altLang="en-US" sz="1500" b="1" dirty="0">
                <a:solidFill>
                  <a:srgbClr val="FF0000"/>
                </a:solidFill>
              </a:rPr>
              <a:t>等价类划分：</a:t>
            </a:r>
            <a:r>
              <a:rPr lang="zh-CN" altLang="en-US" sz="1500" dirty="0"/>
              <a:t>如何对输入域或输出域划分等价类，确保系统对每个等价类中的所有项采用相同的处理方式。是否存在一般规律？</a:t>
            </a:r>
          </a:p>
          <a:p>
            <a:pPr marL="342900" indent="-342900" algn="just">
              <a:lnSpc>
                <a:spcPct val="135000"/>
              </a:lnSpc>
              <a:buAutoNum type="arabicPeriod"/>
            </a:pPr>
            <a:r>
              <a:rPr lang="zh-CN" altLang="en-US" sz="1500" b="1" dirty="0">
                <a:solidFill>
                  <a:srgbClr val="FF0000"/>
                </a:solidFill>
              </a:rPr>
              <a:t>测试用例设计：</a:t>
            </a:r>
            <a:r>
              <a:rPr lang="zh-CN" altLang="en-US" sz="1500" dirty="0"/>
              <a:t>如何根据划分得到的等价类集合设计测试用例，简单地将所有等价类按照排列组合方式构建测试用例就可以了吗？</a:t>
            </a:r>
          </a:p>
          <a:p>
            <a:pPr marL="342900" indent="-342900" algn="just">
              <a:lnSpc>
                <a:spcPct val="135000"/>
              </a:lnSpc>
              <a:buAutoNum type="arabicPeriod"/>
            </a:pPr>
            <a:r>
              <a:rPr lang="zh-CN" altLang="en-US" sz="1500" b="1" dirty="0">
                <a:solidFill>
                  <a:srgbClr val="FF0000"/>
                </a:solidFill>
              </a:rPr>
              <a:t>理论目标的达成：</a:t>
            </a:r>
            <a:r>
              <a:rPr lang="zh-CN" altLang="en-US" sz="1500" dirty="0"/>
              <a:t>理论上而言，等价类测试可以做到测试的完备和无冗余，实际设计得到的测试用例确实可以保证满足理论目标吗？</a:t>
            </a:r>
          </a:p>
        </p:txBody>
      </p:sp>
      <p:sp>
        <p:nvSpPr>
          <p:cNvPr id="2" name="日期占位符 1"/>
          <p:cNvSpPr>
            <a:spLocks noGrp="1"/>
          </p:cNvSpPr>
          <p:nvPr>
            <p:ph type="dt" sz="half" idx="10"/>
          </p:nvPr>
        </p:nvSpPr>
        <p:spPr/>
        <p:txBody>
          <a:bodyPr/>
          <a:lstStyle/>
          <a:p>
            <a:fld id="{760FBDFE-C587-4B4C-A407-44438C67B59E}" type="datetime1">
              <a:rPr lang="zh-CN" altLang="en-US" smtClean="0"/>
              <a:t>2024/3/12</a:t>
            </a:fld>
            <a:endParaRPr lang="zh-CN" altLang="en-US"/>
          </a:p>
        </p:txBody>
      </p:sp>
      <p:sp>
        <p:nvSpPr>
          <p:cNvPr id="248834" name="Rectangle 2"/>
          <p:cNvSpPr>
            <a:spLocks noGrp="1" noChangeArrowheads="1"/>
          </p:cNvSpPr>
          <p:nvPr>
            <p:ph type="title"/>
            <p:custDataLst>
              <p:tags r:id="rId1"/>
            </p:custDataLst>
          </p:nvPr>
        </p:nvSpPr>
        <p:spPr>
          <a:xfrm>
            <a:off x="1461612" y="303848"/>
            <a:ext cx="5595461" cy="756285"/>
          </a:xfrm>
          <a:noFill/>
          <a:ln>
            <a:noFill/>
          </a:ln>
          <a:extLst>
            <a:ext uri="{909E8E84-426E-40DD-AFC4-6F175D3DCCD1}">
              <a14:hiddenFill xmlns:a14="http://schemas.microsoft.com/office/drawing/2010/main">
                <a:solidFill>
                  <a:srgbClr val="FFCC00"/>
                </a:solidFill>
              </a14:hiddenFill>
            </a:ext>
          </a:extLst>
        </p:spPr>
        <p:txBody>
          <a:bodyPr vert="horz" wrap="square" lIns="68580" tIns="34290" rIns="68580" bIns="34290" numCol="1" rtlCol="0" anchor="ctr" anchorCtr="0" compatLnSpc="1">
            <a:normAutofit/>
          </a:bodyPr>
          <a:lstStyle/>
          <a:p>
            <a:pPr algn="just" eaLnBrk="0" fontAlgn="base" hangingPunct="0">
              <a:lnSpc>
                <a:spcPct val="100000"/>
              </a:lnSpc>
              <a:buClrTx/>
            </a:pPr>
            <a:r>
              <a:rPr sz="2925">
                <a:solidFill>
                  <a:schemeClr val="accent1">
                    <a:lumMod val="75000"/>
                  </a:schemeClr>
                </a:solidFill>
                <a:latin typeface="微软雅黑" panose="020B0503020204020204" charset="-122"/>
                <a:sym typeface="+mn-ea"/>
              </a:rPr>
              <a:t>等价类测试</a:t>
            </a:r>
            <a:endParaRPr kumimoji="0" lang="zh-CN" altLang="en-US" sz="2925">
              <a:solidFill>
                <a:schemeClr val="accent1">
                  <a:lumMod val="75000"/>
                </a:schemeClr>
              </a:solidFill>
              <a:latin typeface="微软雅黑" panose="020B0503020204020204" charset="-122"/>
              <a:cs typeface="+mj-cs"/>
            </a:endParaRP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4274" name="灯片编号占位符 5"/>
          <p:cNvSpPr txBox="1">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lvl="0" algn="r" eaLnBrk="1" hangingPunct="1"/>
            <a:fld id="{49AE70B2-8BF9-45C0-BB95-33D1B9D3A854}" type="slidenum">
              <a:rPr lang="zh-CN" altLang="en-US" smtClean="0"/>
              <a:pPr lvl="0" algn="r" eaLnBrk="1" hangingPunct="1"/>
              <a:t>58</a:t>
            </a:fld>
            <a:endParaRPr lang="en-US" altLang="zh-CN" sz="900" dirty="0"/>
          </a:p>
        </p:txBody>
      </p:sp>
      <p:sp>
        <p:nvSpPr>
          <p:cNvPr id="54276" name="Rectangle 3"/>
          <p:cNvSpPr>
            <a:spLocks noGrp="1"/>
          </p:cNvSpPr>
          <p:nvPr>
            <p:ph idx="1"/>
          </p:nvPr>
        </p:nvSpPr>
        <p:spPr>
          <a:xfrm>
            <a:off x="1519714" y="1044417"/>
            <a:ext cx="6104573" cy="3825716"/>
          </a:xfrm>
        </p:spPr>
        <p:txBody>
          <a:bodyPr vert="horz" wrap="square" lIns="68580" tIns="34290" rIns="68580" bIns="34290" rtlCol="0" anchor="t" anchorCtr="0">
            <a:normAutofit/>
          </a:bodyPr>
          <a:lstStyle/>
          <a:p>
            <a:pPr algn="just" eaLnBrk="1" hangingPunct="1">
              <a:lnSpc>
                <a:spcPct val="130000"/>
              </a:lnSpc>
            </a:pPr>
            <a:r>
              <a:rPr lang="zh-CN" altLang="en-US" sz="2550" b="1" dirty="0"/>
              <a:t>输入域的确定</a:t>
            </a:r>
          </a:p>
          <a:p>
            <a:pPr algn="just" eaLnBrk="1" hangingPunct="1">
              <a:lnSpc>
                <a:spcPct val="110000"/>
              </a:lnSpc>
            </a:pPr>
            <a:r>
              <a:rPr lang="zh-CN" altLang="en-US" b="1" dirty="0"/>
              <a:t>整体输入域：</a:t>
            </a:r>
            <a:endParaRPr lang="en-US" altLang="zh-CN" b="1" dirty="0"/>
          </a:p>
          <a:p>
            <a:pPr lvl="1" algn="just" eaLnBrk="1" hangingPunct="1">
              <a:lnSpc>
                <a:spcPct val="120000"/>
              </a:lnSpc>
            </a:pPr>
            <a:r>
              <a:rPr lang="zh-CN" altLang="en-US" dirty="0"/>
              <a:t>根据被测对象的特性，针对整体输入域进行等价划分。</a:t>
            </a:r>
            <a:endParaRPr lang="en-US" altLang="zh-CN" dirty="0"/>
          </a:p>
          <a:p>
            <a:pPr algn="just" eaLnBrk="1" hangingPunct="1">
              <a:lnSpc>
                <a:spcPct val="120000"/>
              </a:lnSpc>
            </a:pPr>
            <a:r>
              <a:rPr lang="zh-CN" altLang="en-US" b="1" dirty="0"/>
              <a:t>个体输入域：</a:t>
            </a:r>
            <a:endParaRPr lang="en-US" altLang="zh-CN" b="1" dirty="0"/>
          </a:p>
          <a:p>
            <a:pPr lvl="1" algn="just" eaLnBrk="1" hangingPunct="1">
              <a:lnSpc>
                <a:spcPct val="120000"/>
              </a:lnSpc>
            </a:pPr>
            <a:r>
              <a:rPr lang="zh-CN" altLang="en-US" dirty="0"/>
              <a:t>将整体输入域拆分成由各个输入条件分别构成的个体输入域进行等价划分。</a:t>
            </a:r>
          </a:p>
          <a:p>
            <a:pPr lvl="1" algn="just" eaLnBrk="1" hangingPunct="1">
              <a:lnSpc>
                <a:spcPct val="120000"/>
              </a:lnSpc>
            </a:pPr>
            <a:r>
              <a:rPr lang="zh-CN" altLang="en-US" dirty="0"/>
              <a:t>对每个输入条件的输入域划分各自的有效等价类和无效等价类，遵循</a:t>
            </a:r>
            <a:r>
              <a:rPr lang="zh-CN" altLang="en-US" b="1" dirty="0">
                <a:solidFill>
                  <a:srgbClr val="FF0000"/>
                </a:solidFill>
              </a:rPr>
              <a:t>独立性假设（即相互独立、不相互影响，不具有相互依赖关系）</a:t>
            </a:r>
            <a:r>
              <a:rPr lang="zh-CN" altLang="en-US" dirty="0"/>
              <a:t>。</a:t>
            </a:r>
          </a:p>
        </p:txBody>
      </p:sp>
      <p:sp>
        <p:nvSpPr>
          <p:cNvPr id="248834" name="Rectangle 2"/>
          <p:cNvSpPr>
            <a:spLocks noGrp="1" noChangeArrowheads="1"/>
          </p:cNvSpPr>
          <p:nvPr>
            <p:ph type="title"/>
            <p:custDataLst>
              <p:tags r:id="rId1"/>
            </p:custDataLst>
          </p:nvPr>
        </p:nvSpPr>
        <p:spPr>
          <a:xfrm>
            <a:off x="1461612" y="303848"/>
            <a:ext cx="5595461" cy="756285"/>
          </a:xfrm>
          <a:noFill/>
          <a:ln>
            <a:noFill/>
          </a:ln>
          <a:extLst>
            <a:ext uri="{909E8E84-426E-40DD-AFC4-6F175D3DCCD1}">
              <a14:hiddenFill xmlns:a14="http://schemas.microsoft.com/office/drawing/2010/main">
                <a:solidFill>
                  <a:srgbClr val="FFCC00"/>
                </a:solidFill>
              </a14:hiddenFill>
            </a:ext>
          </a:extLst>
        </p:spPr>
        <p:txBody>
          <a:bodyPr vert="horz" wrap="square" lIns="68580" tIns="34290" rIns="68580" bIns="34290" numCol="1" rtlCol="0" anchor="ctr" anchorCtr="0" compatLnSpc="1">
            <a:normAutofit/>
          </a:bodyPr>
          <a:lstStyle/>
          <a:p>
            <a:pPr algn="just" eaLnBrk="0" fontAlgn="base" hangingPunct="0">
              <a:lnSpc>
                <a:spcPct val="100000"/>
              </a:lnSpc>
              <a:buClrTx/>
            </a:pPr>
            <a:r>
              <a:rPr sz="2925">
                <a:solidFill>
                  <a:schemeClr val="accent1">
                    <a:lumMod val="75000"/>
                  </a:schemeClr>
                </a:solidFill>
                <a:latin typeface="微软雅黑" panose="020B0503020204020204" charset="-122"/>
                <a:sym typeface="+mn-ea"/>
              </a:rPr>
              <a:t>等价类测试</a:t>
            </a:r>
            <a:endParaRPr kumimoji="0" lang="zh-CN" altLang="en-US" sz="2925">
              <a:solidFill>
                <a:schemeClr val="accent1">
                  <a:lumMod val="75000"/>
                </a:schemeClr>
              </a:solidFill>
              <a:latin typeface="微软雅黑" panose="020B0503020204020204" charset="-122"/>
              <a:cs typeface="+mj-cs"/>
            </a:endParaRPr>
          </a:p>
        </p:txBody>
      </p:sp>
      <p:sp>
        <p:nvSpPr>
          <p:cNvPr id="3" name="日期占位符 2"/>
          <p:cNvSpPr>
            <a:spLocks noGrp="1"/>
          </p:cNvSpPr>
          <p:nvPr>
            <p:ph type="dt" sz="half" idx="10"/>
          </p:nvPr>
        </p:nvSpPr>
        <p:spPr/>
        <p:txBody>
          <a:bodyPr/>
          <a:lstStyle/>
          <a:p>
            <a:fld id="{760FBDFE-C587-4B4C-A407-44438C67B59E}" type="datetime1">
              <a:rPr lang="zh-CN" altLang="en-US" smtClean="0"/>
              <a:t>2024/3/12</a:t>
            </a:fld>
            <a:endParaRPr lang="zh-CN" altLang="en-US"/>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1909" name="Text Box 5"/>
          <p:cNvSpPr txBox="1"/>
          <p:nvPr>
            <p:custDataLst>
              <p:tags r:id="rId1"/>
            </p:custDataLst>
          </p:nvPr>
        </p:nvSpPr>
        <p:spPr>
          <a:xfrm>
            <a:off x="1451134" y="1221582"/>
            <a:ext cx="6231255" cy="669607"/>
          </a:xfrm>
          <a:prstGeom prst="rect">
            <a:avLst/>
          </a:prstGeom>
          <a:noFill/>
          <a:ln w="9525">
            <a:noFill/>
          </a:ln>
        </p:spPr>
        <p:txBody>
          <a:bodyPr wrap="square" lIns="0" tIns="0" rIns="0" bIns="0" anchor="t" anchorCtr="1">
            <a:spAutoFit/>
          </a:bodyPr>
          <a:lstStyle/>
          <a:p>
            <a:pPr marL="0" lvl="1" indent="-385763">
              <a:lnSpc>
                <a:spcPct val="120000"/>
              </a:lnSpc>
              <a:spcBef>
                <a:spcPct val="50000"/>
              </a:spcBef>
              <a:buFont typeface="Arial" panose="020B0604020202020204" pitchFamily="34" charset="0"/>
              <a:buChar char="•"/>
            </a:pPr>
            <a:r>
              <a:rPr lang="zh-CN" altLang="en-US" sz="1950" b="1" u="sng" dirty="0">
                <a:solidFill>
                  <a:srgbClr val="FF0000"/>
                </a:solidFill>
                <a:latin typeface="微软雅黑" panose="020B0503020204020204" charset="-122"/>
                <a:ea typeface="微软雅黑" panose="020B0503020204020204" charset="-122"/>
              </a:rPr>
              <a:t>有效等价类</a:t>
            </a:r>
            <a:r>
              <a:rPr lang="zh-CN" altLang="en-US" sz="1950" b="1" dirty="0">
                <a:solidFill>
                  <a:srgbClr val="FF0000"/>
                </a:solidFill>
                <a:latin typeface="微软雅黑" panose="020B0503020204020204" charset="-122"/>
                <a:ea typeface="微软雅黑" panose="020B0503020204020204" charset="-122"/>
              </a:rPr>
              <a:t>：</a:t>
            </a:r>
            <a:r>
              <a:rPr lang="zh-CN" altLang="en-US" dirty="0">
                <a:solidFill>
                  <a:schemeClr val="dk1"/>
                </a:solidFill>
                <a:latin typeface="微软雅黑" panose="020B0503020204020204" charset="-122"/>
                <a:ea typeface="微软雅黑" panose="020B0503020204020204" charset="-122"/>
              </a:rPr>
              <a:t>对于程序的规格说明而言，合理的、有意义的输入数据构成的集合，</a:t>
            </a:r>
            <a:r>
              <a:rPr lang="zh-CN" altLang="en-US" b="1" kern="0" dirty="0">
                <a:sym typeface="+mn-ea"/>
              </a:rPr>
              <a:t>即被测对象能接受的数据。</a:t>
            </a:r>
            <a:endParaRPr lang="zh-CN" altLang="en-US" dirty="0">
              <a:solidFill>
                <a:schemeClr val="dk1"/>
              </a:solidFill>
              <a:latin typeface="微软雅黑" panose="020B0503020204020204" charset="-122"/>
              <a:ea typeface="微软雅黑" panose="020B0503020204020204" charset="-122"/>
            </a:endParaRPr>
          </a:p>
        </p:txBody>
      </p:sp>
      <p:sp>
        <p:nvSpPr>
          <p:cNvPr id="251910" name="Text Box 6"/>
          <p:cNvSpPr txBox="1"/>
          <p:nvPr>
            <p:custDataLst>
              <p:tags r:id="rId2"/>
            </p:custDataLst>
          </p:nvPr>
        </p:nvSpPr>
        <p:spPr>
          <a:xfrm>
            <a:off x="1547337" y="2738438"/>
            <a:ext cx="6179344" cy="669607"/>
          </a:xfrm>
          <a:prstGeom prst="rect">
            <a:avLst/>
          </a:prstGeom>
          <a:noFill/>
          <a:ln w="9525">
            <a:noFill/>
          </a:ln>
        </p:spPr>
        <p:txBody>
          <a:bodyPr wrap="square" lIns="0" tIns="0" rIns="0" bIns="0" anchor="t" anchorCtr="1">
            <a:spAutoFit/>
          </a:bodyPr>
          <a:lstStyle/>
          <a:p>
            <a:pPr marL="385763" indent="-385763" algn="just">
              <a:lnSpc>
                <a:spcPct val="120000"/>
              </a:lnSpc>
              <a:spcBef>
                <a:spcPct val="50000"/>
              </a:spcBef>
              <a:buFont typeface="Arial" panose="020B0604020202020204" pitchFamily="34" charset="0"/>
              <a:buChar char="•"/>
            </a:pPr>
            <a:r>
              <a:rPr lang="zh-CN" altLang="en-US" sz="1950" b="1" u="sng" dirty="0">
                <a:solidFill>
                  <a:srgbClr val="FF0000"/>
                </a:solidFill>
                <a:latin typeface="微软雅黑" panose="020B0503020204020204" charset="-122"/>
                <a:ea typeface="微软雅黑" panose="020B0503020204020204" charset="-122"/>
              </a:rPr>
              <a:t>无效等价类</a:t>
            </a:r>
            <a:r>
              <a:rPr lang="zh-CN" altLang="en-US" sz="1950" b="1" dirty="0">
                <a:solidFill>
                  <a:srgbClr val="FF0000"/>
                </a:solidFill>
                <a:latin typeface="微软雅黑" panose="020B0503020204020204" charset="-122"/>
                <a:ea typeface="微软雅黑" panose="020B0503020204020204" charset="-122"/>
              </a:rPr>
              <a:t>：</a:t>
            </a:r>
            <a:r>
              <a:rPr lang="zh-CN" altLang="en-US" dirty="0">
                <a:solidFill>
                  <a:schemeClr val="dk1"/>
                </a:solidFill>
                <a:latin typeface="微软雅黑" panose="020B0503020204020204" charset="-122"/>
                <a:ea typeface="微软雅黑" panose="020B0503020204020204" charset="-122"/>
              </a:rPr>
              <a:t>对于程序的规格说明而言，不合理的、无意义的输入数据构成的集合，</a:t>
            </a:r>
            <a:r>
              <a:rPr lang="zh-CN" altLang="en-US" b="1" kern="0" dirty="0">
                <a:sym typeface="+mn-ea"/>
              </a:rPr>
              <a:t>即被测对象不能接受的数据。</a:t>
            </a:r>
            <a:endParaRPr lang="zh-CN" altLang="en-US" dirty="0">
              <a:solidFill>
                <a:schemeClr val="dk1"/>
              </a:solidFill>
              <a:latin typeface="微软雅黑" panose="020B0503020204020204" charset="-122"/>
              <a:ea typeface="微软雅黑" panose="020B0503020204020204" charset="-122"/>
            </a:endParaRPr>
          </a:p>
        </p:txBody>
      </p:sp>
      <p:sp>
        <p:nvSpPr>
          <p:cNvPr id="251911" name="Text Box 7"/>
          <p:cNvSpPr txBox="1"/>
          <p:nvPr>
            <p:custDataLst>
              <p:tags r:id="rId3"/>
            </p:custDataLst>
          </p:nvPr>
        </p:nvSpPr>
        <p:spPr>
          <a:xfrm>
            <a:off x="1678305" y="1901666"/>
            <a:ext cx="5965508" cy="708014"/>
          </a:xfrm>
          <a:prstGeom prst="rect">
            <a:avLst/>
          </a:prstGeom>
          <a:solidFill>
            <a:srgbClr val="000000">
              <a:alpha val="0"/>
            </a:srgbClr>
          </a:solidFill>
          <a:ln w="9525">
            <a:solidFill>
              <a:srgbClr val="000000">
                <a:alpha val="0"/>
              </a:srgbClr>
            </a:solidFill>
          </a:ln>
        </p:spPr>
        <p:txBody>
          <a:bodyPr wrap="square" lIns="0" tIns="0" rIns="0" bIns="0" anchor="t" anchorCtr="1">
            <a:spAutoFit/>
          </a:bodyPr>
          <a:lstStyle/>
          <a:p>
            <a:pPr marL="0" lvl="1" indent="-257175">
              <a:lnSpc>
                <a:spcPct val="140000"/>
              </a:lnSpc>
              <a:spcBef>
                <a:spcPct val="50000"/>
              </a:spcBef>
              <a:buFont typeface="Wingdings" panose="05000000000000000000" charset="0"/>
              <a:buChar char="ü"/>
            </a:pPr>
            <a:r>
              <a:rPr lang="en-US" altLang="zh-CN" sz="1725" dirty="0">
                <a:latin typeface="微软雅黑" panose="020B0503020204020204" charset="-122"/>
                <a:ea typeface="微软雅黑" panose="020B0503020204020204" charset="-122"/>
                <a:cs typeface="微软雅黑" panose="020B0503020204020204" charset="-122"/>
              </a:rPr>
              <a:t> </a:t>
            </a:r>
            <a:r>
              <a:rPr lang="zh-CN" altLang="en-US" sz="1725" dirty="0">
                <a:latin typeface="微软雅黑" panose="020B0503020204020204" charset="-122"/>
                <a:ea typeface="微软雅黑" panose="020B0503020204020204" charset="-122"/>
                <a:cs typeface="微软雅黑" panose="020B0503020204020204" charset="-122"/>
              </a:rPr>
              <a:t>用于检验程序是否实现了规格说明预先规定的性能和功能。</a:t>
            </a:r>
            <a:r>
              <a:rPr lang="zh-CN" altLang="en-US" sz="1725" b="1" kern="0" dirty="0">
                <a:sym typeface="+mn-ea"/>
              </a:rPr>
              <a:t>用于考查软件的正常工作能力。</a:t>
            </a:r>
            <a:endParaRPr lang="en-US" altLang="zh-CN" sz="1725" dirty="0">
              <a:latin typeface="微软雅黑" panose="020B0503020204020204" charset="-122"/>
              <a:ea typeface="微软雅黑" panose="020B0503020204020204" charset="-122"/>
              <a:cs typeface="微软雅黑" panose="020B0503020204020204" charset="-122"/>
            </a:endParaRPr>
          </a:p>
        </p:txBody>
      </p:sp>
      <p:sp>
        <p:nvSpPr>
          <p:cNvPr id="251912" name="Text Box 8"/>
          <p:cNvSpPr txBox="1"/>
          <p:nvPr>
            <p:custDataLst>
              <p:tags r:id="rId4"/>
            </p:custDataLst>
          </p:nvPr>
        </p:nvSpPr>
        <p:spPr>
          <a:xfrm>
            <a:off x="1678305" y="3429476"/>
            <a:ext cx="6004084" cy="708014"/>
          </a:xfrm>
          <a:prstGeom prst="rect">
            <a:avLst/>
          </a:prstGeom>
          <a:solidFill>
            <a:srgbClr val="000000">
              <a:alpha val="0"/>
            </a:srgbClr>
          </a:solidFill>
          <a:ln w="9525">
            <a:solidFill>
              <a:srgbClr val="000000">
                <a:alpha val="0"/>
              </a:srgbClr>
            </a:solidFill>
          </a:ln>
        </p:spPr>
        <p:txBody>
          <a:bodyPr wrap="square" lIns="0" tIns="0" rIns="0" bIns="0" anchor="t" anchorCtr="1">
            <a:spAutoFit/>
          </a:bodyPr>
          <a:lstStyle/>
          <a:p>
            <a:pPr marL="257175" indent="-257175" algn="just">
              <a:lnSpc>
                <a:spcPct val="140000"/>
              </a:lnSpc>
              <a:spcBef>
                <a:spcPct val="50000"/>
              </a:spcBef>
              <a:buFont typeface="Wingdings" panose="05000000000000000000" charset="0"/>
              <a:buChar char="ü"/>
            </a:pPr>
            <a:r>
              <a:rPr lang="en-US" altLang="zh-CN" sz="1725" dirty="0">
                <a:latin typeface="微软雅黑" panose="020B0503020204020204" charset="-122"/>
                <a:ea typeface="微软雅黑" panose="020B0503020204020204" charset="-122"/>
                <a:cs typeface="微软雅黑" panose="020B0503020204020204" charset="-122"/>
              </a:rPr>
              <a:t> </a:t>
            </a:r>
            <a:r>
              <a:rPr lang="zh-CN" altLang="en-US" sz="1725" dirty="0">
                <a:latin typeface="微软雅黑" panose="020B0503020204020204" charset="-122"/>
                <a:ea typeface="微软雅黑" panose="020B0503020204020204" charset="-122"/>
                <a:cs typeface="微软雅黑" panose="020B0503020204020204" charset="-122"/>
              </a:rPr>
              <a:t>用于检查程序中功能和性能的实现是否不符合规格说明要求</a:t>
            </a:r>
            <a:r>
              <a:rPr lang="en-US" altLang="zh-CN" sz="1725" dirty="0">
                <a:latin typeface="微软雅黑" panose="020B0503020204020204" charset="-122"/>
                <a:ea typeface="微软雅黑" panose="020B0503020204020204" charset="-122"/>
                <a:cs typeface="微软雅黑" panose="020B0503020204020204" charset="-122"/>
              </a:rPr>
              <a:t>(</a:t>
            </a:r>
            <a:r>
              <a:rPr lang="zh-CN" altLang="en-US" sz="1725" dirty="0">
                <a:latin typeface="微软雅黑" panose="020B0503020204020204" charset="-122"/>
                <a:ea typeface="微软雅黑" panose="020B0503020204020204" charset="-122"/>
                <a:cs typeface="微软雅黑" panose="020B0503020204020204" charset="-122"/>
              </a:rPr>
              <a:t>检验程序对无效数据的处理</a:t>
            </a:r>
            <a:r>
              <a:rPr lang="en-US" altLang="zh-CN" sz="1725" dirty="0">
                <a:latin typeface="微软雅黑" panose="020B0503020204020204" charset="-122"/>
                <a:ea typeface="微软雅黑" panose="020B0503020204020204" charset="-122"/>
                <a:cs typeface="微软雅黑" panose="020B0503020204020204" charset="-122"/>
              </a:rPr>
              <a:t>)</a:t>
            </a:r>
            <a:r>
              <a:rPr lang="zh-CN" altLang="en-US" sz="1725" dirty="0">
                <a:latin typeface="微软雅黑" panose="020B0503020204020204" charset="-122"/>
                <a:ea typeface="微软雅黑" panose="020B0503020204020204" charset="-122"/>
                <a:cs typeface="微软雅黑" panose="020B0503020204020204" charset="-122"/>
              </a:rPr>
              <a:t>。</a:t>
            </a:r>
            <a:r>
              <a:rPr lang="zh-CN" altLang="en-US" sz="1725" b="1" kern="0" dirty="0">
                <a:sym typeface="+mn-ea"/>
              </a:rPr>
              <a:t>用于考查软件的容错能力。</a:t>
            </a:r>
            <a:endParaRPr lang="zh-CN" altLang="en-US" sz="1725" dirty="0">
              <a:latin typeface="微软雅黑" panose="020B0503020204020204" charset="-122"/>
              <a:ea typeface="微软雅黑" panose="020B0503020204020204" charset="-122"/>
              <a:cs typeface="微软雅黑" panose="020B0503020204020204" charset="-122"/>
            </a:endParaRPr>
          </a:p>
        </p:txBody>
      </p:sp>
      <p:sp>
        <p:nvSpPr>
          <p:cNvPr id="251913" name="Text Box 9"/>
          <p:cNvSpPr txBox="1"/>
          <p:nvPr>
            <p:custDataLst>
              <p:tags r:id="rId5"/>
            </p:custDataLst>
          </p:nvPr>
        </p:nvSpPr>
        <p:spPr>
          <a:xfrm>
            <a:off x="1451610" y="4300061"/>
            <a:ext cx="6231255" cy="33623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t" anchorCtr="1">
            <a:noAutofit/>
          </a:bodyPr>
          <a:lstStyle/>
          <a:p>
            <a:pPr algn="ctr">
              <a:lnSpc>
                <a:spcPct val="120000"/>
              </a:lnSpc>
              <a:spcBef>
                <a:spcPct val="50000"/>
              </a:spcBef>
              <a:buFont typeface="Wingdings" panose="05000000000000000000" pitchFamily="2" charset="2"/>
            </a:pPr>
            <a:r>
              <a:rPr lang="zh-CN" altLang="en-US" sz="1500" b="1" dirty="0">
                <a:solidFill>
                  <a:schemeClr val="dk1"/>
                </a:solidFill>
                <a:latin typeface="微软雅黑" panose="020B0503020204020204" charset="-122"/>
                <a:ea typeface="微软雅黑" panose="020B0503020204020204" charset="-122"/>
              </a:rPr>
              <a:t>不能仅接受合理数据，还要经受意外的考验，接受无效或不合理的数据。</a:t>
            </a:r>
          </a:p>
        </p:txBody>
      </p:sp>
      <p:sp>
        <p:nvSpPr>
          <p:cNvPr id="252930" name="Rectangle 2"/>
          <p:cNvSpPr>
            <a:spLocks noGrp="1" noChangeArrowheads="1"/>
          </p:cNvSpPr>
          <p:nvPr>
            <p:ph type="title"/>
          </p:nvPr>
        </p:nvSpPr>
        <p:spPr>
          <a:xfrm>
            <a:off x="1350645" y="303848"/>
            <a:ext cx="5706428" cy="756285"/>
          </a:xfrm>
          <a:noFill/>
          <a:ln>
            <a:noFill/>
          </a:ln>
          <a:extLst>
            <a:ext uri="{909E8E84-426E-40DD-AFC4-6F175D3DCCD1}">
              <a14:hiddenFill xmlns:a14="http://schemas.microsoft.com/office/drawing/2010/main">
                <a:solidFill>
                  <a:srgbClr val="FFCC00"/>
                </a:solidFill>
              </a14:hiddenFill>
            </a:ext>
          </a:extLst>
        </p:spPr>
        <p:txBody>
          <a:bodyPr vert="horz" wrap="square" lIns="68580" tIns="34290" rIns="68580" bIns="34290" numCol="1" rtlCol="0" anchor="ctr" anchorCtr="0" compatLnSpc="1">
            <a:normAutofit/>
          </a:bodyPr>
          <a:lstStyle/>
          <a:p>
            <a:pPr algn="just" eaLnBrk="0" fontAlgn="base" hangingPunct="0">
              <a:lnSpc>
                <a:spcPct val="100000"/>
              </a:lnSpc>
              <a:buClrTx/>
            </a:pPr>
            <a:r>
              <a:rPr kumimoji="0" lang="zh-CN" altLang="en-US" sz="2925">
                <a:solidFill>
                  <a:schemeClr val="accent1">
                    <a:lumMod val="75000"/>
                  </a:schemeClr>
                </a:solidFill>
                <a:latin typeface="微软雅黑" panose="020B0503020204020204" charset="-122"/>
                <a:cs typeface="+mj-cs"/>
              </a:rPr>
              <a:t>确定有效等价类和无效等价类</a:t>
            </a:r>
          </a:p>
        </p:txBody>
      </p:sp>
      <p:sp>
        <p:nvSpPr>
          <p:cNvPr id="2" name="日期占位符 1"/>
          <p:cNvSpPr>
            <a:spLocks noGrp="1"/>
          </p:cNvSpPr>
          <p:nvPr>
            <p:ph type="dt" sz="half" idx="10"/>
          </p:nvPr>
        </p:nvSpPr>
        <p:spPr/>
        <p:txBody>
          <a:bodyPr/>
          <a:lstStyle/>
          <a:p>
            <a:fld id="{760FBDFE-C587-4B4C-A407-44438C67B59E}" type="datetime1">
              <a:rPr lang="zh-CN" altLang="en-US" smtClean="0"/>
              <a:t>2024/3/12</a:t>
            </a:fld>
            <a:endParaRPr lang="zh-CN" altLang="en-US"/>
          </a:p>
        </p:txBody>
      </p:sp>
      <p:sp>
        <p:nvSpPr>
          <p:cNvPr id="3" name="灯片编号占位符 2"/>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fld id="{49AE70B2-8BF9-45C0-BB95-33D1B9D3A854}" type="slidenum">
              <a:rPr lang="zh-CN" altLang="en-US" smtClean="0"/>
              <a:pPr/>
              <a:t>59</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51909"/>
                                        </p:tgtEl>
                                        <p:attrNameLst>
                                          <p:attrName>style.visibility</p:attrName>
                                        </p:attrNameLst>
                                      </p:cBhvr>
                                      <p:to>
                                        <p:strVal val="visible"/>
                                      </p:to>
                                    </p:set>
                                    <p:anim calcmode="lin" valueType="num">
                                      <p:cBhvr additive="base">
                                        <p:cTn id="7" dur="500" fill="hold"/>
                                        <p:tgtEl>
                                          <p:spTgt spid="251909"/>
                                        </p:tgtEl>
                                        <p:attrNameLst>
                                          <p:attrName>ppt_x</p:attrName>
                                        </p:attrNameLst>
                                      </p:cBhvr>
                                      <p:tavLst>
                                        <p:tav tm="0">
                                          <p:val>
                                            <p:strVal val="0-#ppt_w/2"/>
                                          </p:val>
                                        </p:tav>
                                        <p:tav tm="100000">
                                          <p:val>
                                            <p:strVal val="#ppt_x"/>
                                          </p:val>
                                        </p:tav>
                                      </p:tavLst>
                                    </p:anim>
                                    <p:anim calcmode="lin" valueType="num">
                                      <p:cBhvr additive="base">
                                        <p:cTn id="8" dur="500" fill="hold"/>
                                        <p:tgtEl>
                                          <p:spTgt spid="251909"/>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251910"/>
                                        </p:tgtEl>
                                        <p:attrNameLst>
                                          <p:attrName>style.visibility</p:attrName>
                                        </p:attrNameLst>
                                      </p:cBhvr>
                                      <p:to>
                                        <p:strVal val="visible"/>
                                      </p:to>
                                    </p:set>
                                    <p:anim calcmode="lin" valueType="num">
                                      <p:cBhvr additive="base">
                                        <p:cTn id="12" dur="500" fill="hold"/>
                                        <p:tgtEl>
                                          <p:spTgt spid="251910"/>
                                        </p:tgtEl>
                                        <p:attrNameLst>
                                          <p:attrName>ppt_x</p:attrName>
                                        </p:attrNameLst>
                                      </p:cBhvr>
                                      <p:tavLst>
                                        <p:tav tm="0">
                                          <p:val>
                                            <p:strVal val="0-#ppt_w/2"/>
                                          </p:val>
                                        </p:tav>
                                        <p:tav tm="100000">
                                          <p:val>
                                            <p:strVal val="#ppt_x"/>
                                          </p:val>
                                        </p:tav>
                                      </p:tavLst>
                                    </p:anim>
                                    <p:anim calcmode="lin" valueType="num">
                                      <p:cBhvr additive="base">
                                        <p:cTn id="13" dur="500" fill="hold"/>
                                        <p:tgtEl>
                                          <p:spTgt spid="251910"/>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251911"/>
                                        </p:tgtEl>
                                        <p:attrNameLst>
                                          <p:attrName>style.visibility</p:attrName>
                                        </p:attrNameLst>
                                      </p:cBhvr>
                                      <p:to>
                                        <p:strVal val="visible"/>
                                      </p:to>
                                    </p:set>
                                    <p:animEffect transition="in" filter="dissolve">
                                      <p:cBhvr>
                                        <p:cTn id="18" dur="500"/>
                                        <p:tgtEl>
                                          <p:spTgt spid="251911"/>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251912"/>
                                        </p:tgtEl>
                                        <p:attrNameLst>
                                          <p:attrName>style.visibility</p:attrName>
                                        </p:attrNameLst>
                                      </p:cBhvr>
                                      <p:to>
                                        <p:strVal val="visible"/>
                                      </p:to>
                                    </p:set>
                                    <p:animEffect transition="in" filter="dissolve">
                                      <p:cBhvr>
                                        <p:cTn id="23" dur="500"/>
                                        <p:tgtEl>
                                          <p:spTgt spid="251912"/>
                                        </p:tgtEl>
                                      </p:cBhvr>
                                    </p:animEffect>
                                  </p:childTnLst>
                                </p:cTn>
                              </p:par>
                            </p:childTnLst>
                          </p:cTn>
                        </p:par>
                        <p:par>
                          <p:cTn id="24" fill="hold">
                            <p:stCondLst>
                              <p:cond delay="500"/>
                            </p:stCondLst>
                            <p:childTnLst>
                              <p:par>
                                <p:cTn id="25" presetID="9" presetClass="entr" presetSubtype="0" fill="hold" grpId="0" nodeType="afterEffect">
                                  <p:stCondLst>
                                    <p:cond delay="0"/>
                                  </p:stCondLst>
                                  <p:childTnLst>
                                    <p:set>
                                      <p:cBhvr>
                                        <p:cTn id="26" dur="1" fill="hold">
                                          <p:stCondLst>
                                            <p:cond delay="0"/>
                                          </p:stCondLst>
                                        </p:cTn>
                                        <p:tgtEl>
                                          <p:spTgt spid="251913"/>
                                        </p:tgtEl>
                                        <p:attrNameLst>
                                          <p:attrName>style.visibility</p:attrName>
                                        </p:attrNameLst>
                                      </p:cBhvr>
                                      <p:to>
                                        <p:strVal val="visible"/>
                                      </p:to>
                                    </p:set>
                                    <p:animEffect transition="in" filter="dissolve">
                                      <p:cBhvr>
                                        <p:cTn id="27" dur="500"/>
                                        <p:tgtEl>
                                          <p:spTgt spid="2519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909" grpId="0"/>
      <p:bldP spid="251910" grpId="0"/>
      <p:bldP spid="251911" grpId="0" bldLvl="0" animBg="1"/>
      <p:bldP spid="251912" grpId="0" bldLvl="0" animBg="1"/>
      <p:bldP spid="251913" grpId="0" bldLvl="0" animBg="1"/>
    </p:bldLst>
  </p:timing>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2930" name="Rectangle 2"/>
          <p:cNvSpPr>
            <a:spLocks noGrp="1" noChangeArrowheads="1"/>
          </p:cNvSpPr>
          <p:nvPr>
            <p:ph type="title"/>
          </p:nvPr>
        </p:nvSpPr>
        <p:spPr>
          <a:xfrm>
            <a:off x="1350645" y="303848"/>
            <a:ext cx="5706428" cy="756285"/>
          </a:xfrm>
          <a:noFill/>
          <a:ln>
            <a:noFill/>
          </a:ln>
          <a:extLst>
            <a:ext uri="{909E8E84-426E-40DD-AFC4-6F175D3DCCD1}">
              <a14:hiddenFill xmlns:a14="http://schemas.microsoft.com/office/drawing/2010/main">
                <a:solidFill>
                  <a:srgbClr val="FFCC00"/>
                </a:solidFill>
              </a14:hiddenFill>
            </a:ext>
          </a:extLst>
        </p:spPr>
        <p:txBody>
          <a:bodyPr vert="horz" wrap="square" lIns="68580" tIns="34290" rIns="68580" bIns="34290" numCol="1" rtlCol="0" anchor="ctr" anchorCtr="0" compatLnSpc="1">
            <a:normAutofit/>
          </a:bodyPr>
          <a:lstStyle/>
          <a:p>
            <a:pPr algn="just" eaLnBrk="0" fontAlgn="base" hangingPunct="0">
              <a:lnSpc>
                <a:spcPct val="100000"/>
              </a:lnSpc>
              <a:buClrTx/>
            </a:pPr>
            <a:r>
              <a:rPr kumimoji="0" lang="zh-CN" altLang="en-US" sz="2925">
                <a:solidFill>
                  <a:schemeClr val="accent1">
                    <a:lumMod val="75000"/>
                  </a:schemeClr>
                </a:solidFill>
                <a:latin typeface="微软雅黑" panose="020B0503020204020204" charset="-122"/>
                <a:cs typeface="+mj-cs"/>
              </a:rPr>
              <a:t>划分等价类的一般原则</a:t>
            </a:r>
          </a:p>
        </p:txBody>
      </p:sp>
      <p:sp>
        <p:nvSpPr>
          <p:cNvPr id="16388" name="Rectangle 4"/>
          <p:cNvSpPr>
            <a:spLocks noGrp="1"/>
          </p:cNvSpPr>
          <p:nvPr>
            <p:ph idx="1"/>
            <p:custDataLst>
              <p:tags r:id="rId1"/>
            </p:custDataLst>
          </p:nvPr>
        </p:nvSpPr>
        <p:spPr>
          <a:xfrm>
            <a:off x="1658779" y="1221344"/>
            <a:ext cx="5724525" cy="800100"/>
          </a:xfrm>
        </p:spPr>
        <p:txBody>
          <a:bodyPr vert="horz" wrap="square" lIns="68580" tIns="34290" rIns="68580" bIns="34290" rtlCol="0" anchor="t" anchorCtr="0">
            <a:normAutofit fontScale="92500"/>
          </a:bodyPr>
          <a:lstStyle/>
          <a:p>
            <a:pPr marL="0" indent="0">
              <a:lnSpc>
                <a:spcPct val="130000"/>
              </a:lnSpc>
              <a:buNone/>
            </a:pPr>
            <a:r>
              <a:rPr lang="en-US" altLang="zh-CN" b="1" dirty="0">
                <a:solidFill>
                  <a:schemeClr val="dk1"/>
                </a:solidFill>
                <a:latin typeface="微软雅黑" panose="020B0503020204020204" charset="-122"/>
                <a:cs typeface="微软雅黑" panose="020B0503020204020204" charset="-122"/>
              </a:rPr>
              <a:t>1.</a:t>
            </a:r>
            <a:r>
              <a:rPr lang="zh-CN" altLang="en-US" b="1" dirty="0">
                <a:solidFill>
                  <a:schemeClr val="dk1"/>
                </a:solidFill>
                <a:latin typeface="微软雅黑" panose="020B0503020204020204" charset="-122"/>
                <a:cs typeface="微软雅黑" panose="020B0503020204020204" charset="-122"/>
              </a:rPr>
              <a:t>若输入条件规定了取值范围或值的个数，则可确立一个有效等价类和两个无效等价类。</a:t>
            </a:r>
          </a:p>
        </p:txBody>
      </p:sp>
      <p:sp>
        <p:nvSpPr>
          <p:cNvPr id="252933" name="Rectangle 5"/>
          <p:cNvSpPr/>
          <p:nvPr/>
        </p:nvSpPr>
        <p:spPr>
          <a:xfrm>
            <a:off x="1801654" y="2139315"/>
            <a:ext cx="5775008" cy="664369"/>
          </a:xfrm>
          <a:prstGeom prst="rect">
            <a:avLst/>
          </a:prstGeom>
          <a:noFill/>
          <a:ln w="9525">
            <a:noFill/>
          </a:ln>
        </p:spPr>
        <p:txBody>
          <a:bodyPr/>
          <a:lstStyle/>
          <a:p>
            <a:pPr marL="257175" indent="-257175">
              <a:lnSpc>
                <a:spcPct val="130000"/>
              </a:lnSpc>
              <a:spcBef>
                <a:spcPct val="20000"/>
              </a:spcBef>
              <a:buFont typeface="Arial" panose="020B0604020202020204" pitchFamily="34" charset="0"/>
              <a:buChar char="•"/>
            </a:pPr>
            <a:r>
              <a:rPr lang="zh-CN" altLang="en-US" dirty="0">
                <a:solidFill>
                  <a:srgbClr val="0000FF"/>
                </a:solidFill>
                <a:latin typeface="微软雅黑" panose="020B0503020204020204" charset="-122"/>
                <a:ea typeface="微软雅黑" panose="020B0503020204020204" charset="-122"/>
                <a:cs typeface="微软雅黑" panose="020B0503020204020204" charset="-122"/>
              </a:rPr>
              <a:t>例如：程序的规格说明中，要求输入满足：“</a:t>
            </a:r>
            <a:r>
              <a:rPr lang="en-US" altLang="zh-CN" dirty="0">
                <a:solidFill>
                  <a:srgbClr val="0000FF"/>
                </a:solidFill>
                <a:latin typeface="微软雅黑" panose="020B0503020204020204" charset="-122"/>
                <a:ea typeface="微软雅黑" panose="020B0503020204020204" charset="-122"/>
                <a:cs typeface="微软雅黑" panose="020B0503020204020204" charset="-122"/>
              </a:rPr>
              <a:t>… </a:t>
            </a:r>
            <a:r>
              <a:rPr lang="zh-CN" altLang="en-US" dirty="0">
                <a:solidFill>
                  <a:srgbClr val="0000FF"/>
                </a:solidFill>
                <a:latin typeface="微软雅黑" panose="020B0503020204020204" charset="-122"/>
                <a:ea typeface="微软雅黑" panose="020B0503020204020204" charset="-122"/>
                <a:cs typeface="微软雅黑" panose="020B0503020204020204" charset="-122"/>
              </a:rPr>
              <a:t>项数可从</a:t>
            </a:r>
            <a:r>
              <a:rPr lang="en-US" altLang="zh-CN" dirty="0">
                <a:solidFill>
                  <a:srgbClr val="0000FF"/>
                </a:solidFill>
                <a:latin typeface="微软雅黑" panose="020B0503020204020204" charset="-122"/>
                <a:ea typeface="微软雅黑" panose="020B0503020204020204" charset="-122"/>
                <a:cs typeface="微软雅黑" panose="020B0503020204020204" charset="-122"/>
              </a:rPr>
              <a:t>1</a:t>
            </a:r>
            <a:r>
              <a:rPr lang="zh-CN" altLang="en-US" dirty="0">
                <a:solidFill>
                  <a:srgbClr val="0000FF"/>
                </a:solidFill>
                <a:latin typeface="微软雅黑" panose="020B0503020204020204" charset="-122"/>
                <a:ea typeface="微软雅黑" panose="020B0503020204020204" charset="-122"/>
                <a:cs typeface="微软雅黑" panose="020B0503020204020204" charset="-122"/>
              </a:rPr>
              <a:t>到</a:t>
            </a:r>
            <a:r>
              <a:rPr lang="en-US" altLang="zh-CN" dirty="0">
                <a:solidFill>
                  <a:srgbClr val="0000FF"/>
                </a:solidFill>
                <a:latin typeface="微软雅黑" panose="020B0503020204020204" charset="-122"/>
                <a:ea typeface="微软雅黑" panose="020B0503020204020204" charset="-122"/>
                <a:cs typeface="微软雅黑" panose="020B0503020204020204" charset="-122"/>
              </a:rPr>
              <a:t>999 …”</a:t>
            </a:r>
            <a:r>
              <a:rPr lang="en-US" altLang="zh-CN" sz="1500" dirty="0">
                <a:solidFill>
                  <a:srgbClr val="0000FF"/>
                </a:solidFill>
                <a:latin typeface="微软雅黑" panose="020B0503020204020204" charset="-122"/>
                <a:ea typeface="微软雅黑" panose="020B0503020204020204" charset="-122"/>
                <a:cs typeface="微软雅黑" panose="020B0503020204020204" charset="-122"/>
              </a:rPr>
              <a:t> </a:t>
            </a:r>
            <a:r>
              <a:rPr lang="zh-CN" altLang="en-US" sz="1500" dirty="0">
                <a:solidFill>
                  <a:srgbClr val="0000FF"/>
                </a:solidFill>
                <a:latin typeface="微软雅黑" panose="020B0503020204020204" charset="-122"/>
                <a:ea typeface="微软雅黑" panose="020B0503020204020204" charset="-122"/>
                <a:cs typeface="微软雅黑" panose="020B0503020204020204" charset="-122"/>
              </a:rPr>
              <a:t>。</a:t>
            </a:r>
          </a:p>
        </p:txBody>
      </p:sp>
      <p:sp>
        <p:nvSpPr>
          <p:cNvPr id="252935" name="Rectangle 7"/>
          <p:cNvSpPr/>
          <p:nvPr/>
        </p:nvSpPr>
        <p:spPr>
          <a:xfrm>
            <a:off x="1847374" y="2955608"/>
            <a:ext cx="5481161" cy="692049"/>
          </a:xfrm>
          <a:prstGeom prst="rect">
            <a:avLst/>
          </a:prstGeom>
          <a:noFill/>
          <a:ln w="9525">
            <a:noFill/>
          </a:ln>
        </p:spPr>
        <p:txBody>
          <a:bodyPr wrap="square" lIns="0" tIns="0" rIns="0" bIns="0">
            <a:spAutoFit/>
          </a:bodyPr>
          <a:lstStyle/>
          <a:p>
            <a:pPr marL="257175" indent="-257175">
              <a:lnSpc>
                <a:spcPct val="120000"/>
              </a:lnSpc>
              <a:spcBef>
                <a:spcPct val="20000"/>
              </a:spcBef>
              <a:buClr>
                <a:schemeClr val="folHlink"/>
              </a:buClr>
              <a:buSzPct val="75000"/>
              <a:buFont typeface="Arial" panose="020B0604020202020204" pitchFamily="34" charset="0"/>
              <a:buChar char="•"/>
            </a:pPr>
            <a:r>
              <a:rPr lang="zh-CN" altLang="en-US" dirty="0">
                <a:solidFill>
                  <a:srgbClr val="0000FF"/>
                </a:solidFill>
                <a:latin typeface="微软雅黑" panose="020B0503020204020204" charset="-122"/>
                <a:ea typeface="微软雅黑" panose="020B0503020204020204" charset="-122"/>
                <a:cs typeface="微软雅黑" panose="020B0503020204020204" charset="-122"/>
              </a:rPr>
              <a:t>有效等价类是“</a:t>
            </a:r>
            <a:r>
              <a:rPr lang="en-US" altLang="zh-CN" dirty="0">
                <a:solidFill>
                  <a:srgbClr val="0000FF"/>
                </a:solidFill>
                <a:latin typeface="微软雅黑" panose="020B0503020204020204" charset="-122"/>
                <a:ea typeface="微软雅黑" panose="020B0503020204020204" charset="-122"/>
                <a:cs typeface="微软雅黑" panose="020B0503020204020204" charset="-122"/>
              </a:rPr>
              <a:t>1≤</a:t>
            </a:r>
            <a:r>
              <a:rPr lang="zh-CN" altLang="en-US" dirty="0">
                <a:solidFill>
                  <a:srgbClr val="0000FF"/>
                </a:solidFill>
                <a:latin typeface="微软雅黑" panose="020B0503020204020204" charset="-122"/>
                <a:ea typeface="微软雅黑" panose="020B0503020204020204" charset="-122"/>
                <a:cs typeface="微软雅黑" panose="020B0503020204020204" charset="-122"/>
              </a:rPr>
              <a:t>项数≤</a:t>
            </a:r>
            <a:r>
              <a:rPr lang="en-US" altLang="zh-CN" dirty="0">
                <a:solidFill>
                  <a:srgbClr val="0000FF"/>
                </a:solidFill>
                <a:latin typeface="微软雅黑" panose="020B0503020204020204" charset="-122"/>
                <a:ea typeface="微软雅黑" panose="020B0503020204020204" charset="-122"/>
                <a:cs typeface="微软雅黑" panose="020B0503020204020204" charset="-122"/>
              </a:rPr>
              <a:t>999”</a:t>
            </a:r>
            <a:r>
              <a:rPr lang="zh-CN" altLang="en-US" dirty="0">
                <a:solidFill>
                  <a:srgbClr val="0000FF"/>
                </a:solidFill>
                <a:latin typeface="微软雅黑" panose="020B0503020204020204" charset="-122"/>
                <a:ea typeface="微软雅黑" panose="020B0503020204020204" charset="-122"/>
                <a:cs typeface="微软雅黑" panose="020B0503020204020204" charset="-122"/>
              </a:rPr>
              <a:t>，</a:t>
            </a:r>
            <a:endParaRPr lang="en-US" altLang="zh-CN" dirty="0">
              <a:solidFill>
                <a:srgbClr val="0000FF"/>
              </a:solidFill>
              <a:latin typeface="微软雅黑" panose="020B0503020204020204" charset="-122"/>
              <a:ea typeface="微软雅黑" panose="020B0503020204020204" charset="-122"/>
              <a:cs typeface="微软雅黑" panose="020B0503020204020204" charset="-122"/>
            </a:endParaRPr>
          </a:p>
          <a:p>
            <a:pPr marL="257175" indent="-257175">
              <a:lnSpc>
                <a:spcPct val="120000"/>
              </a:lnSpc>
              <a:spcBef>
                <a:spcPct val="20000"/>
              </a:spcBef>
              <a:buClr>
                <a:schemeClr val="folHlink"/>
              </a:buClr>
              <a:buSzPct val="75000"/>
              <a:buFont typeface="Arial" panose="020B0604020202020204" pitchFamily="34" charset="0"/>
              <a:buChar char="•"/>
            </a:pPr>
            <a:r>
              <a:rPr lang="zh-CN" altLang="en-US" dirty="0">
                <a:solidFill>
                  <a:srgbClr val="0000FF"/>
                </a:solidFill>
                <a:latin typeface="微软雅黑" panose="020B0503020204020204" charset="-122"/>
                <a:ea typeface="微软雅黑" panose="020B0503020204020204" charset="-122"/>
                <a:cs typeface="微软雅黑" panose="020B0503020204020204" charset="-122"/>
              </a:rPr>
              <a:t>两个无效等价类是“项数＜</a:t>
            </a:r>
            <a:r>
              <a:rPr lang="en-US" altLang="zh-CN" dirty="0">
                <a:solidFill>
                  <a:srgbClr val="0000FF"/>
                </a:solidFill>
                <a:latin typeface="微软雅黑" panose="020B0503020204020204" charset="-122"/>
                <a:ea typeface="微软雅黑" panose="020B0503020204020204" charset="-122"/>
                <a:cs typeface="微软雅黑" panose="020B0503020204020204" charset="-122"/>
              </a:rPr>
              <a:t>1”</a:t>
            </a:r>
            <a:r>
              <a:rPr lang="zh-CN" altLang="en-US" dirty="0">
                <a:solidFill>
                  <a:srgbClr val="0000FF"/>
                </a:solidFill>
                <a:latin typeface="微软雅黑" panose="020B0503020204020204" charset="-122"/>
                <a:ea typeface="微软雅黑" panose="020B0503020204020204" charset="-122"/>
                <a:cs typeface="微软雅黑" panose="020B0503020204020204" charset="-122"/>
              </a:rPr>
              <a:t>或“项数＞</a:t>
            </a:r>
            <a:r>
              <a:rPr lang="en-US" altLang="zh-CN" dirty="0">
                <a:solidFill>
                  <a:srgbClr val="0000FF"/>
                </a:solidFill>
                <a:latin typeface="微软雅黑" panose="020B0503020204020204" charset="-122"/>
                <a:ea typeface="微软雅黑" panose="020B0503020204020204" charset="-122"/>
                <a:cs typeface="微软雅黑" panose="020B0503020204020204" charset="-122"/>
              </a:rPr>
              <a:t>999”</a:t>
            </a:r>
            <a:r>
              <a:rPr lang="zh-CN" altLang="en-US" dirty="0">
                <a:solidFill>
                  <a:srgbClr val="0000FF"/>
                </a:solidFill>
                <a:latin typeface="微软雅黑" panose="020B0503020204020204" charset="-122"/>
                <a:ea typeface="微软雅黑" panose="020B0503020204020204" charset="-122"/>
                <a:cs typeface="微软雅黑" panose="020B0503020204020204" charset="-122"/>
              </a:rPr>
              <a:t>。</a:t>
            </a:r>
          </a:p>
        </p:txBody>
      </p:sp>
      <p:grpSp>
        <p:nvGrpSpPr>
          <p:cNvPr id="2" name="Group 8"/>
          <p:cNvGrpSpPr/>
          <p:nvPr/>
        </p:nvGrpSpPr>
        <p:grpSpPr>
          <a:xfrm>
            <a:off x="2165509" y="3705701"/>
            <a:ext cx="4801792" cy="663179"/>
            <a:chOff x="912" y="2659"/>
            <a:chExt cx="4033" cy="557"/>
          </a:xfrm>
        </p:grpSpPr>
        <p:sp>
          <p:nvSpPr>
            <p:cNvPr id="16393" name="Oval 9"/>
            <p:cNvSpPr/>
            <p:nvPr>
              <p:custDataLst>
                <p:tags r:id="rId2"/>
              </p:custDataLst>
            </p:nvPr>
          </p:nvSpPr>
          <p:spPr>
            <a:xfrm>
              <a:off x="1920" y="2884"/>
              <a:ext cx="96" cy="80"/>
            </a:xfrm>
            <a:prstGeom prst="ellipse">
              <a:avLst/>
            </a:prstGeom>
            <a:solidFill>
              <a:srgbClr val="000000"/>
            </a:solid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Comic Sans MS" panose="030F0702030302020204" pitchFamily="66" charset="0"/>
              </a:endParaRPr>
            </a:p>
          </p:txBody>
        </p:sp>
        <p:sp>
          <p:nvSpPr>
            <p:cNvPr id="16394" name="Oval 10"/>
            <p:cNvSpPr/>
            <p:nvPr>
              <p:custDataLst>
                <p:tags r:id="rId3"/>
              </p:custDataLst>
            </p:nvPr>
          </p:nvSpPr>
          <p:spPr>
            <a:xfrm>
              <a:off x="3560" y="2884"/>
              <a:ext cx="96" cy="80"/>
            </a:xfrm>
            <a:prstGeom prst="ellipse">
              <a:avLst/>
            </a:prstGeom>
            <a:solidFill>
              <a:srgbClr val="000000"/>
            </a:solid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Comic Sans MS" panose="030F0702030302020204" pitchFamily="66" charset="0"/>
              </a:endParaRPr>
            </a:p>
          </p:txBody>
        </p:sp>
        <p:grpSp>
          <p:nvGrpSpPr>
            <p:cNvPr id="16395" name="Group 11"/>
            <p:cNvGrpSpPr/>
            <p:nvPr/>
          </p:nvGrpSpPr>
          <p:grpSpPr>
            <a:xfrm>
              <a:off x="960" y="2880"/>
              <a:ext cx="3840" cy="48"/>
              <a:chOff x="1152" y="1200"/>
              <a:chExt cx="3216" cy="80"/>
            </a:xfrm>
          </p:grpSpPr>
          <p:sp>
            <p:nvSpPr>
              <p:cNvPr id="16408" name="Freeform 12"/>
              <p:cNvSpPr/>
              <p:nvPr>
                <p:custDataLst>
                  <p:tags r:id="rId10"/>
                </p:custDataLst>
              </p:nvPr>
            </p:nvSpPr>
            <p:spPr>
              <a:xfrm>
                <a:off x="4256" y="1200"/>
                <a:ext cx="112" cy="80"/>
              </a:xfrm>
              <a:custGeom>
                <a:avLst/>
                <a:gdLst>
                  <a:gd name="txL" fmla="*/ 0 w 112"/>
                  <a:gd name="txT" fmla="*/ 0 h 80"/>
                  <a:gd name="txR" fmla="*/ 112 w 112"/>
                  <a:gd name="txB" fmla="*/ 80 h 80"/>
                </a:gdLst>
                <a:ahLst/>
                <a:cxnLst>
                  <a:cxn ang="0">
                    <a:pos x="112" y="40"/>
                  </a:cxn>
                  <a:cxn ang="0">
                    <a:pos x="0" y="80"/>
                  </a:cxn>
                  <a:cxn ang="0">
                    <a:pos x="40" y="40"/>
                  </a:cxn>
                  <a:cxn ang="0">
                    <a:pos x="0" y="0"/>
                  </a:cxn>
                  <a:cxn ang="0">
                    <a:pos x="112" y="40"/>
                  </a:cxn>
                </a:cxnLst>
                <a:rect l="txL" t="txT" r="txR" b="txB"/>
                <a:pathLst>
                  <a:path w="112" h="80">
                    <a:moveTo>
                      <a:pt x="112" y="40"/>
                    </a:moveTo>
                    <a:lnTo>
                      <a:pt x="0" y="80"/>
                    </a:lnTo>
                    <a:lnTo>
                      <a:pt x="40" y="40"/>
                    </a:lnTo>
                    <a:lnTo>
                      <a:pt x="0" y="0"/>
                    </a:lnTo>
                    <a:lnTo>
                      <a:pt x="112" y="40"/>
                    </a:lnTo>
                    <a:close/>
                  </a:path>
                </a:pathLst>
              </a:custGeom>
              <a:solidFill>
                <a:srgbClr val="000000">
                  <a:alpha val="100000"/>
                </a:srgbClr>
              </a:solidFill>
              <a:ln w="9525">
                <a:noFill/>
              </a:ln>
            </p:spPr>
            <p:txBody>
              <a:bodyPr/>
              <a:lstStyle/>
              <a:p>
                <a:endParaRPr lang="zh-CN" altLang="en-US" sz="1350">
                  <a:solidFill>
                    <a:schemeClr val="dk1"/>
                  </a:solidFill>
                </a:endParaRPr>
              </a:p>
            </p:txBody>
          </p:sp>
          <p:sp>
            <p:nvSpPr>
              <p:cNvPr id="16409" name="Line 13"/>
              <p:cNvSpPr/>
              <p:nvPr/>
            </p:nvSpPr>
            <p:spPr>
              <a:xfrm>
                <a:off x="1152" y="1240"/>
                <a:ext cx="3144" cy="1"/>
              </a:xfrm>
              <a:prstGeom prst="line">
                <a:avLst/>
              </a:prstGeom>
              <a:ln w="12700" cap="flat" cmpd="sng">
                <a:solidFill>
                  <a:srgbClr val="000000"/>
                </a:solidFill>
                <a:prstDash val="solid"/>
                <a:headEnd type="none" w="med" len="med"/>
                <a:tailEnd type="none" w="med" len="med"/>
              </a:ln>
            </p:spPr>
          </p:sp>
        </p:grpSp>
        <p:sp>
          <p:nvSpPr>
            <p:cNvPr id="16396" name="Rectangle 14"/>
            <p:cNvSpPr/>
            <p:nvPr/>
          </p:nvSpPr>
          <p:spPr>
            <a:xfrm>
              <a:off x="1936" y="2659"/>
              <a:ext cx="81" cy="174"/>
            </a:xfrm>
            <a:prstGeom prst="rect">
              <a:avLst/>
            </a:prstGeom>
            <a:noFill/>
            <a:ln w="9525">
              <a:noFill/>
            </a:ln>
          </p:spPr>
          <p:txBody>
            <a:bodyPr wrap="none" lIns="0" tIns="0" rIns="0" bIns="0">
              <a:spAutoFit/>
            </a:bodyPr>
            <a:lstStyle/>
            <a:p>
              <a:r>
                <a:rPr lang="en-US" altLang="zh-CN" sz="1350" b="1" dirty="0">
                  <a:solidFill>
                    <a:srgbClr val="000000"/>
                  </a:solidFill>
                  <a:latin typeface="Arial" panose="020B0604020202020204" pitchFamily="34" charset="0"/>
                  <a:ea typeface="汉仪旗黑-55简" panose="00020600040101010101" charset="-122"/>
                </a:rPr>
                <a:t>1</a:t>
              </a:r>
            </a:p>
          </p:txBody>
        </p:sp>
        <p:sp>
          <p:nvSpPr>
            <p:cNvPr id="16397" name="Rectangle 15"/>
            <p:cNvSpPr/>
            <p:nvPr/>
          </p:nvSpPr>
          <p:spPr>
            <a:xfrm>
              <a:off x="3480" y="2680"/>
              <a:ext cx="242" cy="174"/>
            </a:xfrm>
            <a:prstGeom prst="rect">
              <a:avLst/>
            </a:prstGeom>
            <a:noFill/>
            <a:ln w="9525">
              <a:noFill/>
            </a:ln>
          </p:spPr>
          <p:txBody>
            <a:bodyPr wrap="none" lIns="0" tIns="0" rIns="0" bIns="0">
              <a:spAutoFit/>
            </a:bodyPr>
            <a:lstStyle/>
            <a:p>
              <a:r>
                <a:rPr lang="en-US" altLang="zh-CN" sz="1350" b="1" dirty="0">
                  <a:solidFill>
                    <a:srgbClr val="000000"/>
                  </a:solidFill>
                  <a:latin typeface="Arial" panose="020B0604020202020204" pitchFamily="34" charset="0"/>
                  <a:ea typeface="汉仪旗黑-55简" panose="00020600040101010101" charset="-122"/>
                </a:rPr>
                <a:t>999</a:t>
              </a:r>
            </a:p>
          </p:txBody>
        </p:sp>
        <p:sp>
          <p:nvSpPr>
            <p:cNvPr id="16398" name="Rectangle 16"/>
            <p:cNvSpPr/>
            <p:nvPr/>
          </p:nvSpPr>
          <p:spPr>
            <a:xfrm>
              <a:off x="4864" y="2840"/>
              <a:ext cx="81" cy="174"/>
            </a:xfrm>
            <a:prstGeom prst="rect">
              <a:avLst/>
            </a:prstGeom>
            <a:noFill/>
            <a:ln w="9525">
              <a:noFill/>
            </a:ln>
          </p:spPr>
          <p:txBody>
            <a:bodyPr wrap="none" lIns="0" tIns="0" rIns="0" bIns="0">
              <a:spAutoFit/>
            </a:bodyPr>
            <a:lstStyle/>
            <a:p>
              <a:r>
                <a:rPr lang="en-US" altLang="zh-CN" sz="1350" b="1" dirty="0">
                  <a:solidFill>
                    <a:srgbClr val="000000"/>
                  </a:solidFill>
                  <a:latin typeface="Arial" panose="020B0604020202020204" pitchFamily="34" charset="0"/>
                  <a:ea typeface="汉仪旗黑-55简" panose="00020600040101010101" charset="-122"/>
                </a:rPr>
                <a:t>x</a:t>
              </a:r>
            </a:p>
          </p:txBody>
        </p:sp>
        <p:sp>
          <p:nvSpPr>
            <p:cNvPr id="16399" name="Rectangle 17"/>
            <p:cNvSpPr/>
            <p:nvPr/>
          </p:nvSpPr>
          <p:spPr>
            <a:xfrm>
              <a:off x="2400" y="2976"/>
              <a:ext cx="727" cy="174"/>
            </a:xfrm>
            <a:prstGeom prst="rect">
              <a:avLst/>
            </a:prstGeom>
            <a:noFill/>
            <a:ln w="9525">
              <a:noFill/>
            </a:ln>
          </p:spPr>
          <p:txBody>
            <a:bodyPr wrap="none" lIns="0" tIns="0" rIns="0" bIns="0">
              <a:spAutoFit/>
            </a:bodyPr>
            <a:lstStyle/>
            <a:p>
              <a:r>
                <a:rPr lang="zh-CN" altLang="en-US" sz="1350" b="1" dirty="0">
                  <a:solidFill>
                    <a:srgbClr val="000000"/>
                  </a:solidFill>
                  <a:latin typeface="Arial" panose="020B0604020202020204" pitchFamily="34" charset="0"/>
                  <a:ea typeface="汉仪旗黑-55简" panose="00020600040101010101" charset="-122"/>
                </a:rPr>
                <a:t>有效等价类</a:t>
              </a:r>
            </a:p>
          </p:txBody>
        </p:sp>
        <p:sp>
          <p:nvSpPr>
            <p:cNvPr id="16400" name="Line 18"/>
            <p:cNvSpPr/>
            <p:nvPr>
              <p:custDataLst>
                <p:tags r:id="rId4"/>
              </p:custDataLst>
            </p:nvPr>
          </p:nvSpPr>
          <p:spPr>
            <a:xfrm>
              <a:off x="1968" y="2976"/>
              <a:ext cx="0" cy="240"/>
            </a:xfrm>
            <a:prstGeom prst="line">
              <a:avLst/>
            </a:prstGeom>
            <a:ln w="47625" cap="flat" cmpd="sng">
              <a:solidFill>
                <a:schemeClr val="dk1"/>
              </a:solidFill>
              <a:prstDash val="solid"/>
              <a:headEnd type="none" w="med" len="med"/>
              <a:tailEnd type="none" w="med" len="med"/>
            </a:ln>
          </p:spPr>
        </p:sp>
        <p:sp>
          <p:nvSpPr>
            <p:cNvPr id="16401" name="Line 19"/>
            <p:cNvSpPr/>
            <p:nvPr>
              <p:custDataLst>
                <p:tags r:id="rId5"/>
              </p:custDataLst>
            </p:nvPr>
          </p:nvSpPr>
          <p:spPr>
            <a:xfrm>
              <a:off x="1632" y="3072"/>
              <a:ext cx="336" cy="0"/>
            </a:xfrm>
            <a:prstGeom prst="line">
              <a:avLst/>
            </a:prstGeom>
            <a:ln w="34925" cap="flat" cmpd="sng">
              <a:solidFill>
                <a:schemeClr val="dk1"/>
              </a:solidFill>
              <a:prstDash val="solid"/>
              <a:headEnd type="none" w="med" len="med"/>
              <a:tailEnd type="stealth" w="sm" len="lg"/>
            </a:ln>
          </p:spPr>
        </p:sp>
        <p:sp>
          <p:nvSpPr>
            <p:cNvPr id="16402" name="Line 20"/>
            <p:cNvSpPr/>
            <p:nvPr>
              <p:custDataLst>
                <p:tags r:id="rId6"/>
              </p:custDataLst>
            </p:nvPr>
          </p:nvSpPr>
          <p:spPr>
            <a:xfrm>
              <a:off x="3264" y="3072"/>
              <a:ext cx="336" cy="0"/>
            </a:xfrm>
            <a:prstGeom prst="line">
              <a:avLst/>
            </a:prstGeom>
            <a:ln w="34925" cap="flat" cmpd="sng">
              <a:solidFill>
                <a:schemeClr val="dk1"/>
              </a:solidFill>
              <a:prstDash val="solid"/>
              <a:headEnd type="none" w="med" len="med"/>
              <a:tailEnd type="stealth" w="sm" len="lg"/>
            </a:ln>
          </p:spPr>
        </p:sp>
        <p:sp>
          <p:nvSpPr>
            <p:cNvPr id="16403" name="Line 21"/>
            <p:cNvSpPr/>
            <p:nvPr>
              <p:custDataLst>
                <p:tags r:id="rId7"/>
              </p:custDataLst>
            </p:nvPr>
          </p:nvSpPr>
          <p:spPr>
            <a:xfrm>
              <a:off x="3600" y="2976"/>
              <a:ext cx="0" cy="240"/>
            </a:xfrm>
            <a:prstGeom prst="line">
              <a:avLst/>
            </a:prstGeom>
            <a:ln w="47625" cap="flat" cmpd="sng">
              <a:solidFill>
                <a:schemeClr val="dk1"/>
              </a:solidFill>
              <a:prstDash val="solid"/>
              <a:headEnd type="none" w="med" len="med"/>
              <a:tailEnd type="none" w="med" len="med"/>
            </a:ln>
          </p:spPr>
        </p:sp>
        <p:sp>
          <p:nvSpPr>
            <p:cNvPr id="16404" name="Line 22"/>
            <p:cNvSpPr/>
            <p:nvPr>
              <p:custDataLst>
                <p:tags r:id="rId8"/>
              </p:custDataLst>
            </p:nvPr>
          </p:nvSpPr>
          <p:spPr>
            <a:xfrm>
              <a:off x="1968" y="3072"/>
              <a:ext cx="336" cy="0"/>
            </a:xfrm>
            <a:prstGeom prst="line">
              <a:avLst/>
            </a:prstGeom>
            <a:ln w="34925" cap="flat" cmpd="sng">
              <a:solidFill>
                <a:schemeClr val="dk1"/>
              </a:solidFill>
              <a:prstDash val="solid"/>
              <a:headEnd type="stealth" w="sm" len="lg"/>
              <a:tailEnd type="none" w="sm" len="lg"/>
            </a:ln>
          </p:spPr>
        </p:sp>
        <p:sp>
          <p:nvSpPr>
            <p:cNvPr id="16405" name="Line 23"/>
            <p:cNvSpPr/>
            <p:nvPr>
              <p:custDataLst>
                <p:tags r:id="rId9"/>
              </p:custDataLst>
            </p:nvPr>
          </p:nvSpPr>
          <p:spPr>
            <a:xfrm>
              <a:off x="3600" y="3072"/>
              <a:ext cx="336" cy="0"/>
            </a:xfrm>
            <a:prstGeom prst="line">
              <a:avLst/>
            </a:prstGeom>
            <a:ln w="34925" cap="flat" cmpd="sng">
              <a:solidFill>
                <a:schemeClr val="dk1"/>
              </a:solidFill>
              <a:prstDash val="solid"/>
              <a:headEnd type="stealth" w="sm" len="lg"/>
              <a:tailEnd type="none" w="sm" len="lg"/>
            </a:ln>
          </p:spPr>
        </p:sp>
        <p:sp>
          <p:nvSpPr>
            <p:cNvPr id="16406" name="Rectangle 24"/>
            <p:cNvSpPr/>
            <p:nvPr/>
          </p:nvSpPr>
          <p:spPr>
            <a:xfrm>
              <a:off x="912" y="2976"/>
              <a:ext cx="727" cy="174"/>
            </a:xfrm>
            <a:prstGeom prst="rect">
              <a:avLst/>
            </a:prstGeom>
            <a:noFill/>
            <a:ln w="9525">
              <a:noFill/>
            </a:ln>
          </p:spPr>
          <p:txBody>
            <a:bodyPr wrap="none" lIns="0" tIns="0" rIns="0" bIns="0">
              <a:spAutoFit/>
            </a:bodyPr>
            <a:lstStyle/>
            <a:p>
              <a:r>
                <a:rPr lang="zh-CN" altLang="en-US" sz="1350" b="1" dirty="0">
                  <a:solidFill>
                    <a:srgbClr val="000000"/>
                  </a:solidFill>
                  <a:latin typeface="Arial" panose="020B0604020202020204" pitchFamily="34" charset="0"/>
                  <a:ea typeface="汉仪旗黑-55简" panose="00020600040101010101" charset="-122"/>
                </a:rPr>
                <a:t>无效等价类</a:t>
              </a:r>
            </a:p>
          </p:txBody>
        </p:sp>
        <p:sp>
          <p:nvSpPr>
            <p:cNvPr id="16407" name="Rectangle 25"/>
            <p:cNvSpPr/>
            <p:nvPr/>
          </p:nvSpPr>
          <p:spPr>
            <a:xfrm>
              <a:off x="3984" y="2976"/>
              <a:ext cx="727" cy="174"/>
            </a:xfrm>
            <a:prstGeom prst="rect">
              <a:avLst/>
            </a:prstGeom>
            <a:noFill/>
            <a:ln w="9525">
              <a:noFill/>
            </a:ln>
          </p:spPr>
          <p:txBody>
            <a:bodyPr wrap="none" lIns="0" tIns="0" rIns="0" bIns="0">
              <a:spAutoFit/>
            </a:bodyPr>
            <a:lstStyle/>
            <a:p>
              <a:r>
                <a:rPr lang="zh-CN" altLang="en-US" sz="1350" b="1" dirty="0">
                  <a:solidFill>
                    <a:srgbClr val="000000"/>
                  </a:solidFill>
                  <a:latin typeface="Arial" panose="020B0604020202020204" pitchFamily="34" charset="0"/>
                  <a:ea typeface="汉仪旗黑-55简" panose="00020600040101010101" charset="-122"/>
                </a:rPr>
                <a:t>无效等价类</a:t>
              </a:r>
            </a:p>
          </p:txBody>
        </p:sp>
      </p:grpSp>
      <p:sp>
        <p:nvSpPr>
          <p:cNvPr id="3" name="日期占位符 2"/>
          <p:cNvSpPr>
            <a:spLocks noGrp="1"/>
          </p:cNvSpPr>
          <p:nvPr>
            <p:ph type="dt" sz="half" idx="10"/>
          </p:nvPr>
        </p:nvSpPr>
        <p:spPr/>
        <p:txBody>
          <a:bodyPr/>
          <a:lstStyle/>
          <a:p>
            <a:fld id="{760FBDFE-C587-4B4C-A407-44438C67B59E}" type="datetime1">
              <a:rPr lang="zh-CN" altLang="en-US" smtClean="0"/>
              <a:t>2024/3/12</a:t>
            </a:fld>
            <a:endParaRPr lang="zh-CN" altLang="en-US"/>
          </a:p>
        </p:txBody>
      </p:sp>
      <p:sp>
        <p:nvSpPr>
          <p:cNvPr id="4" name="灯片编号占位符 3"/>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fld id="{49AE70B2-8BF9-45C0-BB95-33D1B9D3A854}" type="slidenum">
              <a:rPr lang="zh-CN" altLang="en-US" smtClean="0"/>
              <a:pPr/>
              <a:t>60</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52933"/>
                                        </p:tgtEl>
                                        <p:attrNameLst>
                                          <p:attrName>style.visibility</p:attrName>
                                        </p:attrNameLst>
                                      </p:cBhvr>
                                      <p:to>
                                        <p:strVal val="visible"/>
                                      </p:to>
                                    </p:set>
                                    <p:animEffect transition="in" filter="checkerboard(across)">
                                      <p:cBhvr>
                                        <p:cTn id="7" dur="500"/>
                                        <p:tgtEl>
                                          <p:spTgt spid="25293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252935"/>
                                        </p:tgtEl>
                                        <p:attrNameLst>
                                          <p:attrName>style.visibility</p:attrName>
                                        </p:attrNameLst>
                                      </p:cBhvr>
                                      <p:to>
                                        <p:strVal val="visible"/>
                                      </p:to>
                                    </p:set>
                                  </p:childTnLst>
                                </p:cTn>
                              </p:par>
                            </p:childTnLst>
                          </p:cTn>
                        </p:par>
                        <p:par>
                          <p:cTn id="12" fill="hold">
                            <p:stCondLst>
                              <p:cond delay="500"/>
                            </p:stCondLst>
                            <p:childTnLst>
                              <p:par>
                                <p:cTn id="13" presetID="1" presetClass="entr" presetSubtype="0" fill="hold" nodeType="afterEffect">
                                  <p:stCondLst>
                                    <p:cond delay="0"/>
                                  </p:stCondLst>
                                  <p:childTnLst>
                                    <p:set>
                                      <p:cBhvr>
                                        <p:cTn id="14"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2933" grpId="0"/>
      <p:bldP spid="252935" grpId="0"/>
    </p:bldLst>
  </p:timing>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2" name="Rectangle 4"/>
          <p:cNvSpPr>
            <a:spLocks noGrp="1"/>
          </p:cNvSpPr>
          <p:nvPr>
            <p:ph idx="1"/>
            <p:custDataLst>
              <p:tags r:id="rId1"/>
            </p:custDataLst>
          </p:nvPr>
        </p:nvSpPr>
        <p:spPr>
          <a:xfrm>
            <a:off x="1657350" y="1358742"/>
            <a:ext cx="5829300" cy="1738789"/>
          </a:xfrm>
        </p:spPr>
        <p:txBody>
          <a:bodyPr vert="horz" wrap="square" lIns="68580" tIns="34290" rIns="68580" bIns="34290" rtlCol="0" anchor="t" anchorCtr="0">
            <a:normAutofit/>
          </a:bodyPr>
          <a:lstStyle/>
          <a:p>
            <a:pPr marL="0" indent="0">
              <a:lnSpc>
                <a:spcPct val="120000"/>
              </a:lnSpc>
              <a:buNone/>
            </a:pPr>
            <a:r>
              <a:rPr lang="en-US" altLang="zh-CN" b="1" dirty="0">
                <a:solidFill>
                  <a:schemeClr val="dk1"/>
                </a:solidFill>
                <a:latin typeface="微软雅黑" panose="020B0503020204020204" charset="-122"/>
                <a:cs typeface="微软雅黑" panose="020B0503020204020204" charset="-122"/>
              </a:rPr>
              <a:t>2.</a:t>
            </a:r>
            <a:r>
              <a:rPr lang="zh-CN" altLang="en-US" b="1" dirty="0">
                <a:solidFill>
                  <a:schemeClr val="dk1"/>
                </a:solidFill>
                <a:latin typeface="微软雅黑" panose="020B0503020204020204" charset="-122"/>
                <a:cs typeface="微软雅黑" panose="020B0503020204020204" charset="-122"/>
              </a:rPr>
              <a:t>若输入条件规定了输入值的集合，或规定了“必须如何”的条件，满足必须条件的数据构成一个有效等价类，其他数据构成一个无效等价类</a:t>
            </a:r>
            <a:r>
              <a:rPr b="1" dirty="0">
                <a:solidFill>
                  <a:schemeClr val="dk1"/>
                </a:solidFill>
                <a:latin typeface="微软雅黑" panose="020B0503020204020204" charset="-122"/>
                <a:cs typeface="微软雅黑" panose="020B0503020204020204" charset="-122"/>
              </a:rPr>
              <a:t>。</a:t>
            </a:r>
          </a:p>
        </p:txBody>
      </p:sp>
      <p:sp>
        <p:nvSpPr>
          <p:cNvPr id="253958" name="Rectangle 6"/>
          <p:cNvSpPr/>
          <p:nvPr/>
        </p:nvSpPr>
        <p:spPr>
          <a:xfrm>
            <a:off x="1709738" y="3005138"/>
            <a:ext cx="5486400" cy="937260"/>
          </a:xfrm>
          <a:prstGeom prst="rect">
            <a:avLst/>
          </a:prstGeom>
          <a:noFill/>
          <a:ln w="9525">
            <a:noFill/>
          </a:ln>
        </p:spPr>
        <p:txBody>
          <a:bodyPr/>
          <a:lstStyle/>
          <a:p>
            <a:pPr marL="257175" indent="-257175">
              <a:lnSpc>
                <a:spcPct val="120000"/>
              </a:lnSpc>
              <a:spcBef>
                <a:spcPct val="20000"/>
              </a:spcBef>
              <a:buFont typeface="Arial" panose="020B0604020202020204" pitchFamily="34" charset="0"/>
              <a:buChar char="•"/>
            </a:pPr>
            <a:r>
              <a:rPr lang="zh-CN" altLang="en-US" dirty="0">
                <a:solidFill>
                  <a:srgbClr val="0000FF"/>
                </a:solidFill>
                <a:latin typeface="微软雅黑" panose="020B0503020204020204" charset="-122"/>
                <a:ea typeface="微软雅黑" panose="020B0503020204020204" charset="-122"/>
                <a:cs typeface="微软雅黑" panose="020B0503020204020204" charset="-122"/>
              </a:rPr>
              <a:t>例如：变量标识符规定为“以字母打头的</a:t>
            </a:r>
            <a:r>
              <a:rPr lang="en-US" altLang="zh-CN" dirty="0">
                <a:solidFill>
                  <a:srgbClr val="0000FF"/>
                </a:solidFill>
                <a:latin typeface="微软雅黑" panose="020B0503020204020204" charset="-122"/>
                <a:ea typeface="微软雅黑" panose="020B0503020204020204" charset="-122"/>
                <a:cs typeface="微软雅黑" panose="020B0503020204020204" charset="-122"/>
              </a:rPr>
              <a:t>……</a:t>
            </a:r>
            <a:r>
              <a:rPr lang="zh-CN" altLang="en-US" dirty="0">
                <a:solidFill>
                  <a:srgbClr val="0000FF"/>
                </a:solidFill>
                <a:latin typeface="微软雅黑" panose="020B0503020204020204" charset="-122"/>
                <a:ea typeface="微软雅黑" panose="020B0503020204020204" charset="-122"/>
                <a:cs typeface="微软雅黑" panose="020B0503020204020204" charset="-122"/>
              </a:rPr>
              <a:t>串”。</a:t>
            </a:r>
          </a:p>
        </p:txBody>
      </p:sp>
      <p:sp>
        <p:nvSpPr>
          <p:cNvPr id="253959" name="Rectangle 7"/>
          <p:cNvSpPr/>
          <p:nvPr/>
        </p:nvSpPr>
        <p:spPr>
          <a:xfrm>
            <a:off x="1871663" y="3489960"/>
            <a:ext cx="5299710" cy="589598"/>
          </a:xfrm>
          <a:prstGeom prst="rect">
            <a:avLst/>
          </a:prstGeom>
          <a:noFill/>
          <a:ln w="9525">
            <a:noFill/>
          </a:ln>
        </p:spPr>
        <p:txBody>
          <a:bodyPr lIns="0" tIns="0" rIns="0" bIns="0">
            <a:noAutofit/>
          </a:bodyPr>
          <a:lstStyle/>
          <a:p>
            <a:pPr marL="257175" indent="-257175">
              <a:lnSpc>
                <a:spcPct val="120000"/>
              </a:lnSpc>
              <a:spcBef>
                <a:spcPct val="20000"/>
              </a:spcBef>
              <a:buClr>
                <a:schemeClr val="folHlink"/>
              </a:buClr>
              <a:buSzPct val="75000"/>
              <a:buFont typeface="Arial" panose="020B0604020202020204" pitchFamily="34" charset="0"/>
              <a:buChar char="•"/>
            </a:pPr>
            <a:r>
              <a:rPr lang="zh-CN" altLang="en-US" dirty="0">
                <a:solidFill>
                  <a:srgbClr val="0000FF"/>
                </a:solidFill>
                <a:latin typeface="微软雅黑" panose="020B0503020204020204" charset="-122"/>
                <a:ea typeface="微软雅黑" panose="020B0503020204020204" charset="-122"/>
                <a:cs typeface="微软雅黑" panose="020B0503020204020204" charset="-122"/>
              </a:rPr>
              <a:t>有效等价类是“所有以字母打头的变量标识符”，</a:t>
            </a:r>
          </a:p>
          <a:p>
            <a:pPr marL="257175" indent="-257175">
              <a:lnSpc>
                <a:spcPct val="120000"/>
              </a:lnSpc>
              <a:spcBef>
                <a:spcPct val="20000"/>
              </a:spcBef>
              <a:buClr>
                <a:schemeClr val="folHlink"/>
              </a:buClr>
              <a:buSzPct val="75000"/>
              <a:buFont typeface="Arial" panose="020B0604020202020204" pitchFamily="34" charset="0"/>
              <a:buChar char="•"/>
            </a:pPr>
            <a:r>
              <a:rPr lang="zh-CN" altLang="en-US" dirty="0">
                <a:solidFill>
                  <a:srgbClr val="0000FF"/>
                </a:solidFill>
                <a:latin typeface="微软雅黑" panose="020B0503020204020204" charset="-122"/>
                <a:ea typeface="微软雅黑" panose="020B0503020204020204" charset="-122"/>
                <a:cs typeface="微软雅黑" panose="020B0503020204020204" charset="-122"/>
              </a:rPr>
              <a:t>无效等价类是“所有不以字母打头的变量标识符”。</a:t>
            </a:r>
          </a:p>
        </p:txBody>
      </p:sp>
      <p:sp>
        <p:nvSpPr>
          <p:cNvPr id="252930" name="Rectangle 2"/>
          <p:cNvSpPr>
            <a:spLocks noGrp="1" noChangeArrowheads="1"/>
          </p:cNvSpPr>
          <p:nvPr>
            <p:ph type="title"/>
          </p:nvPr>
        </p:nvSpPr>
        <p:spPr>
          <a:xfrm>
            <a:off x="1350645" y="303848"/>
            <a:ext cx="5706428" cy="756285"/>
          </a:xfrm>
          <a:noFill/>
          <a:ln>
            <a:noFill/>
          </a:ln>
          <a:extLst>
            <a:ext uri="{909E8E84-426E-40DD-AFC4-6F175D3DCCD1}">
              <a14:hiddenFill xmlns:a14="http://schemas.microsoft.com/office/drawing/2010/main">
                <a:solidFill>
                  <a:srgbClr val="FFCC00"/>
                </a:solidFill>
              </a14:hiddenFill>
            </a:ext>
          </a:extLst>
        </p:spPr>
        <p:txBody>
          <a:bodyPr vert="horz" wrap="square" lIns="68580" tIns="34290" rIns="68580" bIns="34290" numCol="1" rtlCol="0" anchor="ctr" anchorCtr="0" compatLnSpc="1">
            <a:normAutofit/>
          </a:bodyPr>
          <a:lstStyle/>
          <a:p>
            <a:pPr algn="just" eaLnBrk="0" fontAlgn="base" hangingPunct="0">
              <a:lnSpc>
                <a:spcPct val="100000"/>
              </a:lnSpc>
              <a:buClrTx/>
            </a:pPr>
            <a:r>
              <a:rPr sz="2925">
                <a:solidFill>
                  <a:schemeClr val="accent1">
                    <a:lumMod val="75000"/>
                  </a:schemeClr>
                </a:solidFill>
                <a:latin typeface="微软雅黑" panose="020B0503020204020204" charset="-122"/>
                <a:sym typeface="+mn-ea"/>
              </a:rPr>
              <a:t>划分</a:t>
            </a:r>
            <a:r>
              <a:rPr kumimoji="0" lang="zh-CN" altLang="en-US" sz="2925">
                <a:solidFill>
                  <a:schemeClr val="accent1">
                    <a:lumMod val="75000"/>
                  </a:schemeClr>
                </a:solidFill>
                <a:latin typeface="微软雅黑" panose="020B0503020204020204" charset="-122"/>
                <a:cs typeface="+mj-cs"/>
              </a:rPr>
              <a:t>等价类的一般原则</a:t>
            </a:r>
          </a:p>
        </p:txBody>
      </p:sp>
      <p:sp>
        <p:nvSpPr>
          <p:cNvPr id="2" name="日期占位符 1"/>
          <p:cNvSpPr>
            <a:spLocks noGrp="1"/>
          </p:cNvSpPr>
          <p:nvPr>
            <p:ph type="dt" sz="half" idx="10"/>
          </p:nvPr>
        </p:nvSpPr>
        <p:spPr/>
        <p:txBody>
          <a:bodyPr/>
          <a:lstStyle/>
          <a:p>
            <a:fld id="{760FBDFE-C587-4B4C-A407-44438C67B59E}" type="datetime1">
              <a:rPr lang="zh-CN" altLang="en-US" smtClean="0"/>
              <a:t>2024/3/12</a:t>
            </a:fld>
            <a:endParaRPr lang="zh-CN" altLang="en-US"/>
          </a:p>
        </p:txBody>
      </p:sp>
      <p:sp>
        <p:nvSpPr>
          <p:cNvPr id="3" name="灯片编号占位符 2"/>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fld id="{49AE70B2-8BF9-45C0-BB95-33D1B9D3A854}" type="slidenum">
              <a:rPr lang="zh-CN" altLang="en-US" smtClean="0"/>
              <a:pPr/>
              <a:t>61</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53958"/>
                                        </p:tgtEl>
                                        <p:attrNameLst>
                                          <p:attrName>style.visibility</p:attrName>
                                        </p:attrNameLst>
                                      </p:cBhvr>
                                      <p:to>
                                        <p:strVal val="visible"/>
                                      </p:to>
                                    </p:set>
                                    <p:animEffect transition="in" filter="checkerboard(across)">
                                      <p:cBhvr>
                                        <p:cTn id="7" dur="500"/>
                                        <p:tgtEl>
                                          <p:spTgt spid="25395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2539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3958" grpId="0"/>
      <p:bldP spid="253959" grpId="0"/>
    </p:bldLst>
  </p:timing>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436" name="Rectangle 4"/>
          <p:cNvSpPr>
            <a:spLocks noGrp="1"/>
          </p:cNvSpPr>
          <p:nvPr>
            <p:ph idx="1"/>
            <p:custDataLst>
              <p:tags r:id="rId1"/>
            </p:custDataLst>
          </p:nvPr>
        </p:nvSpPr>
        <p:spPr>
          <a:xfrm>
            <a:off x="1547337" y="1275874"/>
            <a:ext cx="6085999" cy="3277076"/>
          </a:xfrm>
        </p:spPr>
        <p:txBody>
          <a:bodyPr vert="horz" wrap="square" lIns="68580" tIns="34290" rIns="68580" bIns="34290" rtlCol="0" anchor="t" anchorCtr="0">
            <a:normAutofit/>
          </a:bodyPr>
          <a:lstStyle/>
          <a:p>
            <a:pPr marL="0" indent="0">
              <a:lnSpc>
                <a:spcPct val="130000"/>
              </a:lnSpc>
              <a:buNone/>
            </a:pPr>
            <a:r>
              <a:rPr lang="en-US" altLang="zh-CN" b="1" dirty="0">
                <a:solidFill>
                  <a:schemeClr val="dk1"/>
                </a:solidFill>
                <a:latin typeface="微软雅黑" panose="020B0503020204020204" charset="-122"/>
                <a:cs typeface="微软雅黑" panose="020B0503020204020204" charset="-122"/>
              </a:rPr>
              <a:t>3.</a:t>
            </a:r>
            <a:r>
              <a:rPr lang="zh-CN" altLang="en-US" b="1" dirty="0">
                <a:solidFill>
                  <a:schemeClr val="dk1"/>
                </a:solidFill>
                <a:latin typeface="微软雅黑" panose="020B0503020204020204" charset="-122"/>
                <a:cs typeface="微软雅黑" panose="020B0503020204020204" charset="-122"/>
              </a:rPr>
              <a:t>若输入条件是一个</a:t>
            </a:r>
            <a:r>
              <a:rPr lang="zh-CN" altLang="en-US" b="1" dirty="0">
                <a:solidFill>
                  <a:srgbClr val="FF0000"/>
                </a:solidFill>
                <a:latin typeface="微软雅黑" panose="020B0503020204020204" charset="-122"/>
                <a:cs typeface="微软雅黑" panose="020B0503020204020204" charset="-122"/>
              </a:rPr>
              <a:t>布尔量</a:t>
            </a:r>
            <a:r>
              <a:rPr lang="zh-CN" altLang="en-US" b="1" dirty="0">
                <a:solidFill>
                  <a:schemeClr val="dk1"/>
                </a:solidFill>
                <a:latin typeface="微软雅黑" panose="020B0503020204020204" charset="-122"/>
                <a:cs typeface="微软雅黑" panose="020B0503020204020204" charset="-122"/>
              </a:rPr>
              <a:t>，则取</a:t>
            </a:r>
            <a:r>
              <a:rPr lang="zh-CN" altLang="en-US" b="1" dirty="0">
                <a:solidFill>
                  <a:srgbClr val="FF0000"/>
                </a:solidFill>
                <a:latin typeface="微软雅黑" panose="020B0503020204020204" charset="-122"/>
                <a:cs typeface="微软雅黑" panose="020B0503020204020204" charset="-122"/>
              </a:rPr>
              <a:t>真值</a:t>
            </a:r>
            <a:r>
              <a:rPr lang="zh-CN" altLang="en-US" b="1" dirty="0">
                <a:solidFill>
                  <a:schemeClr val="dk1"/>
                </a:solidFill>
                <a:latin typeface="微软雅黑" panose="020B0503020204020204" charset="-122"/>
                <a:cs typeface="微软雅黑" panose="020B0503020204020204" charset="-122"/>
              </a:rPr>
              <a:t>的数据构成一个有效等价类，取</a:t>
            </a:r>
            <a:r>
              <a:rPr lang="zh-CN" altLang="en-US" b="1" dirty="0">
                <a:solidFill>
                  <a:srgbClr val="FF0000"/>
                </a:solidFill>
                <a:latin typeface="微软雅黑" panose="020B0503020204020204" charset="-122"/>
                <a:cs typeface="微软雅黑" panose="020B0503020204020204" charset="-122"/>
              </a:rPr>
              <a:t>假值</a:t>
            </a:r>
            <a:r>
              <a:rPr lang="zh-CN" altLang="en-US" b="1" dirty="0">
                <a:solidFill>
                  <a:schemeClr val="dk1"/>
                </a:solidFill>
                <a:latin typeface="微软雅黑" panose="020B0503020204020204" charset="-122"/>
                <a:cs typeface="微软雅黑" panose="020B0503020204020204" charset="-122"/>
              </a:rPr>
              <a:t>的数据构成一个无效等价类</a:t>
            </a:r>
            <a:r>
              <a:rPr b="1" dirty="0">
                <a:solidFill>
                  <a:schemeClr val="dk1"/>
                </a:solidFill>
                <a:latin typeface="微软雅黑" panose="020B0503020204020204" charset="-122"/>
                <a:cs typeface="微软雅黑" panose="020B0503020204020204" charset="-122"/>
              </a:rPr>
              <a:t>。</a:t>
            </a:r>
            <a:endParaRPr lang="zh-CN" altLang="en-US" b="1" dirty="0">
              <a:solidFill>
                <a:schemeClr val="dk1"/>
              </a:solidFill>
              <a:latin typeface="微软雅黑" panose="020B0503020204020204" charset="-122"/>
              <a:cs typeface="微软雅黑" panose="020B0503020204020204" charset="-122"/>
            </a:endParaRPr>
          </a:p>
          <a:p>
            <a:pPr marL="0" indent="0">
              <a:lnSpc>
                <a:spcPct val="130000"/>
              </a:lnSpc>
              <a:buNone/>
            </a:pPr>
            <a:r>
              <a:rPr lang="en-US" altLang="zh-CN" b="1" dirty="0">
                <a:solidFill>
                  <a:schemeClr val="dk1"/>
                </a:solidFill>
                <a:latin typeface="微软雅黑" panose="020B0503020204020204" charset="-122"/>
                <a:cs typeface="微软雅黑" panose="020B0503020204020204" charset="-122"/>
              </a:rPr>
              <a:t>4.</a:t>
            </a:r>
            <a:r>
              <a:rPr lang="zh-CN" altLang="en-US" b="1" dirty="0">
                <a:solidFill>
                  <a:schemeClr val="dk1"/>
                </a:solidFill>
                <a:latin typeface="微软雅黑" panose="020B0503020204020204" charset="-122"/>
                <a:cs typeface="微软雅黑" panose="020B0503020204020204" charset="-122"/>
              </a:rPr>
              <a:t>若规定了输入数据的</a:t>
            </a:r>
            <a:r>
              <a:rPr lang="zh-CN" altLang="en-US" b="1" dirty="0">
                <a:solidFill>
                  <a:srgbClr val="FF0000"/>
                </a:solidFill>
                <a:latin typeface="微软雅黑" panose="020B0503020204020204" charset="-122"/>
                <a:cs typeface="微软雅黑" panose="020B0503020204020204" charset="-122"/>
              </a:rPr>
              <a:t>一组值</a:t>
            </a:r>
            <a:r>
              <a:rPr lang="zh-CN" altLang="en-US" b="1" dirty="0">
                <a:solidFill>
                  <a:schemeClr val="dk1"/>
                </a:solidFill>
                <a:latin typeface="微软雅黑" panose="020B0503020204020204" charset="-122"/>
                <a:cs typeface="微软雅黑" panose="020B0503020204020204" charset="-122"/>
              </a:rPr>
              <a:t>，且程序要对每个输入值分别进行处理。则可为</a:t>
            </a:r>
            <a:r>
              <a:rPr lang="zh-CN" altLang="en-US" b="1" dirty="0">
                <a:solidFill>
                  <a:srgbClr val="FF0000"/>
                </a:solidFill>
                <a:latin typeface="微软雅黑" panose="020B0503020204020204" charset="-122"/>
                <a:cs typeface="微软雅黑" panose="020B0503020204020204" charset="-122"/>
              </a:rPr>
              <a:t>每一个输入值确立一个有效等价类</a:t>
            </a:r>
            <a:r>
              <a:rPr lang="zh-CN" altLang="en-US" b="1" dirty="0">
                <a:solidFill>
                  <a:schemeClr val="dk1"/>
                </a:solidFill>
                <a:latin typeface="微软雅黑" panose="020B0503020204020204" charset="-122"/>
                <a:cs typeface="微软雅黑" panose="020B0503020204020204" charset="-122"/>
              </a:rPr>
              <a:t>，此外针对这组值</a:t>
            </a:r>
            <a:r>
              <a:rPr lang="zh-CN" altLang="en-US" b="1" dirty="0">
                <a:solidFill>
                  <a:srgbClr val="FF0000"/>
                </a:solidFill>
                <a:latin typeface="微软雅黑" panose="020B0503020204020204" charset="-122"/>
                <a:cs typeface="微软雅黑" panose="020B0503020204020204" charset="-122"/>
              </a:rPr>
              <a:t>确立一个无效等价类，它是所有不允许的输入值的集合</a:t>
            </a:r>
            <a:r>
              <a:rPr lang="zh-CN" altLang="en-US" b="1" dirty="0">
                <a:solidFill>
                  <a:schemeClr val="dk1"/>
                </a:solidFill>
                <a:latin typeface="微软雅黑" panose="020B0503020204020204" charset="-122"/>
                <a:cs typeface="微软雅黑" panose="020B0503020204020204" charset="-122"/>
              </a:rPr>
              <a:t>。</a:t>
            </a:r>
          </a:p>
        </p:txBody>
      </p:sp>
      <p:sp>
        <p:nvSpPr>
          <p:cNvPr id="252930" name="Rectangle 2"/>
          <p:cNvSpPr>
            <a:spLocks noGrp="1" noChangeArrowheads="1"/>
          </p:cNvSpPr>
          <p:nvPr/>
        </p:nvSpPr>
        <p:spPr>
          <a:xfrm>
            <a:off x="1350645" y="303848"/>
            <a:ext cx="5706428" cy="756285"/>
          </a:xfrm>
          <a:prstGeom prst="rect">
            <a:avLst/>
          </a:prstGeom>
          <a:noFill/>
          <a:ln>
            <a:noFill/>
          </a:ln>
          <a:extLst>
            <a:ext uri="{909E8E84-426E-40DD-AFC4-6F175D3DCCD1}">
              <a14:hiddenFill xmlns:a14="http://schemas.microsoft.com/office/drawing/2010/main">
                <a:solidFill>
                  <a:srgbClr val="FFCC00"/>
                </a:solidFill>
              </a14:hiddenFill>
            </a:ext>
          </a:extLst>
        </p:spPr>
        <p:txBody>
          <a:bodyPr vert="horz" wrap="square" lIns="68580" tIns="34290" rIns="68580" bIns="34290" numCol="1" rtlCol="0" anchor="ctr" anchorCtr="0" compatLnSpc="1">
            <a:normAutofit/>
          </a:bodyPr>
          <a:lstStyle>
            <a:lvl1pPr marL="0" marR="0" algn="l" defTabSz="914400" rtl="0" eaLnBrk="1" fontAlgn="auto" latinLnBrk="0" hangingPunct="1">
              <a:lnSpc>
                <a:spcPct val="100000"/>
              </a:lnSpc>
              <a:spcBef>
                <a:spcPct val="0"/>
              </a:spcBef>
              <a:buNone/>
              <a:defRPr kumimoji="0" lang="zh-CN" altLang="en-US" sz="18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algn="just" defTabSz="685800" eaLnBrk="0" fontAlgn="base" hangingPunct="0"/>
            <a:r>
              <a:rPr sz="2925" spc="0">
                <a:solidFill>
                  <a:schemeClr val="accent1">
                    <a:lumMod val="75000"/>
                  </a:schemeClr>
                </a:solidFill>
                <a:latin typeface="微软雅黑" panose="020B0503020204020204" charset="-122"/>
              </a:rPr>
              <a:t>划分</a:t>
            </a:r>
            <a:r>
              <a:rPr lang="zh-CN" altLang="en-US" sz="2925" spc="0">
                <a:solidFill>
                  <a:schemeClr val="accent1">
                    <a:lumMod val="75000"/>
                  </a:schemeClr>
                </a:solidFill>
                <a:latin typeface="微软雅黑" panose="020B0503020204020204" charset="-122"/>
              </a:rPr>
              <a:t>等价类的一般原则</a:t>
            </a:r>
          </a:p>
        </p:txBody>
      </p:sp>
      <p:sp>
        <p:nvSpPr>
          <p:cNvPr id="2" name="日期占位符 1"/>
          <p:cNvSpPr>
            <a:spLocks noGrp="1"/>
          </p:cNvSpPr>
          <p:nvPr>
            <p:ph type="dt" sz="half" idx="10"/>
          </p:nvPr>
        </p:nvSpPr>
        <p:spPr/>
        <p:txBody>
          <a:bodyPr/>
          <a:lstStyle/>
          <a:p>
            <a:fld id="{760FBDFE-C587-4B4C-A407-44438C67B59E}" type="datetime1">
              <a:rPr lang="zh-CN" altLang="en-US" smtClean="0"/>
              <a:t>2024/3/12</a:t>
            </a:fld>
            <a:endParaRPr lang="zh-CN" altLang="en-US"/>
          </a:p>
        </p:txBody>
      </p:sp>
      <p:sp>
        <p:nvSpPr>
          <p:cNvPr id="3" name="灯片编号占位符 2"/>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fld id="{49AE70B2-8BF9-45C0-BB95-33D1B9D3A854}" type="slidenum">
              <a:rPr lang="zh-CN" altLang="en-US" smtClean="0"/>
              <a:pPr/>
              <a:t>62</a:t>
            </a:fld>
            <a:endParaRPr lang="zh-CN" alt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460" name="Rectangle 4"/>
          <p:cNvSpPr>
            <a:spLocks noGrp="1"/>
          </p:cNvSpPr>
          <p:nvPr>
            <p:ph idx="1"/>
            <p:custDataLst>
              <p:tags r:id="rId1"/>
            </p:custDataLst>
          </p:nvPr>
        </p:nvSpPr>
        <p:spPr>
          <a:xfrm>
            <a:off x="1601629" y="1115854"/>
            <a:ext cx="6267450" cy="2895124"/>
          </a:xfrm>
        </p:spPr>
        <p:txBody>
          <a:bodyPr vert="horz" wrap="square" lIns="68580" tIns="34290" rIns="68580" bIns="34290" rtlCol="0" anchor="t" anchorCtr="0">
            <a:normAutofit/>
          </a:bodyPr>
          <a:lstStyle/>
          <a:p>
            <a:pPr marL="0" indent="0">
              <a:lnSpc>
                <a:spcPct val="140000"/>
              </a:lnSpc>
              <a:buNone/>
            </a:pPr>
            <a:r>
              <a:rPr lang="en-US" altLang="zh-CN" b="1" dirty="0">
                <a:solidFill>
                  <a:schemeClr val="dk1"/>
                </a:solidFill>
                <a:latin typeface="微软雅黑" panose="020B0503020204020204" charset="-122"/>
                <a:cs typeface="微软雅黑" panose="020B0503020204020204" charset="-122"/>
              </a:rPr>
              <a:t>5.</a:t>
            </a:r>
            <a:r>
              <a:rPr lang="zh-CN" altLang="en-US" b="1" dirty="0">
                <a:solidFill>
                  <a:schemeClr val="dk1"/>
                </a:solidFill>
                <a:latin typeface="微软雅黑" panose="020B0503020204020204" charset="-122"/>
                <a:cs typeface="微软雅黑" panose="020B0503020204020204" charset="-122"/>
              </a:rPr>
              <a:t>规定了输入数据必须遵守的规则，则可以确立一个有效等价类（符合规则）和若干个无效等价类（从不同角度违反规则）</a:t>
            </a:r>
            <a:r>
              <a:rPr b="1" dirty="0">
                <a:solidFill>
                  <a:schemeClr val="dk1"/>
                </a:solidFill>
                <a:latin typeface="微软雅黑" panose="020B0503020204020204" charset="-122"/>
                <a:cs typeface="微软雅黑" panose="020B0503020204020204" charset="-122"/>
              </a:rPr>
              <a:t>。</a:t>
            </a:r>
            <a:endParaRPr lang="zh-CN" altLang="en-US" b="1" dirty="0">
              <a:solidFill>
                <a:schemeClr val="dk1"/>
              </a:solidFill>
              <a:latin typeface="微软雅黑" panose="020B0503020204020204" charset="-122"/>
              <a:cs typeface="微软雅黑" panose="020B0503020204020204" charset="-122"/>
            </a:endParaRPr>
          </a:p>
          <a:p>
            <a:pPr marL="0" indent="0">
              <a:lnSpc>
                <a:spcPct val="140000"/>
              </a:lnSpc>
              <a:buNone/>
            </a:pPr>
            <a:r>
              <a:rPr lang="en-US" altLang="zh-CN" b="1" dirty="0">
                <a:solidFill>
                  <a:schemeClr val="dk1"/>
                </a:solidFill>
                <a:latin typeface="微软雅黑" panose="020B0503020204020204" charset="-122"/>
                <a:cs typeface="微软雅黑" panose="020B0503020204020204" charset="-122"/>
              </a:rPr>
              <a:t>6.</a:t>
            </a:r>
            <a:r>
              <a:rPr lang="zh-CN" altLang="en-US" b="1" dirty="0">
                <a:solidFill>
                  <a:schemeClr val="dk1"/>
                </a:solidFill>
                <a:latin typeface="微软雅黑" panose="020B0503020204020204" charset="-122"/>
                <a:cs typeface="微软雅黑" panose="020B0503020204020204" charset="-122"/>
              </a:rPr>
              <a:t>若确知已划分等价类中各元素在程序中处理方式不同，则应将此等价类进一步划分成更小的等价类。</a:t>
            </a:r>
          </a:p>
        </p:txBody>
      </p:sp>
      <p:sp>
        <p:nvSpPr>
          <p:cNvPr id="252930" name="Rectangle 2"/>
          <p:cNvSpPr>
            <a:spLocks noGrp="1" noChangeArrowheads="1"/>
          </p:cNvSpPr>
          <p:nvPr>
            <p:ph type="title"/>
          </p:nvPr>
        </p:nvSpPr>
        <p:spPr>
          <a:xfrm>
            <a:off x="1350645" y="303848"/>
            <a:ext cx="5706428" cy="756285"/>
          </a:xfrm>
          <a:noFill/>
          <a:ln>
            <a:noFill/>
          </a:ln>
          <a:extLst>
            <a:ext uri="{909E8E84-426E-40DD-AFC4-6F175D3DCCD1}">
              <a14:hiddenFill xmlns:a14="http://schemas.microsoft.com/office/drawing/2010/main">
                <a:solidFill>
                  <a:srgbClr val="FFCC00"/>
                </a:solidFill>
              </a14:hiddenFill>
            </a:ext>
          </a:extLst>
        </p:spPr>
        <p:txBody>
          <a:bodyPr vert="horz" wrap="square" lIns="68580" tIns="34290" rIns="68580" bIns="34290" numCol="1" rtlCol="0" anchor="ctr" anchorCtr="0" compatLnSpc="1">
            <a:normAutofit/>
          </a:bodyPr>
          <a:lstStyle/>
          <a:p>
            <a:pPr algn="just" eaLnBrk="0" fontAlgn="base" hangingPunct="0">
              <a:lnSpc>
                <a:spcPct val="100000"/>
              </a:lnSpc>
              <a:buClrTx/>
            </a:pPr>
            <a:r>
              <a:rPr sz="2925">
                <a:solidFill>
                  <a:schemeClr val="accent1">
                    <a:lumMod val="75000"/>
                  </a:schemeClr>
                </a:solidFill>
                <a:latin typeface="微软雅黑" panose="020B0503020204020204" charset="-122"/>
                <a:sym typeface="+mn-ea"/>
              </a:rPr>
              <a:t>划分</a:t>
            </a:r>
            <a:r>
              <a:rPr kumimoji="0" lang="zh-CN" altLang="en-US" sz="2925">
                <a:solidFill>
                  <a:schemeClr val="accent1">
                    <a:lumMod val="75000"/>
                  </a:schemeClr>
                </a:solidFill>
                <a:latin typeface="微软雅黑" panose="020B0503020204020204" charset="-122"/>
                <a:cs typeface="+mj-cs"/>
              </a:rPr>
              <a:t>等价类的一般原则</a:t>
            </a:r>
          </a:p>
        </p:txBody>
      </p:sp>
      <p:sp>
        <p:nvSpPr>
          <p:cNvPr id="2" name="日期占位符 1"/>
          <p:cNvSpPr>
            <a:spLocks noGrp="1"/>
          </p:cNvSpPr>
          <p:nvPr>
            <p:ph type="dt" sz="half" idx="10"/>
          </p:nvPr>
        </p:nvSpPr>
        <p:spPr/>
        <p:txBody>
          <a:bodyPr/>
          <a:lstStyle/>
          <a:p>
            <a:fld id="{760FBDFE-C587-4B4C-A407-44438C67B59E}" type="datetime1">
              <a:rPr lang="zh-CN" altLang="en-US" smtClean="0"/>
              <a:t>2024/3/12</a:t>
            </a:fld>
            <a:endParaRPr lang="zh-CN" altLang="en-US"/>
          </a:p>
        </p:txBody>
      </p:sp>
      <p:sp>
        <p:nvSpPr>
          <p:cNvPr id="3" name="灯片编号占位符 2"/>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fld id="{49AE70B2-8BF9-45C0-BB95-33D1B9D3A854}" type="slidenum">
              <a:rPr lang="zh-CN" altLang="en-US" smtClean="0"/>
              <a:pPr/>
              <a:t>63</a:t>
            </a:fld>
            <a:endParaRPr lang="zh-CN" altLang="en-US"/>
          </a:p>
        </p:txBody>
      </p:sp>
      <p:sp>
        <p:nvSpPr>
          <p:cNvPr id="4" name="文本框 3"/>
          <p:cNvSpPr txBox="1"/>
          <p:nvPr/>
        </p:nvSpPr>
        <p:spPr>
          <a:xfrm>
            <a:off x="1709738" y="3691942"/>
            <a:ext cx="5743099" cy="38491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square" rtlCol="0" anchor="t">
            <a:spAutoFit/>
          </a:bodyPr>
          <a:lstStyle/>
          <a:p>
            <a:pPr marL="342900" indent="-342900">
              <a:lnSpc>
                <a:spcPct val="140000"/>
              </a:lnSpc>
            </a:pPr>
            <a:r>
              <a:rPr lang="zh-CN" altLang="en-US" sz="1500" dirty="0">
                <a:solidFill>
                  <a:schemeClr val="dk1"/>
                </a:solidFill>
                <a:latin typeface="微软雅黑" panose="020B0503020204020204" charset="-122"/>
                <a:cs typeface="微软雅黑" panose="020B0503020204020204" charset="-122"/>
                <a:sym typeface="+mn-ea"/>
              </a:rPr>
              <a:t>通过不断施加规则，将等价类划分为更多子集，直到无法再分为止。</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6004" name="Rectangle 4"/>
          <p:cNvSpPr>
            <a:spLocks noGrp="1" noChangeArrowheads="1"/>
          </p:cNvSpPr>
          <p:nvPr>
            <p:ph idx="1"/>
            <p:custDataLst>
              <p:tags r:id="rId1"/>
            </p:custDataLst>
          </p:nvPr>
        </p:nvSpPr>
        <p:spPr>
          <a:xfrm>
            <a:off x="1522095" y="1383983"/>
            <a:ext cx="6074569" cy="3086100"/>
          </a:xfrm>
        </p:spPr>
        <p:txBody>
          <a:bodyPr vert="horz" wrap="square" lIns="68580" tIns="34290" rIns="68580" bIns="34290" numCol="1" rtlCol="0" anchor="t" anchorCtr="0" compatLnSpc="1">
            <a:normAutofit/>
          </a:bodyPr>
          <a:lstStyle/>
          <a:p>
            <a:pPr marL="257175" indent="-257175" fontAlgn="base">
              <a:lnSpc>
                <a:spcPct val="120000"/>
              </a:lnSpc>
              <a:spcBef>
                <a:spcPct val="20000"/>
              </a:spcBef>
              <a:spcAft>
                <a:spcPct val="0"/>
              </a:spcAft>
              <a:buFontTx/>
              <a:buChar char="•"/>
              <a:defRPr/>
            </a:pPr>
            <a:r>
              <a:rPr lang="zh-CN" altLang="en-US" sz="2400" b="1" kern="0">
                <a:solidFill>
                  <a:schemeClr val="dk1"/>
                </a:solidFill>
                <a:latin typeface="微软雅黑" panose="020B0503020204020204" charset="-122"/>
                <a:cs typeface="+mn-cs"/>
              </a:rPr>
              <a:t>等价类测试适用于：（有数据输入的情况）</a:t>
            </a:r>
          </a:p>
          <a:p>
            <a:pPr marL="557213" lvl="1" indent="-214313" fontAlgn="base">
              <a:lnSpc>
                <a:spcPct val="120000"/>
              </a:lnSpc>
              <a:spcBef>
                <a:spcPct val="20000"/>
              </a:spcBef>
              <a:spcAft>
                <a:spcPct val="0"/>
              </a:spcAft>
              <a:buFontTx/>
              <a:buChar char="–"/>
              <a:defRPr/>
            </a:pPr>
            <a:r>
              <a:rPr lang="zh-CN" altLang="en-US" sz="2100" kern="0">
                <a:solidFill>
                  <a:schemeClr val="dk1"/>
                </a:solidFill>
                <a:latin typeface="微软雅黑" panose="020B0503020204020204" charset="-122"/>
              </a:rPr>
              <a:t>可用数量衡量的独立变量</a:t>
            </a:r>
          </a:p>
          <a:p>
            <a:pPr marL="557213" lvl="1" indent="-214313" fontAlgn="base">
              <a:lnSpc>
                <a:spcPct val="120000"/>
              </a:lnSpc>
              <a:spcBef>
                <a:spcPct val="20000"/>
              </a:spcBef>
              <a:spcAft>
                <a:spcPct val="0"/>
              </a:spcAft>
              <a:buFontTx/>
              <a:buChar char="–"/>
              <a:defRPr/>
            </a:pPr>
            <a:r>
              <a:rPr lang="zh-CN" altLang="en-US" sz="2100" kern="0">
                <a:solidFill>
                  <a:schemeClr val="dk1"/>
                </a:solidFill>
                <a:latin typeface="微软雅黑" panose="020B0503020204020204" charset="-122"/>
              </a:rPr>
              <a:t>布尔变量</a:t>
            </a:r>
          </a:p>
          <a:p>
            <a:pPr marL="557213" lvl="1" indent="-214313" fontAlgn="base">
              <a:lnSpc>
                <a:spcPct val="120000"/>
              </a:lnSpc>
              <a:spcBef>
                <a:spcPct val="20000"/>
              </a:spcBef>
              <a:spcAft>
                <a:spcPct val="0"/>
              </a:spcAft>
              <a:buFontTx/>
              <a:buChar char="–"/>
              <a:defRPr/>
            </a:pPr>
            <a:r>
              <a:rPr lang="zh-CN" altLang="en-US" sz="2100" kern="0">
                <a:solidFill>
                  <a:schemeClr val="dk1"/>
                </a:solidFill>
                <a:latin typeface="微软雅黑" panose="020B0503020204020204" charset="-122"/>
              </a:rPr>
              <a:t>逻辑变量</a:t>
            </a:r>
          </a:p>
          <a:p>
            <a:pPr marL="257175" indent="-257175" fontAlgn="base">
              <a:lnSpc>
                <a:spcPct val="120000"/>
              </a:lnSpc>
              <a:spcBef>
                <a:spcPct val="20000"/>
              </a:spcBef>
              <a:spcAft>
                <a:spcPct val="0"/>
              </a:spcAft>
              <a:buFontTx/>
              <a:buChar char="•"/>
              <a:defRPr/>
            </a:pPr>
            <a:r>
              <a:rPr lang="zh-CN" altLang="en-US" sz="2400" b="1" kern="0">
                <a:solidFill>
                  <a:schemeClr val="dk1"/>
                </a:solidFill>
                <a:latin typeface="微软雅黑" panose="020B0503020204020204" charset="-122"/>
                <a:cs typeface="+mn-cs"/>
              </a:rPr>
              <a:t>等价类测试不适用于：</a:t>
            </a:r>
          </a:p>
          <a:p>
            <a:pPr marL="557213" lvl="1" indent="-214313" fontAlgn="base">
              <a:lnSpc>
                <a:spcPct val="120000"/>
              </a:lnSpc>
              <a:spcBef>
                <a:spcPct val="20000"/>
              </a:spcBef>
              <a:spcAft>
                <a:spcPct val="0"/>
              </a:spcAft>
              <a:buFontTx/>
              <a:buChar char="–"/>
              <a:defRPr/>
            </a:pPr>
            <a:r>
              <a:rPr lang="zh-CN" altLang="en-US" sz="2100" kern="0">
                <a:solidFill>
                  <a:schemeClr val="dk1"/>
                </a:solidFill>
                <a:latin typeface="微软雅黑" panose="020B0503020204020204" charset="-122"/>
              </a:rPr>
              <a:t>相互有依赖关系的变量</a:t>
            </a:r>
          </a:p>
        </p:txBody>
      </p:sp>
      <p:sp>
        <p:nvSpPr>
          <p:cNvPr id="252930" name="Rectangle 2"/>
          <p:cNvSpPr>
            <a:spLocks noGrp="1" noChangeArrowheads="1"/>
          </p:cNvSpPr>
          <p:nvPr>
            <p:ph type="title"/>
          </p:nvPr>
        </p:nvSpPr>
        <p:spPr>
          <a:xfrm>
            <a:off x="1350645" y="303848"/>
            <a:ext cx="5706428" cy="756285"/>
          </a:xfrm>
          <a:noFill/>
          <a:ln>
            <a:noFill/>
          </a:ln>
          <a:extLst>
            <a:ext uri="{909E8E84-426E-40DD-AFC4-6F175D3DCCD1}">
              <a14:hiddenFill xmlns:a14="http://schemas.microsoft.com/office/drawing/2010/main">
                <a:solidFill>
                  <a:srgbClr val="FFCC00"/>
                </a:solidFill>
              </a14:hiddenFill>
            </a:ext>
          </a:extLst>
        </p:spPr>
        <p:txBody>
          <a:bodyPr vert="horz" wrap="square" lIns="68580" tIns="34290" rIns="68580" bIns="34290" numCol="1" rtlCol="0" anchor="ctr" anchorCtr="0" compatLnSpc="1">
            <a:normAutofit/>
          </a:bodyPr>
          <a:lstStyle/>
          <a:p>
            <a:pPr algn="just" eaLnBrk="0" fontAlgn="base" hangingPunct="0">
              <a:lnSpc>
                <a:spcPct val="100000"/>
              </a:lnSpc>
              <a:buClrTx/>
            </a:pPr>
            <a:r>
              <a:rPr kumimoji="0" lang="zh-CN" altLang="en-US" sz="2925">
                <a:solidFill>
                  <a:schemeClr val="accent1">
                    <a:lumMod val="75000"/>
                  </a:schemeClr>
                </a:solidFill>
                <a:latin typeface="微软雅黑" panose="020B0503020204020204" charset="-122"/>
                <a:cs typeface="+mj-cs"/>
              </a:rPr>
              <a:t>等价类</a:t>
            </a:r>
            <a:r>
              <a:rPr sz="2925">
                <a:solidFill>
                  <a:schemeClr val="accent1">
                    <a:lumMod val="75000"/>
                  </a:schemeClr>
                </a:solidFill>
                <a:latin typeface="微软雅黑" panose="020B0503020204020204" charset="-122"/>
                <a:sym typeface="+mn-ea"/>
              </a:rPr>
              <a:t>测试的适用情况</a:t>
            </a:r>
            <a:endParaRPr kumimoji="0" lang="zh-CN" altLang="en-US" sz="2925">
              <a:solidFill>
                <a:schemeClr val="accent1">
                  <a:lumMod val="75000"/>
                </a:schemeClr>
              </a:solidFill>
              <a:latin typeface="微软雅黑" panose="020B0503020204020204" charset="-122"/>
              <a:cs typeface="+mj-cs"/>
              <a:sym typeface="+mn-ea"/>
            </a:endParaRPr>
          </a:p>
        </p:txBody>
      </p:sp>
      <p:sp>
        <p:nvSpPr>
          <p:cNvPr id="2" name="日期占位符 1"/>
          <p:cNvSpPr>
            <a:spLocks noGrp="1"/>
          </p:cNvSpPr>
          <p:nvPr>
            <p:ph type="dt" sz="half" idx="10"/>
          </p:nvPr>
        </p:nvSpPr>
        <p:spPr/>
        <p:txBody>
          <a:bodyPr/>
          <a:lstStyle/>
          <a:p>
            <a:fld id="{760FBDFE-C587-4B4C-A407-44438C67B59E}" type="datetime1">
              <a:rPr lang="zh-CN" altLang="en-US" smtClean="0"/>
              <a:t>2024/3/12</a:t>
            </a:fld>
            <a:endParaRPr lang="zh-CN" altLang="en-US"/>
          </a:p>
        </p:txBody>
      </p:sp>
      <p:sp>
        <p:nvSpPr>
          <p:cNvPr id="3" name="灯片编号占位符 2"/>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fld id="{49AE70B2-8BF9-45C0-BB95-33D1B9D3A854}" type="slidenum">
              <a:rPr lang="zh-CN" altLang="en-US" smtClean="0"/>
              <a:pPr/>
              <a:t>64</a:t>
            </a:fld>
            <a:endParaRPr lang="zh-CN" alt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519714" y="1303973"/>
            <a:ext cx="6104573" cy="2947035"/>
          </a:xfrm>
        </p:spPr>
        <p:txBody>
          <a:bodyPr/>
          <a:lstStyle/>
          <a:p>
            <a:pPr marL="352425" indent="-352425" eaLnBrk="0" fontAlgn="base" hangingPunct="0">
              <a:spcBef>
                <a:spcPct val="20000"/>
              </a:spcBef>
              <a:spcAft>
                <a:spcPct val="0"/>
              </a:spcAft>
              <a:buClr>
                <a:schemeClr val="accent2"/>
              </a:buClr>
              <a:buFont typeface="Wingdings" panose="05000000000000000000" pitchFamily="2" charset="2"/>
              <a:buChar char="o"/>
              <a:defRPr/>
            </a:pPr>
            <a:r>
              <a:rPr sz="2400" b="1" kern="0">
                <a:latin typeface="+mn-lt"/>
                <a:ea typeface="+mn-ea"/>
                <a:sym typeface="+mn-ea"/>
              </a:rPr>
              <a:t>判断等价类中所有数据是否完全等价的简便原则：</a:t>
            </a:r>
            <a:endParaRPr lang="en-US" altLang="zh-CN" sz="2400" b="1" kern="0" dirty="0">
              <a:latin typeface="+mn-lt"/>
              <a:ea typeface="+mn-ea"/>
              <a:cs typeface="+mn-cs"/>
            </a:endParaRPr>
          </a:p>
          <a:p>
            <a:pPr marL="681038" lvl="1" indent="-327660" eaLnBrk="0" fontAlgn="base" hangingPunct="0">
              <a:spcBef>
                <a:spcPct val="20000"/>
              </a:spcBef>
              <a:spcAft>
                <a:spcPct val="0"/>
              </a:spcAft>
              <a:buClr>
                <a:schemeClr val="accent2"/>
              </a:buClr>
              <a:buFont typeface="Wingdings" panose="05000000000000000000" pitchFamily="2" charset="2"/>
              <a:buChar char="n"/>
              <a:defRPr/>
            </a:pPr>
            <a:r>
              <a:rPr kern="0">
                <a:latin typeface="+mn-lt"/>
                <a:ea typeface="+mn-ea"/>
                <a:sym typeface="+mn-ea"/>
              </a:rPr>
              <a:t>在某个指定的等价类中，被测对象对该等价类中的输入数据或输入项的处理方式是否一致；</a:t>
            </a:r>
            <a:endParaRPr lang="en-US" altLang="zh-CN" kern="0" dirty="0">
              <a:latin typeface="+mn-lt"/>
              <a:ea typeface="+mn-ea"/>
              <a:cs typeface="+mn-cs"/>
            </a:endParaRPr>
          </a:p>
          <a:p>
            <a:pPr marL="681038" lvl="1" indent="-327660" eaLnBrk="0" fontAlgn="base" hangingPunct="0">
              <a:spcBef>
                <a:spcPct val="20000"/>
              </a:spcBef>
              <a:spcAft>
                <a:spcPct val="0"/>
              </a:spcAft>
              <a:buClr>
                <a:schemeClr val="accent2"/>
              </a:buClr>
              <a:buFont typeface="Wingdings" panose="05000000000000000000" pitchFamily="2" charset="2"/>
              <a:buChar char="n"/>
              <a:defRPr/>
            </a:pPr>
            <a:r>
              <a:rPr kern="0">
                <a:latin typeface="+mn-lt"/>
                <a:ea typeface="+mn-ea"/>
                <a:sym typeface="+mn-ea"/>
              </a:rPr>
              <a:t>如果不一致，则该等价类需要进一步做等价划分。</a:t>
            </a:r>
            <a:endParaRPr lang="zh-CN" altLang="en-US" kern="0">
              <a:latin typeface="+mn-lt"/>
              <a:ea typeface="+mn-ea"/>
              <a:sym typeface="+mn-ea"/>
            </a:endParaRPr>
          </a:p>
        </p:txBody>
      </p:sp>
      <p:sp>
        <p:nvSpPr>
          <p:cNvPr id="4" name="日期占位符 3"/>
          <p:cNvSpPr>
            <a:spLocks noGrp="1"/>
          </p:cNvSpPr>
          <p:nvPr>
            <p:ph type="dt" sz="half" idx="10"/>
          </p:nvPr>
        </p:nvSpPr>
        <p:spPr/>
        <p:txBody>
          <a:bodyPr/>
          <a:lstStyle/>
          <a:p>
            <a:fld id="{760FBDFE-C587-4B4C-A407-44438C67B59E}" type="datetime1">
              <a:rPr lang="zh-CN" altLang="en-US" smtClean="0"/>
              <a:t>2024/3/12</a:t>
            </a:fld>
            <a:endParaRPr lang="zh-CN" altLang="en-US"/>
          </a:p>
        </p:txBody>
      </p:sp>
      <p:sp>
        <p:nvSpPr>
          <p:cNvPr id="5" name="灯片编号占位符 4"/>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fld id="{49AE70B2-8BF9-45C0-BB95-33D1B9D3A854}" type="slidenum">
              <a:rPr lang="zh-CN" altLang="en-US" smtClean="0"/>
              <a:pPr/>
              <a:t>65</a:t>
            </a:fld>
            <a:endParaRPr lang="zh-CN" altLang="en-US"/>
          </a:p>
        </p:txBody>
      </p:sp>
      <p:sp>
        <p:nvSpPr>
          <p:cNvPr id="257026" name="Rectangle 2"/>
          <p:cNvSpPr>
            <a:spLocks noGrp="1" noChangeArrowheads="1"/>
          </p:cNvSpPr>
          <p:nvPr>
            <p:ph type="title"/>
          </p:nvPr>
        </p:nvSpPr>
        <p:spPr>
          <a:xfrm>
            <a:off x="1461612" y="303848"/>
            <a:ext cx="5595461" cy="756285"/>
          </a:xfrm>
          <a:noFill/>
          <a:ln>
            <a:noFill/>
          </a:ln>
          <a:extLst>
            <a:ext uri="{909E8E84-426E-40DD-AFC4-6F175D3DCCD1}">
              <a14:hiddenFill xmlns:a14="http://schemas.microsoft.com/office/drawing/2010/main">
                <a:solidFill>
                  <a:srgbClr val="FFCC00"/>
                </a:solidFill>
              </a14:hiddenFill>
            </a:ext>
          </a:extLst>
        </p:spPr>
        <p:txBody>
          <a:bodyPr vert="horz" wrap="square" lIns="68580" tIns="34290" rIns="68580" bIns="34290" numCol="1" rtlCol="0" anchor="ctr" anchorCtr="0" compatLnSpc="1">
            <a:normAutofit/>
          </a:bodyPr>
          <a:lstStyle/>
          <a:p>
            <a:pPr algn="just" eaLnBrk="0" fontAlgn="base" hangingPunct="0">
              <a:lnSpc>
                <a:spcPct val="100000"/>
              </a:lnSpc>
              <a:buClrTx/>
            </a:pPr>
            <a:r>
              <a:rPr kumimoji="0" sz="2925">
                <a:solidFill>
                  <a:schemeClr val="accent1">
                    <a:lumMod val="75000"/>
                  </a:schemeClr>
                </a:solidFill>
                <a:latin typeface="微软雅黑" panose="020B0503020204020204" charset="-122"/>
                <a:cs typeface="+mj-cs"/>
              </a:rPr>
              <a:t>等价类划分</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316" name="Rectangle 4"/>
          <p:cNvSpPr>
            <a:spLocks noGrp="1"/>
          </p:cNvSpPr>
          <p:nvPr>
            <p:ph idx="1"/>
            <p:custDataLst>
              <p:tags r:id="rId1"/>
            </p:custDataLst>
          </p:nvPr>
        </p:nvSpPr>
        <p:spPr>
          <a:xfrm>
            <a:off x="1513999" y="1152525"/>
            <a:ext cx="5974080" cy="3419475"/>
          </a:xfrm>
        </p:spPr>
        <p:txBody>
          <a:bodyPr vert="horz" wrap="square" lIns="68580" tIns="34290" rIns="68580" bIns="34290" rtlCol="0" anchor="t" anchorCtr="0">
            <a:normAutofit/>
          </a:bodyPr>
          <a:lstStyle/>
          <a:p>
            <a:pPr eaLnBrk="1" hangingPunct="1">
              <a:lnSpc>
                <a:spcPct val="140000"/>
              </a:lnSpc>
            </a:pPr>
            <a:r>
              <a:rPr sz="2700" b="1">
                <a:latin typeface="微软雅黑" panose="020B0503020204020204" charset="-122"/>
                <a:cs typeface="+mj-cs"/>
                <a:sym typeface="+mn-ea"/>
              </a:rPr>
              <a:t>等价类划分的步骤</a:t>
            </a:r>
            <a:endParaRPr lang="zh-CN" altLang="en-US" sz="2700" b="1">
              <a:latin typeface="微软雅黑" panose="020B0503020204020204" charset="-122"/>
              <a:cs typeface="+mj-cs"/>
            </a:endParaRPr>
          </a:p>
          <a:p>
            <a:pPr marL="343376" indent="-342900">
              <a:lnSpc>
                <a:spcPct val="140000"/>
              </a:lnSpc>
              <a:buAutoNum type="arabicPeriod"/>
            </a:pPr>
            <a:r>
              <a:rPr lang="zh-CN" altLang="en-US" dirty="0">
                <a:solidFill>
                  <a:schemeClr val="dk1"/>
                </a:solidFill>
                <a:latin typeface="微软雅黑" panose="020B0503020204020204" charset="-122"/>
              </a:rPr>
              <a:t>通过分析需求规格说明，划分等价类，列出等价类表；</a:t>
            </a:r>
          </a:p>
          <a:p>
            <a:pPr marL="386239" indent="-385763">
              <a:lnSpc>
                <a:spcPct val="140000"/>
              </a:lnSpc>
              <a:buAutoNum type="arabicPeriod"/>
            </a:pPr>
            <a:r>
              <a:rPr lang="zh-CN" altLang="en-US" dirty="0">
                <a:solidFill>
                  <a:schemeClr val="dk1"/>
                </a:solidFill>
                <a:latin typeface="微软雅黑" panose="020B0503020204020204" charset="-122"/>
              </a:rPr>
              <a:t>设计测试用例。</a:t>
            </a:r>
          </a:p>
        </p:txBody>
      </p:sp>
      <p:sp>
        <p:nvSpPr>
          <p:cNvPr id="2" name="日期占位符 1"/>
          <p:cNvSpPr>
            <a:spLocks noGrp="1"/>
          </p:cNvSpPr>
          <p:nvPr>
            <p:ph type="dt" sz="half" idx="10"/>
          </p:nvPr>
        </p:nvSpPr>
        <p:spPr/>
        <p:txBody>
          <a:bodyPr/>
          <a:lstStyle/>
          <a:p>
            <a:fld id="{760FBDFE-C587-4B4C-A407-44438C67B59E}" type="datetime1">
              <a:rPr lang="zh-CN" altLang="en-US" smtClean="0"/>
              <a:t>2024/3/12</a:t>
            </a:fld>
            <a:endParaRPr lang="zh-CN" altLang="en-US"/>
          </a:p>
        </p:txBody>
      </p:sp>
      <p:sp>
        <p:nvSpPr>
          <p:cNvPr id="3" name="灯片编号占位符 2"/>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fld id="{49AE70B2-8BF9-45C0-BB95-33D1B9D3A854}" type="slidenum">
              <a:rPr lang="zh-CN" altLang="en-US" smtClean="0"/>
              <a:pPr/>
              <a:t>66</a:t>
            </a:fld>
            <a:endParaRPr lang="zh-CN" altLang="en-US"/>
          </a:p>
        </p:txBody>
      </p:sp>
      <p:sp>
        <p:nvSpPr>
          <p:cNvPr id="248834" name="Rectangle 2"/>
          <p:cNvSpPr>
            <a:spLocks noGrp="1" noChangeArrowheads="1"/>
          </p:cNvSpPr>
          <p:nvPr>
            <p:ph type="title"/>
            <p:custDataLst>
              <p:tags r:id="rId2"/>
            </p:custDataLst>
          </p:nvPr>
        </p:nvSpPr>
        <p:spPr>
          <a:xfrm>
            <a:off x="1461612" y="303848"/>
            <a:ext cx="5595461" cy="756285"/>
          </a:xfrm>
          <a:noFill/>
          <a:ln>
            <a:noFill/>
          </a:ln>
          <a:extLst>
            <a:ext uri="{909E8E84-426E-40DD-AFC4-6F175D3DCCD1}">
              <a14:hiddenFill xmlns:a14="http://schemas.microsoft.com/office/drawing/2010/main">
                <a:solidFill>
                  <a:srgbClr val="FFCC00"/>
                </a:solidFill>
              </a14:hiddenFill>
            </a:ext>
          </a:extLst>
        </p:spPr>
        <p:txBody>
          <a:bodyPr vert="horz" wrap="square" lIns="68580" tIns="34290" rIns="68580" bIns="34290" numCol="1" rtlCol="0" anchor="ctr" anchorCtr="0" compatLnSpc="1">
            <a:normAutofit/>
          </a:bodyPr>
          <a:lstStyle/>
          <a:p>
            <a:pPr algn="just" eaLnBrk="0" fontAlgn="base" hangingPunct="0">
              <a:lnSpc>
                <a:spcPct val="100000"/>
              </a:lnSpc>
              <a:buClrTx/>
            </a:pPr>
            <a:r>
              <a:rPr sz="2925">
                <a:solidFill>
                  <a:schemeClr val="accent1">
                    <a:lumMod val="75000"/>
                  </a:schemeClr>
                </a:solidFill>
                <a:latin typeface="微软雅黑" panose="020B0503020204020204" charset="-122"/>
                <a:sym typeface="+mn-ea"/>
              </a:rPr>
              <a:t>等价类测试</a:t>
            </a:r>
            <a:endParaRPr kumimoji="0" lang="zh-CN" altLang="en-US" sz="2925">
              <a:solidFill>
                <a:schemeClr val="accent1">
                  <a:lumMod val="75000"/>
                </a:schemeClr>
              </a:solidFill>
              <a:latin typeface="微软雅黑" panose="020B0503020204020204" charset="-122"/>
              <a:cs typeface="+mj-cs"/>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7026" name="Rectangle 2"/>
          <p:cNvSpPr>
            <a:spLocks noGrp="1" noChangeArrowheads="1"/>
          </p:cNvSpPr>
          <p:nvPr>
            <p:ph type="title"/>
          </p:nvPr>
        </p:nvSpPr>
        <p:spPr>
          <a:xfrm>
            <a:off x="1461612" y="303848"/>
            <a:ext cx="5595461" cy="756285"/>
          </a:xfrm>
          <a:noFill/>
          <a:ln>
            <a:noFill/>
          </a:ln>
          <a:extLst>
            <a:ext uri="{909E8E84-426E-40DD-AFC4-6F175D3DCCD1}">
              <a14:hiddenFill xmlns:a14="http://schemas.microsoft.com/office/drawing/2010/main">
                <a:solidFill>
                  <a:srgbClr val="FFCC00"/>
                </a:solidFill>
              </a14:hiddenFill>
            </a:ext>
          </a:extLst>
        </p:spPr>
        <p:txBody>
          <a:bodyPr vert="horz" wrap="square" lIns="68580" tIns="34290" rIns="68580" bIns="34290" numCol="1" rtlCol="0" anchor="ctr" anchorCtr="0" compatLnSpc="1">
            <a:normAutofit/>
          </a:bodyPr>
          <a:lstStyle/>
          <a:p>
            <a:pPr algn="just" eaLnBrk="0" fontAlgn="base" hangingPunct="0">
              <a:lnSpc>
                <a:spcPct val="100000"/>
              </a:lnSpc>
              <a:buClrTx/>
            </a:pPr>
            <a:r>
              <a:rPr kumimoji="0" lang="zh-CN" altLang="en-US" sz="2925">
                <a:solidFill>
                  <a:schemeClr val="accent1">
                    <a:lumMod val="75000"/>
                  </a:schemeClr>
                </a:solidFill>
                <a:latin typeface="微软雅黑" panose="020B0503020204020204" charset="-122"/>
                <a:cs typeface="+mj-cs"/>
              </a:rPr>
              <a:t>测试用例设计</a:t>
            </a:r>
          </a:p>
        </p:txBody>
      </p:sp>
      <p:sp>
        <p:nvSpPr>
          <p:cNvPr id="22532" name="Rectangle 4"/>
          <p:cNvSpPr>
            <a:spLocks noGrp="1"/>
          </p:cNvSpPr>
          <p:nvPr>
            <p:ph idx="1"/>
            <p:custDataLst>
              <p:tags r:id="rId1"/>
            </p:custDataLst>
          </p:nvPr>
        </p:nvSpPr>
        <p:spPr>
          <a:xfrm>
            <a:off x="1657350" y="1329929"/>
            <a:ext cx="5829300" cy="3086100"/>
          </a:xfrm>
        </p:spPr>
        <p:txBody>
          <a:bodyPr vert="horz" wrap="square" lIns="68580" tIns="34290" rIns="68580" bIns="34290" rtlCol="0" anchor="t" anchorCtr="0">
            <a:normAutofit lnSpcReduction="10000"/>
          </a:bodyPr>
          <a:lstStyle/>
          <a:p>
            <a:pPr marL="343376" indent="-342900">
              <a:lnSpc>
                <a:spcPct val="130000"/>
              </a:lnSpc>
              <a:buAutoNum type="arabicPeriod"/>
            </a:pPr>
            <a:r>
              <a:rPr lang="zh-CN" altLang="en-US" dirty="0">
                <a:solidFill>
                  <a:schemeClr val="dk1"/>
                </a:solidFill>
                <a:latin typeface="微软雅黑" panose="020B0503020204020204" charset="-122"/>
              </a:rPr>
              <a:t>为每个等价类规定一个唯一的编号；</a:t>
            </a:r>
          </a:p>
          <a:p>
            <a:pPr marL="343376" indent="-342900">
              <a:lnSpc>
                <a:spcPct val="130000"/>
              </a:lnSpc>
              <a:buAutoNum type="arabicPeriod"/>
            </a:pPr>
            <a:r>
              <a:rPr lang="zh-CN" altLang="en-US" dirty="0">
                <a:solidFill>
                  <a:schemeClr val="dk1"/>
                </a:solidFill>
                <a:latin typeface="微软雅黑" panose="020B0503020204020204" charset="-122"/>
              </a:rPr>
              <a:t>设计一个新的测试用例，</a:t>
            </a:r>
            <a:r>
              <a:rPr lang="zh-CN" altLang="en-US" dirty="0">
                <a:solidFill>
                  <a:srgbClr val="FF0000"/>
                </a:solidFill>
                <a:latin typeface="微软雅黑" panose="020B0503020204020204" charset="-122"/>
              </a:rPr>
              <a:t>使之尽可能多地覆盖尚未被覆盖的有效等价类</a:t>
            </a:r>
            <a:r>
              <a:rPr lang="zh-CN" altLang="en-US" dirty="0">
                <a:solidFill>
                  <a:schemeClr val="dk1"/>
                </a:solidFill>
                <a:latin typeface="微软雅黑" panose="020B0503020204020204" charset="-122"/>
              </a:rPr>
              <a:t>，重复这一步直至所有的有效等价类都被覆盖为止；</a:t>
            </a:r>
          </a:p>
          <a:p>
            <a:pPr marL="343376" indent="-342900">
              <a:lnSpc>
                <a:spcPct val="130000"/>
              </a:lnSpc>
              <a:buAutoNum type="arabicPeriod"/>
            </a:pPr>
            <a:r>
              <a:rPr lang="zh-CN" altLang="en-US" dirty="0">
                <a:solidFill>
                  <a:schemeClr val="dk1"/>
                </a:solidFill>
                <a:latin typeface="微软雅黑" panose="020B0503020204020204" charset="-122"/>
              </a:rPr>
              <a:t>设计一个新的测试用例，</a:t>
            </a:r>
            <a:r>
              <a:rPr lang="zh-CN" altLang="en-US" dirty="0">
                <a:solidFill>
                  <a:srgbClr val="FF0000"/>
                </a:solidFill>
                <a:latin typeface="微软雅黑" panose="020B0503020204020204" charset="-122"/>
              </a:rPr>
              <a:t>使其仅覆盖一个尚未被覆盖的无效等价类</a:t>
            </a:r>
            <a:r>
              <a:rPr lang="zh-CN" altLang="en-US" dirty="0">
                <a:solidFill>
                  <a:schemeClr val="dk1"/>
                </a:solidFill>
                <a:latin typeface="微软雅黑" panose="020B0503020204020204" charset="-122"/>
              </a:rPr>
              <a:t>，重复这一步直至所有的无效等价类都被覆盖为止。</a:t>
            </a:r>
          </a:p>
        </p:txBody>
      </p:sp>
      <p:sp>
        <p:nvSpPr>
          <p:cNvPr id="2" name="日期占位符 1"/>
          <p:cNvSpPr>
            <a:spLocks noGrp="1"/>
          </p:cNvSpPr>
          <p:nvPr>
            <p:ph type="dt" sz="half" idx="10"/>
          </p:nvPr>
        </p:nvSpPr>
        <p:spPr/>
        <p:txBody>
          <a:bodyPr/>
          <a:lstStyle/>
          <a:p>
            <a:fld id="{760FBDFE-C587-4B4C-A407-44438C67B59E}" type="datetime1">
              <a:rPr lang="zh-CN" altLang="en-US" smtClean="0"/>
              <a:t>2024/3/12</a:t>
            </a:fld>
            <a:endParaRPr lang="zh-CN" altLang="en-US"/>
          </a:p>
        </p:txBody>
      </p:sp>
      <p:sp>
        <p:nvSpPr>
          <p:cNvPr id="3" name="灯片编号占位符 2"/>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fld id="{49AE70B2-8BF9-45C0-BB95-33D1B9D3A854}" type="slidenum">
              <a:rPr lang="zh-CN" altLang="en-US" smtClean="0"/>
              <a:pPr/>
              <a:t>67</a:t>
            </a:fld>
            <a:endParaRPr lang="zh-CN" alt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图片 7"/>
          <p:cNvPicPr>
            <a:picLocks noChangeAspect="1"/>
          </p:cNvPicPr>
          <p:nvPr userDrawn="1">
            <p:custDataLst>
              <p:tags r:id="rId2"/>
            </p:custDataLst>
          </p:nvPr>
        </p:nvPicPr>
        <p:blipFill rotWithShape="1">
          <a:blip r:embed="rId9"/>
          <a:srcRect/>
          <a:stretch>
            <a:fillRect/>
          </a:stretch>
        </p:blipFill>
        <p:spPr>
          <a:xfrm>
            <a:off x="1143000" y="1"/>
            <a:ext cx="6858000" cy="208121"/>
          </a:xfrm>
          <a:prstGeom prst="rect">
            <a:avLst/>
          </a:prstGeom>
        </p:spPr>
      </p:pic>
      <p:pic>
        <p:nvPicPr>
          <p:cNvPr id="15" name="图片 14"/>
          <p:cNvPicPr>
            <a:picLocks noChangeAspect="1"/>
          </p:cNvPicPr>
          <p:nvPr userDrawn="1">
            <p:custDataLst>
              <p:tags r:id="rId3"/>
            </p:custDataLst>
          </p:nvPr>
        </p:nvPicPr>
        <p:blipFill rotWithShape="1">
          <a:blip r:embed="rId10"/>
          <a:srcRect/>
          <a:stretch>
            <a:fillRect/>
          </a:stretch>
        </p:blipFill>
        <p:spPr>
          <a:xfrm>
            <a:off x="1143000" y="4935379"/>
            <a:ext cx="6858000" cy="208121"/>
          </a:xfrm>
          <a:prstGeom prst="rect">
            <a:avLst/>
          </a:prstGeom>
        </p:spPr>
      </p:pic>
      <p:sp>
        <p:nvSpPr>
          <p:cNvPr id="2" name="标题 1"/>
          <p:cNvSpPr>
            <a:spLocks noGrp="1"/>
          </p:cNvSpPr>
          <p:nvPr>
            <p:custDataLst>
              <p:tags r:id="rId4"/>
            </p:custDataLst>
          </p:nvPr>
        </p:nvSpPr>
        <p:spPr>
          <a:xfrm>
            <a:off x="1485900" y="91679"/>
            <a:ext cx="5657850" cy="971550"/>
          </a:xfrm>
          <a:prstGeom prst="rect">
            <a:avLst/>
          </a:prstGeom>
          <a:noFill/>
          <a:ln w="9525">
            <a:noFill/>
          </a:ln>
        </p:spPr>
        <p:txBody>
          <a:bodyPr vert="horz" wrap="square" lIns="68580" tIns="34290" rIns="68580" bIns="34290" anchor="b" anchorCtr="0"/>
          <a:lst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a:lstStyle>
          <a:p>
            <a:r>
              <a:rPr lang="zh-CN" altLang="en-US" sz="2925" dirty="0">
                <a:solidFill>
                  <a:schemeClr val="accent1">
                    <a:lumMod val="75000"/>
                  </a:schemeClr>
                </a:solidFill>
                <a:latin typeface="微软雅黑" panose="020B0503020204020204" charset="-122"/>
                <a:ea typeface="微软雅黑" panose="020B0503020204020204" charset="-122"/>
              </a:rPr>
              <a:t>等价类测试案例</a:t>
            </a:r>
          </a:p>
        </p:txBody>
      </p:sp>
      <p:sp>
        <p:nvSpPr>
          <p:cNvPr id="3" name="内容占位符 2"/>
          <p:cNvSpPr>
            <a:spLocks noGrp="1"/>
          </p:cNvSpPr>
          <p:nvPr>
            <p:custDataLst>
              <p:tags r:id="rId5"/>
            </p:custDataLst>
          </p:nvPr>
        </p:nvSpPr>
        <p:spPr>
          <a:xfrm>
            <a:off x="1485900" y="1063466"/>
            <a:ext cx="6172200" cy="3534728"/>
          </a:xfrm>
          <a:prstGeom prst="rect">
            <a:avLst/>
          </a:prstGeom>
          <a:noFill/>
          <a:ln w="9525">
            <a:noFill/>
          </a:ln>
        </p:spPr>
        <p:txBody>
          <a:bodyPr vert="horz" wrap="square" lIns="68580" tIns="34290" rIns="68580" bIns="34290" anchor="t"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a:lstStyle>
          <a:p>
            <a:pPr>
              <a:lnSpc>
                <a:spcPct val="130000"/>
              </a:lnSpc>
            </a:pPr>
            <a:r>
              <a:rPr lang="zh-CN" altLang="en-US" sz="2400" b="1" dirty="0">
                <a:solidFill>
                  <a:schemeClr val="dk1"/>
                </a:solidFill>
                <a:latin typeface="微软雅黑" panose="020B0503020204020204" charset="-122"/>
                <a:ea typeface="微软雅黑" panose="020B0503020204020204" charset="-122"/>
                <a:cs typeface="微软雅黑" panose="020B0503020204020204" charset="-122"/>
              </a:rPr>
              <a:t>信息注册：</a:t>
            </a:r>
            <a:endParaRPr sz="2400" b="1" dirty="0">
              <a:solidFill>
                <a:schemeClr val="dk1"/>
              </a:solidFill>
              <a:latin typeface="微软雅黑" panose="020B0503020204020204" charset="-122"/>
              <a:ea typeface="微软雅黑" panose="020B0503020204020204" charset="-122"/>
              <a:cs typeface="微软雅黑" panose="020B0503020204020204" charset="-122"/>
            </a:endParaRPr>
          </a:p>
          <a:p>
            <a:pPr lvl="1">
              <a:lnSpc>
                <a:spcPct val="130000"/>
              </a:lnSpc>
            </a:pPr>
            <a:r>
              <a:rPr sz="1500" dirty="0">
                <a:solidFill>
                  <a:schemeClr val="dk1"/>
                </a:solidFill>
                <a:latin typeface="微软雅黑" panose="020B0503020204020204" charset="-122"/>
                <a:ea typeface="微软雅黑" panose="020B0503020204020204" charset="-122"/>
                <a:cs typeface="微软雅黑" panose="020B0503020204020204" charset="-122"/>
              </a:rPr>
              <a:t>姓名</a:t>
            </a:r>
            <a:r>
              <a:rPr lang="zh-CN" altLang="en-US" sz="1500" dirty="0">
                <a:solidFill>
                  <a:schemeClr val="dk1"/>
                </a:solidFill>
                <a:latin typeface="微软雅黑" panose="020B0503020204020204" charset="-122"/>
                <a:ea typeface="微软雅黑" panose="020B0503020204020204" charset="-122"/>
                <a:cs typeface="微软雅黑" panose="020B0503020204020204" charset="-122"/>
              </a:rPr>
              <a:t>：</a:t>
            </a:r>
            <a:r>
              <a:rPr sz="1500" dirty="0">
                <a:solidFill>
                  <a:schemeClr val="dk1"/>
                </a:solidFill>
                <a:latin typeface="微软雅黑" panose="020B0503020204020204" charset="-122"/>
                <a:ea typeface="微软雅黑" panose="020B0503020204020204" charset="-122"/>
                <a:cs typeface="微软雅黑" panose="020B0503020204020204" charset="-122"/>
              </a:rPr>
              <a:t>1-20个字符，不能包含数字，不能为空</a:t>
            </a:r>
            <a:r>
              <a:rPr lang="zh-CN" altLang="en-US" sz="1500" dirty="0">
                <a:solidFill>
                  <a:schemeClr val="dk1"/>
                </a:solidFill>
                <a:latin typeface="微软雅黑" panose="020B0503020204020204" charset="-122"/>
                <a:ea typeface="微软雅黑" panose="020B0503020204020204" charset="-122"/>
                <a:cs typeface="微软雅黑" panose="020B0503020204020204" charset="-122"/>
              </a:rPr>
              <a:t>；</a:t>
            </a:r>
            <a:endParaRPr sz="1500" dirty="0">
              <a:solidFill>
                <a:schemeClr val="dk1"/>
              </a:solidFill>
              <a:latin typeface="微软雅黑" panose="020B0503020204020204" charset="-122"/>
              <a:ea typeface="微软雅黑" panose="020B0503020204020204" charset="-122"/>
              <a:cs typeface="微软雅黑" panose="020B0503020204020204" charset="-122"/>
            </a:endParaRPr>
          </a:p>
          <a:p>
            <a:pPr lvl="1">
              <a:lnSpc>
                <a:spcPct val="130000"/>
              </a:lnSpc>
            </a:pPr>
            <a:r>
              <a:rPr sz="1500" dirty="0">
                <a:solidFill>
                  <a:schemeClr val="dk1"/>
                </a:solidFill>
                <a:latin typeface="微软雅黑" panose="020B0503020204020204" charset="-122"/>
                <a:ea typeface="微软雅黑" panose="020B0503020204020204" charset="-122"/>
                <a:cs typeface="微软雅黑" panose="020B0503020204020204" charset="-122"/>
              </a:rPr>
              <a:t>年龄</a:t>
            </a:r>
            <a:r>
              <a:rPr lang="zh-CN" altLang="en-US" sz="1500" dirty="0">
                <a:solidFill>
                  <a:schemeClr val="dk1"/>
                </a:solidFill>
                <a:latin typeface="微软雅黑" panose="020B0503020204020204" charset="-122"/>
                <a:ea typeface="微软雅黑" panose="020B0503020204020204" charset="-122"/>
                <a:cs typeface="微软雅黑" panose="020B0503020204020204" charset="-122"/>
              </a:rPr>
              <a:t>：</a:t>
            </a:r>
            <a:r>
              <a:rPr sz="1500" dirty="0">
                <a:solidFill>
                  <a:schemeClr val="dk1"/>
                </a:solidFill>
                <a:latin typeface="微软雅黑" panose="020B0503020204020204" charset="-122"/>
                <a:ea typeface="微软雅黑" panose="020B0503020204020204" charset="-122"/>
                <a:cs typeface="微软雅黑" panose="020B0503020204020204" charset="-122"/>
              </a:rPr>
              <a:t>18-60之间的整数，不能为空</a:t>
            </a:r>
            <a:r>
              <a:rPr lang="zh-CN" altLang="en-US" sz="1500" dirty="0">
                <a:solidFill>
                  <a:schemeClr val="dk1"/>
                </a:solidFill>
                <a:latin typeface="微软雅黑" panose="020B0503020204020204" charset="-122"/>
                <a:ea typeface="微软雅黑" panose="020B0503020204020204" charset="-122"/>
                <a:cs typeface="微软雅黑" panose="020B0503020204020204" charset="-122"/>
              </a:rPr>
              <a:t>；</a:t>
            </a:r>
            <a:endParaRPr sz="1500" dirty="0">
              <a:solidFill>
                <a:schemeClr val="dk1"/>
              </a:solidFill>
              <a:latin typeface="微软雅黑" panose="020B0503020204020204" charset="-122"/>
              <a:ea typeface="微软雅黑" panose="020B0503020204020204" charset="-122"/>
              <a:cs typeface="微软雅黑" panose="020B0503020204020204" charset="-122"/>
            </a:endParaRPr>
          </a:p>
          <a:p>
            <a:pPr lvl="1">
              <a:lnSpc>
                <a:spcPct val="130000"/>
              </a:lnSpc>
            </a:pPr>
            <a:r>
              <a:rPr sz="1500" dirty="0">
                <a:solidFill>
                  <a:schemeClr val="dk1"/>
                </a:solidFill>
                <a:latin typeface="微软雅黑" panose="020B0503020204020204" charset="-122"/>
                <a:ea typeface="微软雅黑" panose="020B0503020204020204" charset="-122"/>
                <a:cs typeface="微软雅黑" panose="020B0503020204020204" charset="-122"/>
              </a:rPr>
              <a:t>如果填写信息正确，给出提示信息，如图:</a:t>
            </a:r>
          </a:p>
          <a:p>
            <a:pPr lvl="1">
              <a:lnSpc>
                <a:spcPct val="130000"/>
              </a:lnSpc>
            </a:pPr>
            <a:r>
              <a:rPr sz="1500" dirty="0">
                <a:solidFill>
                  <a:schemeClr val="dk1"/>
                </a:solidFill>
                <a:latin typeface="微软雅黑" panose="020B0503020204020204" charset="-122"/>
                <a:ea typeface="微软雅黑" panose="020B0503020204020204" charset="-122"/>
                <a:cs typeface="微软雅黑" panose="020B0503020204020204" charset="-122"/>
              </a:rPr>
              <a:t>并在“注册信息”文本框中输入相应注册信息</a:t>
            </a:r>
            <a:r>
              <a:rPr lang="zh-CN" altLang="en-US" sz="1500" dirty="0">
                <a:solidFill>
                  <a:schemeClr val="dk1"/>
                </a:solidFill>
                <a:latin typeface="微软雅黑" panose="020B0503020204020204" charset="-122"/>
                <a:ea typeface="微软雅黑" panose="020B0503020204020204" charset="-122"/>
                <a:cs typeface="微软雅黑" panose="020B0503020204020204" charset="-122"/>
              </a:rPr>
              <a:t>。</a:t>
            </a:r>
          </a:p>
        </p:txBody>
      </p:sp>
      <p:sp>
        <p:nvSpPr>
          <p:cNvPr id="4" name="日期占位符 3"/>
          <p:cNvSpPr>
            <a:spLocks noGrp="1"/>
          </p:cNvSpPr>
          <p:nvPr>
            <p:ph type="dt" sz="half" idx="10"/>
            <p:custDataLst>
              <p:tags r:id="rId6"/>
            </p:custDataLst>
          </p:nvPr>
        </p:nvSpPr>
        <p:spPr/>
        <p:txBody>
          <a:bodyPr vert="horz" wrap="square" lIns="68580" tIns="34290" rIns="68580" bIns="34290" rtlCol="0" anchor="ctr">
            <a:normAutofit/>
          </a:bodyPr>
          <a:lstStyle>
            <a:defPPr>
              <a:defRPr lang="zh-CN"/>
            </a:defPPr>
            <a:lvl1pPr marL="0" algn="l"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l">
              <a:buClrTx/>
              <a:buSzTx/>
              <a:buFontTx/>
            </a:pPr>
            <a:fld id="{BB962C8B-B14F-4D97-AF65-F5344CB8AC3E}" type="datetime1">
              <a:rPr lang="zh-CN" altLang="en-US" smtClean="0">
                <a:solidFill>
                  <a:schemeClr val="dk1">
                    <a:tint val="75000"/>
                  </a:schemeClr>
                </a:solidFill>
                <a:latin typeface="微软雅黑" panose="020B0503020204020204" charset="-122"/>
                <a:sym typeface="+mn-ea"/>
              </a:rPr>
              <a:t>2024/3/12</a:t>
            </a:fld>
            <a:endParaRPr lang="zh-CN" altLang="en-US">
              <a:solidFill>
                <a:schemeClr val="dk1">
                  <a:tint val="75000"/>
                </a:schemeClr>
              </a:solidFill>
              <a:latin typeface="微软雅黑" panose="020B0503020204020204" charset="-122"/>
              <a:sym typeface="+mn-ea"/>
            </a:endParaRPr>
          </a:p>
        </p:txBody>
      </p:sp>
      <p:sp>
        <p:nvSpPr>
          <p:cNvPr id="5" name="灯片编号占位符 4"/>
          <p:cNvSpPr>
            <a:spLocks noGrp="1"/>
          </p:cNvSpPr>
          <p:nvPr>
            <p:ph type="sldNum" sz="quarter" idx="12"/>
            <p:custDataLst>
              <p:tags r:id="rId7"/>
            </p:custDataLst>
          </p:nvPr>
        </p:nvSpPr>
        <p:spPr/>
        <p:txBody>
          <a:bodyPr vert="horz" wrap="square" lIns="68580" tIns="34290" rIns="68580" bIns="34290" rtlCol="0" anchor="ctr">
            <a:normAutofit/>
          </a:bodyPr>
          <a:lstStyle>
            <a:defPPr>
              <a:defRPr lang="zh-CN"/>
            </a:defPPr>
            <a:lvl1pPr marL="0" algn="r" defTabSz="514350" rtl="0" eaLnBrk="1" latinLnBrk="0" hangingPunct="1">
              <a:defRPr sz="675" kern="1200">
                <a:solidFill>
                  <a:schemeClr val="tx1">
                    <a:tint val="75000"/>
                  </a:schemeClr>
                </a:solidFill>
                <a:latin typeface="Arial" panose="020B0604020202020204" pitchFamily="34" charset="0"/>
                <a:ea typeface="微软雅黑" panose="020B0503020204020204" charset="-122"/>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lvl="0" algn="r">
              <a:buClrTx/>
              <a:buSzTx/>
              <a:buFontTx/>
            </a:pPr>
            <a:fld id="{9A0DB2DC-4C9A-4742-B13C-FB6460FD3503}" type="slidenum">
              <a:rPr lang="zh-CN" altLang="en-US" smtClean="0">
                <a:solidFill>
                  <a:schemeClr val="dk1">
                    <a:tint val="75000"/>
                  </a:schemeClr>
                </a:solidFill>
                <a:latin typeface="微软雅黑" panose="020B0503020204020204" charset="-122"/>
                <a:sym typeface="+mn-ea"/>
              </a:rPr>
              <a:t>68</a:t>
            </a:fld>
            <a:endParaRPr lang="zh-CN" altLang="en-US">
              <a:solidFill>
                <a:schemeClr val="dk1">
                  <a:tint val="75000"/>
                </a:schemeClr>
              </a:solidFill>
              <a:latin typeface="微软雅黑" panose="020B0503020204020204" charset="-122"/>
              <a:sym typeface="+mn-ea"/>
            </a:endParaRPr>
          </a:p>
        </p:txBody>
      </p:sp>
      <p:pic>
        <p:nvPicPr>
          <p:cNvPr id="6" name="图片 5"/>
          <p:cNvPicPr>
            <a:picLocks noChangeAspect="1"/>
          </p:cNvPicPr>
          <p:nvPr/>
        </p:nvPicPr>
        <p:blipFill>
          <a:blip r:embed="rId11"/>
          <a:stretch>
            <a:fillRect/>
          </a:stretch>
        </p:blipFill>
        <p:spPr>
          <a:xfrm>
            <a:off x="2195989" y="3058002"/>
            <a:ext cx="2663190" cy="1728311"/>
          </a:xfrm>
          <a:prstGeom prst="rect">
            <a:avLst/>
          </a:prstGeom>
        </p:spPr>
      </p:pic>
      <p:pic>
        <p:nvPicPr>
          <p:cNvPr id="7" name="图片 6"/>
          <p:cNvPicPr>
            <a:picLocks noChangeAspect="1"/>
          </p:cNvPicPr>
          <p:nvPr/>
        </p:nvPicPr>
        <p:blipFill>
          <a:blip r:embed="rId12"/>
          <a:stretch>
            <a:fillRect/>
          </a:stretch>
        </p:blipFill>
        <p:spPr>
          <a:xfrm>
            <a:off x="5220176" y="3489961"/>
            <a:ext cx="1707833" cy="872966"/>
          </a:xfrm>
          <a:prstGeom prst="rect">
            <a:avLst/>
          </a:prstGeom>
        </p:spPr>
      </p:pic>
    </p:spTree>
    <p:custDataLst>
      <p:tags r:id="rId1"/>
    </p:custDataLst>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3490" name="灯片编号占位符 5"/>
          <p:cNvSpPr txBox="1">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lvl="0" algn="r" eaLnBrk="1" hangingPunct="1"/>
            <a:fld id="{49AE70B2-8BF9-45C0-BB95-33D1B9D3A854}" type="slidenum">
              <a:rPr lang="zh-CN" altLang="en-US" smtClean="0"/>
              <a:pPr lvl="0" algn="r" eaLnBrk="1" hangingPunct="1"/>
              <a:t>69</a:t>
            </a:fld>
            <a:endParaRPr lang="en-US" altLang="zh-CN" sz="900" dirty="0"/>
          </a:p>
        </p:txBody>
      </p:sp>
      <p:sp>
        <p:nvSpPr>
          <p:cNvPr id="63491" name="Rectangle 2"/>
          <p:cNvSpPr>
            <a:spLocks noGrp="1"/>
          </p:cNvSpPr>
          <p:nvPr>
            <p:ph type="title"/>
          </p:nvPr>
        </p:nvSpPr>
        <p:spPr>
          <a:xfrm>
            <a:off x="1519714" y="373856"/>
            <a:ext cx="6104573" cy="555308"/>
          </a:xfrm>
        </p:spPr>
        <p:txBody>
          <a:bodyPr vert="horz" wrap="square" lIns="68580" tIns="34290" rIns="68580" bIns="34290" rtlCol="0" anchor="b" anchorCtr="0">
            <a:normAutofit/>
          </a:bodyPr>
          <a:lstStyle/>
          <a:p>
            <a:pPr algn="just" eaLnBrk="0" fontAlgn="base" hangingPunct="0">
              <a:buClrTx/>
              <a:buSzTx/>
              <a:buFontTx/>
            </a:pPr>
            <a:r>
              <a:rPr lang="zh-CN" altLang="en-US" sz="2925">
                <a:solidFill>
                  <a:schemeClr val="accent1">
                    <a:lumMod val="75000"/>
                  </a:schemeClr>
                </a:solidFill>
                <a:latin typeface="微软雅黑" panose="020B0503020204020204" charset="-122"/>
              </a:rPr>
              <a:t>等价类测试</a:t>
            </a:r>
          </a:p>
        </p:txBody>
      </p:sp>
      <p:pic>
        <p:nvPicPr>
          <p:cNvPr id="63494" name="Picture 2"/>
          <p:cNvPicPr>
            <a:picLocks noChangeAspect="1"/>
          </p:cNvPicPr>
          <p:nvPr/>
        </p:nvPicPr>
        <p:blipFill>
          <a:blip r:embed="rId2"/>
          <a:stretch>
            <a:fillRect/>
          </a:stretch>
        </p:blipFill>
        <p:spPr>
          <a:xfrm>
            <a:off x="1169432" y="1952388"/>
            <a:ext cx="6753225" cy="2839640"/>
          </a:xfrm>
          <a:prstGeom prst="rect">
            <a:avLst/>
          </a:prstGeom>
          <a:noFill/>
          <a:ln w="9525">
            <a:noFill/>
          </a:ln>
        </p:spPr>
      </p:pic>
      <p:sp>
        <p:nvSpPr>
          <p:cNvPr id="63492" name="Rectangle 3"/>
          <p:cNvSpPr>
            <a:spLocks noGrp="1"/>
          </p:cNvSpPr>
          <p:nvPr>
            <p:ph idx="1"/>
          </p:nvPr>
        </p:nvSpPr>
        <p:spPr/>
        <p:txBody>
          <a:bodyPr vert="horz" wrap="square" lIns="68580" tIns="34290" rIns="68580" bIns="34290" rtlCol="0" anchor="t" anchorCtr="0">
            <a:normAutofit/>
          </a:bodyPr>
          <a:lstStyle/>
          <a:p>
            <a:pPr algn="just" eaLnBrk="1" hangingPunct="1">
              <a:lnSpc>
                <a:spcPct val="110000"/>
              </a:lnSpc>
            </a:pPr>
            <a:r>
              <a:rPr lang="zh-CN" altLang="en-US" sz="2550" b="1" dirty="0"/>
              <a:t>强组合方式</a:t>
            </a:r>
            <a:r>
              <a:rPr lang="en-US" altLang="zh-CN" b="1" dirty="0"/>
              <a:t>——</a:t>
            </a:r>
            <a:r>
              <a:rPr b="1" dirty="0"/>
              <a:t>完全组合</a:t>
            </a:r>
            <a:endParaRPr lang="zh-CN" altLang="en-US" sz="2550" b="1" dirty="0"/>
          </a:p>
          <a:p>
            <a:pPr lvl="1" algn="just" eaLnBrk="1" hangingPunct="1">
              <a:lnSpc>
                <a:spcPct val="110000"/>
              </a:lnSpc>
            </a:pPr>
            <a:r>
              <a:rPr lang="zh-CN" altLang="en-US" dirty="0"/>
              <a:t>最终得到的测试用例完全覆盖</a:t>
            </a:r>
            <a:r>
              <a:rPr lang="zh-CN" altLang="en-US" b="1" dirty="0">
                <a:solidFill>
                  <a:srgbClr val="FF0000"/>
                </a:solidFill>
              </a:rPr>
              <a:t>所有</a:t>
            </a:r>
            <a:r>
              <a:rPr lang="zh-CN" altLang="en-US" dirty="0"/>
              <a:t>输入条件的有效等价类的</a:t>
            </a:r>
            <a:r>
              <a:rPr lang="zh-CN" altLang="en-US" b="1" dirty="0">
                <a:solidFill>
                  <a:srgbClr val="FF0000"/>
                </a:solidFill>
              </a:rPr>
              <a:t>所有组合</a:t>
            </a:r>
            <a:r>
              <a:rPr lang="zh-CN" altLang="en-US" dirty="0"/>
              <a:t>情况（有效等价类数量的笛卡尔积）。</a:t>
            </a:r>
          </a:p>
        </p:txBody>
      </p:sp>
      <p:sp>
        <p:nvSpPr>
          <p:cNvPr id="3" name="矩形标注 2"/>
          <p:cNvSpPr/>
          <p:nvPr/>
        </p:nvSpPr>
        <p:spPr>
          <a:xfrm>
            <a:off x="5420202" y="373856"/>
            <a:ext cx="2176939" cy="1031558"/>
          </a:xfrm>
          <a:prstGeom prst="wedgeRectCallout">
            <a:avLst>
              <a:gd name="adj1" fmla="val -5372"/>
              <a:gd name="adj2" fmla="val 6532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350" dirty="0">
                <a:solidFill>
                  <a:schemeClr val="tx1"/>
                </a:solidFill>
              </a:rPr>
              <a:t>强组合方式下的测试用例集合是唯一的，能够覆盖整个有效输入域，但</a:t>
            </a:r>
            <a:r>
              <a:rPr lang="zh-CN" altLang="en-US" sz="1350" dirty="0">
                <a:solidFill>
                  <a:schemeClr val="tx1"/>
                </a:solidFill>
                <a:sym typeface="+mn-ea"/>
              </a:rPr>
              <a:t>可能</a:t>
            </a:r>
            <a:r>
              <a:rPr lang="zh-CN" altLang="en-US" sz="1350" dirty="0">
                <a:solidFill>
                  <a:schemeClr val="tx1"/>
                </a:solidFill>
              </a:rPr>
              <a:t>工作量会比较大。</a:t>
            </a:r>
          </a:p>
        </p:txBody>
      </p:sp>
      <p:sp>
        <p:nvSpPr>
          <p:cNvPr id="4" name="文本框 3"/>
          <p:cNvSpPr txBox="1"/>
          <p:nvPr/>
        </p:nvSpPr>
        <p:spPr>
          <a:xfrm>
            <a:off x="1315879" y="4246245"/>
            <a:ext cx="6538436" cy="30008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zh-CN" altLang="en-US" sz="1350" b="1" dirty="0">
                <a:solidFill>
                  <a:schemeClr val="tx1"/>
                </a:solidFill>
                <a:latin typeface="微软雅黑" panose="020B0503020204020204" charset="-122"/>
                <a:ea typeface="微软雅黑" panose="020B0503020204020204" charset="-122"/>
              </a:rPr>
              <a:t>输入条件</a:t>
            </a:r>
            <a:r>
              <a:rPr lang="en-US" altLang="zh-CN" sz="1350" b="1" dirty="0">
                <a:solidFill>
                  <a:schemeClr val="tx1"/>
                </a:solidFill>
                <a:latin typeface="微软雅黑" panose="020B0503020204020204" charset="-122"/>
                <a:ea typeface="微软雅黑" panose="020B0503020204020204" charset="-122"/>
              </a:rPr>
              <a:t>x</a:t>
            </a:r>
            <a:r>
              <a:rPr lang="zh-CN" altLang="en-US" sz="1350" b="1" dirty="0">
                <a:solidFill>
                  <a:schemeClr val="tx1"/>
                </a:solidFill>
                <a:latin typeface="微软雅黑" panose="020B0503020204020204" charset="-122"/>
                <a:ea typeface="微软雅黑" panose="020B0503020204020204" charset="-122"/>
              </a:rPr>
              <a:t>、</a:t>
            </a:r>
            <a:r>
              <a:rPr lang="en-US" altLang="zh-CN" sz="1350" b="1" dirty="0">
                <a:solidFill>
                  <a:schemeClr val="tx1"/>
                </a:solidFill>
                <a:latin typeface="微软雅黑" panose="020B0503020204020204" charset="-122"/>
                <a:ea typeface="微软雅黑" panose="020B0503020204020204" charset="-122"/>
              </a:rPr>
              <a:t>y</a:t>
            </a:r>
            <a:r>
              <a:rPr lang="zh-CN" altLang="en-US" sz="1350" b="1" dirty="0">
                <a:solidFill>
                  <a:schemeClr val="tx1"/>
                </a:solidFill>
                <a:latin typeface="微软雅黑" panose="020B0503020204020204" charset="-122"/>
                <a:ea typeface="微软雅黑" panose="020B0503020204020204" charset="-122"/>
              </a:rPr>
              <a:t>分别有</a:t>
            </a:r>
            <a:r>
              <a:rPr lang="en-US" altLang="zh-CN" sz="1350" b="1" dirty="0">
                <a:solidFill>
                  <a:schemeClr val="tx1"/>
                </a:solidFill>
                <a:latin typeface="微软雅黑" panose="020B0503020204020204" charset="-122"/>
                <a:ea typeface="微软雅黑" panose="020B0503020204020204" charset="-122"/>
              </a:rPr>
              <a:t>m</a:t>
            </a:r>
            <a:r>
              <a:rPr lang="zh-CN" altLang="en-US" sz="1350" b="1" dirty="0">
                <a:solidFill>
                  <a:schemeClr val="tx1"/>
                </a:solidFill>
                <a:latin typeface="微软雅黑" panose="020B0503020204020204" charset="-122"/>
                <a:ea typeface="微软雅黑" panose="020B0503020204020204" charset="-122"/>
              </a:rPr>
              <a:t>、</a:t>
            </a:r>
            <a:r>
              <a:rPr lang="en-US" altLang="zh-CN" sz="1350" b="1" dirty="0">
                <a:solidFill>
                  <a:schemeClr val="tx1"/>
                </a:solidFill>
                <a:latin typeface="微软雅黑" panose="020B0503020204020204" charset="-122"/>
                <a:ea typeface="微软雅黑" panose="020B0503020204020204" charset="-122"/>
              </a:rPr>
              <a:t>n</a:t>
            </a:r>
            <a:r>
              <a:rPr lang="zh-CN" altLang="en-US" sz="1350" b="1" dirty="0">
                <a:solidFill>
                  <a:schemeClr val="tx1"/>
                </a:solidFill>
                <a:latin typeface="微软雅黑" panose="020B0503020204020204" charset="-122"/>
                <a:ea typeface="微软雅黑" panose="020B0503020204020204" charset="-122"/>
              </a:rPr>
              <a:t>个有效等价类（</a:t>
            </a:r>
            <a:r>
              <a:rPr lang="en-US" altLang="zh-CN" sz="1350" b="1" dirty="0">
                <a:solidFill>
                  <a:schemeClr val="tx1"/>
                </a:solidFill>
                <a:latin typeface="微软雅黑" panose="020B0503020204020204" charset="-122"/>
                <a:ea typeface="微软雅黑" panose="020B0503020204020204" charset="-122"/>
              </a:rPr>
              <a:t>m&gt;n)</a:t>
            </a:r>
            <a:r>
              <a:rPr lang="zh-CN" altLang="en-US" sz="1350" b="1" dirty="0">
                <a:solidFill>
                  <a:schemeClr val="tx1"/>
                </a:solidFill>
                <a:latin typeface="微软雅黑" panose="020B0503020204020204" charset="-122"/>
                <a:ea typeface="微软雅黑" panose="020B0503020204020204" charset="-122"/>
              </a:rPr>
              <a:t>，强组合的测试</a:t>
            </a:r>
            <a:r>
              <a:rPr lang="zh-CN" altLang="en-US" sz="1350" b="1" dirty="0">
                <a:solidFill>
                  <a:schemeClr val="tx1"/>
                </a:solidFill>
                <a:latin typeface="微软雅黑" panose="020B0503020204020204" charset="-122"/>
                <a:ea typeface="微软雅黑" panose="020B0503020204020204" charset="-122"/>
                <a:sym typeface="+mn-ea"/>
              </a:rPr>
              <a:t>用例个数为</a:t>
            </a:r>
            <a:r>
              <a:rPr lang="en-US" altLang="zh-CN" sz="1350" b="1" dirty="0">
                <a:solidFill>
                  <a:schemeClr val="tx1"/>
                </a:solidFill>
                <a:latin typeface="微软雅黑" panose="020B0503020204020204" charset="-122"/>
                <a:ea typeface="微软雅黑" panose="020B0503020204020204" charset="-122"/>
                <a:sym typeface="+mn-ea"/>
              </a:rPr>
              <a:t>m*n</a:t>
            </a:r>
            <a:r>
              <a:rPr lang="zh-CN" altLang="en-US" sz="1350" b="1" dirty="0">
                <a:solidFill>
                  <a:schemeClr val="tx1"/>
                </a:solidFill>
                <a:latin typeface="微软雅黑" panose="020B0503020204020204" charset="-122"/>
                <a:ea typeface="微软雅黑" panose="020B0503020204020204" charset="-122"/>
                <a:sym typeface="+mn-ea"/>
              </a:rPr>
              <a:t>个</a:t>
            </a:r>
          </a:p>
        </p:txBody>
      </p:sp>
      <p:sp>
        <p:nvSpPr>
          <p:cNvPr id="5" name="日期占位符 4"/>
          <p:cNvSpPr>
            <a:spLocks noGrp="1"/>
          </p:cNvSpPr>
          <p:nvPr>
            <p:ph type="dt" sz="half" idx="10"/>
          </p:nvPr>
        </p:nvSpPr>
        <p:spPr/>
        <p:txBody>
          <a:bodyPr/>
          <a:lstStyle/>
          <a:p>
            <a:fld id="{760FBDFE-C587-4B4C-A407-44438C67B59E}" type="datetime1">
              <a:rPr lang="zh-CN" altLang="en-US" smtClean="0"/>
              <a:t>2024/3/12</a:t>
            </a:fld>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3" grpId="1" animBg="1"/>
      <p:bldP spid="4" grpId="0" animBg="1"/>
      <p:bldP spid="4" grpId="1" animBg="1"/>
    </p:bldLst>
  </p:timing>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514" name="灯片编号占位符 5"/>
          <p:cNvSpPr txBox="1">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lvl="0" algn="r" eaLnBrk="1" hangingPunct="1"/>
            <a:fld id="{49AE70B2-8BF9-45C0-BB95-33D1B9D3A854}" type="slidenum">
              <a:rPr lang="zh-CN" altLang="en-US" smtClean="0"/>
              <a:pPr lvl="0" algn="r" eaLnBrk="1" hangingPunct="1"/>
              <a:t>70</a:t>
            </a:fld>
            <a:endParaRPr lang="en-US" altLang="zh-CN" sz="900" dirty="0"/>
          </a:p>
        </p:txBody>
      </p:sp>
      <p:sp>
        <p:nvSpPr>
          <p:cNvPr id="64515" name="Rectangle 2"/>
          <p:cNvSpPr>
            <a:spLocks noGrp="1"/>
          </p:cNvSpPr>
          <p:nvPr>
            <p:ph type="title"/>
          </p:nvPr>
        </p:nvSpPr>
        <p:spPr>
          <a:xfrm>
            <a:off x="1519714" y="373857"/>
            <a:ext cx="6104573" cy="578644"/>
          </a:xfrm>
        </p:spPr>
        <p:txBody>
          <a:bodyPr vert="horz" wrap="square" lIns="68580" tIns="34290" rIns="68580" bIns="34290" rtlCol="0" anchor="b" anchorCtr="0">
            <a:normAutofit/>
          </a:bodyPr>
          <a:lstStyle/>
          <a:p>
            <a:pPr algn="just" eaLnBrk="0" fontAlgn="base" hangingPunct="0">
              <a:buClrTx/>
              <a:buSzTx/>
              <a:buFontTx/>
            </a:pPr>
            <a:r>
              <a:rPr lang="zh-CN" altLang="en-US" sz="2925">
                <a:solidFill>
                  <a:schemeClr val="accent1">
                    <a:lumMod val="75000"/>
                  </a:schemeClr>
                </a:solidFill>
                <a:latin typeface="微软雅黑" panose="020B0503020204020204" charset="-122"/>
              </a:rPr>
              <a:t>等价类测试</a:t>
            </a:r>
          </a:p>
        </p:txBody>
      </p:sp>
      <p:sp>
        <p:nvSpPr>
          <p:cNvPr id="64516" name="Rectangle 3"/>
          <p:cNvSpPr>
            <a:spLocks noGrp="1"/>
          </p:cNvSpPr>
          <p:nvPr>
            <p:ph idx="1"/>
          </p:nvPr>
        </p:nvSpPr>
        <p:spPr>
          <a:xfrm>
            <a:off x="1443990" y="973932"/>
            <a:ext cx="6278880" cy="3277076"/>
          </a:xfrm>
        </p:spPr>
        <p:txBody>
          <a:bodyPr vert="horz" wrap="square" lIns="68580" tIns="34290" rIns="68580" bIns="34290" rtlCol="0" anchor="t" anchorCtr="0">
            <a:normAutofit/>
          </a:bodyPr>
          <a:lstStyle/>
          <a:p>
            <a:pPr algn="just" eaLnBrk="1" hangingPunct="1">
              <a:lnSpc>
                <a:spcPct val="110000"/>
              </a:lnSpc>
            </a:pPr>
            <a:r>
              <a:rPr lang="zh-CN" altLang="en-US" sz="2550" b="1" dirty="0"/>
              <a:t>弱组合方式</a:t>
            </a:r>
          </a:p>
          <a:p>
            <a:pPr lvl="1" algn="just" eaLnBrk="1" hangingPunct="1">
              <a:lnSpc>
                <a:spcPct val="120000"/>
              </a:lnSpc>
            </a:pPr>
            <a:r>
              <a:rPr lang="zh-CN" altLang="en-US" dirty="0"/>
              <a:t>测试用例仅需完全覆盖所有输入条件的有效等价类即可。</a:t>
            </a:r>
          </a:p>
        </p:txBody>
      </p:sp>
      <p:pic>
        <p:nvPicPr>
          <p:cNvPr id="64518" name="Picture 2"/>
          <p:cNvPicPr>
            <a:picLocks noChangeAspect="1"/>
          </p:cNvPicPr>
          <p:nvPr/>
        </p:nvPicPr>
        <p:blipFill>
          <a:blip r:embed="rId3"/>
          <a:stretch>
            <a:fillRect/>
          </a:stretch>
        </p:blipFill>
        <p:spPr>
          <a:xfrm>
            <a:off x="1234679" y="1869757"/>
            <a:ext cx="6697265" cy="2653904"/>
          </a:xfrm>
          <a:prstGeom prst="rect">
            <a:avLst/>
          </a:prstGeom>
          <a:noFill/>
          <a:ln w="9525">
            <a:noFill/>
          </a:ln>
        </p:spPr>
      </p:pic>
      <p:sp>
        <p:nvSpPr>
          <p:cNvPr id="3" name="矩形标注 2"/>
          <p:cNvSpPr/>
          <p:nvPr>
            <p:custDataLst>
              <p:tags r:id="rId1"/>
            </p:custDataLst>
          </p:nvPr>
        </p:nvSpPr>
        <p:spPr>
          <a:xfrm>
            <a:off x="4375309" y="517684"/>
            <a:ext cx="3221831" cy="887730"/>
          </a:xfrm>
          <a:prstGeom prst="wedgeRectCallout">
            <a:avLst>
              <a:gd name="adj1" fmla="val -35380"/>
              <a:gd name="adj2" fmla="val 70225"/>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350" dirty="0">
                <a:solidFill>
                  <a:schemeClr val="tx1"/>
                </a:solidFill>
              </a:rPr>
              <a:t>弱组合方式下的测试用例集合不是唯一的，不同组合的测试效果也不同，无法达到对整个有效输入域的覆盖。</a:t>
            </a:r>
          </a:p>
        </p:txBody>
      </p:sp>
      <p:sp>
        <p:nvSpPr>
          <p:cNvPr id="2" name="文本框 1"/>
          <p:cNvSpPr txBox="1"/>
          <p:nvPr/>
        </p:nvSpPr>
        <p:spPr>
          <a:xfrm>
            <a:off x="1390174" y="4554379"/>
            <a:ext cx="6328410" cy="30008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zh-CN" altLang="en-US" sz="1350" b="1" dirty="0">
                <a:solidFill>
                  <a:schemeClr val="tx1"/>
                </a:solidFill>
                <a:latin typeface="微软雅黑" panose="020B0503020204020204" charset="-122"/>
                <a:ea typeface="微软雅黑" panose="020B0503020204020204" charset="-122"/>
              </a:rPr>
              <a:t>输入条件</a:t>
            </a:r>
            <a:r>
              <a:rPr lang="en-US" altLang="zh-CN" sz="1350" b="1" dirty="0">
                <a:solidFill>
                  <a:schemeClr val="tx1"/>
                </a:solidFill>
                <a:latin typeface="微软雅黑" panose="020B0503020204020204" charset="-122"/>
                <a:ea typeface="微软雅黑" panose="020B0503020204020204" charset="-122"/>
              </a:rPr>
              <a:t>x</a:t>
            </a:r>
            <a:r>
              <a:rPr lang="zh-CN" altLang="en-US" sz="1350" b="1" dirty="0">
                <a:solidFill>
                  <a:schemeClr val="tx1"/>
                </a:solidFill>
                <a:latin typeface="微软雅黑" panose="020B0503020204020204" charset="-122"/>
                <a:ea typeface="微软雅黑" panose="020B0503020204020204" charset="-122"/>
              </a:rPr>
              <a:t>、</a:t>
            </a:r>
            <a:r>
              <a:rPr lang="en-US" altLang="zh-CN" sz="1350" b="1" dirty="0">
                <a:solidFill>
                  <a:schemeClr val="tx1"/>
                </a:solidFill>
                <a:latin typeface="微软雅黑" panose="020B0503020204020204" charset="-122"/>
                <a:ea typeface="微软雅黑" panose="020B0503020204020204" charset="-122"/>
              </a:rPr>
              <a:t>y</a:t>
            </a:r>
            <a:r>
              <a:rPr lang="zh-CN" altLang="en-US" sz="1350" b="1" dirty="0">
                <a:solidFill>
                  <a:schemeClr val="tx1"/>
                </a:solidFill>
                <a:latin typeface="微软雅黑" panose="020B0503020204020204" charset="-122"/>
                <a:ea typeface="微软雅黑" panose="020B0503020204020204" charset="-122"/>
              </a:rPr>
              <a:t>分别有</a:t>
            </a:r>
            <a:r>
              <a:rPr lang="en-US" altLang="zh-CN" sz="1350" b="1" dirty="0">
                <a:solidFill>
                  <a:schemeClr val="tx1"/>
                </a:solidFill>
                <a:latin typeface="微软雅黑" panose="020B0503020204020204" charset="-122"/>
                <a:ea typeface="微软雅黑" panose="020B0503020204020204" charset="-122"/>
              </a:rPr>
              <a:t>m</a:t>
            </a:r>
            <a:r>
              <a:rPr lang="zh-CN" altLang="en-US" sz="1350" b="1" dirty="0">
                <a:solidFill>
                  <a:schemeClr val="tx1"/>
                </a:solidFill>
                <a:latin typeface="微软雅黑" panose="020B0503020204020204" charset="-122"/>
                <a:ea typeface="微软雅黑" panose="020B0503020204020204" charset="-122"/>
              </a:rPr>
              <a:t>、</a:t>
            </a:r>
            <a:r>
              <a:rPr lang="en-US" altLang="zh-CN" sz="1350" b="1" dirty="0">
                <a:solidFill>
                  <a:schemeClr val="tx1"/>
                </a:solidFill>
                <a:latin typeface="微软雅黑" panose="020B0503020204020204" charset="-122"/>
                <a:ea typeface="微软雅黑" panose="020B0503020204020204" charset="-122"/>
              </a:rPr>
              <a:t>n</a:t>
            </a:r>
            <a:r>
              <a:rPr lang="zh-CN" altLang="en-US" sz="1350" b="1" dirty="0">
                <a:solidFill>
                  <a:schemeClr val="tx1"/>
                </a:solidFill>
                <a:latin typeface="微软雅黑" panose="020B0503020204020204" charset="-122"/>
                <a:ea typeface="微软雅黑" panose="020B0503020204020204" charset="-122"/>
              </a:rPr>
              <a:t>个有效等价类（</a:t>
            </a:r>
            <a:r>
              <a:rPr lang="en-US" altLang="zh-CN" sz="1350" b="1" dirty="0">
                <a:solidFill>
                  <a:schemeClr val="tx1"/>
                </a:solidFill>
                <a:latin typeface="微软雅黑" panose="020B0503020204020204" charset="-122"/>
                <a:ea typeface="微软雅黑" panose="020B0503020204020204" charset="-122"/>
              </a:rPr>
              <a:t>m&gt;n)</a:t>
            </a:r>
            <a:r>
              <a:rPr lang="zh-CN" altLang="en-US" sz="1350" b="1" dirty="0">
                <a:solidFill>
                  <a:schemeClr val="tx1"/>
                </a:solidFill>
                <a:latin typeface="微软雅黑" panose="020B0503020204020204" charset="-122"/>
                <a:ea typeface="微软雅黑" panose="020B0503020204020204" charset="-122"/>
              </a:rPr>
              <a:t>，弱组合的测试</a:t>
            </a:r>
            <a:r>
              <a:rPr lang="zh-CN" altLang="en-US" sz="1350" b="1" dirty="0">
                <a:solidFill>
                  <a:schemeClr val="tx1"/>
                </a:solidFill>
                <a:latin typeface="微软雅黑" panose="020B0503020204020204" charset="-122"/>
                <a:ea typeface="微软雅黑" panose="020B0503020204020204" charset="-122"/>
                <a:sym typeface="+mn-ea"/>
              </a:rPr>
              <a:t>用例个数为</a:t>
            </a:r>
            <a:r>
              <a:rPr lang="en-US" altLang="zh-CN" sz="1350" b="1" dirty="0">
                <a:solidFill>
                  <a:schemeClr val="tx1"/>
                </a:solidFill>
                <a:latin typeface="微软雅黑" panose="020B0503020204020204" charset="-122"/>
                <a:ea typeface="微软雅黑" panose="020B0503020204020204" charset="-122"/>
                <a:sym typeface="+mn-ea"/>
              </a:rPr>
              <a:t>m</a:t>
            </a:r>
            <a:r>
              <a:rPr lang="zh-CN" altLang="en-US" sz="1350" b="1" dirty="0">
                <a:solidFill>
                  <a:schemeClr val="tx1"/>
                </a:solidFill>
                <a:latin typeface="微软雅黑" panose="020B0503020204020204" charset="-122"/>
                <a:ea typeface="微软雅黑" panose="020B0503020204020204" charset="-122"/>
                <a:sym typeface="+mn-ea"/>
              </a:rPr>
              <a:t>个</a:t>
            </a:r>
          </a:p>
        </p:txBody>
      </p:sp>
      <p:sp>
        <p:nvSpPr>
          <p:cNvPr id="4" name="日期占位符 3"/>
          <p:cNvSpPr>
            <a:spLocks noGrp="1"/>
          </p:cNvSpPr>
          <p:nvPr>
            <p:ph type="dt" sz="half" idx="10"/>
          </p:nvPr>
        </p:nvSpPr>
        <p:spPr/>
        <p:txBody>
          <a:bodyPr/>
          <a:lstStyle/>
          <a:p>
            <a:fld id="{760FBDFE-C587-4B4C-A407-44438C67B59E}" type="datetime1">
              <a:rPr lang="zh-CN" altLang="en-US" smtClean="0"/>
              <a:t>2024/3/12</a:t>
            </a:fld>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3" grpId="1" animBg="1"/>
      <p:bldP spid="2" grpId="0" animBg="1"/>
      <p:bldP spid="2" grpId="1" animBg="1"/>
    </p:bldLst>
  </p:timing>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6562" name="灯片编号占位符 5"/>
          <p:cNvSpPr txBox="1">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lvl="0" algn="r" eaLnBrk="1" hangingPunct="1"/>
            <a:fld id="{49AE70B2-8BF9-45C0-BB95-33D1B9D3A854}" type="slidenum">
              <a:rPr lang="zh-CN" altLang="en-US" smtClean="0"/>
              <a:pPr lvl="0" algn="r" eaLnBrk="1" hangingPunct="1"/>
              <a:t>71</a:t>
            </a:fld>
            <a:endParaRPr lang="en-US" altLang="zh-CN" sz="900" dirty="0"/>
          </a:p>
        </p:txBody>
      </p:sp>
      <p:sp>
        <p:nvSpPr>
          <p:cNvPr id="66563" name="Rectangle 2"/>
          <p:cNvSpPr>
            <a:spLocks noGrp="1"/>
          </p:cNvSpPr>
          <p:nvPr>
            <p:ph type="title"/>
          </p:nvPr>
        </p:nvSpPr>
        <p:spPr>
          <a:xfrm>
            <a:off x="1519714" y="373856"/>
            <a:ext cx="6104573" cy="584835"/>
          </a:xfrm>
        </p:spPr>
        <p:txBody>
          <a:bodyPr vert="horz" wrap="square" lIns="68580" tIns="34290" rIns="68580" bIns="34290" rtlCol="0" anchor="b" anchorCtr="0">
            <a:normAutofit/>
          </a:bodyPr>
          <a:lstStyle/>
          <a:p>
            <a:pPr algn="just" eaLnBrk="0" fontAlgn="base" hangingPunct="0">
              <a:buClrTx/>
              <a:buSzTx/>
              <a:buFontTx/>
            </a:pPr>
            <a:r>
              <a:rPr lang="zh-CN" altLang="en-US" sz="2925">
                <a:solidFill>
                  <a:schemeClr val="accent1">
                    <a:lumMod val="75000"/>
                  </a:schemeClr>
                </a:solidFill>
                <a:latin typeface="微软雅黑" panose="020B0503020204020204" charset="-122"/>
              </a:rPr>
              <a:t>等价类测试</a:t>
            </a:r>
          </a:p>
        </p:txBody>
      </p:sp>
      <p:pic>
        <p:nvPicPr>
          <p:cNvPr id="66566" name="Picture 3"/>
          <p:cNvPicPr>
            <a:picLocks noChangeAspect="1"/>
          </p:cNvPicPr>
          <p:nvPr/>
        </p:nvPicPr>
        <p:blipFill>
          <a:blip r:embed="rId4"/>
          <a:stretch>
            <a:fillRect/>
          </a:stretch>
        </p:blipFill>
        <p:spPr>
          <a:xfrm>
            <a:off x="1223248" y="2194084"/>
            <a:ext cx="6661547" cy="2578894"/>
          </a:xfrm>
          <a:prstGeom prst="rect">
            <a:avLst/>
          </a:prstGeom>
          <a:noFill/>
          <a:ln w="9525">
            <a:noFill/>
          </a:ln>
        </p:spPr>
      </p:pic>
      <p:sp>
        <p:nvSpPr>
          <p:cNvPr id="66564" name="Rectangle 3"/>
          <p:cNvSpPr>
            <a:spLocks noGrp="1"/>
          </p:cNvSpPr>
          <p:nvPr>
            <p:ph idx="1"/>
          </p:nvPr>
        </p:nvSpPr>
        <p:spPr>
          <a:xfrm>
            <a:off x="1519714" y="1034415"/>
            <a:ext cx="6104573" cy="3216593"/>
          </a:xfrm>
        </p:spPr>
        <p:txBody>
          <a:bodyPr vert="horz" wrap="square" lIns="68580" tIns="34290" rIns="68580" bIns="34290" rtlCol="0" anchor="t" anchorCtr="0">
            <a:normAutofit/>
          </a:bodyPr>
          <a:lstStyle/>
          <a:p>
            <a:pPr algn="just" eaLnBrk="1" hangingPunct="1">
              <a:lnSpc>
                <a:spcPct val="90000"/>
              </a:lnSpc>
            </a:pPr>
            <a:r>
              <a:rPr lang="zh-CN" altLang="en-US" sz="2550" b="1" dirty="0"/>
              <a:t>无效等价类的测试用例</a:t>
            </a:r>
          </a:p>
          <a:p>
            <a:pPr lvl="1" algn="just" eaLnBrk="1" hangingPunct="1">
              <a:lnSpc>
                <a:spcPct val="110000"/>
              </a:lnSpc>
            </a:pPr>
            <a:r>
              <a:rPr lang="zh-CN" altLang="en-US" dirty="0"/>
              <a:t>采用</a:t>
            </a:r>
            <a:r>
              <a:rPr lang="zh-CN" altLang="en-US" b="1" dirty="0">
                <a:solidFill>
                  <a:srgbClr val="FF0000"/>
                </a:solidFill>
              </a:rPr>
              <a:t>单缺陷假设</a:t>
            </a:r>
            <a:r>
              <a:rPr lang="zh-CN" altLang="en-US" dirty="0"/>
              <a:t>，一个测试用例仅覆盖一个输入条件的某一个无效等价类，每个测试用例均不能同时覆盖多个无效等价类。</a:t>
            </a:r>
          </a:p>
        </p:txBody>
      </p:sp>
      <p:sp>
        <p:nvSpPr>
          <p:cNvPr id="3" name="矩形标注 2"/>
          <p:cNvSpPr/>
          <p:nvPr>
            <p:custDataLst>
              <p:tags r:id="rId1"/>
            </p:custDataLst>
          </p:nvPr>
        </p:nvSpPr>
        <p:spPr>
          <a:xfrm>
            <a:off x="5193507" y="463868"/>
            <a:ext cx="2403634" cy="887730"/>
          </a:xfrm>
          <a:prstGeom prst="wedgeRectCallout">
            <a:avLst>
              <a:gd name="adj1" fmla="val -35380"/>
              <a:gd name="adj2" fmla="val 70225"/>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350" dirty="0">
                <a:solidFill>
                  <a:schemeClr val="tx1"/>
                </a:solidFill>
              </a:rPr>
              <a:t>将每个无效等价类看做一种可能的缺陷，设计测试用例时针对每类可能的缺陷单独测试。</a:t>
            </a:r>
          </a:p>
        </p:txBody>
      </p:sp>
      <p:sp>
        <p:nvSpPr>
          <p:cNvPr id="4" name="日期占位符 3"/>
          <p:cNvSpPr>
            <a:spLocks noGrp="1"/>
          </p:cNvSpPr>
          <p:nvPr>
            <p:ph type="dt" sz="half" idx="10"/>
          </p:nvPr>
        </p:nvSpPr>
        <p:spPr/>
        <p:txBody>
          <a:bodyPr/>
          <a:lstStyle/>
          <a:p>
            <a:fld id="{760FBDFE-C587-4B4C-A407-44438C67B59E}" type="datetime1">
              <a:rPr lang="zh-CN" altLang="en-US" smtClean="0"/>
              <a:t>2024/3/12</a:t>
            </a:fld>
            <a:endParaRPr lang="zh-CN" altLang="en-US"/>
          </a:p>
        </p:txBody>
      </p:sp>
      <p:sp>
        <p:nvSpPr>
          <p:cNvPr id="2" name="文本框 1"/>
          <p:cNvSpPr txBox="1"/>
          <p:nvPr>
            <p:custDataLst>
              <p:tags r:id="rId2"/>
            </p:custDataLst>
          </p:nvPr>
        </p:nvSpPr>
        <p:spPr>
          <a:xfrm>
            <a:off x="1900714" y="4715827"/>
            <a:ext cx="5415915" cy="30008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zh-CN" altLang="en-US" sz="1350" b="1">
                <a:solidFill>
                  <a:schemeClr val="tx1"/>
                </a:solidFill>
                <a:latin typeface="微软雅黑" panose="020B0503020204020204" charset="-122"/>
                <a:ea typeface="微软雅黑" panose="020B0503020204020204" charset="-122"/>
              </a:rPr>
              <a:t>输入条件</a:t>
            </a:r>
            <a:r>
              <a:rPr lang="en-US" altLang="zh-CN" sz="1350" b="1">
                <a:solidFill>
                  <a:schemeClr val="tx1"/>
                </a:solidFill>
                <a:latin typeface="微软雅黑" panose="020B0503020204020204" charset="-122"/>
                <a:ea typeface="微软雅黑" panose="020B0503020204020204" charset="-122"/>
              </a:rPr>
              <a:t>x</a:t>
            </a:r>
            <a:r>
              <a:rPr lang="zh-CN" altLang="en-US" sz="1350" b="1">
                <a:solidFill>
                  <a:schemeClr val="tx1"/>
                </a:solidFill>
                <a:latin typeface="微软雅黑" panose="020B0503020204020204" charset="-122"/>
                <a:ea typeface="微软雅黑" panose="020B0503020204020204" charset="-122"/>
              </a:rPr>
              <a:t>、</a:t>
            </a:r>
            <a:r>
              <a:rPr lang="en-US" altLang="zh-CN" sz="1350" b="1">
                <a:solidFill>
                  <a:schemeClr val="tx1"/>
                </a:solidFill>
                <a:latin typeface="微软雅黑" panose="020B0503020204020204" charset="-122"/>
                <a:ea typeface="微软雅黑" panose="020B0503020204020204" charset="-122"/>
              </a:rPr>
              <a:t>y</a:t>
            </a:r>
            <a:r>
              <a:rPr lang="zh-CN" altLang="en-US" sz="1350" b="1">
                <a:solidFill>
                  <a:schemeClr val="tx1"/>
                </a:solidFill>
                <a:latin typeface="微软雅黑" panose="020B0503020204020204" charset="-122"/>
                <a:ea typeface="微软雅黑" panose="020B0503020204020204" charset="-122"/>
              </a:rPr>
              <a:t>分别有</a:t>
            </a:r>
            <a:r>
              <a:rPr lang="en-US" sz="1350" b="1">
                <a:solidFill>
                  <a:schemeClr val="tx1"/>
                </a:solidFill>
                <a:latin typeface="微软雅黑" panose="020B0503020204020204" charset="-122"/>
                <a:ea typeface="微软雅黑" panose="020B0503020204020204" charset="-122"/>
              </a:rPr>
              <a:t>2</a:t>
            </a:r>
            <a:r>
              <a:rPr lang="zh-CN" altLang="en-US" sz="1350" b="1">
                <a:solidFill>
                  <a:schemeClr val="tx1"/>
                </a:solidFill>
                <a:latin typeface="微软雅黑" panose="020B0503020204020204" charset="-122"/>
                <a:ea typeface="微软雅黑" panose="020B0503020204020204" charset="-122"/>
              </a:rPr>
              <a:t>个无效等价类，则测试</a:t>
            </a:r>
            <a:r>
              <a:rPr lang="zh-CN" altLang="en-US" sz="1350" b="1">
                <a:solidFill>
                  <a:schemeClr val="tx1"/>
                </a:solidFill>
                <a:latin typeface="微软雅黑" panose="020B0503020204020204" charset="-122"/>
                <a:ea typeface="微软雅黑" panose="020B0503020204020204" charset="-122"/>
                <a:sym typeface="+mn-ea"/>
              </a:rPr>
              <a:t>用例个数为</a:t>
            </a:r>
            <a:r>
              <a:rPr lang="en-US" altLang="zh-CN" sz="1350" b="1">
                <a:solidFill>
                  <a:schemeClr val="tx1"/>
                </a:solidFill>
                <a:latin typeface="微软雅黑" panose="020B0503020204020204" charset="-122"/>
                <a:ea typeface="微软雅黑" panose="020B0503020204020204" charset="-122"/>
                <a:sym typeface="+mn-ea"/>
              </a:rPr>
              <a:t>2*(m+n)</a:t>
            </a:r>
            <a:r>
              <a:rPr lang="zh-CN" altLang="en-US" sz="1350" b="1">
                <a:solidFill>
                  <a:schemeClr val="tx1"/>
                </a:solidFill>
                <a:latin typeface="微软雅黑" panose="020B0503020204020204" charset="-122"/>
                <a:ea typeface="微软雅黑" panose="020B0503020204020204" charset="-122"/>
                <a:sym typeface="+mn-ea"/>
              </a:rPr>
              <a:t>个</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3" grpId="1" animBg="1"/>
      <p:bldP spid="2" grpId="0" bldLvl="0" animBg="1"/>
      <p:bldP spid="2" grpId="1" animBg="1"/>
    </p:bldLst>
  </p:timing>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Rectangle 2"/>
          <p:cNvSpPr>
            <a:spLocks noGrp="1"/>
          </p:cNvSpPr>
          <p:nvPr>
            <p:ph type="title"/>
          </p:nvPr>
        </p:nvSpPr>
        <p:spPr>
          <a:xfrm>
            <a:off x="1519714" y="373857"/>
            <a:ext cx="6104573" cy="671036"/>
          </a:xfrm>
        </p:spPr>
        <p:txBody>
          <a:bodyPr vert="horz" wrap="square" lIns="68580" tIns="34290" rIns="68580" bIns="34290" rtlCol="0" anchor="b" anchorCtr="0">
            <a:normAutofit/>
          </a:bodyPr>
          <a:lstStyle/>
          <a:p>
            <a:pPr algn="just" eaLnBrk="0" fontAlgn="base" hangingPunct="0">
              <a:buClrTx/>
              <a:buSzTx/>
              <a:buFontTx/>
            </a:pPr>
            <a:r>
              <a:rPr lang="zh-CN" altLang="en-US" sz="2925">
                <a:solidFill>
                  <a:schemeClr val="accent1">
                    <a:lumMod val="75000"/>
                  </a:schemeClr>
                </a:solidFill>
                <a:latin typeface="微软雅黑" panose="020B0503020204020204" charset="-122"/>
              </a:rPr>
              <a:t>等价类测试</a:t>
            </a:r>
          </a:p>
        </p:txBody>
      </p:sp>
      <p:sp>
        <p:nvSpPr>
          <p:cNvPr id="40963" name="Rectangle 3"/>
          <p:cNvSpPr>
            <a:spLocks noGrp="1"/>
          </p:cNvSpPr>
          <p:nvPr>
            <p:ph idx="1"/>
          </p:nvPr>
        </p:nvSpPr>
        <p:spPr>
          <a:xfrm>
            <a:off x="1519714" y="1140619"/>
            <a:ext cx="6104573" cy="3110389"/>
          </a:xfrm>
        </p:spPr>
        <p:txBody>
          <a:bodyPr vert="horz" wrap="square" lIns="68580" tIns="34290" rIns="68580" bIns="34290" rtlCol="0" anchor="t" anchorCtr="0">
            <a:normAutofit/>
          </a:bodyPr>
          <a:lstStyle/>
          <a:p>
            <a:pPr eaLnBrk="1" hangingPunct="1"/>
            <a:r>
              <a:rPr lang="zh-CN" altLang="en-US" sz="2400" b="1" dirty="0">
                <a:latin typeface="微软雅黑" panose="020B0503020204020204" charset="-122"/>
              </a:rPr>
              <a:t>捉虫实践</a:t>
            </a:r>
            <a:r>
              <a:rPr sz="2400" b="1" dirty="0">
                <a:latin typeface="微软雅黑" panose="020B0503020204020204" charset="-122"/>
              </a:rPr>
              <a:t>3</a:t>
            </a:r>
            <a:r>
              <a:rPr lang="zh-CN" altLang="en-US" sz="2400" b="1" dirty="0">
                <a:latin typeface="微软雅黑" panose="020B0503020204020204" charset="-122"/>
              </a:rPr>
              <a:t>：第二日问题</a:t>
            </a:r>
          </a:p>
          <a:p>
            <a:pPr lvl="1" eaLnBrk="1" hangingPunct="1"/>
            <a:r>
              <a:rPr lang="zh-CN" altLang="en-US" sz="2100" dirty="0">
                <a:latin typeface="微软雅黑" panose="020B0503020204020204" charset="-122"/>
              </a:rPr>
              <a:t>针对个体输入域</a:t>
            </a:r>
          </a:p>
          <a:p>
            <a:pPr lvl="1" eaLnBrk="1" hangingPunct="1"/>
            <a:r>
              <a:rPr lang="zh-CN" altLang="en-US" sz="2100" dirty="0">
                <a:latin typeface="微软雅黑" panose="020B0503020204020204" charset="-122"/>
              </a:rPr>
              <a:t>针对整体输入域</a:t>
            </a:r>
            <a:endParaRPr sz="2100" dirty="0">
              <a:latin typeface="微软雅黑" panose="020B0503020204020204" charset="-122"/>
            </a:endParaRPr>
          </a:p>
          <a:p>
            <a:pPr lvl="1" eaLnBrk="1" hangingPunct="1"/>
            <a:r>
              <a:rPr lang="zh-CN" altLang="en-US" sz="2100" dirty="0">
                <a:latin typeface="微软雅黑" panose="020B0503020204020204" charset="-122"/>
              </a:rPr>
              <a:t>测试分析</a:t>
            </a:r>
          </a:p>
        </p:txBody>
      </p:sp>
      <p:sp>
        <p:nvSpPr>
          <p:cNvPr id="2" name="日期占位符 1"/>
          <p:cNvSpPr>
            <a:spLocks noGrp="1"/>
          </p:cNvSpPr>
          <p:nvPr>
            <p:ph type="dt" sz="half" idx="10"/>
          </p:nvPr>
        </p:nvSpPr>
        <p:spPr/>
        <p:txBody>
          <a:bodyPr/>
          <a:lstStyle/>
          <a:p>
            <a:fld id="{760FBDFE-C587-4B4C-A407-44438C67B59E}" type="datetime1">
              <a:rPr lang="zh-CN" altLang="en-US" smtClean="0"/>
              <a:t>2024/3/12</a:t>
            </a:fld>
            <a:endParaRPr lang="zh-CN" altLang="en-US"/>
          </a:p>
        </p:txBody>
      </p:sp>
      <p:sp>
        <p:nvSpPr>
          <p:cNvPr id="5" name="灯片编号占位符 4"/>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fld id="{49AE70B2-8BF9-45C0-BB95-33D1B9D3A854}" type="slidenum">
              <a:rPr lang="zh-CN" altLang="en-US" smtClean="0"/>
              <a:pPr/>
              <a:t>72</a:t>
            </a:fld>
            <a:endParaRPr lang="zh-CN" altLang="en-US"/>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987" name="Rectangle 3"/>
          <p:cNvSpPr>
            <a:spLocks noGrp="1"/>
          </p:cNvSpPr>
          <p:nvPr>
            <p:ph idx="1"/>
          </p:nvPr>
        </p:nvSpPr>
        <p:spPr>
          <a:xfrm>
            <a:off x="1519714" y="1165860"/>
            <a:ext cx="6104573" cy="3085148"/>
          </a:xfrm>
        </p:spPr>
        <p:txBody>
          <a:bodyPr vert="horz" wrap="square" lIns="68580" tIns="34290" rIns="68580" bIns="34290" rtlCol="0" anchor="t" anchorCtr="0">
            <a:normAutofit/>
          </a:bodyPr>
          <a:lstStyle/>
          <a:p>
            <a:pPr eaLnBrk="1" hangingPunct="1">
              <a:buClrTx/>
              <a:buSzTx/>
              <a:buFontTx/>
            </a:pPr>
            <a:r>
              <a:rPr lang="zh-CN" altLang="en-US" sz="2400" b="1" dirty="0">
                <a:latin typeface="微软雅黑" panose="020B0503020204020204" charset="-122"/>
              </a:rPr>
              <a:t>第一次测试尝试</a:t>
            </a:r>
            <a:endParaRPr sz="2400" b="1" dirty="0">
              <a:latin typeface="微软雅黑" panose="020B0503020204020204" charset="-122"/>
            </a:endParaRPr>
          </a:p>
          <a:p>
            <a:pPr lvl="1" eaLnBrk="1" hangingPunct="1">
              <a:buClrTx/>
              <a:buSzTx/>
              <a:buFontTx/>
            </a:pPr>
            <a:r>
              <a:rPr lang="zh-CN" altLang="en-US" sz="2100" b="1" dirty="0">
                <a:latin typeface="微软雅黑" panose="020B0503020204020204" charset="-122"/>
              </a:rPr>
              <a:t>等价类划分</a:t>
            </a:r>
          </a:p>
        </p:txBody>
      </p:sp>
      <p:pic>
        <p:nvPicPr>
          <p:cNvPr id="41989" name="Picture 6"/>
          <p:cNvPicPr>
            <a:picLocks noChangeAspect="1"/>
          </p:cNvPicPr>
          <p:nvPr/>
        </p:nvPicPr>
        <p:blipFill>
          <a:blip r:embed="rId2"/>
          <a:stretch>
            <a:fillRect/>
          </a:stretch>
        </p:blipFill>
        <p:spPr>
          <a:xfrm>
            <a:off x="1277542" y="2355771"/>
            <a:ext cx="6544865" cy="910828"/>
          </a:xfrm>
          <a:prstGeom prst="rect">
            <a:avLst/>
          </a:prstGeom>
          <a:noFill/>
          <a:ln w="9525">
            <a:noFill/>
          </a:ln>
        </p:spPr>
      </p:pic>
      <p:sp>
        <p:nvSpPr>
          <p:cNvPr id="40962" name="Rectangle 2"/>
          <p:cNvSpPr>
            <a:spLocks noGrp="1"/>
          </p:cNvSpPr>
          <p:nvPr>
            <p:ph type="title"/>
          </p:nvPr>
        </p:nvSpPr>
        <p:spPr>
          <a:xfrm>
            <a:off x="1519714" y="373857"/>
            <a:ext cx="6104573" cy="718661"/>
          </a:xfrm>
        </p:spPr>
        <p:txBody>
          <a:bodyPr vert="horz" wrap="square" lIns="68580" tIns="34290" rIns="68580" bIns="34290" rtlCol="0" anchor="b" anchorCtr="0">
            <a:normAutofit/>
          </a:bodyPr>
          <a:lstStyle/>
          <a:p>
            <a:pPr algn="just" eaLnBrk="0" fontAlgn="base" hangingPunct="0">
              <a:buClrTx/>
              <a:buSzTx/>
              <a:buFontTx/>
            </a:pPr>
            <a:r>
              <a:rPr lang="zh-CN" altLang="en-US" sz="2925">
                <a:solidFill>
                  <a:schemeClr val="accent1">
                    <a:lumMod val="75000"/>
                  </a:schemeClr>
                </a:solidFill>
                <a:latin typeface="微软雅黑" panose="020B0503020204020204" charset="-122"/>
              </a:rPr>
              <a:t>等价类测试</a:t>
            </a:r>
          </a:p>
        </p:txBody>
      </p:sp>
      <p:sp>
        <p:nvSpPr>
          <p:cNvPr id="2" name="日期占位符 1"/>
          <p:cNvSpPr>
            <a:spLocks noGrp="1"/>
          </p:cNvSpPr>
          <p:nvPr>
            <p:ph type="dt" sz="half" idx="10"/>
          </p:nvPr>
        </p:nvSpPr>
        <p:spPr/>
        <p:txBody>
          <a:bodyPr/>
          <a:lstStyle/>
          <a:p>
            <a:fld id="{760FBDFE-C587-4B4C-A407-44438C67B59E}" type="datetime1">
              <a:rPr lang="zh-CN" altLang="en-US" smtClean="0"/>
              <a:t>2024/3/12</a:t>
            </a:fld>
            <a:endParaRPr lang="zh-CN" altLang="en-US"/>
          </a:p>
        </p:txBody>
      </p:sp>
      <p:sp>
        <p:nvSpPr>
          <p:cNvPr id="3" name="灯片编号占位符 2"/>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fld id="{49AE70B2-8BF9-45C0-BB95-33D1B9D3A854}" type="slidenum">
              <a:rPr lang="zh-CN" altLang="en-US" smtClean="0"/>
              <a:pPr/>
              <a:t>73</a:t>
            </a:fld>
            <a:endParaRPr lang="zh-CN" altLang="en-US"/>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011" name="Rectangle 3"/>
          <p:cNvSpPr>
            <a:spLocks noGrp="1"/>
          </p:cNvSpPr>
          <p:nvPr>
            <p:ph idx="1"/>
          </p:nvPr>
        </p:nvSpPr>
        <p:spPr>
          <a:xfrm>
            <a:off x="1519714" y="1244442"/>
            <a:ext cx="6104573" cy="3006566"/>
          </a:xfrm>
        </p:spPr>
        <p:txBody>
          <a:bodyPr vert="horz" wrap="square" lIns="68580" tIns="34290" rIns="68580" bIns="34290" rtlCol="0" anchor="t" anchorCtr="0">
            <a:normAutofit/>
          </a:bodyPr>
          <a:lstStyle/>
          <a:p>
            <a:pPr eaLnBrk="1" hangingPunct="1">
              <a:lnSpc>
                <a:spcPct val="110000"/>
              </a:lnSpc>
              <a:buClrTx/>
              <a:buSzTx/>
              <a:buFontTx/>
            </a:pPr>
            <a:r>
              <a:rPr lang="zh-CN" altLang="en-US" sz="2400" b="1" dirty="0">
                <a:latin typeface="微软雅黑" panose="020B0503020204020204" charset="-122"/>
              </a:rPr>
              <a:t>第一次测试尝试</a:t>
            </a:r>
            <a:endParaRPr sz="2400" b="1" dirty="0">
              <a:latin typeface="微软雅黑" panose="020B0503020204020204" charset="-122"/>
            </a:endParaRPr>
          </a:p>
          <a:p>
            <a:pPr lvl="1" eaLnBrk="1" hangingPunct="1">
              <a:lnSpc>
                <a:spcPct val="110000"/>
              </a:lnSpc>
              <a:buClrTx/>
              <a:buSzTx/>
              <a:buFontTx/>
            </a:pPr>
            <a:r>
              <a:rPr lang="zh-CN" altLang="en-US" sz="2100" b="1" dirty="0">
                <a:latin typeface="微软雅黑" panose="020B0503020204020204" charset="-122"/>
              </a:rPr>
              <a:t>无效等价类的测试用例</a:t>
            </a:r>
          </a:p>
        </p:txBody>
      </p:sp>
      <p:graphicFrame>
        <p:nvGraphicFramePr>
          <p:cNvPr id="2" name="对象 1"/>
          <p:cNvGraphicFramePr/>
          <p:nvPr>
            <p:custDataLst>
              <p:tags r:id="rId1"/>
            </p:custDataLst>
          </p:nvPr>
        </p:nvGraphicFramePr>
        <p:xfrm>
          <a:off x="1223963" y="2356009"/>
          <a:ext cx="6625114" cy="1701641"/>
        </p:xfrm>
        <a:graphic>
          <a:graphicData uri="http://schemas.openxmlformats.org/presentationml/2006/ole">
            <mc:AlternateContent xmlns:mc="http://schemas.openxmlformats.org/markup-compatibility/2006">
              <mc:Choice xmlns:v="urn:schemas-microsoft-com:vml" Requires="v">
                <p:oleObj r:id="rId3" imgW="8826500" imgH="2266950" progId="Paint.Picture">
                  <p:embed/>
                </p:oleObj>
              </mc:Choice>
              <mc:Fallback>
                <p:oleObj r:id="rId3" imgW="8826500" imgH="2266950" progId="Paint.Picture">
                  <p:embed/>
                  <p:pic>
                    <p:nvPicPr>
                      <p:cNvPr id="2" name="对象 1"/>
                      <p:cNvPicPr/>
                      <p:nvPr/>
                    </p:nvPicPr>
                    <p:blipFill>
                      <a:blip r:embed="rId4"/>
                      <a:stretch>
                        <a:fillRect/>
                      </a:stretch>
                    </p:blipFill>
                    <p:spPr>
                      <a:xfrm>
                        <a:off x="1223963" y="2356009"/>
                        <a:ext cx="6625114" cy="1701641"/>
                      </a:xfrm>
                      <a:prstGeom prst="rect">
                        <a:avLst/>
                      </a:prstGeom>
                    </p:spPr>
                  </p:pic>
                </p:oleObj>
              </mc:Fallback>
            </mc:AlternateContent>
          </a:graphicData>
        </a:graphic>
      </p:graphicFrame>
      <p:sp>
        <p:nvSpPr>
          <p:cNvPr id="40962" name="Rectangle 2"/>
          <p:cNvSpPr>
            <a:spLocks noGrp="1"/>
          </p:cNvSpPr>
          <p:nvPr>
            <p:ph type="title"/>
          </p:nvPr>
        </p:nvSpPr>
        <p:spPr>
          <a:xfrm>
            <a:off x="1519714" y="373857"/>
            <a:ext cx="6104573" cy="664369"/>
          </a:xfrm>
        </p:spPr>
        <p:txBody>
          <a:bodyPr vert="horz" wrap="square" lIns="68580" tIns="34290" rIns="68580" bIns="34290" rtlCol="0" anchor="b" anchorCtr="0">
            <a:normAutofit/>
          </a:bodyPr>
          <a:lstStyle/>
          <a:p>
            <a:pPr algn="just" eaLnBrk="0" fontAlgn="base" hangingPunct="0">
              <a:buClrTx/>
              <a:buSzTx/>
              <a:buFontTx/>
            </a:pPr>
            <a:r>
              <a:rPr lang="zh-CN" altLang="en-US" sz="2925">
                <a:solidFill>
                  <a:schemeClr val="accent1">
                    <a:lumMod val="75000"/>
                  </a:schemeClr>
                </a:solidFill>
                <a:latin typeface="微软雅黑" panose="020B0503020204020204" charset="-122"/>
              </a:rPr>
              <a:t>等价类测试</a:t>
            </a:r>
          </a:p>
        </p:txBody>
      </p:sp>
      <p:sp>
        <p:nvSpPr>
          <p:cNvPr id="4" name="日期占位符 3"/>
          <p:cNvSpPr>
            <a:spLocks noGrp="1"/>
          </p:cNvSpPr>
          <p:nvPr>
            <p:ph type="dt" sz="half" idx="10"/>
          </p:nvPr>
        </p:nvSpPr>
        <p:spPr/>
        <p:txBody>
          <a:bodyPr/>
          <a:lstStyle/>
          <a:p>
            <a:pPr algn="l" defTabSz="685800" fontAlgn="base">
              <a:spcBef>
                <a:spcPct val="0"/>
              </a:spcBef>
              <a:spcAft>
                <a:spcPct val="0"/>
              </a:spcAft>
              <a:defRPr/>
            </a:pPr>
            <a:fld id="{BB962C8B-B14F-4D97-AF65-F5344CB8AC3E}" type="datetime1">
              <a:rPr lang="zh-CN" altLang="zh-CN">
                <a:solidFill>
                  <a:schemeClr val="tx1"/>
                </a:solidFill>
                <a:latin typeface="Comic Sans MS" panose="030F0702030302020204" pitchFamily="66" charset="0"/>
                <a:ea typeface="+mn-ea"/>
                <a:cs typeface="+mn-cs"/>
              </a:rPr>
              <a:pPr algn="l" defTabSz="685800" fontAlgn="base">
                <a:spcBef>
                  <a:spcPct val="0"/>
                </a:spcBef>
                <a:spcAft>
                  <a:spcPct val="0"/>
                </a:spcAft>
                <a:defRPr/>
              </a:pPr>
              <a:t>2024/3/12</a:t>
            </a:fld>
            <a:endParaRPr lang="zh-CN" altLang="zh-CN">
              <a:solidFill>
                <a:schemeClr val="tx1"/>
              </a:solidFill>
              <a:latin typeface="Comic Sans MS" panose="030F0702030302020204" pitchFamily="66" charset="0"/>
              <a:ea typeface="+mn-ea"/>
              <a:cs typeface="+mn-cs"/>
            </a:endParaRPr>
          </a:p>
        </p:txBody>
      </p:sp>
      <p:sp>
        <p:nvSpPr>
          <p:cNvPr id="5" name="灯片编号占位符 4"/>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algn="r">
              <a:buNone/>
            </a:pPr>
            <a:fld id="{49AE70B2-8BF9-45C0-BB95-33D1B9D3A854}" type="slidenum">
              <a:rPr lang="zh-CN" altLang="en-US" smtClean="0"/>
              <a:pPr algn="r">
                <a:buNone/>
              </a:pPr>
              <a:t>74</a:t>
            </a:fld>
            <a:endParaRPr lang="en-US" altLang="zh-CN" dirty="0">
              <a:ea typeface="宋体" panose="02010600030101010101" pitchFamily="2" charset="-122"/>
            </a:endParaRPr>
          </a:p>
        </p:txBody>
      </p:sp>
      <p:sp>
        <p:nvSpPr>
          <p:cNvPr id="6" name="圆角矩形 5"/>
          <p:cNvSpPr/>
          <p:nvPr/>
        </p:nvSpPr>
        <p:spPr>
          <a:xfrm>
            <a:off x="2303621" y="3134202"/>
            <a:ext cx="241935" cy="301466"/>
          </a:xfrm>
          <a:prstGeom prst="roundRect">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035" name="Rectangle 3"/>
          <p:cNvSpPr>
            <a:spLocks noGrp="1"/>
          </p:cNvSpPr>
          <p:nvPr>
            <p:ph idx="1"/>
          </p:nvPr>
        </p:nvSpPr>
        <p:spPr>
          <a:xfrm>
            <a:off x="1519714" y="1224439"/>
            <a:ext cx="6104573" cy="3518059"/>
          </a:xfrm>
        </p:spPr>
        <p:txBody>
          <a:bodyPr vert="horz" wrap="square" lIns="68580" tIns="34290" rIns="68580" bIns="34290" rtlCol="0" anchor="t" anchorCtr="0">
            <a:normAutofit/>
          </a:bodyPr>
          <a:lstStyle/>
          <a:p>
            <a:pPr eaLnBrk="1" hangingPunct="1">
              <a:lnSpc>
                <a:spcPct val="120000"/>
              </a:lnSpc>
              <a:buClrTx/>
              <a:buSzTx/>
              <a:buFontTx/>
            </a:pPr>
            <a:r>
              <a:rPr lang="zh-CN" altLang="en-US" sz="2400" b="1" dirty="0">
                <a:latin typeface="微软雅黑" panose="020B0503020204020204" charset="-122"/>
              </a:rPr>
              <a:t>第一次测试尝试</a:t>
            </a:r>
            <a:endParaRPr sz="2400" b="1" dirty="0">
              <a:latin typeface="微软雅黑" panose="020B0503020204020204" charset="-122"/>
            </a:endParaRPr>
          </a:p>
          <a:p>
            <a:pPr lvl="1" eaLnBrk="1" hangingPunct="1">
              <a:lnSpc>
                <a:spcPct val="120000"/>
              </a:lnSpc>
              <a:buClrTx/>
              <a:buSzTx/>
              <a:buFontTx/>
            </a:pPr>
            <a:r>
              <a:rPr lang="zh-CN" altLang="en-US" sz="2100" b="1" dirty="0">
                <a:latin typeface="微软雅黑" panose="020B0503020204020204" charset="-122"/>
              </a:rPr>
              <a:t>有效等价类的测试用例</a:t>
            </a:r>
          </a:p>
          <a:p>
            <a:pPr lvl="1" eaLnBrk="1" hangingPunct="1">
              <a:lnSpc>
                <a:spcPct val="120000"/>
              </a:lnSpc>
              <a:buClrTx/>
              <a:buSzTx/>
              <a:buFontTx/>
            </a:pPr>
            <a:endParaRPr lang="zh-CN" altLang="en-US" sz="2100" b="1" dirty="0">
              <a:latin typeface="微软雅黑" panose="020B0503020204020204" charset="-122"/>
            </a:endParaRPr>
          </a:p>
          <a:p>
            <a:pPr lvl="0" eaLnBrk="1" hangingPunct="1">
              <a:lnSpc>
                <a:spcPct val="150000"/>
              </a:lnSpc>
              <a:buClrTx/>
              <a:buSzTx/>
              <a:buFontTx/>
            </a:pPr>
            <a:r>
              <a:rPr lang="zh-CN" altLang="en-US" b="1" dirty="0">
                <a:latin typeface="微软雅黑" panose="020B0503020204020204" charset="-122"/>
              </a:rPr>
              <a:t>测试分析：</a:t>
            </a:r>
          </a:p>
          <a:p>
            <a:pPr lvl="1" eaLnBrk="1" hangingPunct="1">
              <a:lnSpc>
                <a:spcPct val="130000"/>
              </a:lnSpc>
              <a:buClrTx/>
              <a:buSzTx/>
              <a:buFontTx/>
            </a:pPr>
            <a:r>
              <a:rPr lang="zh-CN" altLang="en-US" sz="1500" dirty="0">
                <a:latin typeface="微软雅黑" panose="020B0503020204020204" charset="-122"/>
              </a:rPr>
              <a:t>工作量少、足够典型，一个非月末的普通日期，占全部日期的</a:t>
            </a:r>
            <a:r>
              <a:rPr lang="en-US" altLang="zh-CN" sz="1500" dirty="0">
                <a:latin typeface="微软雅黑" panose="020B0503020204020204" charset="-122"/>
              </a:rPr>
              <a:t>96.7%</a:t>
            </a:r>
            <a:r>
              <a:rPr sz="1500" dirty="0">
                <a:latin typeface="微软雅黑" panose="020B0503020204020204" charset="-122"/>
              </a:rPr>
              <a:t>。</a:t>
            </a:r>
          </a:p>
          <a:p>
            <a:pPr lvl="1" eaLnBrk="1" hangingPunct="1">
              <a:lnSpc>
                <a:spcPct val="120000"/>
              </a:lnSpc>
              <a:buClrTx/>
              <a:buSzTx/>
              <a:buFontTx/>
            </a:pPr>
            <a:r>
              <a:rPr sz="1500" dirty="0">
                <a:latin typeface="微软雅黑" panose="020B0503020204020204" charset="-122"/>
              </a:rPr>
              <a:t>测试漏洞存在缺陷，风险极高，例如月末、年末、闰年等情况未考虑。</a:t>
            </a:r>
          </a:p>
        </p:txBody>
      </p:sp>
      <p:pic>
        <p:nvPicPr>
          <p:cNvPr id="44037" name="Picture 2"/>
          <p:cNvPicPr>
            <a:picLocks noChangeAspect="1"/>
          </p:cNvPicPr>
          <p:nvPr/>
        </p:nvPicPr>
        <p:blipFill>
          <a:blip r:embed="rId2"/>
          <a:stretch>
            <a:fillRect/>
          </a:stretch>
        </p:blipFill>
        <p:spPr>
          <a:xfrm>
            <a:off x="1223725" y="2247662"/>
            <a:ext cx="6750844" cy="490538"/>
          </a:xfrm>
          <a:prstGeom prst="rect">
            <a:avLst/>
          </a:prstGeom>
          <a:noFill/>
          <a:ln w="9525">
            <a:noFill/>
          </a:ln>
        </p:spPr>
      </p:pic>
      <p:sp>
        <p:nvSpPr>
          <p:cNvPr id="40962" name="Rectangle 2"/>
          <p:cNvSpPr>
            <a:spLocks noGrp="1"/>
          </p:cNvSpPr>
          <p:nvPr>
            <p:ph type="title"/>
          </p:nvPr>
        </p:nvSpPr>
        <p:spPr>
          <a:xfrm>
            <a:off x="1519714" y="373856"/>
            <a:ext cx="6104573" cy="657225"/>
          </a:xfrm>
        </p:spPr>
        <p:txBody>
          <a:bodyPr vert="horz" wrap="square" lIns="68580" tIns="34290" rIns="68580" bIns="34290" rtlCol="0" anchor="b" anchorCtr="0">
            <a:normAutofit/>
          </a:bodyPr>
          <a:lstStyle/>
          <a:p>
            <a:pPr algn="just" eaLnBrk="0" fontAlgn="base" hangingPunct="0">
              <a:buClrTx/>
            </a:pPr>
            <a:r>
              <a:rPr lang="zh-CN" altLang="en-US" sz="2925">
                <a:solidFill>
                  <a:schemeClr val="accent1">
                    <a:lumMod val="75000"/>
                  </a:schemeClr>
                </a:solidFill>
                <a:latin typeface="微软雅黑" panose="020B0503020204020204" charset="-122"/>
              </a:rPr>
              <a:t>等价类测试</a:t>
            </a:r>
          </a:p>
        </p:txBody>
      </p:sp>
      <p:sp>
        <p:nvSpPr>
          <p:cNvPr id="2" name="日期占位符 1"/>
          <p:cNvSpPr>
            <a:spLocks noGrp="1"/>
          </p:cNvSpPr>
          <p:nvPr>
            <p:ph type="dt" sz="half" idx="10"/>
          </p:nvPr>
        </p:nvSpPr>
        <p:spPr/>
        <p:txBody>
          <a:bodyPr/>
          <a:lstStyle/>
          <a:p>
            <a:pPr algn="l" defTabSz="685800" fontAlgn="base">
              <a:spcBef>
                <a:spcPct val="0"/>
              </a:spcBef>
              <a:spcAft>
                <a:spcPct val="0"/>
              </a:spcAft>
              <a:defRPr/>
            </a:pPr>
            <a:fld id="{BB962C8B-B14F-4D97-AF65-F5344CB8AC3E}" type="datetime1">
              <a:rPr lang="zh-CN" altLang="zh-CN">
                <a:solidFill>
                  <a:schemeClr val="tx1"/>
                </a:solidFill>
                <a:latin typeface="Comic Sans MS" panose="030F0702030302020204" pitchFamily="66" charset="0"/>
                <a:ea typeface="+mn-ea"/>
                <a:cs typeface="+mn-cs"/>
              </a:rPr>
              <a:pPr algn="l" defTabSz="685800" fontAlgn="base">
                <a:spcBef>
                  <a:spcPct val="0"/>
                </a:spcBef>
                <a:spcAft>
                  <a:spcPct val="0"/>
                </a:spcAft>
                <a:defRPr/>
              </a:pPr>
              <a:t>2024/3/12</a:t>
            </a:fld>
            <a:endParaRPr lang="zh-CN" altLang="zh-CN">
              <a:solidFill>
                <a:schemeClr val="tx1"/>
              </a:solidFill>
              <a:latin typeface="Comic Sans MS" panose="030F0702030302020204" pitchFamily="66" charset="0"/>
              <a:ea typeface="+mn-ea"/>
              <a:cs typeface="+mn-cs"/>
            </a:endParaRPr>
          </a:p>
        </p:txBody>
      </p:sp>
      <p:sp>
        <p:nvSpPr>
          <p:cNvPr id="3" name="灯片编号占位符 2"/>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algn="r">
              <a:buNone/>
            </a:pPr>
            <a:fld id="{49AE70B2-8BF9-45C0-BB95-33D1B9D3A854}" type="slidenum">
              <a:rPr lang="zh-CN" altLang="en-US" smtClean="0"/>
              <a:pPr algn="r">
                <a:buNone/>
              </a:pPr>
              <a:t>75</a:t>
            </a:fld>
            <a:endParaRPr lang="en-US" altLang="zh-CN" dirty="0">
              <a:ea typeface="宋体" panose="02010600030101010101" pitchFamily="2" charset="-122"/>
            </a:endParaRPr>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059" name="Rectangle 3"/>
          <p:cNvSpPr>
            <a:spLocks noGrp="1"/>
          </p:cNvSpPr>
          <p:nvPr>
            <p:ph idx="1"/>
          </p:nvPr>
        </p:nvSpPr>
        <p:spPr>
          <a:xfrm>
            <a:off x="1519714" y="1191578"/>
            <a:ext cx="6104573" cy="3059430"/>
          </a:xfrm>
        </p:spPr>
        <p:txBody>
          <a:bodyPr vert="horz" wrap="square" lIns="68580" tIns="34290" rIns="68580" bIns="34290" rtlCol="0" anchor="t" anchorCtr="0">
            <a:normAutofit/>
          </a:bodyPr>
          <a:lstStyle/>
          <a:p>
            <a:pPr eaLnBrk="1" hangingPunct="1">
              <a:lnSpc>
                <a:spcPct val="120000"/>
              </a:lnSpc>
              <a:buClrTx/>
              <a:buSzTx/>
              <a:buFontTx/>
            </a:pPr>
            <a:r>
              <a:rPr lang="zh-CN" altLang="en-US" sz="2400" b="1" dirty="0">
                <a:latin typeface="微软雅黑" panose="020B0503020204020204" charset="-122"/>
              </a:rPr>
              <a:t>第二次测试尝试</a:t>
            </a:r>
            <a:endParaRPr sz="2400" b="1" dirty="0">
              <a:latin typeface="微软雅黑" panose="020B0503020204020204" charset="-122"/>
            </a:endParaRPr>
          </a:p>
          <a:p>
            <a:pPr lvl="1" eaLnBrk="1" hangingPunct="1">
              <a:lnSpc>
                <a:spcPct val="120000"/>
              </a:lnSpc>
              <a:buClrTx/>
              <a:buSzTx/>
              <a:buFontTx/>
            </a:pPr>
            <a:r>
              <a:rPr lang="zh-CN" altLang="en-US" sz="2100" b="1" dirty="0">
                <a:latin typeface="微软雅黑" panose="020B0503020204020204" charset="-122"/>
              </a:rPr>
              <a:t>针对有效等价类再进行划分</a:t>
            </a:r>
          </a:p>
          <a:p>
            <a:pPr lvl="1" eaLnBrk="1" hangingPunct="1">
              <a:lnSpc>
                <a:spcPct val="120000"/>
              </a:lnSpc>
              <a:buClrTx/>
              <a:buSzTx/>
              <a:buFontTx/>
            </a:pPr>
            <a:endParaRPr lang="zh-CN" altLang="en-US" sz="2100" b="1" dirty="0">
              <a:latin typeface="微软雅黑" panose="020B0503020204020204" charset="-122"/>
            </a:endParaRPr>
          </a:p>
          <a:p>
            <a:pPr lvl="1" eaLnBrk="1" hangingPunct="1">
              <a:lnSpc>
                <a:spcPct val="120000"/>
              </a:lnSpc>
              <a:buClrTx/>
              <a:buSzTx/>
              <a:buFontTx/>
            </a:pPr>
            <a:endParaRPr lang="zh-CN" altLang="en-US" sz="2100" b="1" dirty="0">
              <a:latin typeface="微软雅黑" panose="020B0503020204020204" charset="-122"/>
            </a:endParaRPr>
          </a:p>
          <a:p>
            <a:pPr lvl="1" eaLnBrk="1" hangingPunct="1">
              <a:lnSpc>
                <a:spcPct val="120000"/>
              </a:lnSpc>
              <a:buClrTx/>
              <a:buSzTx/>
              <a:buFontTx/>
            </a:pPr>
            <a:endParaRPr lang="zh-CN" altLang="en-US" sz="2100" b="1" dirty="0">
              <a:latin typeface="微软雅黑" panose="020B0503020204020204" charset="-122"/>
            </a:endParaRPr>
          </a:p>
          <a:p>
            <a:pPr lvl="1" eaLnBrk="1" hangingPunct="1">
              <a:lnSpc>
                <a:spcPct val="160000"/>
              </a:lnSpc>
              <a:buClrTx/>
              <a:buSzTx/>
              <a:buFontTx/>
            </a:pPr>
            <a:r>
              <a:rPr lang="zh-CN" altLang="en-US" dirty="0">
                <a:solidFill>
                  <a:schemeClr val="tx1"/>
                </a:solidFill>
                <a:latin typeface="微软雅黑" panose="020B0503020204020204" charset="-122"/>
              </a:rPr>
              <a:t>需要</a:t>
            </a:r>
            <a:r>
              <a:rPr lang="en-US" altLang="zh-CN" dirty="0">
                <a:solidFill>
                  <a:schemeClr val="tx1"/>
                </a:solidFill>
                <a:latin typeface="微软雅黑" panose="020B0503020204020204" charset="-122"/>
              </a:rPr>
              <a:t>2*3*5=30</a:t>
            </a:r>
            <a:r>
              <a:rPr dirty="0">
                <a:solidFill>
                  <a:schemeClr val="tx1"/>
                </a:solidFill>
                <a:latin typeface="微软雅黑" panose="020B0503020204020204" charset="-122"/>
              </a:rPr>
              <a:t>个测试用例</a:t>
            </a:r>
          </a:p>
        </p:txBody>
      </p:sp>
      <p:pic>
        <p:nvPicPr>
          <p:cNvPr id="45061" name="Picture 2"/>
          <p:cNvPicPr>
            <a:picLocks noChangeAspect="1"/>
          </p:cNvPicPr>
          <p:nvPr/>
        </p:nvPicPr>
        <p:blipFill>
          <a:blip r:embed="rId2"/>
          <a:stretch>
            <a:fillRect/>
          </a:stretch>
        </p:blipFill>
        <p:spPr>
          <a:xfrm>
            <a:off x="1277779" y="2355771"/>
            <a:ext cx="6687741" cy="1232297"/>
          </a:xfrm>
          <a:prstGeom prst="rect">
            <a:avLst/>
          </a:prstGeom>
          <a:noFill/>
          <a:ln w="9525">
            <a:noFill/>
          </a:ln>
        </p:spPr>
      </p:pic>
      <p:sp>
        <p:nvSpPr>
          <p:cNvPr id="40962" name="Rectangle 2"/>
          <p:cNvSpPr>
            <a:spLocks noGrp="1"/>
          </p:cNvSpPr>
          <p:nvPr>
            <p:ph type="title"/>
          </p:nvPr>
        </p:nvSpPr>
        <p:spPr>
          <a:xfrm>
            <a:off x="1519714" y="373857"/>
            <a:ext cx="6104573" cy="654844"/>
          </a:xfrm>
        </p:spPr>
        <p:txBody>
          <a:bodyPr vert="horz" wrap="square" lIns="68580" tIns="34290" rIns="68580" bIns="34290" rtlCol="0" anchor="b" anchorCtr="0">
            <a:normAutofit/>
          </a:bodyPr>
          <a:lstStyle/>
          <a:p>
            <a:pPr algn="just" eaLnBrk="0" fontAlgn="base" hangingPunct="0">
              <a:buClrTx/>
            </a:pPr>
            <a:r>
              <a:rPr lang="zh-CN" altLang="en-US" sz="2925">
                <a:solidFill>
                  <a:schemeClr val="accent1">
                    <a:lumMod val="75000"/>
                  </a:schemeClr>
                </a:solidFill>
                <a:latin typeface="微软雅黑" panose="020B0503020204020204" charset="-122"/>
              </a:rPr>
              <a:t>等价类测试</a:t>
            </a:r>
          </a:p>
        </p:txBody>
      </p:sp>
      <p:sp>
        <p:nvSpPr>
          <p:cNvPr id="2" name="日期占位符 1"/>
          <p:cNvSpPr>
            <a:spLocks noGrp="1"/>
          </p:cNvSpPr>
          <p:nvPr>
            <p:ph type="dt" sz="half" idx="10"/>
          </p:nvPr>
        </p:nvSpPr>
        <p:spPr/>
        <p:txBody>
          <a:bodyPr/>
          <a:lstStyle/>
          <a:p>
            <a:pPr algn="l" defTabSz="685800" fontAlgn="base">
              <a:spcBef>
                <a:spcPct val="0"/>
              </a:spcBef>
              <a:spcAft>
                <a:spcPct val="0"/>
              </a:spcAft>
              <a:defRPr/>
            </a:pPr>
            <a:fld id="{BB962C8B-B14F-4D97-AF65-F5344CB8AC3E}" type="datetime1">
              <a:rPr lang="zh-CN" altLang="zh-CN">
                <a:solidFill>
                  <a:schemeClr val="tx1"/>
                </a:solidFill>
                <a:latin typeface="Comic Sans MS" panose="030F0702030302020204" pitchFamily="66" charset="0"/>
                <a:ea typeface="+mn-ea"/>
                <a:cs typeface="+mn-cs"/>
              </a:rPr>
              <a:pPr algn="l" defTabSz="685800" fontAlgn="base">
                <a:spcBef>
                  <a:spcPct val="0"/>
                </a:spcBef>
                <a:spcAft>
                  <a:spcPct val="0"/>
                </a:spcAft>
                <a:defRPr/>
              </a:pPr>
              <a:t>2024/3/12</a:t>
            </a:fld>
            <a:endParaRPr lang="zh-CN" altLang="zh-CN">
              <a:solidFill>
                <a:schemeClr val="tx1"/>
              </a:solidFill>
              <a:latin typeface="Comic Sans MS" panose="030F0702030302020204" pitchFamily="66" charset="0"/>
              <a:ea typeface="+mn-ea"/>
              <a:cs typeface="+mn-cs"/>
            </a:endParaRPr>
          </a:p>
        </p:txBody>
      </p:sp>
      <p:sp>
        <p:nvSpPr>
          <p:cNvPr id="3" name="灯片编号占位符 2"/>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algn="r">
              <a:buNone/>
            </a:pPr>
            <a:fld id="{49AE70B2-8BF9-45C0-BB95-33D1B9D3A854}" type="slidenum">
              <a:rPr lang="zh-CN" altLang="en-US" smtClean="0"/>
              <a:pPr algn="r">
                <a:buNone/>
              </a:pPr>
              <a:t>76</a:t>
            </a:fld>
            <a:endParaRPr lang="en-US" altLang="zh-CN" dirty="0">
              <a:ea typeface="宋体" panose="02010600030101010101" pitchFamily="2" charset="-122"/>
            </a:endParaRPr>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083" name="Rectangle 3"/>
          <p:cNvSpPr>
            <a:spLocks noGrp="1"/>
          </p:cNvSpPr>
          <p:nvPr>
            <p:ph idx="1"/>
          </p:nvPr>
        </p:nvSpPr>
        <p:spPr>
          <a:xfrm>
            <a:off x="1519714" y="912495"/>
            <a:ext cx="6104573" cy="3338513"/>
          </a:xfrm>
        </p:spPr>
        <p:txBody>
          <a:bodyPr vert="horz" wrap="square" lIns="68580" tIns="34290" rIns="68580" bIns="34290" rtlCol="0" anchor="t" anchorCtr="0">
            <a:normAutofit/>
          </a:bodyPr>
          <a:lstStyle/>
          <a:p>
            <a:pPr eaLnBrk="1" hangingPunct="1">
              <a:lnSpc>
                <a:spcPct val="100000"/>
              </a:lnSpc>
              <a:buClrTx/>
              <a:buSzTx/>
              <a:buFontTx/>
            </a:pPr>
            <a:r>
              <a:rPr lang="zh-CN" altLang="en-US" sz="2400" b="1" dirty="0">
                <a:latin typeface="微软雅黑" panose="020B0503020204020204" charset="-122"/>
              </a:rPr>
              <a:t>第二次测试尝试</a:t>
            </a:r>
            <a:endParaRPr sz="2400" b="1" dirty="0">
              <a:latin typeface="微软雅黑" panose="020B0503020204020204" charset="-122"/>
            </a:endParaRPr>
          </a:p>
          <a:p>
            <a:pPr lvl="1" eaLnBrk="1" hangingPunct="1">
              <a:lnSpc>
                <a:spcPct val="100000"/>
              </a:lnSpc>
              <a:buClrTx/>
              <a:buSzTx/>
              <a:buFontTx/>
            </a:pPr>
            <a:r>
              <a:rPr lang="zh-CN" altLang="en-US" sz="2100" b="1" dirty="0">
                <a:latin typeface="微软雅黑" panose="020B0503020204020204" charset="-122"/>
              </a:rPr>
              <a:t>有效等价类的测试用例</a:t>
            </a:r>
          </a:p>
        </p:txBody>
      </p:sp>
      <p:pic>
        <p:nvPicPr>
          <p:cNvPr id="105474" name="Picture 2"/>
          <p:cNvPicPr>
            <a:picLocks noChangeAspect="1"/>
          </p:cNvPicPr>
          <p:nvPr/>
        </p:nvPicPr>
        <p:blipFill>
          <a:blip r:embed="rId3"/>
          <a:stretch>
            <a:fillRect/>
          </a:stretch>
        </p:blipFill>
        <p:spPr>
          <a:xfrm>
            <a:off x="1439466" y="1761411"/>
            <a:ext cx="6471047" cy="3053953"/>
          </a:xfrm>
          <a:prstGeom prst="rect">
            <a:avLst/>
          </a:prstGeom>
          <a:noFill/>
          <a:ln w="9525">
            <a:noFill/>
          </a:ln>
        </p:spPr>
      </p:pic>
      <p:sp>
        <p:nvSpPr>
          <p:cNvPr id="40962" name="Rectangle 2"/>
          <p:cNvSpPr>
            <a:spLocks noGrp="1"/>
          </p:cNvSpPr>
          <p:nvPr>
            <p:ph type="title"/>
          </p:nvPr>
        </p:nvSpPr>
        <p:spPr>
          <a:xfrm>
            <a:off x="1519714" y="373857"/>
            <a:ext cx="6104573" cy="531019"/>
          </a:xfrm>
        </p:spPr>
        <p:txBody>
          <a:bodyPr vert="horz" wrap="square" lIns="68580" tIns="34290" rIns="68580" bIns="34290" rtlCol="0" anchor="b" anchorCtr="0">
            <a:normAutofit/>
          </a:bodyPr>
          <a:lstStyle/>
          <a:p>
            <a:pPr algn="just" eaLnBrk="0" fontAlgn="base" hangingPunct="0">
              <a:buClrTx/>
            </a:pPr>
            <a:r>
              <a:rPr lang="zh-CN" altLang="en-US" sz="2925">
                <a:solidFill>
                  <a:schemeClr val="accent1">
                    <a:lumMod val="75000"/>
                  </a:schemeClr>
                </a:solidFill>
                <a:latin typeface="微软雅黑" panose="020B0503020204020204" charset="-122"/>
              </a:rPr>
              <a:t>等价类测试</a:t>
            </a:r>
          </a:p>
        </p:txBody>
      </p:sp>
      <p:sp>
        <p:nvSpPr>
          <p:cNvPr id="2" name="日期占位符 1"/>
          <p:cNvSpPr>
            <a:spLocks noGrp="1"/>
          </p:cNvSpPr>
          <p:nvPr>
            <p:ph type="dt" sz="half" idx="10"/>
          </p:nvPr>
        </p:nvSpPr>
        <p:spPr/>
        <p:txBody>
          <a:bodyPr/>
          <a:lstStyle/>
          <a:p>
            <a:pPr algn="l" defTabSz="685800" fontAlgn="base">
              <a:spcBef>
                <a:spcPct val="0"/>
              </a:spcBef>
              <a:spcAft>
                <a:spcPct val="0"/>
              </a:spcAft>
              <a:defRPr/>
            </a:pPr>
            <a:fld id="{BB962C8B-B14F-4D97-AF65-F5344CB8AC3E}" type="datetime1">
              <a:rPr lang="zh-CN" altLang="zh-CN">
                <a:solidFill>
                  <a:schemeClr val="tx1"/>
                </a:solidFill>
                <a:latin typeface="Comic Sans MS" panose="030F0702030302020204" pitchFamily="66" charset="0"/>
                <a:ea typeface="+mn-ea"/>
                <a:cs typeface="+mn-cs"/>
              </a:rPr>
              <a:pPr algn="l" defTabSz="685800" fontAlgn="base">
                <a:spcBef>
                  <a:spcPct val="0"/>
                </a:spcBef>
                <a:spcAft>
                  <a:spcPct val="0"/>
                </a:spcAft>
                <a:defRPr/>
              </a:pPr>
              <a:t>2024/3/12</a:t>
            </a:fld>
            <a:endParaRPr lang="zh-CN" altLang="zh-CN">
              <a:solidFill>
                <a:schemeClr val="tx1"/>
              </a:solidFill>
              <a:latin typeface="Comic Sans MS" panose="030F0702030302020204" pitchFamily="66" charset="0"/>
              <a:ea typeface="+mn-ea"/>
              <a:cs typeface="+mn-cs"/>
            </a:endParaRPr>
          </a:p>
        </p:txBody>
      </p:sp>
      <p:sp>
        <p:nvSpPr>
          <p:cNvPr id="3" name="灯片编号占位符 2"/>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algn="r">
              <a:buNone/>
            </a:pPr>
            <a:fld id="{49AE70B2-8BF9-45C0-BB95-33D1B9D3A854}" type="slidenum">
              <a:rPr lang="zh-CN" altLang="en-US" smtClean="0"/>
              <a:pPr algn="r">
                <a:buNone/>
              </a:pPr>
              <a:t>77</a:t>
            </a:fld>
            <a:endParaRPr lang="en-US" altLang="zh-CN" dirty="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05474"/>
                                        </p:tgtEl>
                                        <p:attrNameLst>
                                          <p:attrName>style.visibility</p:attrName>
                                        </p:attrNameLst>
                                      </p:cBhvr>
                                      <p:to>
                                        <p:strVal val="visible"/>
                                      </p:to>
                                    </p:set>
                                    <p:animEffect transition="in" filter="slide(fromBottom)">
                                      <p:cBhvr>
                                        <p:cTn id="7" dur="500"/>
                                        <p:tgtEl>
                                          <p:spTgt spid="1054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107" name="Rectangle 3"/>
          <p:cNvSpPr>
            <a:spLocks noGrp="1"/>
          </p:cNvSpPr>
          <p:nvPr>
            <p:ph idx="1"/>
          </p:nvPr>
        </p:nvSpPr>
        <p:spPr>
          <a:xfrm>
            <a:off x="1519714" y="884397"/>
            <a:ext cx="6104573" cy="3366611"/>
          </a:xfrm>
        </p:spPr>
        <p:txBody>
          <a:bodyPr vert="horz" wrap="square" lIns="68580" tIns="34290" rIns="68580" bIns="34290" rtlCol="0" anchor="t" anchorCtr="0">
            <a:normAutofit/>
          </a:bodyPr>
          <a:lstStyle/>
          <a:p>
            <a:pPr eaLnBrk="1" hangingPunct="1">
              <a:lnSpc>
                <a:spcPct val="110000"/>
              </a:lnSpc>
              <a:buClrTx/>
              <a:buSzTx/>
              <a:buFontTx/>
            </a:pPr>
            <a:r>
              <a:rPr lang="zh-CN" altLang="en-US" sz="2400" b="1" dirty="0">
                <a:latin typeface="微软雅黑" panose="020B0503020204020204" charset="-122"/>
              </a:rPr>
              <a:t>第二次测试尝试</a:t>
            </a:r>
            <a:endParaRPr sz="2400" b="1" dirty="0">
              <a:latin typeface="微软雅黑" panose="020B0503020204020204" charset="-122"/>
            </a:endParaRPr>
          </a:p>
          <a:p>
            <a:pPr lvl="1" algn="l" eaLnBrk="1" hangingPunct="1">
              <a:lnSpc>
                <a:spcPct val="100000"/>
              </a:lnSpc>
              <a:buClrTx/>
              <a:buSzTx/>
              <a:buFontTx/>
            </a:pPr>
            <a:r>
              <a:rPr lang="zh-CN" altLang="en-US" sz="2100" b="1" dirty="0">
                <a:latin typeface="微软雅黑" panose="020B0503020204020204" charset="-122"/>
              </a:rPr>
              <a:t>有效等价类的测试用例（续）</a:t>
            </a:r>
          </a:p>
        </p:txBody>
      </p:sp>
      <p:sp>
        <p:nvSpPr>
          <p:cNvPr id="40962" name="Rectangle 2"/>
          <p:cNvSpPr>
            <a:spLocks noGrp="1"/>
          </p:cNvSpPr>
          <p:nvPr>
            <p:ph type="title"/>
          </p:nvPr>
        </p:nvSpPr>
        <p:spPr>
          <a:xfrm>
            <a:off x="1519714" y="173831"/>
            <a:ext cx="6104573" cy="710565"/>
          </a:xfrm>
        </p:spPr>
        <p:txBody>
          <a:bodyPr vert="horz" wrap="square" lIns="68580" tIns="34290" rIns="68580" bIns="34290" rtlCol="0" anchor="b" anchorCtr="0">
            <a:normAutofit/>
          </a:bodyPr>
          <a:lstStyle/>
          <a:p>
            <a:pPr algn="just" eaLnBrk="0" fontAlgn="base" hangingPunct="0">
              <a:buClrTx/>
            </a:pPr>
            <a:r>
              <a:rPr lang="zh-CN" altLang="en-US" sz="2925">
                <a:solidFill>
                  <a:schemeClr val="accent1">
                    <a:lumMod val="75000"/>
                  </a:schemeClr>
                </a:solidFill>
                <a:latin typeface="微软雅黑" panose="020B0503020204020204" charset="-122"/>
              </a:rPr>
              <a:t>等价类测试</a:t>
            </a:r>
          </a:p>
        </p:txBody>
      </p:sp>
      <p:sp>
        <p:nvSpPr>
          <p:cNvPr id="2" name="日期占位符 1"/>
          <p:cNvSpPr>
            <a:spLocks noGrp="1"/>
          </p:cNvSpPr>
          <p:nvPr>
            <p:ph type="dt" sz="half" idx="10"/>
          </p:nvPr>
        </p:nvSpPr>
        <p:spPr/>
        <p:txBody>
          <a:bodyPr/>
          <a:lstStyle/>
          <a:p>
            <a:pPr algn="l" defTabSz="685800" fontAlgn="base">
              <a:spcBef>
                <a:spcPct val="0"/>
              </a:spcBef>
              <a:spcAft>
                <a:spcPct val="0"/>
              </a:spcAft>
              <a:defRPr/>
            </a:pPr>
            <a:fld id="{BB962C8B-B14F-4D97-AF65-F5344CB8AC3E}" type="datetime1">
              <a:rPr lang="zh-CN" altLang="zh-CN">
                <a:solidFill>
                  <a:schemeClr val="tx1"/>
                </a:solidFill>
                <a:latin typeface="Comic Sans MS" panose="030F0702030302020204" pitchFamily="66" charset="0"/>
                <a:ea typeface="+mn-ea"/>
                <a:cs typeface="+mn-cs"/>
              </a:rPr>
              <a:pPr algn="l" defTabSz="685800" fontAlgn="base">
                <a:spcBef>
                  <a:spcPct val="0"/>
                </a:spcBef>
                <a:spcAft>
                  <a:spcPct val="0"/>
                </a:spcAft>
                <a:defRPr/>
              </a:pPr>
              <a:t>2024/3/12</a:t>
            </a:fld>
            <a:endParaRPr lang="zh-CN" altLang="zh-CN">
              <a:solidFill>
                <a:schemeClr val="tx1"/>
              </a:solidFill>
              <a:latin typeface="Comic Sans MS" panose="030F0702030302020204" pitchFamily="66" charset="0"/>
              <a:ea typeface="+mn-ea"/>
              <a:cs typeface="+mn-cs"/>
            </a:endParaRPr>
          </a:p>
        </p:txBody>
      </p:sp>
      <p:pic>
        <p:nvPicPr>
          <p:cNvPr id="106498" name="Picture 2"/>
          <p:cNvPicPr>
            <a:picLocks noChangeAspect="1"/>
          </p:cNvPicPr>
          <p:nvPr/>
        </p:nvPicPr>
        <p:blipFill>
          <a:blip r:embed="rId2"/>
          <a:stretch>
            <a:fillRect/>
          </a:stretch>
        </p:blipFill>
        <p:spPr>
          <a:xfrm>
            <a:off x="1223963" y="1373029"/>
            <a:ext cx="6680597" cy="3596879"/>
          </a:xfrm>
          <a:prstGeom prst="rect">
            <a:avLst/>
          </a:prstGeom>
          <a:noFill/>
          <a:ln w="9525">
            <a:noFill/>
          </a:ln>
        </p:spPr>
      </p:pic>
      <p:sp>
        <p:nvSpPr>
          <p:cNvPr id="3" name="灯片编号占位符 2"/>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algn="r">
              <a:buNone/>
            </a:pPr>
            <a:fld id="{49AE70B2-8BF9-45C0-BB95-33D1B9D3A854}" type="slidenum">
              <a:rPr lang="zh-CN" altLang="en-US" smtClean="0"/>
              <a:pPr algn="r">
                <a:buNone/>
              </a:pPr>
              <a:t>78</a:t>
            </a:fld>
            <a:endParaRPr lang="en-US" altLang="zh-CN" dirty="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106498"/>
                                        </p:tgtEl>
                                        <p:attrNameLst>
                                          <p:attrName>style.visibility</p:attrName>
                                        </p:attrNameLst>
                                      </p:cBhvr>
                                      <p:to>
                                        <p:strVal val="visible"/>
                                      </p:to>
                                    </p:set>
                                    <p:animEffect transition="in" filter="strips(downLeft)">
                                      <p:cBhvr>
                                        <p:cTn id="7" dur="500"/>
                                        <p:tgtEl>
                                          <p:spTgt spid="1064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131" name="Rectangle 3"/>
          <p:cNvSpPr>
            <a:spLocks noGrp="1"/>
          </p:cNvSpPr>
          <p:nvPr>
            <p:ph idx="1"/>
          </p:nvPr>
        </p:nvSpPr>
        <p:spPr>
          <a:xfrm>
            <a:off x="1519714" y="1188720"/>
            <a:ext cx="6104573" cy="3062288"/>
          </a:xfrm>
        </p:spPr>
        <p:txBody>
          <a:bodyPr vert="horz" wrap="square" lIns="68580" tIns="34290" rIns="68580" bIns="34290" rtlCol="0" anchor="t" anchorCtr="0">
            <a:normAutofit/>
          </a:bodyPr>
          <a:lstStyle/>
          <a:p>
            <a:pPr algn="l" eaLnBrk="1" hangingPunct="1">
              <a:lnSpc>
                <a:spcPct val="110000"/>
              </a:lnSpc>
              <a:buClrTx/>
              <a:buSzTx/>
              <a:buFontTx/>
            </a:pPr>
            <a:r>
              <a:rPr lang="zh-CN" altLang="en-US" sz="2400" b="1" dirty="0">
                <a:latin typeface="微软雅黑" panose="020B0503020204020204" charset="-122"/>
              </a:rPr>
              <a:t>第二次测试尝试</a:t>
            </a:r>
            <a:endParaRPr sz="2400" b="1" dirty="0">
              <a:latin typeface="微软雅黑" panose="020B0503020204020204" charset="-122"/>
            </a:endParaRPr>
          </a:p>
          <a:p>
            <a:pPr lvl="1" algn="l" eaLnBrk="1" hangingPunct="1">
              <a:lnSpc>
                <a:spcPct val="110000"/>
              </a:lnSpc>
              <a:buClrTx/>
              <a:buSzTx/>
              <a:buFontTx/>
            </a:pPr>
            <a:r>
              <a:rPr lang="zh-CN" altLang="en-US" sz="2100" b="1" dirty="0">
                <a:latin typeface="微软雅黑" panose="020B0503020204020204" charset="-122"/>
              </a:rPr>
              <a:t>测试分析：</a:t>
            </a:r>
          </a:p>
          <a:p>
            <a:pPr lvl="2" algn="l" eaLnBrk="1" hangingPunct="1">
              <a:lnSpc>
                <a:spcPct val="90000"/>
              </a:lnSpc>
              <a:buClrTx/>
              <a:buSzTx/>
              <a:buFontTx/>
            </a:pPr>
            <a:r>
              <a:rPr>
                <a:latin typeface="微软雅黑" panose="020B0503020204020204" charset="-122"/>
                <a:sym typeface="+mn-ea"/>
              </a:rPr>
              <a:t>测试用例数量增加，年末、闰年</a:t>
            </a:r>
            <a:r>
              <a:rPr lang="en-US" altLang="zh-CN">
                <a:latin typeface="微软雅黑" panose="020B0503020204020204" charset="-122"/>
                <a:sym typeface="+mn-ea"/>
              </a:rPr>
              <a:t>2</a:t>
            </a:r>
            <a:r>
              <a:rPr>
                <a:latin typeface="微软雅黑" panose="020B0503020204020204" charset="-122"/>
                <a:sym typeface="+mn-ea"/>
              </a:rPr>
              <a:t>月末未覆盖到</a:t>
            </a:r>
            <a:endParaRPr lang="zh-CN" altLang="en-US" dirty="0">
              <a:latin typeface="微软雅黑" panose="020B0503020204020204" charset="-122"/>
            </a:endParaRPr>
          </a:p>
          <a:p>
            <a:pPr lvl="2" algn="l" eaLnBrk="1" hangingPunct="1">
              <a:lnSpc>
                <a:spcPct val="90000"/>
              </a:lnSpc>
              <a:buClrTx/>
              <a:buSzTx/>
              <a:buFontTx/>
            </a:pPr>
            <a:r>
              <a:rPr lang="zh-CN" altLang="en-US" dirty="0">
                <a:latin typeface="微软雅黑" panose="020B0503020204020204" charset="-122"/>
              </a:rPr>
              <a:t>独立性假设导致有效输入域的冗余</a:t>
            </a:r>
            <a:endParaRPr dirty="0">
              <a:latin typeface="微软雅黑" panose="020B0503020204020204" charset="-122"/>
            </a:endParaRPr>
          </a:p>
        </p:txBody>
      </p:sp>
      <p:pic>
        <p:nvPicPr>
          <p:cNvPr id="48133" name="Picture 2"/>
          <p:cNvPicPr>
            <a:picLocks noChangeAspect="1"/>
          </p:cNvPicPr>
          <p:nvPr/>
        </p:nvPicPr>
        <p:blipFill>
          <a:blip r:embed="rId2"/>
          <a:stretch>
            <a:fillRect/>
          </a:stretch>
        </p:blipFill>
        <p:spPr>
          <a:xfrm>
            <a:off x="1439704" y="2734151"/>
            <a:ext cx="6257925" cy="1936433"/>
          </a:xfrm>
          <a:prstGeom prst="rect">
            <a:avLst/>
          </a:prstGeom>
          <a:noFill/>
          <a:ln w="9525">
            <a:noFill/>
          </a:ln>
        </p:spPr>
      </p:pic>
      <p:sp>
        <p:nvSpPr>
          <p:cNvPr id="40962" name="Rectangle 2"/>
          <p:cNvSpPr>
            <a:spLocks noGrp="1"/>
          </p:cNvSpPr>
          <p:nvPr>
            <p:ph type="title"/>
          </p:nvPr>
        </p:nvSpPr>
        <p:spPr>
          <a:xfrm>
            <a:off x="1519714" y="373856"/>
            <a:ext cx="6104573" cy="648653"/>
          </a:xfrm>
        </p:spPr>
        <p:txBody>
          <a:bodyPr vert="horz" wrap="square" lIns="68580" tIns="34290" rIns="68580" bIns="34290" rtlCol="0" anchor="b" anchorCtr="0">
            <a:normAutofit/>
          </a:bodyPr>
          <a:lstStyle/>
          <a:p>
            <a:pPr algn="just" eaLnBrk="0" fontAlgn="base" hangingPunct="0">
              <a:buClrTx/>
            </a:pPr>
            <a:r>
              <a:rPr lang="zh-CN" altLang="en-US" sz="2925">
                <a:solidFill>
                  <a:schemeClr val="accent1">
                    <a:lumMod val="75000"/>
                  </a:schemeClr>
                </a:solidFill>
                <a:latin typeface="微软雅黑" panose="020B0503020204020204" charset="-122"/>
              </a:rPr>
              <a:t>等价类测试</a:t>
            </a:r>
          </a:p>
        </p:txBody>
      </p:sp>
      <p:sp>
        <p:nvSpPr>
          <p:cNvPr id="2" name="日期占位符 1"/>
          <p:cNvSpPr>
            <a:spLocks noGrp="1"/>
          </p:cNvSpPr>
          <p:nvPr>
            <p:ph type="dt" sz="half" idx="10"/>
          </p:nvPr>
        </p:nvSpPr>
        <p:spPr/>
        <p:txBody>
          <a:bodyPr/>
          <a:lstStyle/>
          <a:p>
            <a:pPr algn="l" defTabSz="685800" fontAlgn="base">
              <a:spcBef>
                <a:spcPct val="0"/>
              </a:spcBef>
              <a:spcAft>
                <a:spcPct val="0"/>
              </a:spcAft>
              <a:defRPr/>
            </a:pPr>
            <a:fld id="{BB962C8B-B14F-4D97-AF65-F5344CB8AC3E}" type="datetime1">
              <a:rPr lang="zh-CN" altLang="zh-CN">
                <a:solidFill>
                  <a:schemeClr val="tx1"/>
                </a:solidFill>
                <a:latin typeface="Comic Sans MS" panose="030F0702030302020204" pitchFamily="66" charset="0"/>
                <a:ea typeface="+mn-ea"/>
                <a:cs typeface="+mn-cs"/>
              </a:rPr>
              <a:pPr algn="l" defTabSz="685800" fontAlgn="base">
                <a:spcBef>
                  <a:spcPct val="0"/>
                </a:spcBef>
                <a:spcAft>
                  <a:spcPct val="0"/>
                </a:spcAft>
                <a:defRPr/>
              </a:pPr>
              <a:t>2024/3/12</a:t>
            </a:fld>
            <a:endParaRPr lang="zh-CN" altLang="zh-CN">
              <a:solidFill>
                <a:schemeClr val="tx1"/>
              </a:solidFill>
              <a:latin typeface="Comic Sans MS" panose="030F0702030302020204" pitchFamily="66" charset="0"/>
              <a:ea typeface="+mn-ea"/>
              <a:cs typeface="+mn-cs"/>
            </a:endParaRPr>
          </a:p>
        </p:txBody>
      </p:sp>
      <p:sp>
        <p:nvSpPr>
          <p:cNvPr id="3" name="灯片编号占位符 2"/>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algn="r">
              <a:buNone/>
            </a:pPr>
            <a:fld id="{49AE70B2-8BF9-45C0-BB95-33D1B9D3A854}" type="slidenum">
              <a:rPr lang="zh-CN" altLang="en-US" smtClean="0"/>
              <a:pPr algn="r">
                <a:buNone/>
              </a:pPr>
              <a:t>79</a:t>
            </a:fld>
            <a:endParaRPr lang="en-US" altLang="zh-CN" dirty="0">
              <a:ea typeface="宋体" panose="02010600030101010101" pitchFamily="2" charset="-122"/>
            </a:endParaRPr>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9155" name="Rectangle 3"/>
          <p:cNvSpPr>
            <a:spLocks noGrp="1"/>
          </p:cNvSpPr>
          <p:nvPr>
            <p:ph idx="1"/>
          </p:nvPr>
        </p:nvSpPr>
        <p:spPr>
          <a:xfrm>
            <a:off x="1519714" y="1187292"/>
            <a:ext cx="6104573" cy="3063716"/>
          </a:xfrm>
        </p:spPr>
        <p:txBody>
          <a:bodyPr vert="horz" wrap="square" lIns="68580" tIns="34290" rIns="68580" bIns="34290" rtlCol="0" anchor="t" anchorCtr="0">
            <a:normAutofit/>
          </a:bodyPr>
          <a:lstStyle/>
          <a:p>
            <a:pPr algn="l" eaLnBrk="1" hangingPunct="1">
              <a:lnSpc>
                <a:spcPct val="110000"/>
              </a:lnSpc>
              <a:buClrTx/>
              <a:buSzTx/>
              <a:buFontTx/>
            </a:pPr>
            <a:r>
              <a:rPr lang="zh-CN" altLang="en-US" sz="2400" b="1" dirty="0">
                <a:latin typeface="微软雅黑" panose="020B0503020204020204" charset="-122"/>
              </a:rPr>
              <a:t>针对整体输入域划分等价类</a:t>
            </a:r>
          </a:p>
        </p:txBody>
      </p:sp>
      <p:pic>
        <p:nvPicPr>
          <p:cNvPr id="49157" name="Picture 2"/>
          <p:cNvPicPr>
            <a:picLocks noChangeAspect="1"/>
          </p:cNvPicPr>
          <p:nvPr/>
        </p:nvPicPr>
        <p:blipFill>
          <a:blip r:embed="rId5"/>
          <a:stretch>
            <a:fillRect/>
          </a:stretch>
        </p:blipFill>
        <p:spPr>
          <a:xfrm>
            <a:off x="1250157" y="1875235"/>
            <a:ext cx="6627019" cy="2728913"/>
          </a:xfrm>
          <a:prstGeom prst="rect">
            <a:avLst/>
          </a:prstGeom>
          <a:noFill/>
          <a:ln w="9525">
            <a:noFill/>
          </a:ln>
        </p:spPr>
      </p:pic>
      <p:sp>
        <p:nvSpPr>
          <p:cNvPr id="40962" name="Rectangle 2"/>
          <p:cNvSpPr>
            <a:spLocks noGrp="1"/>
          </p:cNvSpPr>
          <p:nvPr>
            <p:ph type="title"/>
          </p:nvPr>
        </p:nvSpPr>
        <p:spPr>
          <a:xfrm>
            <a:off x="1519714" y="373857"/>
            <a:ext cx="6104573" cy="718661"/>
          </a:xfrm>
        </p:spPr>
        <p:txBody>
          <a:bodyPr vert="horz" wrap="square" lIns="68580" tIns="34290" rIns="68580" bIns="34290" rtlCol="0" anchor="b" anchorCtr="0">
            <a:normAutofit/>
          </a:bodyPr>
          <a:lstStyle/>
          <a:p>
            <a:pPr algn="just" eaLnBrk="0" fontAlgn="base" hangingPunct="0">
              <a:buClrTx/>
              <a:buSzTx/>
              <a:buFontTx/>
            </a:pPr>
            <a:r>
              <a:rPr lang="zh-CN" altLang="en-US" sz="2925">
                <a:solidFill>
                  <a:schemeClr val="accent1">
                    <a:lumMod val="75000"/>
                  </a:schemeClr>
                </a:solidFill>
                <a:latin typeface="微软雅黑" panose="020B0503020204020204" charset="-122"/>
              </a:rPr>
              <a:t>等价类测试</a:t>
            </a:r>
          </a:p>
        </p:txBody>
      </p:sp>
      <p:sp>
        <p:nvSpPr>
          <p:cNvPr id="2" name="日期占位符 1"/>
          <p:cNvSpPr>
            <a:spLocks noGrp="1"/>
          </p:cNvSpPr>
          <p:nvPr>
            <p:ph type="dt" sz="half" idx="10"/>
          </p:nvPr>
        </p:nvSpPr>
        <p:spPr/>
        <p:txBody>
          <a:bodyPr/>
          <a:lstStyle/>
          <a:p>
            <a:fld id="{760FBDFE-C587-4B4C-A407-44438C67B59E}" type="datetime1">
              <a:rPr lang="zh-CN" altLang="en-US" smtClean="0"/>
              <a:t>2024/3/12</a:t>
            </a:fld>
            <a:endParaRPr lang="zh-CN" altLang="en-US"/>
          </a:p>
        </p:txBody>
      </p:sp>
      <p:sp>
        <p:nvSpPr>
          <p:cNvPr id="3" name="灯片编号占位符 2"/>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fld id="{49AE70B2-8BF9-45C0-BB95-33D1B9D3A854}" type="slidenum">
              <a:rPr lang="zh-CN" altLang="en-US" smtClean="0"/>
              <a:pPr/>
              <a:t>80</a:t>
            </a:fld>
            <a:endParaRPr lang="zh-CN" altLang="en-US"/>
          </a:p>
        </p:txBody>
      </p:sp>
      <p:sp>
        <p:nvSpPr>
          <p:cNvPr id="6" name="圆角矩形 5"/>
          <p:cNvSpPr/>
          <p:nvPr>
            <p:custDataLst>
              <p:tags r:id="rId1"/>
            </p:custDataLst>
          </p:nvPr>
        </p:nvSpPr>
        <p:spPr>
          <a:xfrm>
            <a:off x="4090035" y="2727484"/>
            <a:ext cx="297180" cy="230981"/>
          </a:xfrm>
          <a:prstGeom prst="roundRect">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 name="圆角矩形 3"/>
          <p:cNvSpPr/>
          <p:nvPr>
            <p:custDataLst>
              <p:tags r:id="rId2"/>
            </p:custDataLst>
          </p:nvPr>
        </p:nvSpPr>
        <p:spPr>
          <a:xfrm>
            <a:off x="4089559" y="3360897"/>
            <a:ext cx="380048" cy="645319"/>
          </a:xfrm>
          <a:prstGeom prst="roundRect">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 name="圆角矩形 4"/>
          <p:cNvSpPr/>
          <p:nvPr>
            <p:custDataLst>
              <p:tags r:id="rId3"/>
            </p:custDataLst>
          </p:nvPr>
        </p:nvSpPr>
        <p:spPr>
          <a:xfrm>
            <a:off x="4090035" y="4211003"/>
            <a:ext cx="426720" cy="423386"/>
          </a:xfrm>
          <a:prstGeom prst="roundRect">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179" name="Rectangle 3"/>
          <p:cNvSpPr>
            <a:spLocks noGrp="1"/>
          </p:cNvSpPr>
          <p:nvPr>
            <p:ph idx="1"/>
          </p:nvPr>
        </p:nvSpPr>
        <p:spPr>
          <a:xfrm>
            <a:off x="1519714" y="1158240"/>
            <a:ext cx="6104573" cy="3092768"/>
          </a:xfrm>
        </p:spPr>
        <p:txBody>
          <a:bodyPr vert="horz" wrap="square" lIns="68580" tIns="34290" rIns="68580" bIns="34290" rtlCol="0" anchor="t" anchorCtr="0">
            <a:normAutofit/>
          </a:bodyPr>
          <a:lstStyle/>
          <a:p>
            <a:pPr algn="l" eaLnBrk="1" hangingPunct="1">
              <a:lnSpc>
                <a:spcPct val="110000"/>
              </a:lnSpc>
              <a:buClrTx/>
              <a:buSzTx/>
              <a:buFontTx/>
            </a:pPr>
            <a:r>
              <a:rPr lang="zh-CN" altLang="en-US" sz="2400" b="1" dirty="0">
                <a:latin typeface="微软雅黑" panose="020B0503020204020204" charset="-122"/>
              </a:rPr>
              <a:t>针对整体输入域</a:t>
            </a:r>
          </a:p>
        </p:txBody>
      </p:sp>
      <p:pic>
        <p:nvPicPr>
          <p:cNvPr id="50181" name="Picture 2"/>
          <p:cNvPicPr>
            <a:picLocks noChangeAspect="1"/>
          </p:cNvPicPr>
          <p:nvPr/>
        </p:nvPicPr>
        <p:blipFill>
          <a:blip r:embed="rId2"/>
          <a:stretch>
            <a:fillRect/>
          </a:stretch>
        </p:blipFill>
        <p:spPr>
          <a:xfrm>
            <a:off x="1143000" y="1928812"/>
            <a:ext cx="6846094" cy="1339454"/>
          </a:xfrm>
          <a:prstGeom prst="rect">
            <a:avLst/>
          </a:prstGeom>
          <a:noFill/>
          <a:ln w="9525">
            <a:noFill/>
          </a:ln>
        </p:spPr>
      </p:pic>
      <p:sp>
        <p:nvSpPr>
          <p:cNvPr id="2" name="日期占位符 1"/>
          <p:cNvSpPr>
            <a:spLocks noGrp="1"/>
          </p:cNvSpPr>
          <p:nvPr>
            <p:ph type="dt" sz="half" idx="10"/>
          </p:nvPr>
        </p:nvSpPr>
        <p:spPr/>
        <p:txBody>
          <a:bodyPr/>
          <a:lstStyle/>
          <a:p>
            <a:fld id="{760FBDFE-C587-4B4C-A407-44438C67B59E}" type="datetime1">
              <a:rPr lang="zh-CN" altLang="en-US" smtClean="0"/>
              <a:t>2024/3/12</a:t>
            </a:fld>
            <a:endParaRPr lang="zh-CN" altLang="en-US"/>
          </a:p>
        </p:txBody>
      </p:sp>
      <p:sp>
        <p:nvSpPr>
          <p:cNvPr id="5" name="灯片编号占位符 4"/>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fld id="{49AE70B2-8BF9-45C0-BB95-33D1B9D3A854}" type="slidenum">
              <a:rPr lang="zh-CN" altLang="en-US" smtClean="0"/>
              <a:pPr/>
              <a:t>81</a:t>
            </a:fld>
            <a:endParaRPr lang="zh-CN" altLang="en-US"/>
          </a:p>
        </p:txBody>
      </p:sp>
      <p:sp>
        <p:nvSpPr>
          <p:cNvPr id="40962" name="Rectangle 2"/>
          <p:cNvSpPr>
            <a:spLocks noGrp="1"/>
          </p:cNvSpPr>
          <p:nvPr>
            <p:ph type="title"/>
          </p:nvPr>
        </p:nvSpPr>
        <p:spPr>
          <a:xfrm>
            <a:off x="1519714" y="373857"/>
            <a:ext cx="6104573" cy="718661"/>
          </a:xfrm>
        </p:spPr>
        <p:txBody>
          <a:bodyPr vert="horz" wrap="square" lIns="68580" tIns="34290" rIns="68580" bIns="34290" rtlCol="0" anchor="b" anchorCtr="0">
            <a:normAutofit/>
          </a:bodyPr>
          <a:lstStyle/>
          <a:p>
            <a:pPr algn="just" eaLnBrk="0" fontAlgn="base" hangingPunct="0">
              <a:buClrTx/>
              <a:buSzTx/>
              <a:buFontTx/>
            </a:pPr>
            <a:r>
              <a:rPr lang="zh-CN" altLang="en-US" sz="2925">
                <a:solidFill>
                  <a:schemeClr val="accent1">
                    <a:lumMod val="75000"/>
                  </a:schemeClr>
                </a:solidFill>
                <a:latin typeface="微软雅黑" panose="020B0503020204020204" charset="-122"/>
              </a:rPr>
              <a:t>等价类测试</a:t>
            </a:r>
          </a:p>
        </p:txBody>
      </p:sp>
      <p:sp>
        <p:nvSpPr>
          <p:cNvPr id="7" name="文本框 6"/>
          <p:cNvSpPr txBox="1"/>
          <p:nvPr/>
        </p:nvSpPr>
        <p:spPr>
          <a:xfrm>
            <a:off x="1439228" y="3381852"/>
            <a:ext cx="6267450" cy="1603644"/>
          </a:xfrm>
          <a:prstGeom prst="rect">
            <a:avLst/>
          </a:prstGeom>
          <a:noFill/>
        </p:spPr>
        <p:style>
          <a:lnRef idx="0">
            <a:schemeClr val="accent6"/>
          </a:lnRef>
          <a:fillRef idx="3">
            <a:schemeClr val="accent6"/>
          </a:fillRef>
          <a:effectRef idx="3">
            <a:schemeClr val="accent6"/>
          </a:effectRef>
          <a:fontRef idx="minor">
            <a:schemeClr val="lt1"/>
          </a:fontRef>
        </p:style>
        <p:txBody>
          <a:bodyPr wrap="square" rtlCol="0">
            <a:spAutoFit/>
          </a:bodyPr>
          <a:lstStyle/>
          <a:p>
            <a:pPr>
              <a:lnSpc>
                <a:spcPct val="110000"/>
              </a:lnSpc>
            </a:pPr>
            <a:r>
              <a:rPr lang="zh-CN" altLang="en-US" sz="1500" b="1" dirty="0">
                <a:solidFill>
                  <a:schemeClr val="tx1"/>
                </a:solidFill>
              </a:rPr>
              <a:t>测试分析：</a:t>
            </a:r>
          </a:p>
          <a:p>
            <a:pPr>
              <a:lnSpc>
                <a:spcPct val="110000"/>
              </a:lnSpc>
            </a:pPr>
            <a:r>
              <a:rPr lang="zh-CN" altLang="en-US" sz="1500" dirty="0">
                <a:solidFill>
                  <a:schemeClr val="tx1"/>
                </a:solidFill>
              </a:rPr>
              <a:t>无论针对整体输入域还是个体输入域，要严格保证等价类中所有项的</a:t>
            </a:r>
            <a:r>
              <a:rPr lang="zh-CN" altLang="en-US" sz="1500" b="1" dirty="0">
                <a:solidFill>
                  <a:schemeClr val="tx1"/>
                </a:solidFill>
              </a:rPr>
              <a:t>等价特性</a:t>
            </a:r>
            <a:r>
              <a:rPr lang="zh-CN" altLang="en-US" sz="1500" dirty="0">
                <a:solidFill>
                  <a:schemeClr val="tx1"/>
                </a:solidFill>
              </a:rPr>
              <a:t>。对整体输入域划分等价类，测试不会产生冗余，但是设计难度较大。针对个体输入域划分等价类，设计难度较低，但是输入条件有关联时，会导致测试的冗余。可以基于</a:t>
            </a:r>
            <a:r>
              <a:rPr lang="zh-CN" altLang="en-US" sz="1500" b="1" dirty="0">
                <a:solidFill>
                  <a:schemeClr val="tx1"/>
                </a:solidFill>
              </a:rPr>
              <a:t>决策表测试</a:t>
            </a:r>
            <a:r>
              <a:rPr lang="zh-CN" altLang="en-US" sz="1500" dirty="0">
                <a:solidFill>
                  <a:schemeClr val="tx1"/>
                </a:solidFill>
              </a:rPr>
              <a:t>的合并化简特性来消除冗余。</a:t>
            </a:r>
          </a:p>
        </p:txBody>
      </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03" name="Rectangle 3"/>
          <p:cNvSpPr>
            <a:spLocks noGrp="1"/>
          </p:cNvSpPr>
          <p:nvPr>
            <p:ph idx="1"/>
            <p:custDataLst>
              <p:tags r:id="rId1"/>
            </p:custDataLst>
          </p:nvPr>
        </p:nvSpPr>
        <p:spPr>
          <a:xfrm>
            <a:off x="1519714" y="1303020"/>
            <a:ext cx="6104573" cy="3331369"/>
          </a:xfrm>
        </p:spPr>
        <p:txBody>
          <a:bodyPr vert="horz" wrap="square" lIns="68580" tIns="34290" rIns="68580" bIns="34290" rtlCol="0" anchor="t" anchorCtr="0">
            <a:normAutofit/>
          </a:bodyPr>
          <a:lstStyle/>
          <a:p>
            <a:pPr algn="just" eaLnBrk="1" hangingPunct="1">
              <a:lnSpc>
                <a:spcPct val="140000"/>
              </a:lnSpc>
              <a:buClrTx/>
              <a:buSzTx/>
              <a:buFontTx/>
            </a:pPr>
            <a:r>
              <a:rPr lang="zh-CN" altLang="en-US" sz="2400" b="1" dirty="0">
                <a:latin typeface="微软雅黑" panose="020B0503020204020204" charset="-122"/>
                <a:cs typeface="微软雅黑" panose="020B0503020204020204" charset="-122"/>
              </a:rPr>
              <a:t>针对输出域的等价类测试</a:t>
            </a:r>
            <a:r>
              <a:rPr lang="en-US" altLang="zh-CN" sz="2400" b="1" dirty="0">
                <a:latin typeface="微软雅黑" panose="020B0503020204020204" charset="-122"/>
                <a:cs typeface="微软雅黑" panose="020B0503020204020204" charset="-122"/>
              </a:rPr>
              <a:t>——</a:t>
            </a:r>
            <a:r>
              <a:rPr b="1" dirty="0">
                <a:solidFill>
                  <a:schemeClr val="tx1"/>
                </a:solidFill>
                <a:latin typeface="微软雅黑" panose="020B0503020204020204" charset="-122"/>
                <a:cs typeface="微软雅黑" panose="020B0503020204020204" charset="-122"/>
              </a:rPr>
              <a:t>避免输入域等价类测试的漏洞</a:t>
            </a:r>
          </a:p>
          <a:p>
            <a:pPr marL="536258" lvl="1" indent="-342900" algn="just">
              <a:lnSpc>
                <a:spcPct val="140000"/>
              </a:lnSpc>
              <a:buAutoNum type="arabicPeriod"/>
            </a:pPr>
            <a:r>
              <a:rPr lang="zh-CN" altLang="en-US" dirty="0">
                <a:latin typeface="微软雅黑" panose="020B0503020204020204" charset="-122"/>
                <a:cs typeface="微软雅黑" panose="020B0503020204020204" charset="-122"/>
              </a:rPr>
              <a:t>选择合适的输出域（可以为中间输出域）；</a:t>
            </a:r>
            <a:endParaRPr lang="en-US" altLang="zh-CN" dirty="0">
              <a:latin typeface="微软雅黑" panose="020B0503020204020204" charset="-122"/>
              <a:cs typeface="微软雅黑" panose="020B0503020204020204" charset="-122"/>
            </a:endParaRPr>
          </a:p>
          <a:p>
            <a:pPr marL="536258" lvl="1" indent="-342900" algn="just">
              <a:lnSpc>
                <a:spcPct val="140000"/>
              </a:lnSpc>
              <a:buAutoNum type="arabicPeriod"/>
            </a:pPr>
            <a:r>
              <a:rPr lang="zh-CN" altLang="en-US" dirty="0">
                <a:latin typeface="微软雅黑" panose="020B0503020204020204" charset="-122"/>
                <a:cs typeface="微软雅黑" panose="020B0503020204020204" charset="-122"/>
              </a:rPr>
              <a:t>针对选定的输出域划分等价类；</a:t>
            </a:r>
            <a:endParaRPr lang="en-US" altLang="zh-CN" dirty="0">
              <a:latin typeface="微软雅黑" panose="020B0503020204020204" charset="-122"/>
              <a:cs typeface="微软雅黑" panose="020B0503020204020204" charset="-122"/>
            </a:endParaRPr>
          </a:p>
          <a:p>
            <a:pPr marL="536258" lvl="1" indent="-342900" algn="just">
              <a:lnSpc>
                <a:spcPct val="140000"/>
              </a:lnSpc>
              <a:buAutoNum type="arabicPeriod"/>
            </a:pPr>
            <a:r>
              <a:rPr lang="zh-CN" altLang="en-US" dirty="0">
                <a:latin typeface="微软雅黑" panose="020B0503020204020204" charset="-122"/>
                <a:cs typeface="微软雅黑" panose="020B0503020204020204" charset="-122"/>
              </a:rPr>
              <a:t>根据划分的等价类设计测试用例，关注重点是有效输出，集中设计有效等价类。</a:t>
            </a:r>
          </a:p>
        </p:txBody>
      </p:sp>
      <p:sp>
        <p:nvSpPr>
          <p:cNvPr id="51205" name="Rectangle 6"/>
          <p:cNvSpPr/>
          <p:nvPr>
            <p:custDataLst>
              <p:tags r:id="rId2"/>
            </p:custDataLst>
          </p:nvPr>
        </p:nvSpPr>
        <p:spPr>
          <a:xfrm>
            <a:off x="1143001" y="1707334"/>
            <a:ext cx="184731" cy="300082"/>
          </a:xfrm>
          <a:prstGeom prst="rect">
            <a:avLst/>
          </a:prstGeom>
          <a:noFill/>
          <a:ln w="9525">
            <a:noFill/>
          </a:ln>
        </p:spPr>
        <p:txBody>
          <a:bodyPr wrap="none" anchor="ctr" anchorCtr="0">
            <a:spAutoFit/>
          </a:bodyPr>
          <a:lstStyle/>
          <a:p>
            <a:endParaRPr lang="zh-CN" altLang="en-US" sz="1350" dirty="0">
              <a:solidFill>
                <a:schemeClr val="dk1"/>
              </a:solidFill>
              <a:latin typeface="Verdana" panose="020B0604030504040204" pitchFamily="34" charset="0"/>
            </a:endParaRPr>
          </a:p>
        </p:txBody>
      </p:sp>
      <p:sp>
        <p:nvSpPr>
          <p:cNvPr id="40962" name="Rectangle 2"/>
          <p:cNvSpPr>
            <a:spLocks noGrp="1"/>
          </p:cNvSpPr>
          <p:nvPr>
            <p:ph type="title"/>
          </p:nvPr>
        </p:nvSpPr>
        <p:spPr>
          <a:xfrm>
            <a:off x="1519714" y="373857"/>
            <a:ext cx="6104573" cy="718661"/>
          </a:xfrm>
        </p:spPr>
        <p:txBody>
          <a:bodyPr vert="horz" wrap="square" lIns="68580" tIns="34290" rIns="68580" bIns="34290" rtlCol="0" anchor="b" anchorCtr="0">
            <a:normAutofit/>
          </a:bodyPr>
          <a:lstStyle/>
          <a:p>
            <a:pPr algn="just" eaLnBrk="0" fontAlgn="base" hangingPunct="0">
              <a:buClrTx/>
              <a:buSzTx/>
              <a:buFontTx/>
            </a:pPr>
            <a:r>
              <a:rPr lang="zh-CN" altLang="en-US" sz="2925">
                <a:solidFill>
                  <a:schemeClr val="accent1">
                    <a:lumMod val="75000"/>
                  </a:schemeClr>
                </a:solidFill>
                <a:latin typeface="微软雅黑" panose="020B0503020204020204" charset="-122"/>
              </a:rPr>
              <a:t>等价类测试</a:t>
            </a:r>
          </a:p>
        </p:txBody>
      </p:sp>
      <p:sp>
        <p:nvSpPr>
          <p:cNvPr id="2" name="日期占位符 1"/>
          <p:cNvSpPr>
            <a:spLocks noGrp="1"/>
          </p:cNvSpPr>
          <p:nvPr>
            <p:ph type="dt" sz="half" idx="10"/>
          </p:nvPr>
        </p:nvSpPr>
        <p:spPr/>
        <p:txBody>
          <a:bodyPr/>
          <a:lstStyle/>
          <a:p>
            <a:fld id="{760FBDFE-C587-4B4C-A407-44438C67B59E}" type="datetime1">
              <a:rPr lang="zh-CN" altLang="en-US" smtClean="0"/>
              <a:t>2024/3/12</a:t>
            </a:fld>
            <a:endParaRPr lang="zh-CN" altLang="en-US"/>
          </a:p>
        </p:txBody>
      </p:sp>
      <p:sp>
        <p:nvSpPr>
          <p:cNvPr id="3" name="灯片编号占位符 2"/>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fld id="{49AE70B2-8BF9-45C0-BB95-33D1B9D3A854}" type="slidenum">
              <a:rPr lang="zh-CN" altLang="en-US" smtClean="0"/>
              <a:pPr/>
              <a:t>82</a:t>
            </a:fld>
            <a:endParaRPr lang="zh-CN" altLang="en-US"/>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251" name="Rectangle 3"/>
          <p:cNvSpPr>
            <a:spLocks noGrp="1"/>
          </p:cNvSpPr>
          <p:nvPr>
            <p:ph idx="1"/>
          </p:nvPr>
        </p:nvSpPr>
        <p:spPr>
          <a:xfrm>
            <a:off x="1519714" y="1279684"/>
            <a:ext cx="6104573" cy="2971324"/>
          </a:xfrm>
        </p:spPr>
        <p:txBody>
          <a:bodyPr vert="horz" wrap="square" lIns="68580" tIns="34290" rIns="68580" bIns="34290" rtlCol="0" anchor="t" anchorCtr="0">
            <a:normAutofit/>
          </a:bodyPr>
          <a:lstStyle/>
          <a:p>
            <a:pPr eaLnBrk="1" hangingPunct="1"/>
            <a:r>
              <a:rPr lang="zh-CN" altLang="en-US" sz="2700" b="1" dirty="0">
                <a:latin typeface="微软雅黑" panose="020B0503020204020204" charset="-122"/>
                <a:cs typeface="微软雅黑" panose="020B0503020204020204" charset="-122"/>
              </a:rPr>
              <a:t>捉虫实践</a:t>
            </a:r>
            <a:r>
              <a:rPr lang="en-US" altLang="zh-CN" sz="2700" b="1" dirty="0">
                <a:latin typeface="微软雅黑" panose="020B0503020204020204" charset="-122"/>
                <a:cs typeface="微软雅黑" panose="020B0503020204020204" charset="-122"/>
              </a:rPr>
              <a:t>4</a:t>
            </a:r>
            <a:r>
              <a:rPr lang="zh-CN" altLang="en-US" sz="2700" b="1" dirty="0">
                <a:latin typeface="微软雅黑" panose="020B0503020204020204" charset="-122"/>
                <a:cs typeface="微软雅黑" panose="020B0503020204020204" charset="-122"/>
              </a:rPr>
              <a:t>：佣金问题</a:t>
            </a:r>
          </a:p>
          <a:p>
            <a:pPr lvl="1" eaLnBrk="1" hangingPunct="1"/>
            <a:r>
              <a:rPr lang="zh-CN" altLang="en-US" sz="2400" b="1" dirty="0">
                <a:latin typeface="微软雅黑" panose="020B0503020204020204" charset="-122"/>
                <a:cs typeface="微软雅黑" panose="020B0503020204020204" charset="-122"/>
              </a:rPr>
              <a:t>输出域的选择</a:t>
            </a:r>
            <a:endParaRPr lang="en-US" altLang="zh-CN" sz="2400" b="1" dirty="0">
              <a:latin typeface="微软雅黑" panose="020B0503020204020204" charset="-122"/>
              <a:cs typeface="微软雅黑" panose="020B0503020204020204" charset="-122"/>
            </a:endParaRPr>
          </a:p>
          <a:p>
            <a:pPr lvl="2" eaLnBrk="1" hangingPunct="1"/>
            <a:r>
              <a:rPr lang="zh-CN" altLang="en-US" sz="1800" dirty="0">
                <a:latin typeface="微软雅黑" panose="020B0503020204020204" charset="-122"/>
                <a:cs typeface="微软雅黑" panose="020B0503020204020204" charset="-122"/>
              </a:rPr>
              <a:t>销售额？佣金？</a:t>
            </a:r>
            <a:endParaRPr lang="en-US" altLang="zh-CN" sz="1800" dirty="0">
              <a:latin typeface="微软雅黑" panose="020B0503020204020204" charset="-122"/>
              <a:cs typeface="微软雅黑" panose="020B0503020204020204" charset="-122"/>
            </a:endParaRPr>
          </a:p>
          <a:p>
            <a:pPr lvl="1" eaLnBrk="1" hangingPunct="1"/>
            <a:r>
              <a:rPr lang="zh-CN" altLang="en-US" sz="2400" b="1" dirty="0">
                <a:latin typeface="微软雅黑" panose="020B0503020204020204" charset="-122"/>
                <a:cs typeface="微软雅黑" panose="020B0503020204020204" charset="-122"/>
              </a:rPr>
              <a:t>等价划分和测试用例设计</a:t>
            </a:r>
          </a:p>
        </p:txBody>
      </p:sp>
      <p:sp>
        <p:nvSpPr>
          <p:cNvPr id="40962" name="Rectangle 2"/>
          <p:cNvSpPr>
            <a:spLocks noGrp="1"/>
          </p:cNvSpPr>
          <p:nvPr>
            <p:ph type="title"/>
          </p:nvPr>
        </p:nvSpPr>
        <p:spPr>
          <a:xfrm>
            <a:off x="1519714" y="373857"/>
            <a:ext cx="6104573" cy="718661"/>
          </a:xfrm>
        </p:spPr>
        <p:txBody>
          <a:bodyPr vert="horz" wrap="square" lIns="68580" tIns="34290" rIns="68580" bIns="34290" rtlCol="0" anchor="b" anchorCtr="0">
            <a:normAutofit/>
          </a:bodyPr>
          <a:lstStyle/>
          <a:p>
            <a:pPr algn="just" eaLnBrk="0" fontAlgn="base" hangingPunct="0">
              <a:buClrTx/>
              <a:buSzTx/>
              <a:buFontTx/>
            </a:pPr>
            <a:r>
              <a:rPr lang="zh-CN" altLang="en-US" sz="2925">
                <a:solidFill>
                  <a:schemeClr val="accent1">
                    <a:lumMod val="75000"/>
                  </a:schemeClr>
                </a:solidFill>
                <a:latin typeface="微软雅黑" panose="020B0503020204020204" charset="-122"/>
              </a:rPr>
              <a:t>等价类测试</a:t>
            </a:r>
          </a:p>
        </p:txBody>
      </p:sp>
      <p:sp>
        <p:nvSpPr>
          <p:cNvPr id="2" name="日期占位符 1"/>
          <p:cNvSpPr>
            <a:spLocks noGrp="1"/>
          </p:cNvSpPr>
          <p:nvPr>
            <p:ph type="dt" sz="half" idx="10"/>
          </p:nvPr>
        </p:nvSpPr>
        <p:spPr/>
        <p:txBody>
          <a:bodyPr/>
          <a:lstStyle/>
          <a:p>
            <a:fld id="{760FBDFE-C587-4B4C-A407-44438C67B59E}" type="datetime1">
              <a:rPr lang="zh-CN" altLang="en-US" smtClean="0"/>
              <a:t>2024/3/12</a:t>
            </a:fld>
            <a:endParaRPr lang="zh-CN" altLang="en-US"/>
          </a:p>
        </p:txBody>
      </p:sp>
      <p:sp>
        <p:nvSpPr>
          <p:cNvPr id="3" name="灯片编号占位符 2"/>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fld id="{49AE70B2-8BF9-45C0-BB95-33D1B9D3A854}" type="slidenum">
              <a:rPr lang="zh-CN" altLang="en-US" smtClean="0"/>
              <a:pPr/>
              <a:t>83</a:t>
            </a:fld>
            <a:endParaRPr lang="zh-CN" altLang="en-US"/>
          </a:p>
        </p:txBody>
      </p:sp>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4275" name="Rectangle 3"/>
          <p:cNvSpPr>
            <a:spLocks noGrp="1"/>
          </p:cNvSpPr>
          <p:nvPr>
            <p:ph idx="1"/>
          </p:nvPr>
        </p:nvSpPr>
        <p:spPr>
          <a:xfrm>
            <a:off x="1519714" y="1201103"/>
            <a:ext cx="6104573" cy="3049905"/>
          </a:xfrm>
        </p:spPr>
        <p:txBody>
          <a:bodyPr vert="horz" wrap="square" lIns="68580" tIns="34290" rIns="68580" bIns="34290" rtlCol="0" anchor="t" anchorCtr="0">
            <a:normAutofit/>
          </a:bodyPr>
          <a:lstStyle/>
          <a:p>
            <a:pPr eaLnBrk="1" hangingPunct="1"/>
            <a:r>
              <a:rPr lang="zh-CN" altLang="en-US" sz="2400" b="1" dirty="0">
                <a:latin typeface="微软雅黑" panose="020B0503020204020204" charset="-122"/>
              </a:rPr>
              <a:t>等价划分和测试用例设计</a:t>
            </a:r>
          </a:p>
        </p:txBody>
      </p:sp>
      <p:pic>
        <p:nvPicPr>
          <p:cNvPr id="54277" name="Picture 2"/>
          <p:cNvPicPr>
            <a:picLocks noChangeAspect="1"/>
          </p:cNvPicPr>
          <p:nvPr/>
        </p:nvPicPr>
        <p:blipFill>
          <a:blip r:embed="rId2"/>
          <a:stretch>
            <a:fillRect/>
          </a:stretch>
        </p:blipFill>
        <p:spPr>
          <a:xfrm>
            <a:off x="1277779" y="1977629"/>
            <a:ext cx="6610350" cy="464344"/>
          </a:xfrm>
          <a:prstGeom prst="rect">
            <a:avLst/>
          </a:prstGeom>
          <a:noFill/>
          <a:ln w="9525">
            <a:noFill/>
          </a:ln>
        </p:spPr>
      </p:pic>
      <p:pic>
        <p:nvPicPr>
          <p:cNvPr id="54278" name="Picture 3"/>
          <p:cNvPicPr>
            <a:picLocks noChangeAspect="1"/>
          </p:cNvPicPr>
          <p:nvPr/>
        </p:nvPicPr>
        <p:blipFill>
          <a:blip r:embed="rId3"/>
          <a:stretch>
            <a:fillRect/>
          </a:stretch>
        </p:blipFill>
        <p:spPr>
          <a:xfrm>
            <a:off x="1277779" y="2787968"/>
            <a:ext cx="6523435" cy="1153716"/>
          </a:xfrm>
          <a:prstGeom prst="rect">
            <a:avLst/>
          </a:prstGeom>
          <a:noFill/>
          <a:ln w="9525">
            <a:noFill/>
          </a:ln>
        </p:spPr>
      </p:pic>
      <p:sp>
        <p:nvSpPr>
          <p:cNvPr id="40962" name="Rectangle 2"/>
          <p:cNvSpPr>
            <a:spLocks noGrp="1"/>
          </p:cNvSpPr>
          <p:nvPr>
            <p:ph type="title"/>
          </p:nvPr>
        </p:nvSpPr>
        <p:spPr>
          <a:xfrm>
            <a:off x="1519714" y="373857"/>
            <a:ext cx="6104573" cy="718661"/>
          </a:xfrm>
        </p:spPr>
        <p:txBody>
          <a:bodyPr vert="horz" wrap="square" lIns="68580" tIns="34290" rIns="68580" bIns="34290" rtlCol="0" anchor="b" anchorCtr="0">
            <a:normAutofit/>
          </a:bodyPr>
          <a:lstStyle/>
          <a:p>
            <a:pPr algn="just" eaLnBrk="0" fontAlgn="base" hangingPunct="0">
              <a:buClrTx/>
              <a:buSzTx/>
              <a:buFontTx/>
            </a:pPr>
            <a:r>
              <a:rPr lang="zh-CN" altLang="en-US" sz="2925">
                <a:solidFill>
                  <a:schemeClr val="accent1">
                    <a:lumMod val="75000"/>
                  </a:schemeClr>
                </a:solidFill>
                <a:latin typeface="微软雅黑" panose="020B0503020204020204" charset="-122"/>
              </a:rPr>
              <a:t>等价类测试</a:t>
            </a:r>
          </a:p>
        </p:txBody>
      </p:sp>
      <p:sp>
        <p:nvSpPr>
          <p:cNvPr id="2" name="日期占位符 1"/>
          <p:cNvSpPr>
            <a:spLocks noGrp="1"/>
          </p:cNvSpPr>
          <p:nvPr>
            <p:ph type="dt" sz="half" idx="10"/>
          </p:nvPr>
        </p:nvSpPr>
        <p:spPr/>
        <p:txBody>
          <a:bodyPr/>
          <a:lstStyle/>
          <a:p>
            <a:fld id="{760FBDFE-C587-4B4C-A407-44438C67B59E}" type="datetime1">
              <a:rPr lang="zh-CN" altLang="en-US" smtClean="0"/>
              <a:t>2024/3/12</a:t>
            </a:fld>
            <a:endParaRPr lang="zh-CN" altLang="en-US"/>
          </a:p>
        </p:txBody>
      </p:sp>
      <p:sp>
        <p:nvSpPr>
          <p:cNvPr id="3" name="灯片编号占位符 2"/>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fld id="{49AE70B2-8BF9-45C0-BB95-33D1B9D3A854}" type="slidenum">
              <a:rPr lang="zh-CN" altLang="en-US" smtClean="0"/>
              <a:pPr/>
              <a:t>84</a:t>
            </a:fld>
            <a:endParaRPr lang="zh-CN" altLang="en-US" sz="750"/>
          </a:p>
        </p:txBody>
      </p:sp>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矩形 8"/>
          <p:cNvSpPr/>
          <p:nvPr>
            <p:custDataLst>
              <p:tags r:id="rId2"/>
            </p:custDataLst>
          </p:nvPr>
        </p:nvSpPr>
        <p:spPr>
          <a:xfrm>
            <a:off x="1143000" y="642938"/>
            <a:ext cx="6858000" cy="514350"/>
          </a:xfrm>
          <a:prstGeom prst="rect">
            <a:avLst/>
          </a:prstGeom>
          <a:no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013">
              <a:latin typeface="Arial" panose="020B0604020202020204" pitchFamily="34" charset="0"/>
              <a:ea typeface="微软雅黑" panose="020B0503020204020204" charset="-122"/>
            </a:endParaRPr>
          </a:p>
        </p:txBody>
      </p:sp>
      <p:sp>
        <p:nvSpPr>
          <p:cNvPr id="2" name="矩形 1"/>
          <p:cNvSpPr/>
          <p:nvPr>
            <p:custDataLst>
              <p:tags r:id="rId3"/>
            </p:custDataLst>
          </p:nvPr>
        </p:nvSpPr>
        <p:spPr>
          <a:xfrm>
            <a:off x="4743114" y="1376637"/>
            <a:ext cx="2915351" cy="2228038"/>
          </a:xfrm>
          <a:prstGeom prst="rect">
            <a:avLst/>
          </a:prstGeom>
          <a:solidFill>
            <a:schemeClr val="bg2"/>
          </a:solidFill>
          <a:ln>
            <a:noFill/>
          </a:ln>
          <a:effectLst>
            <a:outerShdw blurRad="127000" dist="38100" dir="5400000" algn="t" rotWithShape="0">
              <a:schemeClr val="tx1">
                <a:lumMod val="95000"/>
                <a:lumOff val="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endParaRPr kumimoji="1" lang="zh-CN" altLang="en-US" sz="900" b="1">
              <a:solidFill>
                <a:prstClr val="white"/>
              </a:solidFill>
              <a:latin typeface="Arial" panose="020B0604020202020204" pitchFamily="34" charset="0"/>
              <a:ea typeface="微软雅黑" panose="020B0503020204020204" charset="-122"/>
            </a:endParaRPr>
          </a:p>
        </p:txBody>
      </p:sp>
      <p:sp>
        <p:nvSpPr>
          <p:cNvPr id="3" name="折角形 33"/>
          <p:cNvSpPr/>
          <p:nvPr>
            <p:custDataLst>
              <p:tags r:id="rId4"/>
            </p:custDataLst>
          </p:nvPr>
        </p:nvSpPr>
        <p:spPr>
          <a:xfrm>
            <a:off x="1485583" y="1376637"/>
            <a:ext cx="2915351" cy="2228038"/>
          </a:xfrm>
          <a:prstGeom prst="foldedCorner">
            <a:avLst>
              <a:gd name="adj" fmla="val 16445"/>
            </a:avLst>
          </a:prstGeom>
          <a:solidFill>
            <a:schemeClr val="bg2"/>
          </a:solidFill>
          <a:ln>
            <a:noFill/>
          </a:ln>
          <a:effectLst>
            <a:outerShdw blurRad="127000" dist="38100" dir="5400000" algn="t" rotWithShape="0">
              <a:schemeClr val="tx1">
                <a:lumMod val="95000"/>
                <a:lumOff val="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013">
              <a:latin typeface="Arial" panose="020B0604020202020204" pitchFamily="34" charset="0"/>
              <a:ea typeface="微软雅黑" panose="020B0503020204020204" charset="-122"/>
            </a:endParaRPr>
          </a:p>
        </p:txBody>
      </p:sp>
      <p:sp>
        <p:nvSpPr>
          <p:cNvPr id="4" name="任意多边形 8"/>
          <p:cNvSpPr/>
          <p:nvPr>
            <p:custDataLst>
              <p:tags r:id="rId5"/>
            </p:custDataLst>
          </p:nvPr>
        </p:nvSpPr>
        <p:spPr>
          <a:xfrm>
            <a:off x="1659693" y="1376637"/>
            <a:ext cx="260390" cy="373976"/>
          </a:xfrm>
          <a:custGeom>
            <a:avLst/>
            <a:gdLst>
              <a:gd name="connsiteX0" fmla="*/ 0 w 1500"/>
              <a:gd name="connsiteY0" fmla="*/ 0 h 1449"/>
              <a:gd name="connsiteX1" fmla="*/ 1500 w 1500"/>
              <a:gd name="connsiteY1" fmla="*/ 0 h 1449"/>
              <a:gd name="connsiteX2" fmla="*/ 1500 w 1500"/>
              <a:gd name="connsiteY2" fmla="*/ 1449 h 1449"/>
              <a:gd name="connsiteX3" fmla="*/ 768 w 1500"/>
              <a:gd name="connsiteY3" fmla="*/ 1098 h 1449"/>
              <a:gd name="connsiteX4" fmla="*/ 0 w 1500"/>
              <a:gd name="connsiteY4" fmla="*/ 1449 h 1449"/>
              <a:gd name="connsiteX5" fmla="*/ 0 w 1500"/>
              <a:gd name="connsiteY5" fmla="*/ 0 h 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0" h="1449">
                <a:moveTo>
                  <a:pt x="0" y="0"/>
                </a:moveTo>
                <a:lnTo>
                  <a:pt x="1500" y="0"/>
                </a:lnTo>
                <a:lnTo>
                  <a:pt x="1500" y="1449"/>
                </a:lnTo>
                <a:lnTo>
                  <a:pt x="768" y="1098"/>
                </a:lnTo>
                <a:lnTo>
                  <a:pt x="0" y="1449"/>
                </a:lnTo>
                <a:lnTo>
                  <a:pt x="0" y="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013">
              <a:latin typeface="Arial" panose="020B0604020202020204" pitchFamily="34" charset="0"/>
              <a:ea typeface="微软雅黑" panose="020B0503020204020204" charset="-122"/>
            </a:endParaRPr>
          </a:p>
        </p:txBody>
      </p:sp>
      <p:sp>
        <p:nvSpPr>
          <p:cNvPr id="5" name="Title 6"/>
          <p:cNvSpPr txBox="1"/>
          <p:nvPr>
            <p:custDataLst>
              <p:tags r:id="rId6"/>
            </p:custDataLst>
          </p:nvPr>
        </p:nvSpPr>
        <p:spPr>
          <a:xfrm>
            <a:off x="1660051" y="1700363"/>
            <a:ext cx="2566415" cy="1582016"/>
          </a:xfrm>
          <a:prstGeom prst="rect">
            <a:avLst/>
          </a:prstGeom>
          <a:noFill/>
          <a:ln w="3175">
            <a:noFill/>
            <a:prstDash val="dash"/>
          </a:ln>
        </p:spPr>
        <p:txBody>
          <a:bodyPr wrap="square" lIns="40500" tIns="0" rIns="40500" bIns="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14313" indent="-214313">
              <a:lnSpc>
                <a:spcPct val="150000"/>
              </a:lnSpc>
              <a:spcAft>
                <a:spcPts val="600"/>
              </a:spcAft>
              <a:buClr>
                <a:schemeClr val="tx1">
                  <a:lumMod val="65000"/>
                  <a:lumOff val="35000"/>
                </a:schemeClr>
              </a:buClr>
              <a:buFont typeface="Wingdings" panose="05000000000000000000" pitchFamily="2" charset="2"/>
              <a:buChar char="n"/>
            </a:pPr>
            <a:r>
              <a:rPr lang="zh-CN" altLang="en-US" sz="1800" spc="38">
                <a:ln w="3175">
                  <a:noFill/>
                  <a:prstDash val="dash"/>
                </a:ln>
                <a:solidFill>
                  <a:schemeClr val="tx1">
                    <a:lumMod val="65000"/>
                    <a:lumOff val="35000"/>
                  </a:schemeClr>
                </a:solidFill>
                <a:latin typeface="Arial" panose="020B0604020202020204" pitchFamily="34" charset="0"/>
                <a:ea typeface="微软雅黑" panose="020B0503020204020204" charset="-122"/>
                <a:cs typeface="微软雅黑" panose="020B0503020204020204" charset="-122"/>
              </a:rPr>
              <a:t>验证</a:t>
            </a:r>
            <a:r>
              <a:rPr altLang="zh-CN" sz="1800" spc="38">
                <a:ln w="3175">
                  <a:noFill/>
                  <a:prstDash val="dash"/>
                </a:ln>
                <a:solidFill>
                  <a:schemeClr val="tx1">
                    <a:lumMod val="65000"/>
                    <a:lumOff val="35000"/>
                  </a:schemeClr>
                </a:solidFill>
                <a:latin typeface="Arial" panose="020B0604020202020204" pitchFamily="34" charset="0"/>
                <a:ea typeface="微软雅黑" panose="020B0503020204020204" charset="-122"/>
                <a:cs typeface="微软雅黑" panose="020B0503020204020204" charset="-122"/>
              </a:rPr>
              <a:t>QQ</a:t>
            </a:r>
            <a:r>
              <a:rPr lang="zh-CN" altLang="en-US" sz="1800" spc="38">
                <a:ln w="3175">
                  <a:noFill/>
                  <a:prstDash val="dash"/>
                </a:ln>
                <a:solidFill>
                  <a:schemeClr val="tx1">
                    <a:lumMod val="65000"/>
                    <a:lumOff val="35000"/>
                  </a:schemeClr>
                </a:solidFill>
                <a:latin typeface="Arial" panose="020B0604020202020204" pitchFamily="34" charset="0"/>
                <a:ea typeface="微软雅黑" panose="020B0503020204020204" charset="-122"/>
                <a:cs typeface="微软雅黑" panose="020B0503020204020204" charset="-122"/>
              </a:rPr>
              <a:t>号码的合法性</a:t>
            </a:r>
          </a:p>
          <a:p>
            <a:pPr marL="214313" indent="-214313">
              <a:lnSpc>
                <a:spcPct val="150000"/>
              </a:lnSpc>
              <a:spcAft>
                <a:spcPts val="600"/>
              </a:spcAft>
              <a:buClr>
                <a:schemeClr val="tx1">
                  <a:lumMod val="65000"/>
                  <a:lumOff val="35000"/>
                </a:schemeClr>
              </a:buClr>
              <a:buFont typeface="Wingdings" panose="05000000000000000000" pitchFamily="2" charset="2"/>
              <a:buChar char="n"/>
            </a:pPr>
            <a:r>
              <a:rPr lang="zh-CN" altLang="en-US" sz="1800" spc="38">
                <a:ln w="3175">
                  <a:noFill/>
                  <a:prstDash val="dash"/>
                </a:ln>
                <a:solidFill>
                  <a:schemeClr val="tx1">
                    <a:lumMod val="65000"/>
                    <a:lumOff val="35000"/>
                  </a:schemeClr>
                </a:solidFill>
                <a:latin typeface="Arial" panose="020B0604020202020204" pitchFamily="34" charset="0"/>
                <a:ea typeface="微软雅黑" panose="020B0503020204020204" charset="-122"/>
                <a:cs typeface="微软雅黑" panose="020B0503020204020204" charset="-122"/>
              </a:rPr>
              <a:t>要求：</a:t>
            </a:r>
            <a:r>
              <a:rPr altLang="zh-CN" sz="1800" spc="38">
                <a:ln w="3175">
                  <a:noFill/>
                  <a:prstDash val="dash"/>
                </a:ln>
                <a:solidFill>
                  <a:schemeClr val="tx1">
                    <a:lumMod val="65000"/>
                    <a:lumOff val="35000"/>
                  </a:schemeClr>
                </a:solidFill>
                <a:latin typeface="Arial" panose="020B0604020202020204" pitchFamily="34" charset="0"/>
                <a:ea typeface="微软雅黑" panose="020B0503020204020204" charset="-122"/>
                <a:cs typeface="微软雅黑" panose="020B0503020204020204" charset="-122"/>
              </a:rPr>
              <a:t>5~10</a:t>
            </a:r>
            <a:r>
              <a:rPr lang="zh-CN" altLang="en-US" sz="1800" spc="38">
                <a:ln w="3175">
                  <a:noFill/>
                  <a:prstDash val="dash"/>
                </a:ln>
                <a:solidFill>
                  <a:schemeClr val="tx1">
                    <a:lumMod val="65000"/>
                    <a:lumOff val="35000"/>
                  </a:schemeClr>
                </a:solidFill>
                <a:latin typeface="Arial" panose="020B0604020202020204" pitchFamily="34" charset="0"/>
                <a:ea typeface="微软雅黑" panose="020B0503020204020204" charset="-122"/>
                <a:cs typeface="微软雅黑" panose="020B0503020204020204" charset="-122"/>
              </a:rPr>
              <a:t>位自然数</a:t>
            </a:r>
          </a:p>
        </p:txBody>
      </p:sp>
      <p:sp>
        <p:nvSpPr>
          <p:cNvPr id="8" name="Title 6"/>
          <p:cNvSpPr txBox="1"/>
          <p:nvPr>
            <p:custDataLst>
              <p:tags r:id="rId7"/>
            </p:custDataLst>
          </p:nvPr>
        </p:nvSpPr>
        <p:spPr>
          <a:xfrm>
            <a:off x="1485225" y="729000"/>
            <a:ext cx="6173240" cy="342225"/>
          </a:xfrm>
          <a:prstGeom prst="rect">
            <a:avLst/>
          </a:prstGeom>
          <a:noFill/>
          <a:ln w="3175">
            <a:noFill/>
            <a:prstDash val="dash"/>
          </a:ln>
        </p:spPr>
        <p:txBody>
          <a:bodyPr wrap="square" lIns="40500" tIns="20250" rIns="40500" bIns="20250" anchor="b"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a:lnSpc>
                <a:spcPct val="100000"/>
              </a:lnSpc>
            </a:pPr>
            <a:r>
              <a:rPr lang="zh-CN" altLang="en-US" sz="1800" b="1" spc="113">
                <a:ln w="3175">
                  <a:noFill/>
                  <a:prstDash val="dash"/>
                </a:ln>
                <a:solidFill>
                  <a:schemeClr val="dk1">
                    <a:lumMod val="85000"/>
                    <a:lumOff val="15000"/>
                  </a:schemeClr>
                </a:solidFill>
                <a:latin typeface="Arial" panose="020B0604020202020204" pitchFamily="34" charset="0"/>
                <a:ea typeface="微软雅黑" panose="020B0503020204020204" charset="-122"/>
                <a:cs typeface="微软雅黑" panose="020B0503020204020204" charset="-122"/>
              </a:rPr>
              <a:t>课堂练习</a:t>
            </a:r>
          </a:p>
        </p:txBody>
      </p:sp>
      <p:pic>
        <p:nvPicPr>
          <p:cNvPr id="6" name="图片 5"/>
          <p:cNvPicPr>
            <a:picLocks noChangeAspect="1"/>
          </p:cNvPicPr>
          <p:nvPr/>
        </p:nvPicPr>
        <p:blipFill>
          <a:blip r:embed="rId10"/>
          <a:stretch>
            <a:fillRect/>
          </a:stretch>
        </p:blipFill>
        <p:spPr>
          <a:xfrm>
            <a:off x="4842034" y="1452562"/>
            <a:ext cx="2718911" cy="2077403"/>
          </a:xfrm>
          <a:prstGeom prst="rect">
            <a:avLst/>
          </a:prstGeom>
        </p:spPr>
      </p:pic>
      <p:sp>
        <p:nvSpPr>
          <p:cNvPr id="7" name="日期占位符 6"/>
          <p:cNvSpPr>
            <a:spLocks noGrp="1"/>
          </p:cNvSpPr>
          <p:nvPr>
            <p:ph type="dt" sz="half" idx="10"/>
          </p:nvPr>
        </p:nvSpPr>
        <p:spPr/>
        <p:txBody>
          <a:bodyPr/>
          <a:lstStyle/>
          <a:p>
            <a:fld id="{760FBDFE-C587-4B4C-A407-44438C67B59E}" type="datetime1">
              <a:rPr lang="zh-CN" altLang="en-US" smtClean="0"/>
              <a:t>2024/3/12</a:t>
            </a:fld>
            <a:endParaRPr lang="zh-CN" altLang="en-US"/>
          </a:p>
        </p:txBody>
      </p:sp>
      <p:sp>
        <p:nvSpPr>
          <p:cNvPr id="10" name="灯片编号占位符 9"/>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fld id="{49AE70B2-8BF9-45C0-BB95-33D1B9D3A854}" type="slidenum">
              <a:rPr lang="zh-CN" altLang="en-US" smtClean="0"/>
              <a:pPr/>
              <a:t>85</a:t>
            </a:fld>
            <a:endParaRPr lang="zh-CN" altLang="en-US"/>
          </a:p>
        </p:txBody>
      </p:sp>
    </p:spTree>
    <p:custDataLst>
      <p:tags r:id="rId1"/>
    </p:custData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0898" name="灯片编号占位符 5"/>
          <p:cNvSpPr txBox="1">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lvl="0" algn="r" eaLnBrk="1" hangingPunct="1"/>
            <a:fld id="{49AE70B2-8BF9-45C0-BB95-33D1B9D3A854}" type="slidenum">
              <a:rPr lang="zh-CN" altLang="en-US" smtClean="0"/>
              <a:pPr lvl="0" algn="r" eaLnBrk="1" hangingPunct="1"/>
              <a:t>86</a:t>
            </a:fld>
            <a:endParaRPr lang="en-US" altLang="zh-CN" sz="750" dirty="0"/>
          </a:p>
        </p:txBody>
      </p:sp>
      <p:sp>
        <p:nvSpPr>
          <p:cNvPr id="80899" name="Rectangle 2"/>
          <p:cNvSpPr>
            <a:spLocks noGrp="1"/>
          </p:cNvSpPr>
          <p:nvPr>
            <p:ph type="title"/>
          </p:nvPr>
        </p:nvSpPr>
        <p:spPr>
          <a:xfrm>
            <a:off x="1519714" y="373857"/>
            <a:ext cx="6104573" cy="660559"/>
          </a:xfrm>
        </p:spPr>
        <p:txBody>
          <a:bodyPr vert="horz" wrap="square" lIns="68580" tIns="34290" rIns="68580" bIns="34290" rtlCol="0" anchor="b" anchorCtr="0">
            <a:normAutofit/>
          </a:bodyPr>
          <a:lstStyle/>
          <a:p>
            <a:pPr algn="just" eaLnBrk="0" fontAlgn="base" hangingPunct="0">
              <a:buClrTx/>
              <a:buSzTx/>
              <a:buFontTx/>
            </a:pPr>
            <a:r>
              <a:rPr lang="zh-CN" altLang="en-US" sz="2925">
                <a:solidFill>
                  <a:schemeClr val="accent1">
                    <a:lumMod val="75000"/>
                  </a:schemeClr>
                </a:solidFill>
                <a:latin typeface="微软雅黑" panose="020B0503020204020204" charset="-122"/>
              </a:rPr>
              <a:t>等价类测试</a:t>
            </a:r>
          </a:p>
        </p:txBody>
      </p:sp>
      <p:sp>
        <p:nvSpPr>
          <p:cNvPr id="80900" name="Rectangle 3"/>
          <p:cNvSpPr>
            <a:spLocks noGrp="1"/>
          </p:cNvSpPr>
          <p:nvPr>
            <p:ph idx="1"/>
          </p:nvPr>
        </p:nvSpPr>
        <p:spPr>
          <a:xfrm>
            <a:off x="1519714" y="1138714"/>
            <a:ext cx="6104573" cy="3112294"/>
          </a:xfrm>
        </p:spPr>
        <p:txBody>
          <a:bodyPr vert="horz" wrap="square" lIns="68580" tIns="34290" rIns="68580" bIns="34290" rtlCol="0" anchor="t" anchorCtr="0">
            <a:normAutofit fontScale="92500" lnSpcReduction="20000"/>
          </a:bodyPr>
          <a:lstStyle/>
          <a:p>
            <a:pPr algn="just" eaLnBrk="1" hangingPunct="1"/>
            <a:r>
              <a:rPr lang="zh-CN" altLang="en-US" sz="2550" b="1" dirty="0">
                <a:latin typeface="微软雅黑" panose="020B0503020204020204" charset="-122"/>
                <a:cs typeface="微软雅黑" panose="020B0503020204020204" charset="-122"/>
              </a:rPr>
              <a:t>小结</a:t>
            </a:r>
            <a:endParaRPr lang="en-US" altLang="zh-CN" sz="2550" b="1" dirty="0">
              <a:latin typeface="微软雅黑" panose="020B0503020204020204" charset="-122"/>
              <a:cs typeface="微软雅黑" panose="020B0503020204020204" charset="-122"/>
            </a:endParaRPr>
          </a:p>
          <a:p>
            <a:pPr lvl="1" algn="just" eaLnBrk="1" hangingPunct="1"/>
            <a:r>
              <a:rPr lang="zh-CN" altLang="en-US" b="1" dirty="0">
                <a:latin typeface="微软雅黑" panose="020B0503020204020204" charset="-122"/>
                <a:cs typeface="微软雅黑" panose="020B0503020204020204" charset="-122"/>
              </a:rPr>
              <a:t>目标：</a:t>
            </a:r>
            <a:r>
              <a:rPr lang="zh-CN" altLang="en-US" dirty="0">
                <a:latin typeface="微软雅黑" panose="020B0503020204020204" charset="-122"/>
                <a:cs typeface="微软雅黑" panose="020B0503020204020204" charset="-122"/>
              </a:rPr>
              <a:t>从理论上追求测试的完备性和无冗余性。</a:t>
            </a:r>
            <a:endParaRPr lang="en-US" altLang="zh-CN" dirty="0">
              <a:latin typeface="微软雅黑" panose="020B0503020204020204" charset="-122"/>
              <a:cs typeface="微软雅黑" panose="020B0503020204020204" charset="-122"/>
            </a:endParaRPr>
          </a:p>
          <a:p>
            <a:pPr lvl="1" algn="just" eaLnBrk="1" hangingPunct="1"/>
            <a:r>
              <a:rPr lang="zh-CN" altLang="en-US" b="1" dirty="0">
                <a:latin typeface="微软雅黑" panose="020B0503020204020204" charset="-122"/>
                <a:cs typeface="微软雅黑" panose="020B0503020204020204" charset="-122"/>
              </a:rPr>
              <a:t>基于：</a:t>
            </a:r>
            <a:r>
              <a:rPr lang="zh-CN" altLang="en-US" dirty="0">
                <a:latin typeface="微软雅黑" panose="020B0503020204020204" charset="-122"/>
                <a:cs typeface="微软雅黑" panose="020B0503020204020204" charset="-122"/>
              </a:rPr>
              <a:t>独立性假设和单缺陷假设。</a:t>
            </a:r>
          </a:p>
          <a:p>
            <a:pPr lvl="1" algn="just" eaLnBrk="1" hangingPunct="1"/>
            <a:r>
              <a:rPr lang="zh-CN" altLang="en-US" b="1" dirty="0">
                <a:latin typeface="微软雅黑" panose="020B0503020204020204" charset="-122"/>
                <a:cs typeface="微软雅黑" panose="020B0503020204020204" charset="-122"/>
              </a:rPr>
              <a:t>步骤：</a:t>
            </a:r>
            <a:endParaRPr lang="zh-CN" altLang="en-US" dirty="0">
              <a:latin typeface="微软雅黑" panose="020B0503020204020204" charset="-122"/>
              <a:cs typeface="微软雅黑" panose="020B0503020204020204" charset="-122"/>
            </a:endParaRPr>
          </a:p>
          <a:p>
            <a:pPr lvl="1" algn="just" eaLnBrk="1" hangingPunct="1"/>
            <a:r>
              <a:rPr lang="zh-CN" altLang="en-US" b="1" dirty="0">
                <a:latin typeface="微软雅黑" panose="020B0503020204020204" charset="-122"/>
                <a:cs typeface="微软雅黑" panose="020B0503020204020204" charset="-122"/>
              </a:rPr>
              <a:t>注意事项：</a:t>
            </a:r>
            <a:endParaRPr lang="en-US" altLang="zh-CN" b="1" dirty="0">
              <a:latin typeface="微软雅黑" panose="020B0503020204020204" charset="-122"/>
              <a:cs typeface="微软雅黑" panose="020B0503020204020204" charset="-122"/>
            </a:endParaRPr>
          </a:p>
          <a:p>
            <a:pPr lvl="2"/>
            <a:r>
              <a:rPr lang="zh-CN" altLang="en-US" dirty="0">
                <a:latin typeface="微软雅黑" panose="020B0503020204020204" charset="-122"/>
                <a:cs typeface="微软雅黑" panose="020B0503020204020204" charset="-122"/>
              </a:rPr>
              <a:t>当等价划分不合理</a:t>
            </a:r>
            <a:r>
              <a:rPr lang="en-US" altLang="en-US" dirty="0">
                <a:latin typeface="微软雅黑" panose="020B0503020204020204" charset="-122"/>
                <a:cs typeface="微软雅黑" panose="020B0503020204020204" charset="-122"/>
              </a:rPr>
              <a:t>(</a:t>
            </a:r>
            <a:r>
              <a:rPr lang="zh-CN" altLang="en-US" dirty="0">
                <a:latin typeface="微软雅黑" panose="020B0503020204020204" charset="-122"/>
                <a:cs typeface="微软雅黑" panose="020B0503020204020204" charset="-122"/>
              </a:rPr>
              <a:t>即存在漏洞时</a:t>
            </a:r>
            <a:r>
              <a:rPr lang="en-US" altLang="en-US" dirty="0">
                <a:latin typeface="微软雅黑" panose="020B0503020204020204" charset="-122"/>
                <a:cs typeface="微软雅黑" panose="020B0503020204020204" charset="-122"/>
              </a:rPr>
              <a:t>)</a:t>
            </a:r>
            <a:r>
              <a:rPr lang="zh-CN" altLang="en-US" dirty="0">
                <a:latin typeface="微软雅黑" panose="020B0503020204020204" charset="-122"/>
                <a:cs typeface="微软雅黑" panose="020B0503020204020204" charset="-122"/>
              </a:rPr>
              <a:t>，将导致测试用例的漏洞；</a:t>
            </a:r>
          </a:p>
          <a:p>
            <a:pPr lvl="2"/>
            <a:r>
              <a:rPr lang="zh-CN" altLang="en-US" dirty="0">
                <a:latin typeface="微软雅黑" panose="020B0503020204020204" charset="-122"/>
                <a:cs typeface="微软雅黑" panose="020B0503020204020204" charset="-122"/>
              </a:rPr>
              <a:t>当输入条件之间存在关联时，若基于个体输入域进行测试，将导致测试用例的冗余。</a:t>
            </a:r>
          </a:p>
        </p:txBody>
      </p:sp>
      <p:sp>
        <p:nvSpPr>
          <p:cNvPr id="2" name="日期占位符 1"/>
          <p:cNvSpPr>
            <a:spLocks noGrp="1"/>
          </p:cNvSpPr>
          <p:nvPr>
            <p:ph type="dt" sz="half" idx="10"/>
            <p:custDataLst>
              <p:tags r:id="rId1"/>
            </p:custDataLst>
          </p:nvPr>
        </p:nvSpPr>
        <p:spPr/>
        <p:txBody>
          <a:bodyPr/>
          <a:lstStyle/>
          <a:p>
            <a:fld id="{760FBDFE-C587-4B4C-A407-44438C67B59E}" type="datetime1">
              <a:rPr lang="zh-CN" altLang="en-US" smtClean="0"/>
              <a:t>2024/3/12</a:t>
            </a:fld>
            <a:endParaRPr lang="zh-CN" altLang="en-US"/>
          </a:p>
        </p:txBody>
      </p:sp>
    </p:spTree>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556" name="Rectangle 4"/>
          <p:cNvSpPr>
            <a:spLocks noGrp="1"/>
          </p:cNvSpPr>
          <p:nvPr>
            <p:ph idx="1"/>
            <p:custDataLst>
              <p:tags r:id="rId1"/>
            </p:custDataLst>
          </p:nvPr>
        </p:nvSpPr>
        <p:spPr>
          <a:xfrm>
            <a:off x="1657350" y="1280636"/>
            <a:ext cx="6047423" cy="3387090"/>
          </a:xfrm>
        </p:spPr>
        <p:txBody>
          <a:bodyPr vert="horz" wrap="square" lIns="68580" tIns="34290" rIns="68580" bIns="34290" rtlCol="0" anchor="t" anchorCtr="0">
            <a:normAutofit/>
          </a:bodyPr>
          <a:lstStyle/>
          <a:p>
            <a:pPr eaLnBrk="1" hangingPunct="1">
              <a:lnSpc>
                <a:spcPct val="130000"/>
              </a:lnSpc>
            </a:pPr>
            <a:r>
              <a:rPr lang="zh-CN" altLang="en-US" b="1" dirty="0">
                <a:solidFill>
                  <a:schemeClr val="dk1"/>
                </a:solidFill>
                <a:latin typeface="微软雅黑" panose="020B0503020204020204" charset="-122"/>
                <a:cs typeface="微软雅黑" panose="020B0503020204020204" charset="-122"/>
              </a:rPr>
              <a:t>基于假设：</a:t>
            </a:r>
            <a:r>
              <a:rPr lang="zh-CN" altLang="en-US" dirty="0">
                <a:solidFill>
                  <a:schemeClr val="dk1"/>
                </a:solidFill>
                <a:latin typeface="微软雅黑" panose="020B0503020204020204" charset="-122"/>
                <a:cs typeface="微软雅黑" panose="020B0503020204020204" charset="-122"/>
              </a:rPr>
              <a:t>输入变量是真正独立的；</a:t>
            </a:r>
          </a:p>
          <a:p>
            <a:pPr eaLnBrk="1" hangingPunct="1">
              <a:lnSpc>
                <a:spcPct val="130000"/>
              </a:lnSpc>
            </a:pPr>
            <a:r>
              <a:rPr lang="zh-CN" altLang="en-US" b="1" dirty="0">
                <a:solidFill>
                  <a:schemeClr val="dk1"/>
                </a:solidFill>
                <a:latin typeface="微软雅黑" panose="020B0503020204020204" charset="-122"/>
                <a:cs typeface="微软雅黑" panose="020B0503020204020204" charset="-122"/>
              </a:rPr>
              <a:t>分类的决定因素：</a:t>
            </a:r>
          </a:p>
          <a:p>
            <a:pPr lvl="1" eaLnBrk="1" hangingPunct="1">
              <a:lnSpc>
                <a:spcPct val="130000"/>
              </a:lnSpc>
            </a:pPr>
            <a:r>
              <a:rPr lang="en-US" altLang="zh-CN" sz="1838" dirty="0">
                <a:solidFill>
                  <a:srgbClr val="FF0000"/>
                </a:solidFill>
                <a:latin typeface="微软雅黑" panose="020B0503020204020204" charset="-122"/>
                <a:cs typeface="微软雅黑" panose="020B0503020204020204" charset="-122"/>
              </a:rPr>
              <a:t>&lt;</a:t>
            </a:r>
            <a:r>
              <a:rPr lang="zh-CN" altLang="en-US" sz="1838" dirty="0">
                <a:solidFill>
                  <a:srgbClr val="FF0000"/>
                </a:solidFill>
                <a:latin typeface="微软雅黑" panose="020B0503020204020204" charset="-122"/>
                <a:cs typeface="微软雅黑" panose="020B0503020204020204" charset="-122"/>
              </a:rPr>
              <a:t>一般（有效）</a:t>
            </a:r>
            <a:r>
              <a:rPr lang="en-US" altLang="zh-CN" sz="1838" dirty="0">
                <a:solidFill>
                  <a:srgbClr val="FF0000"/>
                </a:solidFill>
                <a:latin typeface="微软雅黑" panose="020B0503020204020204" charset="-122"/>
                <a:cs typeface="微软雅黑" panose="020B0503020204020204" charset="-122"/>
              </a:rPr>
              <a:t>,</a:t>
            </a:r>
            <a:r>
              <a:rPr lang="zh-CN" altLang="en-US" sz="1838" dirty="0">
                <a:solidFill>
                  <a:srgbClr val="FF0000"/>
                </a:solidFill>
                <a:latin typeface="微软雅黑" panose="020B0503020204020204" charset="-122"/>
                <a:cs typeface="微软雅黑" panose="020B0503020204020204" charset="-122"/>
              </a:rPr>
              <a:t>健壮（无效）</a:t>
            </a:r>
            <a:r>
              <a:rPr lang="en-US" altLang="zh-CN" sz="1838" dirty="0">
                <a:solidFill>
                  <a:srgbClr val="FF0000"/>
                </a:solidFill>
                <a:latin typeface="微软雅黑" panose="020B0503020204020204" charset="-122"/>
                <a:cs typeface="微软雅黑" panose="020B0503020204020204" charset="-122"/>
              </a:rPr>
              <a:t>&gt;</a:t>
            </a:r>
            <a:endParaRPr lang="zh-CN" altLang="en-US" sz="1838" dirty="0">
              <a:solidFill>
                <a:srgbClr val="FF0000"/>
              </a:solidFill>
              <a:latin typeface="微软雅黑" panose="020B0503020204020204" charset="-122"/>
              <a:cs typeface="微软雅黑" panose="020B0503020204020204" charset="-122"/>
            </a:endParaRPr>
          </a:p>
          <a:p>
            <a:pPr lvl="1" eaLnBrk="1" hangingPunct="1">
              <a:lnSpc>
                <a:spcPct val="130000"/>
              </a:lnSpc>
            </a:pPr>
            <a:r>
              <a:rPr lang="en-US" altLang="zh-CN" sz="1838" dirty="0">
                <a:solidFill>
                  <a:srgbClr val="FF0000"/>
                </a:solidFill>
                <a:latin typeface="微软雅黑" panose="020B0503020204020204" charset="-122"/>
                <a:cs typeface="微软雅黑" panose="020B0503020204020204" charset="-122"/>
              </a:rPr>
              <a:t>&lt;</a:t>
            </a:r>
            <a:r>
              <a:rPr lang="zh-CN" altLang="en-US" sz="1838" dirty="0">
                <a:solidFill>
                  <a:srgbClr val="FF0000"/>
                </a:solidFill>
                <a:latin typeface="微软雅黑" panose="020B0503020204020204" charset="-122"/>
                <a:cs typeface="微软雅黑" panose="020B0503020204020204" charset="-122"/>
              </a:rPr>
              <a:t>单缺陷（弱），多缺陷（强）</a:t>
            </a:r>
            <a:r>
              <a:rPr lang="en-US" altLang="zh-CN" sz="1838" dirty="0">
                <a:solidFill>
                  <a:srgbClr val="FF0000"/>
                </a:solidFill>
                <a:latin typeface="微软雅黑" panose="020B0503020204020204" charset="-122"/>
                <a:cs typeface="微软雅黑" panose="020B0503020204020204" charset="-122"/>
              </a:rPr>
              <a:t>&gt;</a:t>
            </a:r>
            <a:endParaRPr lang="zh-CN" altLang="en-US" sz="1838" dirty="0">
              <a:solidFill>
                <a:srgbClr val="FF0000"/>
              </a:solidFill>
              <a:latin typeface="微软雅黑" panose="020B0503020204020204" charset="-122"/>
              <a:cs typeface="微软雅黑" panose="020B0503020204020204" charset="-122"/>
            </a:endParaRPr>
          </a:p>
          <a:p>
            <a:pPr eaLnBrk="1" hangingPunct="1">
              <a:lnSpc>
                <a:spcPct val="130000"/>
              </a:lnSpc>
            </a:pPr>
            <a:r>
              <a:rPr lang="zh-CN" altLang="en-US" b="1" dirty="0">
                <a:solidFill>
                  <a:schemeClr val="dk1"/>
                </a:solidFill>
                <a:latin typeface="微软雅黑" panose="020B0503020204020204" charset="-122"/>
                <a:cs typeface="微软雅黑" panose="020B0503020204020204" charset="-122"/>
              </a:rPr>
              <a:t>方法分类：</a:t>
            </a:r>
            <a:r>
              <a:rPr lang="zh-CN" altLang="en-US" dirty="0">
                <a:solidFill>
                  <a:schemeClr val="dk1"/>
                </a:solidFill>
                <a:latin typeface="微软雅黑" panose="020B0503020204020204" charset="-122"/>
                <a:cs typeface="微软雅黑" panose="020B0503020204020204" charset="-122"/>
              </a:rPr>
              <a:t>弱一般等价类测试、强一般等价类测试、弱健壮等价类测试、强健壮等价类测试</a:t>
            </a:r>
            <a:r>
              <a:rPr lang="en-US" altLang="zh-CN" dirty="0">
                <a:solidFill>
                  <a:schemeClr val="dk1"/>
                </a:solidFill>
                <a:latin typeface="微软雅黑" panose="020B0503020204020204" charset="-122"/>
                <a:cs typeface="微软雅黑" panose="020B0503020204020204" charset="-122"/>
              </a:rPr>
              <a:t>;</a:t>
            </a:r>
          </a:p>
          <a:p>
            <a:pPr eaLnBrk="1" hangingPunct="1">
              <a:lnSpc>
                <a:spcPct val="130000"/>
              </a:lnSpc>
            </a:pPr>
            <a:r>
              <a:rPr lang="zh-CN" altLang="en-US" b="1" dirty="0">
                <a:solidFill>
                  <a:schemeClr val="dk1"/>
                </a:solidFill>
                <a:latin typeface="微软雅黑" panose="020B0503020204020204" charset="-122"/>
                <a:cs typeface="微软雅黑" panose="020B0503020204020204" charset="-122"/>
              </a:rPr>
              <a:t>可用于程序的输入定义域或输出值域</a:t>
            </a:r>
          </a:p>
        </p:txBody>
      </p:sp>
      <p:sp>
        <p:nvSpPr>
          <p:cNvPr id="257026" name="Rectangle 2"/>
          <p:cNvSpPr>
            <a:spLocks noGrp="1" noChangeArrowheads="1"/>
          </p:cNvSpPr>
          <p:nvPr>
            <p:ph type="title"/>
          </p:nvPr>
        </p:nvSpPr>
        <p:spPr>
          <a:xfrm>
            <a:off x="1461612" y="303848"/>
            <a:ext cx="5595461" cy="756285"/>
          </a:xfrm>
          <a:noFill/>
          <a:ln>
            <a:noFill/>
          </a:ln>
          <a:extLst>
            <a:ext uri="{909E8E84-426E-40DD-AFC4-6F175D3DCCD1}">
              <a14:hiddenFill xmlns:a14="http://schemas.microsoft.com/office/drawing/2010/main">
                <a:solidFill>
                  <a:srgbClr val="FFCC00"/>
                </a:solidFill>
              </a14:hiddenFill>
            </a:ext>
          </a:extLst>
        </p:spPr>
        <p:txBody>
          <a:bodyPr vert="horz" wrap="square" lIns="68580" tIns="34290" rIns="68580" bIns="34290" numCol="1" rtlCol="0" anchor="ctr" anchorCtr="0" compatLnSpc="1">
            <a:normAutofit fontScale="90000"/>
          </a:bodyPr>
          <a:lstStyle/>
          <a:p>
            <a:pPr algn="just" eaLnBrk="0" fontAlgn="base" hangingPunct="0">
              <a:lnSpc>
                <a:spcPct val="100000"/>
              </a:lnSpc>
              <a:buClrTx/>
            </a:pPr>
            <a:r>
              <a:rPr sz="2925">
                <a:solidFill>
                  <a:schemeClr val="accent1">
                    <a:lumMod val="75000"/>
                  </a:schemeClr>
                </a:solidFill>
                <a:latin typeface="微软雅黑" panose="020B0503020204020204" charset="-122"/>
                <a:sym typeface="+mn-ea"/>
              </a:rPr>
              <a:t>等价类划分</a:t>
            </a:r>
            <a:r>
              <a:rPr kumimoji="0" sz="2925">
                <a:solidFill>
                  <a:schemeClr val="accent1">
                    <a:lumMod val="75000"/>
                  </a:schemeClr>
                </a:solidFill>
                <a:latin typeface="微软雅黑" panose="020B0503020204020204" charset="-122"/>
                <a:cs typeface="+mj-cs"/>
                <a:sym typeface="+mn-ea"/>
              </a:rPr>
              <a:t>--</a:t>
            </a:r>
            <a:r>
              <a:rPr sz="2925">
                <a:solidFill>
                  <a:schemeClr val="accent1">
                    <a:lumMod val="75000"/>
                  </a:schemeClr>
                </a:solidFill>
                <a:latin typeface="微软雅黑" panose="020B0503020204020204" charset="-122"/>
                <a:sym typeface="+mn-ea"/>
              </a:rPr>
              <a:t>多个输入条件（补充）</a:t>
            </a:r>
            <a:endParaRPr kumimoji="0" sz="2925">
              <a:solidFill>
                <a:schemeClr val="accent1">
                  <a:lumMod val="75000"/>
                </a:schemeClr>
              </a:solidFill>
              <a:latin typeface="微软雅黑" panose="020B0503020204020204" charset="-122"/>
              <a:cs typeface="+mj-cs"/>
              <a:sym typeface="+mn-ea"/>
            </a:endParaRPr>
          </a:p>
        </p:txBody>
      </p:sp>
      <p:sp>
        <p:nvSpPr>
          <p:cNvPr id="2" name="日期占位符 1"/>
          <p:cNvSpPr>
            <a:spLocks noGrp="1"/>
          </p:cNvSpPr>
          <p:nvPr>
            <p:ph type="dt" sz="half" idx="10"/>
          </p:nvPr>
        </p:nvSpPr>
        <p:spPr/>
        <p:txBody>
          <a:bodyPr/>
          <a:lstStyle/>
          <a:p>
            <a:fld id="{760FBDFE-C587-4B4C-A407-44438C67B59E}" type="datetime1">
              <a:rPr lang="zh-CN" altLang="en-US" smtClean="0"/>
              <a:t>2024/3/12</a:t>
            </a:fld>
            <a:endParaRPr lang="zh-CN" altLang="en-US"/>
          </a:p>
        </p:txBody>
      </p:sp>
      <p:sp>
        <p:nvSpPr>
          <p:cNvPr id="3" name="灯片编号占位符 2"/>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fld id="{49AE70B2-8BF9-45C0-BB95-33D1B9D3A854}" type="slidenum">
              <a:rPr lang="zh-CN" altLang="en-US" smtClean="0"/>
              <a:pPr/>
              <a:t>87</a:t>
            </a:fld>
            <a:endParaRPr lang="zh-CN" alt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580" name="Rectangle 4"/>
          <p:cNvSpPr>
            <a:spLocks noGrp="1"/>
          </p:cNvSpPr>
          <p:nvPr>
            <p:ph idx="1"/>
            <p:custDataLst>
              <p:tags r:id="rId1"/>
            </p:custDataLst>
          </p:nvPr>
        </p:nvSpPr>
        <p:spPr>
          <a:xfrm>
            <a:off x="1657350" y="1371600"/>
            <a:ext cx="6047185" cy="514350"/>
          </a:xfrm>
        </p:spPr>
        <p:txBody>
          <a:bodyPr vert="horz" wrap="square" lIns="68580" tIns="34290" rIns="68580" bIns="34290" rtlCol="0" anchor="t" anchorCtr="0">
            <a:normAutofit/>
          </a:bodyPr>
          <a:lstStyle/>
          <a:p>
            <a:pPr eaLnBrk="1" hangingPunct="1">
              <a:lnSpc>
                <a:spcPct val="110000"/>
              </a:lnSpc>
            </a:pPr>
            <a:r>
              <a:rPr lang="en-US" altLang="zh-CN" b="1" u="sng" dirty="0">
                <a:solidFill>
                  <a:schemeClr val="dk1"/>
                </a:solidFill>
                <a:latin typeface="微软雅黑" panose="020B0503020204020204" charset="-122"/>
                <a:cs typeface="微软雅黑" panose="020B0503020204020204" charset="-122"/>
                <a:hlinkClick r:id="" action="ppaction://hlinkshowjump?jump=nextslide"/>
              </a:rPr>
              <a:t> </a:t>
            </a:r>
            <a:r>
              <a:rPr lang="zh-CN" altLang="en-US" b="1" u="sng" dirty="0">
                <a:solidFill>
                  <a:schemeClr val="dk1"/>
                </a:solidFill>
                <a:latin typeface="微软雅黑" panose="020B0503020204020204" charset="-122"/>
                <a:cs typeface="微软雅黑" panose="020B0503020204020204" charset="-122"/>
                <a:hlinkClick r:id="" action="ppaction://hlinkshowjump?jump=nextslide"/>
              </a:rPr>
              <a:t>弱一般等价类</a:t>
            </a:r>
            <a:r>
              <a:rPr lang="zh-CN" altLang="en-US" b="1" u="sng" dirty="0">
                <a:solidFill>
                  <a:schemeClr val="dk1"/>
                </a:solidFill>
                <a:latin typeface="微软雅黑" panose="020B0503020204020204" charset="-122"/>
                <a:cs typeface="微软雅黑" panose="020B0503020204020204" charset="-122"/>
                <a:hlinkClick r:id="" action="ppaction://noaction"/>
              </a:rPr>
              <a:t>测试</a:t>
            </a:r>
          </a:p>
        </p:txBody>
      </p:sp>
      <p:sp>
        <p:nvSpPr>
          <p:cNvPr id="24581" name="Rectangle 5"/>
          <p:cNvSpPr/>
          <p:nvPr>
            <p:custDataLst>
              <p:tags r:id="rId2"/>
            </p:custDataLst>
          </p:nvPr>
        </p:nvSpPr>
        <p:spPr>
          <a:xfrm>
            <a:off x="1668066" y="3459480"/>
            <a:ext cx="6047184" cy="485775"/>
          </a:xfrm>
          <a:prstGeom prst="rect">
            <a:avLst/>
          </a:prstGeom>
          <a:noFill/>
          <a:ln w="9525">
            <a:noFill/>
          </a:ln>
        </p:spPr>
        <p:txBody>
          <a:bodyPr/>
          <a:lstStyle/>
          <a:p>
            <a:pPr marL="257175" indent="-257175">
              <a:lnSpc>
                <a:spcPct val="110000"/>
              </a:lnSpc>
              <a:spcBef>
                <a:spcPct val="20000"/>
              </a:spcBef>
              <a:buChar char="•"/>
            </a:pPr>
            <a:r>
              <a:rPr lang="zh-CN" altLang="en-US" sz="2100" b="1" u="sng" dirty="0">
                <a:solidFill>
                  <a:schemeClr val="dk1"/>
                </a:solidFill>
                <a:latin typeface="微软雅黑" panose="020B0503020204020204" charset="-122"/>
                <a:ea typeface="微软雅黑" panose="020B0503020204020204" charset="-122"/>
                <a:hlinkClick r:id="" action="ppaction://noaction"/>
              </a:rPr>
              <a:t>举例</a:t>
            </a:r>
          </a:p>
        </p:txBody>
      </p:sp>
      <p:sp>
        <p:nvSpPr>
          <p:cNvPr id="24582" name="Rectangle 6"/>
          <p:cNvSpPr/>
          <p:nvPr>
            <p:custDataLst>
              <p:tags r:id="rId3"/>
            </p:custDataLst>
          </p:nvPr>
        </p:nvSpPr>
        <p:spPr>
          <a:xfrm>
            <a:off x="1657350" y="1907858"/>
            <a:ext cx="6047185" cy="485775"/>
          </a:xfrm>
          <a:prstGeom prst="rect">
            <a:avLst/>
          </a:prstGeom>
          <a:noFill/>
          <a:ln w="9525">
            <a:noFill/>
          </a:ln>
        </p:spPr>
        <p:txBody>
          <a:bodyPr/>
          <a:lstStyle/>
          <a:p>
            <a:pPr marL="257175" indent="-257175">
              <a:lnSpc>
                <a:spcPct val="110000"/>
              </a:lnSpc>
              <a:spcBef>
                <a:spcPct val="20000"/>
              </a:spcBef>
              <a:buChar char="•"/>
            </a:pPr>
            <a:r>
              <a:rPr lang="zh-CN" altLang="en-US" sz="2100" b="1" u="sng" dirty="0">
                <a:solidFill>
                  <a:schemeClr val="dk1"/>
                </a:solidFill>
                <a:latin typeface="微软雅黑" panose="020B0503020204020204" charset="-122"/>
                <a:ea typeface="微软雅黑" panose="020B0503020204020204" charset="-122"/>
                <a:hlinkClick r:id="" action="ppaction://noaction"/>
              </a:rPr>
              <a:t>强一般等价类测试</a:t>
            </a:r>
          </a:p>
        </p:txBody>
      </p:sp>
      <p:sp>
        <p:nvSpPr>
          <p:cNvPr id="24583" name="Rectangle 7"/>
          <p:cNvSpPr/>
          <p:nvPr>
            <p:custDataLst>
              <p:tags r:id="rId4"/>
            </p:custDataLst>
          </p:nvPr>
        </p:nvSpPr>
        <p:spPr>
          <a:xfrm>
            <a:off x="1657350" y="2415540"/>
            <a:ext cx="6047185" cy="485775"/>
          </a:xfrm>
          <a:prstGeom prst="rect">
            <a:avLst/>
          </a:prstGeom>
          <a:noFill/>
          <a:ln w="9525">
            <a:noFill/>
          </a:ln>
        </p:spPr>
        <p:txBody>
          <a:bodyPr/>
          <a:lstStyle/>
          <a:p>
            <a:pPr marL="257175" indent="-257175">
              <a:lnSpc>
                <a:spcPct val="110000"/>
              </a:lnSpc>
              <a:spcBef>
                <a:spcPct val="20000"/>
              </a:spcBef>
              <a:buChar char="•"/>
            </a:pPr>
            <a:r>
              <a:rPr lang="zh-CN" altLang="en-US" sz="2100" b="1" u="sng" dirty="0">
                <a:solidFill>
                  <a:schemeClr val="dk1"/>
                </a:solidFill>
                <a:latin typeface="微软雅黑" panose="020B0503020204020204" charset="-122"/>
                <a:ea typeface="微软雅黑" panose="020B0503020204020204" charset="-122"/>
                <a:hlinkClick r:id="" action="ppaction://noaction"/>
              </a:rPr>
              <a:t>弱健壮等价类测试</a:t>
            </a:r>
          </a:p>
        </p:txBody>
      </p:sp>
      <p:sp>
        <p:nvSpPr>
          <p:cNvPr id="24584" name="Rectangle 8"/>
          <p:cNvSpPr/>
          <p:nvPr>
            <p:custDataLst>
              <p:tags r:id="rId5"/>
            </p:custDataLst>
          </p:nvPr>
        </p:nvSpPr>
        <p:spPr>
          <a:xfrm>
            <a:off x="1657350" y="2951798"/>
            <a:ext cx="6047185" cy="485775"/>
          </a:xfrm>
          <a:prstGeom prst="rect">
            <a:avLst/>
          </a:prstGeom>
          <a:noFill/>
          <a:ln w="9525">
            <a:noFill/>
          </a:ln>
        </p:spPr>
        <p:txBody>
          <a:bodyPr/>
          <a:lstStyle/>
          <a:p>
            <a:pPr marL="257175" indent="-257175">
              <a:lnSpc>
                <a:spcPct val="110000"/>
              </a:lnSpc>
              <a:spcBef>
                <a:spcPct val="20000"/>
              </a:spcBef>
              <a:buChar char="•"/>
            </a:pPr>
            <a:r>
              <a:rPr lang="zh-CN" altLang="en-US" sz="2100" b="1" u="sng" dirty="0">
                <a:solidFill>
                  <a:schemeClr val="dk1"/>
                </a:solidFill>
                <a:latin typeface="微软雅黑" panose="020B0503020204020204" charset="-122"/>
                <a:ea typeface="微软雅黑" panose="020B0503020204020204" charset="-122"/>
                <a:hlinkClick r:id="" action="ppaction://noaction"/>
              </a:rPr>
              <a:t>强健壮等价类测试</a:t>
            </a:r>
          </a:p>
        </p:txBody>
      </p:sp>
      <p:sp>
        <p:nvSpPr>
          <p:cNvPr id="257026" name="Rectangle 2"/>
          <p:cNvSpPr>
            <a:spLocks noGrp="1" noChangeArrowheads="1"/>
          </p:cNvSpPr>
          <p:nvPr>
            <p:ph type="title"/>
          </p:nvPr>
        </p:nvSpPr>
        <p:spPr>
          <a:xfrm>
            <a:off x="1461612" y="303848"/>
            <a:ext cx="5595461" cy="756285"/>
          </a:xfrm>
          <a:noFill/>
          <a:ln>
            <a:noFill/>
          </a:ln>
          <a:extLst>
            <a:ext uri="{909E8E84-426E-40DD-AFC4-6F175D3DCCD1}">
              <a14:hiddenFill xmlns:a14="http://schemas.microsoft.com/office/drawing/2010/main">
                <a:solidFill>
                  <a:srgbClr val="FFCC00"/>
                </a:solidFill>
              </a14:hiddenFill>
            </a:ext>
          </a:extLst>
        </p:spPr>
        <p:txBody>
          <a:bodyPr vert="horz" wrap="square" lIns="68580" tIns="34290" rIns="68580" bIns="34290" numCol="1" rtlCol="0" anchor="ctr" anchorCtr="0" compatLnSpc="1">
            <a:normAutofit fontScale="90000"/>
          </a:bodyPr>
          <a:lstStyle/>
          <a:p>
            <a:pPr algn="just" fontAlgn="base">
              <a:lnSpc>
                <a:spcPct val="100000"/>
              </a:lnSpc>
              <a:spcAft>
                <a:spcPct val="0"/>
              </a:spcAft>
              <a:buClrTx/>
              <a:defRPr/>
            </a:pPr>
            <a:r>
              <a:rPr sz="2925">
                <a:solidFill>
                  <a:schemeClr val="accent1">
                    <a:lumMod val="75000"/>
                  </a:schemeClr>
                </a:solidFill>
                <a:latin typeface="微软雅黑" panose="020B0503020204020204" charset="-122"/>
                <a:sym typeface="+mn-ea"/>
              </a:rPr>
              <a:t>等价类划分--多个输入条件（补充）</a:t>
            </a:r>
            <a:endParaRPr kumimoji="0" lang="zh-CN" altLang="en-US" sz="2100" b="0" kern="0">
              <a:solidFill>
                <a:srgbClr val="002060"/>
              </a:solidFill>
              <a:effectLst>
                <a:outerShdw blurRad="38100" dist="38100" dir="2700000" algn="tl">
                  <a:srgbClr val="FFFFFF"/>
                </a:outerShdw>
              </a:effectLst>
              <a:ea typeface="汉仪文黑-85W" panose="00020600040101010101" charset="-122"/>
              <a:cs typeface="+mj-cs"/>
              <a:sym typeface="+mn-ea"/>
            </a:endParaRPr>
          </a:p>
        </p:txBody>
      </p:sp>
      <p:sp>
        <p:nvSpPr>
          <p:cNvPr id="2" name="日期占位符 1"/>
          <p:cNvSpPr>
            <a:spLocks noGrp="1"/>
          </p:cNvSpPr>
          <p:nvPr>
            <p:ph type="dt" sz="half" idx="10"/>
          </p:nvPr>
        </p:nvSpPr>
        <p:spPr/>
        <p:txBody>
          <a:bodyPr/>
          <a:lstStyle/>
          <a:p>
            <a:fld id="{760FBDFE-C587-4B4C-A407-44438C67B59E}" type="datetime1">
              <a:rPr lang="zh-CN" altLang="en-US" smtClean="0"/>
              <a:t>2024/3/12</a:t>
            </a:fld>
            <a:endParaRPr lang="zh-CN" altLang="en-US"/>
          </a:p>
        </p:txBody>
      </p:sp>
      <p:sp>
        <p:nvSpPr>
          <p:cNvPr id="3" name="灯片编号占位符 2"/>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fld id="{49AE70B2-8BF9-45C0-BB95-33D1B9D3A854}" type="slidenum">
              <a:rPr lang="zh-CN" altLang="en-US" smtClean="0"/>
              <a:pPr/>
              <a:t>88</a:t>
            </a:fld>
            <a:endParaRPr lang="zh-CN" altLang="en-US"/>
          </a:p>
        </p:txBody>
      </p:sp>
      <p:sp>
        <p:nvSpPr>
          <p:cNvPr id="271474" name="Rectangle 114"/>
          <p:cNvSpPr/>
          <p:nvPr>
            <p:custDataLst>
              <p:tags r:id="rId6"/>
            </p:custDataLst>
          </p:nvPr>
        </p:nvSpPr>
        <p:spPr>
          <a:xfrm>
            <a:off x="4788217" y="1245842"/>
            <a:ext cx="2776538" cy="2651816"/>
          </a:xfrm>
          <a:prstGeom prst="rect">
            <a:avLst/>
          </a:prstGeom>
          <a:noFill/>
          <a:ln w="9525">
            <a:noFill/>
          </a:ln>
        </p:spPr>
        <p:txBody>
          <a:bodyPr wrap="square" anchor="b" anchorCtr="0">
            <a:spAutoFit/>
          </a:bodyPr>
          <a:lstStyle/>
          <a:p>
            <a:pPr algn="just">
              <a:lnSpc>
                <a:spcPct val="150000"/>
              </a:lnSpc>
              <a:spcBef>
                <a:spcPts val="900"/>
              </a:spcBef>
              <a:buChar char="•"/>
            </a:pPr>
            <a:r>
              <a:rPr lang="zh-CN" altLang="en-US" dirty="0">
                <a:solidFill>
                  <a:schemeClr val="dk1"/>
                </a:solidFill>
                <a:latin typeface="微软雅黑" panose="020B0503020204020204" charset="-122"/>
                <a:ea typeface="微软雅黑" panose="020B0503020204020204" charset="-122"/>
              </a:rPr>
              <a:t>单缺陷与多缺陷假设产生</a:t>
            </a:r>
            <a:r>
              <a:rPr lang="zh-CN" altLang="en-US" b="1" dirty="0">
                <a:solidFill>
                  <a:srgbClr val="FF0000"/>
                </a:solidFill>
                <a:latin typeface="微软雅黑" panose="020B0503020204020204" charset="-122"/>
                <a:ea typeface="微软雅黑" panose="020B0503020204020204" charset="-122"/>
              </a:rPr>
              <a:t>弱等价类</a:t>
            </a:r>
            <a:r>
              <a:rPr lang="zh-CN" altLang="en-US" dirty="0">
                <a:solidFill>
                  <a:schemeClr val="dk1"/>
                </a:solidFill>
                <a:latin typeface="微软雅黑" panose="020B0503020204020204" charset="-122"/>
                <a:ea typeface="微软雅黑" panose="020B0503020204020204" charset="-122"/>
              </a:rPr>
              <a:t>与</a:t>
            </a:r>
            <a:r>
              <a:rPr lang="zh-CN" altLang="en-US" b="1" dirty="0">
                <a:solidFill>
                  <a:srgbClr val="FF0000"/>
                </a:solidFill>
                <a:latin typeface="微软雅黑" panose="020B0503020204020204" charset="-122"/>
                <a:ea typeface="微软雅黑" panose="020B0503020204020204" charset="-122"/>
              </a:rPr>
              <a:t>强等价类</a:t>
            </a:r>
            <a:r>
              <a:rPr lang="zh-CN" altLang="en-US" dirty="0">
                <a:solidFill>
                  <a:schemeClr val="dk1"/>
                </a:solidFill>
                <a:latin typeface="微软雅黑" panose="020B0503020204020204" charset="-122"/>
                <a:ea typeface="微软雅黑" panose="020B0503020204020204" charset="-122"/>
              </a:rPr>
              <a:t>测试之分。</a:t>
            </a:r>
          </a:p>
          <a:p>
            <a:pPr algn="just">
              <a:lnSpc>
                <a:spcPct val="150000"/>
              </a:lnSpc>
              <a:spcBef>
                <a:spcPts val="900"/>
              </a:spcBef>
              <a:buChar char="•"/>
            </a:pPr>
            <a:r>
              <a:rPr lang="zh-CN" altLang="en-US" dirty="0">
                <a:solidFill>
                  <a:schemeClr val="dk1"/>
                </a:solidFill>
                <a:latin typeface="微软雅黑" panose="020B0503020204020204" charset="-122"/>
                <a:ea typeface="微软雅黑" panose="020B0503020204020204" charset="-122"/>
              </a:rPr>
              <a:t>是否进行无效数据的处理产生</a:t>
            </a:r>
            <a:r>
              <a:rPr lang="zh-CN" altLang="en-US" b="1" dirty="0">
                <a:solidFill>
                  <a:srgbClr val="FF0000"/>
                </a:solidFill>
                <a:latin typeface="微软雅黑" panose="020B0503020204020204" charset="-122"/>
                <a:ea typeface="微软雅黑" panose="020B0503020204020204" charset="-122"/>
              </a:rPr>
              <a:t>健壮</a:t>
            </a:r>
            <a:r>
              <a:rPr lang="zh-CN" altLang="en-US" dirty="0">
                <a:solidFill>
                  <a:schemeClr val="dk1"/>
                </a:solidFill>
                <a:latin typeface="微软雅黑" panose="020B0503020204020204" charset="-122"/>
                <a:ea typeface="微软雅黑" panose="020B0503020204020204" charset="-122"/>
              </a:rPr>
              <a:t>与</a:t>
            </a:r>
            <a:r>
              <a:rPr lang="zh-CN" altLang="en-US" b="1" dirty="0">
                <a:solidFill>
                  <a:srgbClr val="FF0000"/>
                </a:solidFill>
                <a:latin typeface="微软雅黑" panose="020B0503020204020204" charset="-122"/>
                <a:ea typeface="微软雅黑" panose="020B0503020204020204" charset="-122"/>
              </a:rPr>
              <a:t>一般</a:t>
            </a:r>
            <a:r>
              <a:rPr lang="zh-CN" altLang="en-US" dirty="0">
                <a:solidFill>
                  <a:schemeClr val="dk1"/>
                </a:solidFill>
                <a:latin typeface="微软雅黑" panose="020B0503020204020204" charset="-122"/>
                <a:ea typeface="微软雅黑" panose="020B0503020204020204" charset="-122"/>
              </a:rPr>
              <a:t>等价类测试之分。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71474"/>
                                        </p:tgtEl>
                                        <p:attrNameLst>
                                          <p:attrName>style.visibility</p:attrName>
                                        </p:attrNameLst>
                                      </p:cBhvr>
                                      <p:to>
                                        <p:strVal val="visible"/>
                                      </p:to>
                                    </p:set>
                                    <p:anim calcmode="lin" valueType="num">
                                      <p:cBhvr additive="base">
                                        <p:cTn id="7" dur="500" fill="hold"/>
                                        <p:tgtEl>
                                          <p:spTgt spid="271474"/>
                                        </p:tgtEl>
                                        <p:attrNameLst>
                                          <p:attrName>ppt_x</p:attrName>
                                        </p:attrNameLst>
                                      </p:cBhvr>
                                      <p:tavLst>
                                        <p:tav tm="0">
                                          <p:val>
                                            <p:strVal val="1+#ppt_w/2"/>
                                          </p:val>
                                        </p:tav>
                                        <p:tav tm="100000">
                                          <p:val>
                                            <p:strVal val="#ppt_x"/>
                                          </p:val>
                                        </p:tav>
                                      </p:tavLst>
                                    </p:anim>
                                    <p:anim calcmode="lin" valueType="num">
                                      <p:cBhvr additive="base">
                                        <p:cTn id="8" dur="500" fill="hold"/>
                                        <p:tgtEl>
                                          <p:spTgt spid="27147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1474" grpId="0"/>
    </p:bldLst>
  </p:timing>
</p:sld>
</file>

<file path=ppt/slides/slide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4194" name="Rectangle 2"/>
          <p:cNvSpPr>
            <a:spLocks noGrp="1" noChangeArrowheads="1"/>
          </p:cNvSpPr>
          <p:nvPr>
            <p:ph type="title"/>
          </p:nvPr>
        </p:nvSpPr>
        <p:spPr>
          <a:xfrm>
            <a:off x="1439704" y="303848"/>
            <a:ext cx="5617369" cy="756285"/>
          </a:xfrm>
          <a:noFill/>
          <a:ln>
            <a:noFill/>
          </a:ln>
          <a:extLst>
            <a:ext uri="{909E8E84-426E-40DD-AFC4-6F175D3DCCD1}">
              <a14:hiddenFill xmlns:a14="http://schemas.microsoft.com/office/drawing/2010/main">
                <a:solidFill>
                  <a:srgbClr val="FFCC00"/>
                </a:solidFill>
              </a14:hiddenFill>
            </a:ext>
          </a:extLst>
        </p:spPr>
        <p:txBody>
          <a:bodyPr vert="horz" wrap="square" lIns="68580" tIns="34290" rIns="68580" bIns="34290" numCol="1" rtlCol="0" anchor="ctr" anchorCtr="0" compatLnSpc="1">
            <a:normAutofit/>
          </a:bodyPr>
          <a:lstStyle/>
          <a:p>
            <a:pPr algn="just" eaLnBrk="0" fontAlgn="base" hangingPunct="0">
              <a:lnSpc>
                <a:spcPct val="100000"/>
              </a:lnSpc>
              <a:buClrTx/>
            </a:pPr>
            <a:r>
              <a:rPr kumimoji="0" lang="zh-CN" altLang="en-US" sz="2925">
                <a:solidFill>
                  <a:schemeClr val="accent1">
                    <a:lumMod val="75000"/>
                  </a:schemeClr>
                </a:solidFill>
                <a:latin typeface="微软雅黑" panose="020B0503020204020204" charset="-122"/>
                <a:cs typeface="微软雅黑" panose="020B0503020204020204" charset="-122"/>
              </a:rPr>
              <a:t>测试用例设计</a:t>
            </a:r>
            <a:r>
              <a:rPr kumimoji="0" sz="2925">
                <a:solidFill>
                  <a:schemeClr val="accent1">
                    <a:lumMod val="75000"/>
                  </a:schemeClr>
                </a:solidFill>
                <a:latin typeface="微软雅黑" panose="020B0503020204020204" charset="-122"/>
                <a:cs typeface="微软雅黑" panose="020B0503020204020204" charset="-122"/>
              </a:rPr>
              <a:t>--</a:t>
            </a:r>
            <a:r>
              <a:rPr kumimoji="0" lang="zh-CN" altLang="en-US" sz="2925">
                <a:solidFill>
                  <a:schemeClr val="accent1">
                    <a:lumMod val="75000"/>
                  </a:schemeClr>
                </a:solidFill>
                <a:latin typeface="微软雅黑" panose="020B0503020204020204" charset="-122"/>
                <a:cs typeface="微软雅黑" panose="020B0503020204020204" charset="-122"/>
              </a:rPr>
              <a:t>弱一般等价类</a:t>
            </a:r>
          </a:p>
        </p:txBody>
      </p:sp>
      <p:sp>
        <p:nvSpPr>
          <p:cNvPr id="3078" name="Rectangle 4"/>
          <p:cNvSpPr/>
          <p:nvPr/>
        </p:nvSpPr>
        <p:spPr>
          <a:xfrm>
            <a:off x="6385323" y="1176338"/>
            <a:ext cx="570669" cy="207749"/>
          </a:xfrm>
          <a:prstGeom prst="rect">
            <a:avLst/>
          </a:prstGeom>
          <a:noFill/>
          <a:ln w="9525">
            <a:noFill/>
          </a:ln>
        </p:spPr>
        <p:txBody>
          <a:bodyPr wrap="none" lIns="0" tIns="0" rIns="0" bIns="0">
            <a:spAutoFit/>
          </a:bodyPr>
          <a:lstStyle/>
          <a:p>
            <a:r>
              <a:rPr lang="zh-CN" altLang="en-US" sz="1350" b="1" dirty="0">
                <a:solidFill>
                  <a:srgbClr val="0000FF"/>
                </a:solidFill>
                <a:latin typeface="微软雅黑" panose="020B0503020204020204" charset="-122"/>
                <a:ea typeface="微软雅黑" panose="020B0503020204020204" charset="-122"/>
                <a:cs typeface="微软雅黑" panose="020B0503020204020204" charset="-122"/>
              </a:rPr>
              <a:t>等价类 </a:t>
            </a:r>
          </a:p>
        </p:txBody>
      </p:sp>
      <p:sp>
        <p:nvSpPr>
          <p:cNvPr id="264197" name="Rectangle 5"/>
          <p:cNvSpPr/>
          <p:nvPr/>
        </p:nvSpPr>
        <p:spPr>
          <a:xfrm>
            <a:off x="5979319" y="1509713"/>
            <a:ext cx="1760935" cy="207749"/>
          </a:xfrm>
          <a:prstGeom prst="rect">
            <a:avLst/>
          </a:prstGeom>
          <a:noFill/>
          <a:ln w="9525">
            <a:noFill/>
          </a:ln>
        </p:spPr>
        <p:txBody>
          <a:bodyPr lIns="0" tIns="0" rIns="0" bIns="0">
            <a:spAutoFit/>
          </a:bodyPr>
          <a:lstStyle/>
          <a:p>
            <a:r>
              <a:rPr lang="zh-CN" altLang="en-US" sz="1350" b="1" dirty="0">
                <a:solidFill>
                  <a:srgbClr val="0000FF"/>
                </a:solidFill>
                <a:latin typeface="微软雅黑" panose="020B0503020204020204" charset="-122"/>
                <a:ea typeface="微软雅黑" panose="020B0503020204020204" charset="-122"/>
                <a:cs typeface="微软雅黑" panose="020B0503020204020204" charset="-122"/>
              </a:rPr>
              <a:t>有效值：</a:t>
            </a:r>
            <a:r>
              <a:rPr lang="en-US" altLang="zh-CN" sz="1350" b="1" dirty="0">
                <a:solidFill>
                  <a:srgbClr val="0000FF"/>
                </a:solidFill>
                <a:latin typeface="微软雅黑" panose="020B0503020204020204" charset="-122"/>
                <a:ea typeface="微软雅黑" panose="020B0503020204020204" charset="-122"/>
                <a:cs typeface="微软雅黑" panose="020B0503020204020204" charset="-122"/>
              </a:rPr>
              <a:t>a&lt;=x1&lt;=b</a:t>
            </a:r>
          </a:p>
        </p:txBody>
      </p:sp>
      <p:sp>
        <p:nvSpPr>
          <p:cNvPr id="264198" name="Rectangle 6"/>
          <p:cNvSpPr/>
          <p:nvPr/>
        </p:nvSpPr>
        <p:spPr>
          <a:xfrm>
            <a:off x="5979319" y="2010966"/>
            <a:ext cx="2057400" cy="207749"/>
          </a:xfrm>
          <a:prstGeom prst="rect">
            <a:avLst/>
          </a:prstGeom>
          <a:noFill/>
          <a:ln w="9525">
            <a:noFill/>
          </a:ln>
        </p:spPr>
        <p:txBody>
          <a:bodyPr lIns="0" tIns="0" rIns="0" bIns="0">
            <a:spAutoFit/>
          </a:bodyPr>
          <a:lstStyle/>
          <a:p>
            <a:r>
              <a:rPr lang="zh-CN" altLang="en-US" sz="1350" b="1" dirty="0">
                <a:solidFill>
                  <a:srgbClr val="0000FF"/>
                </a:solidFill>
                <a:latin typeface="微软雅黑" panose="020B0503020204020204" charset="-122"/>
                <a:ea typeface="微软雅黑" panose="020B0503020204020204" charset="-122"/>
                <a:cs typeface="微软雅黑" panose="020B0503020204020204" charset="-122"/>
              </a:rPr>
              <a:t>无效值：</a:t>
            </a:r>
            <a:r>
              <a:rPr lang="en-US" altLang="zh-CN" sz="1350" b="1" dirty="0">
                <a:solidFill>
                  <a:srgbClr val="0000FF"/>
                </a:solidFill>
                <a:latin typeface="微软雅黑" panose="020B0503020204020204" charset="-122"/>
                <a:ea typeface="微软雅黑" panose="020B0503020204020204" charset="-122"/>
                <a:cs typeface="微软雅黑" panose="020B0503020204020204" charset="-122"/>
              </a:rPr>
              <a:t>x1&lt;a, or x1&gt;b</a:t>
            </a:r>
          </a:p>
        </p:txBody>
      </p:sp>
      <p:sp>
        <p:nvSpPr>
          <p:cNvPr id="264199" name="Rectangle 7"/>
          <p:cNvSpPr/>
          <p:nvPr/>
        </p:nvSpPr>
        <p:spPr>
          <a:xfrm>
            <a:off x="5979319" y="1747838"/>
            <a:ext cx="1760935" cy="207749"/>
          </a:xfrm>
          <a:prstGeom prst="rect">
            <a:avLst/>
          </a:prstGeom>
          <a:noFill/>
          <a:ln w="9525">
            <a:noFill/>
          </a:ln>
        </p:spPr>
        <p:txBody>
          <a:bodyPr lIns="0" tIns="0" rIns="0" bIns="0">
            <a:spAutoFit/>
          </a:bodyPr>
          <a:lstStyle/>
          <a:p>
            <a:r>
              <a:rPr lang="zh-CN" altLang="en-US" sz="1350" b="1" dirty="0">
                <a:solidFill>
                  <a:srgbClr val="0000FF"/>
                </a:solidFill>
                <a:latin typeface="微软雅黑" panose="020B0503020204020204" charset="-122"/>
                <a:ea typeface="微软雅黑" panose="020B0503020204020204" charset="-122"/>
                <a:cs typeface="微软雅黑" panose="020B0503020204020204" charset="-122"/>
              </a:rPr>
              <a:t>有效值：</a:t>
            </a:r>
            <a:r>
              <a:rPr lang="en-US" altLang="zh-CN" sz="1350" b="1" dirty="0">
                <a:solidFill>
                  <a:srgbClr val="0000FF"/>
                </a:solidFill>
                <a:latin typeface="微软雅黑" panose="020B0503020204020204" charset="-122"/>
                <a:ea typeface="微软雅黑" panose="020B0503020204020204" charset="-122"/>
                <a:cs typeface="微软雅黑" panose="020B0503020204020204" charset="-122"/>
              </a:rPr>
              <a:t>c&lt;=x2&lt;=d</a:t>
            </a:r>
          </a:p>
        </p:txBody>
      </p:sp>
      <p:sp>
        <p:nvSpPr>
          <p:cNvPr id="264200" name="Rectangle 8"/>
          <p:cNvSpPr/>
          <p:nvPr/>
        </p:nvSpPr>
        <p:spPr>
          <a:xfrm>
            <a:off x="5979319" y="2249091"/>
            <a:ext cx="2057400" cy="207749"/>
          </a:xfrm>
          <a:prstGeom prst="rect">
            <a:avLst/>
          </a:prstGeom>
          <a:noFill/>
          <a:ln w="9525">
            <a:noFill/>
          </a:ln>
        </p:spPr>
        <p:txBody>
          <a:bodyPr lIns="0" tIns="0" rIns="0" bIns="0">
            <a:spAutoFit/>
          </a:bodyPr>
          <a:lstStyle/>
          <a:p>
            <a:r>
              <a:rPr lang="zh-CN" altLang="en-US" sz="1350" b="1" dirty="0">
                <a:solidFill>
                  <a:srgbClr val="0000FF"/>
                </a:solidFill>
                <a:latin typeface="微软雅黑" panose="020B0503020204020204" charset="-122"/>
                <a:ea typeface="微软雅黑" panose="020B0503020204020204" charset="-122"/>
                <a:cs typeface="微软雅黑" panose="020B0503020204020204" charset="-122"/>
              </a:rPr>
              <a:t>无效值：</a:t>
            </a:r>
            <a:r>
              <a:rPr lang="en-US" altLang="zh-CN" sz="1350" b="1" dirty="0">
                <a:solidFill>
                  <a:srgbClr val="0000FF"/>
                </a:solidFill>
                <a:latin typeface="微软雅黑" panose="020B0503020204020204" charset="-122"/>
                <a:ea typeface="微软雅黑" panose="020B0503020204020204" charset="-122"/>
                <a:cs typeface="微软雅黑" panose="020B0503020204020204" charset="-122"/>
              </a:rPr>
              <a:t>x2&lt;c, or x2&gt;d</a:t>
            </a:r>
          </a:p>
        </p:txBody>
      </p:sp>
      <p:grpSp>
        <p:nvGrpSpPr>
          <p:cNvPr id="3083" name="Group 9"/>
          <p:cNvGrpSpPr/>
          <p:nvPr/>
        </p:nvGrpSpPr>
        <p:grpSpPr>
          <a:xfrm>
            <a:off x="1557814" y="1048465"/>
            <a:ext cx="4412457" cy="3327797"/>
            <a:chOff x="720" y="1248"/>
            <a:chExt cx="3706" cy="2795"/>
          </a:xfrm>
        </p:grpSpPr>
        <p:sp>
          <p:nvSpPr>
            <p:cNvPr id="3089" name="Rectangle 10"/>
            <p:cNvSpPr/>
            <p:nvPr/>
          </p:nvSpPr>
          <p:spPr>
            <a:xfrm>
              <a:off x="1076" y="3869"/>
              <a:ext cx="43" cy="174"/>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 </a:t>
              </a:r>
            </a:p>
          </p:txBody>
        </p:sp>
        <p:sp>
          <p:nvSpPr>
            <p:cNvPr id="3090" name="Freeform 11"/>
            <p:cNvSpPr/>
            <p:nvPr>
              <p:custDataLst>
                <p:tags r:id="rId3"/>
              </p:custDataLst>
            </p:nvPr>
          </p:nvSpPr>
          <p:spPr>
            <a:xfrm>
              <a:off x="1336" y="3845"/>
              <a:ext cx="56" cy="112"/>
            </a:xfrm>
            <a:custGeom>
              <a:avLst/>
              <a:gdLst>
                <a:gd name="txL" fmla="*/ 0 w 56"/>
                <a:gd name="txT" fmla="*/ 0 h 112"/>
                <a:gd name="txR" fmla="*/ 56 w 56"/>
                <a:gd name="txB" fmla="*/ 112 h 112"/>
              </a:gdLst>
              <a:ahLst/>
              <a:cxnLst>
                <a:cxn ang="0">
                  <a:pos x="24" y="112"/>
                </a:cxn>
                <a:cxn ang="0">
                  <a:pos x="0" y="0"/>
                </a:cxn>
                <a:cxn ang="0">
                  <a:pos x="24" y="0"/>
                </a:cxn>
                <a:cxn ang="0">
                  <a:pos x="56" y="0"/>
                </a:cxn>
                <a:cxn ang="0">
                  <a:pos x="24" y="112"/>
                </a:cxn>
              </a:cxnLst>
              <a:rect l="txL" t="txT" r="txR" b="txB"/>
              <a:pathLst>
                <a:path w="56" h="112">
                  <a:moveTo>
                    <a:pt x="24" y="112"/>
                  </a:moveTo>
                  <a:lnTo>
                    <a:pt x="0" y="0"/>
                  </a:lnTo>
                  <a:lnTo>
                    <a:pt x="24" y="0"/>
                  </a:lnTo>
                  <a:lnTo>
                    <a:pt x="56" y="0"/>
                  </a:lnTo>
                  <a:lnTo>
                    <a:pt x="24" y="11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091" name="Freeform 12"/>
            <p:cNvSpPr/>
            <p:nvPr>
              <p:custDataLst>
                <p:tags r:id="rId4"/>
              </p:custDataLst>
            </p:nvPr>
          </p:nvSpPr>
          <p:spPr>
            <a:xfrm>
              <a:off x="1336" y="1365"/>
              <a:ext cx="56" cy="120"/>
            </a:xfrm>
            <a:custGeom>
              <a:avLst/>
              <a:gdLst>
                <a:gd name="txL" fmla="*/ 0 w 56"/>
                <a:gd name="txT" fmla="*/ 0 h 120"/>
                <a:gd name="txR" fmla="*/ 56 w 56"/>
                <a:gd name="txB" fmla="*/ 120 h 120"/>
              </a:gdLst>
              <a:ahLst/>
              <a:cxnLst>
                <a:cxn ang="0">
                  <a:pos x="24" y="0"/>
                </a:cxn>
                <a:cxn ang="0">
                  <a:pos x="56" y="120"/>
                </a:cxn>
                <a:cxn ang="0">
                  <a:pos x="24" y="120"/>
                </a:cxn>
                <a:cxn ang="0">
                  <a:pos x="0" y="120"/>
                </a:cxn>
                <a:cxn ang="0">
                  <a:pos x="24" y="0"/>
                </a:cxn>
              </a:cxnLst>
              <a:rect l="txL" t="txT" r="txR" b="txB"/>
              <a:pathLst>
                <a:path w="56" h="120">
                  <a:moveTo>
                    <a:pt x="24" y="0"/>
                  </a:moveTo>
                  <a:lnTo>
                    <a:pt x="56" y="120"/>
                  </a:lnTo>
                  <a:lnTo>
                    <a:pt x="24" y="120"/>
                  </a:lnTo>
                  <a:lnTo>
                    <a:pt x="0" y="120"/>
                  </a:lnTo>
                  <a:lnTo>
                    <a:pt x="24" y="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092" name="Line 13"/>
            <p:cNvSpPr/>
            <p:nvPr/>
          </p:nvSpPr>
          <p:spPr>
            <a:xfrm flipV="1">
              <a:off x="1360" y="3773"/>
              <a:ext cx="1" cy="64"/>
            </a:xfrm>
            <a:prstGeom prst="line">
              <a:avLst/>
            </a:prstGeom>
            <a:ln w="12700" cap="flat" cmpd="sng">
              <a:solidFill>
                <a:srgbClr val="000000"/>
              </a:solidFill>
              <a:prstDash val="solid"/>
              <a:headEnd type="none" w="med" len="med"/>
              <a:tailEnd type="none" w="med" len="med"/>
            </a:ln>
          </p:spPr>
        </p:sp>
        <p:sp>
          <p:nvSpPr>
            <p:cNvPr id="3093" name="Line 14"/>
            <p:cNvSpPr/>
            <p:nvPr/>
          </p:nvSpPr>
          <p:spPr>
            <a:xfrm flipV="1">
              <a:off x="1360" y="3629"/>
              <a:ext cx="1" cy="64"/>
            </a:xfrm>
            <a:prstGeom prst="line">
              <a:avLst/>
            </a:prstGeom>
            <a:ln w="12700" cap="flat" cmpd="sng">
              <a:solidFill>
                <a:srgbClr val="000000"/>
              </a:solidFill>
              <a:prstDash val="solid"/>
              <a:headEnd type="none" w="med" len="med"/>
              <a:tailEnd type="none" w="med" len="med"/>
            </a:ln>
          </p:spPr>
        </p:sp>
        <p:sp>
          <p:nvSpPr>
            <p:cNvPr id="3094" name="Line 15"/>
            <p:cNvSpPr/>
            <p:nvPr/>
          </p:nvSpPr>
          <p:spPr>
            <a:xfrm flipV="1">
              <a:off x="1360" y="3485"/>
              <a:ext cx="1" cy="64"/>
            </a:xfrm>
            <a:prstGeom prst="line">
              <a:avLst/>
            </a:prstGeom>
            <a:ln w="12700" cap="flat" cmpd="sng">
              <a:solidFill>
                <a:srgbClr val="000000"/>
              </a:solidFill>
              <a:prstDash val="solid"/>
              <a:headEnd type="none" w="med" len="med"/>
              <a:tailEnd type="none" w="med" len="med"/>
            </a:ln>
          </p:spPr>
        </p:sp>
        <p:sp>
          <p:nvSpPr>
            <p:cNvPr id="3095" name="Line 16"/>
            <p:cNvSpPr/>
            <p:nvPr/>
          </p:nvSpPr>
          <p:spPr>
            <a:xfrm flipV="1">
              <a:off x="1360" y="3341"/>
              <a:ext cx="1" cy="64"/>
            </a:xfrm>
            <a:prstGeom prst="line">
              <a:avLst/>
            </a:prstGeom>
            <a:ln w="12700" cap="flat" cmpd="sng">
              <a:solidFill>
                <a:srgbClr val="000000"/>
              </a:solidFill>
              <a:prstDash val="solid"/>
              <a:headEnd type="none" w="med" len="med"/>
              <a:tailEnd type="none" w="med" len="med"/>
            </a:ln>
          </p:spPr>
        </p:sp>
        <p:sp>
          <p:nvSpPr>
            <p:cNvPr id="3096" name="Line 17"/>
            <p:cNvSpPr/>
            <p:nvPr/>
          </p:nvSpPr>
          <p:spPr>
            <a:xfrm flipV="1">
              <a:off x="1360" y="3197"/>
              <a:ext cx="1" cy="64"/>
            </a:xfrm>
            <a:prstGeom prst="line">
              <a:avLst/>
            </a:prstGeom>
            <a:ln w="12700" cap="flat" cmpd="sng">
              <a:solidFill>
                <a:srgbClr val="000000"/>
              </a:solidFill>
              <a:prstDash val="solid"/>
              <a:headEnd type="none" w="med" len="med"/>
              <a:tailEnd type="none" w="med" len="med"/>
            </a:ln>
          </p:spPr>
        </p:sp>
        <p:sp>
          <p:nvSpPr>
            <p:cNvPr id="3097" name="Line 18"/>
            <p:cNvSpPr/>
            <p:nvPr/>
          </p:nvSpPr>
          <p:spPr>
            <a:xfrm flipV="1">
              <a:off x="1360" y="3053"/>
              <a:ext cx="1" cy="64"/>
            </a:xfrm>
            <a:prstGeom prst="line">
              <a:avLst/>
            </a:prstGeom>
            <a:ln w="12700" cap="flat" cmpd="sng">
              <a:solidFill>
                <a:srgbClr val="000000"/>
              </a:solidFill>
              <a:prstDash val="solid"/>
              <a:headEnd type="none" w="med" len="med"/>
              <a:tailEnd type="none" w="med" len="med"/>
            </a:ln>
          </p:spPr>
        </p:sp>
        <p:sp>
          <p:nvSpPr>
            <p:cNvPr id="3098" name="Line 19"/>
            <p:cNvSpPr/>
            <p:nvPr/>
          </p:nvSpPr>
          <p:spPr>
            <a:xfrm flipV="1">
              <a:off x="1360" y="2909"/>
              <a:ext cx="1" cy="64"/>
            </a:xfrm>
            <a:prstGeom prst="line">
              <a:avLst/>
            </a:prstGeom>
            <a:ln w="12700" cap="flat" cmpd="sng">
              <a:solidFill>
                <a:srgbClr val="000000"/>
              </a:solidFill>
              <a:prstDash val="solid"/>
              <a:headEnd type="none" w="med" len="med"/>
              <a:tailEnd type="none" w="med" len="med"/>
            </a:ln>
          </p:spPr>
        </p:sp>
        <p:sp>
          <p:nvSpPr>
            <p:cNvPr id="3099" name="Line 20"/>
            <p:cNvSpPr/>
            <p:nvPr/>
          </p:nvSpPr>
          <p:spPr>
            <a:xfrm flipV="1">
              <a:off x="1360" y="2765"/>
              <a:ext cx="1" cy="64"/>
            </a:xfrm>
            <a:prstGeom prst="line">
              <a:avLst/>
            </a:prstGeom>
            <a:ln w="12700" cap="flat" cmpd="sng">
              <a:solidFill>
                <a:srgbClr val="000000"/>
              </a:solidFill>
              <a:prstDash val="solid"/>
              <a:headEnd type="none" w="med" len="med"/>
              <a:tailEnd type="none" w="med" len="med"/>
            </a:ln>
          </p:spPr>
        </p:sp>
        <p:sp>
          <p:nvSpPr>
            <p:cNvPr id="3100" name="Line 21"/>
            <p:cNvSpPr/>
            <p:nvPr/>
          </p:nvSpPr>
          <p:spPr>
            <a:xfrm flipV="1">
              <a:off x="1360" y="2621"/>
              <a:ext cx="1" cy="64"/>
            </a:xfrm>
            <a:prstGeom prst="line">
              <a:avLst/>
            </a:prstGeom>
            <a:ln w="12700" cap="flat" cmpd="sng">
              <a:solidFill>
                <a:srgbClr val="000000"/>
              </a:solidFill>
              <a:prstDash val="solid"/>
              <a:headEnd type="none" w="med" len="med"/>
              <a:tailEnd type="none" w="med" len="med"/>
            </a:ln>
          </p:spPr>
        </p:sp>
        <p:sp>
          <p:nvSpPr>
            <p:cNvPr id="3101" name="Line 22"/>
            <p:cNvSpPr/>
            <p:nvPr/>
          </p:nvSpPr>
          <p:spPr>
            <a:xfrm flipV="1">
              <a:off x="1360" y="2477"/>
              <a:ext cx="1" cy="64"/>
            </a:xfrm>
            <a:prstGeom prst="line">
              <a:avLst/>
            </a:prstGeom>
            <a:ln w="12700" cap="flat" cmpd="sng">
              <a:solidFill>
                <a:srgbClr val="000000"/>
              </a:solidFill>
              <a:prstDash val="solid"/>
              <a:headEnd type="none" w="med" len="med"/>
              <a:tailEnd type="none" w="med" len="med"/>
            </a:ln>
          </p:spPr>
        </p:sp>
        <p:sp>
          <p:nvSpPr>
            <p:cNvPr id="3102" name="Line 23"/>
            <p:cNvSpPr/>
            <p:nvPr/>
          </p:nvSpPr>
          <p:spPr>
            <a:xfrm flipV="1">
              <a:off x="1360" y="2333"/>
              <a:ext cx="1" cy="64"/>
            </a:xfrm>
            <a:prstGeom prst="line">
              <a:avLst/>
            </a:prstGeom>
            <a:ln w="12700" cap="flat" cmpd="sng">
              <a:solidFill>
                <a:srgbClr val="000000"/>
              </a:solidFill>
              <a:prstDash val="solid"/>
              <a:headEnd type="none" w="med" len="med"/>
              <a:tailEnd type="none" w="med" len="med"/>
            </a:ln>
          </p:spPr>
        </p:sp>
        <p:sp>
          <p:nvSpPr>
            <p:cNvPr id="3103" name="Line 24"/>
            <p:cNvSpPr/>
            <p:nvPr/>
          </p:nvSpPr>
          <p:spPr>
            <a:xfrm flipV="1">
              <a:off x="1360" y="2189"/>
              <a:ext cx="1" cy="64"/>
            </a:xfrm>
            <a:prstGeom prst="line">
              <a:avLst/>
            </a:prstGeom>
            <a:ln w="12700" cap="flat" cmpd="sng">
              <a:solidFill>
                <a:srgbClr val="000000"/>
              </a:solidFill>
              <a:prstDash val="solid"/>
              <a:headEnd type="none" w="med" len="med"/>
              <a:tailEnd type="none" w="med" len="med"/>
            </a:ln>
          </p:spPr>
        </p:sp>
        <p:sp>
          <p:nvSpPr>
            <p:cNvPr id="3104" name="Line 25"/>
            <p:cNvSpPr/>
            <p:nvPr/>
          </p:nvSpPr>
          <p:spPr>
            <a:xfrm flipV="1">
              <a:off x="1360" y="2045"/>
              <a:ext cx="1" cy="64"/>
            </a:xfrm>
            <a:prstGeom prst="line">
              <a:avLst/>
            </a:prstGeom>
            <a:ln w="12700" cap="flat" cmpd="sng">
              <a:solidFill>
                <a:srgbClr val="000000"/>
              </a:solidFill>
              <a:prstDash val="solid"/>
              <a:headEnd type="none" w="med" len="med"/>
              <a:tailEnd type="none" w="med" len="med"/>
            </a:ln>
          </p:spPr>
        </p:sp>
        <p:sp>
          <p:nvSpPr>
            <p:cNvPr id="3105" name="Line 26"/>
            <p:cNvSpPr/>
            <p:nvPr/>
          </p:nvSpPr>
          <p:spPr>
            <a:xfrm flipV="1">
              <a:off x="1360" y="1901"/>
              <a:ext cx="1" cy="64"/>
            </a:xfrm>
            <a:prstGeom prst="line">
              <a:avLst/>
            </a:prstGeom>
            <a:ln w="12700" cap="flat" cmpd="sng">
              <a:solidFill>
                <a:srgbClr val="000000"/>
              </a:solidFill>
              <a:prstDash val="solid"/>
              <a:headEnd type="none" w="med" len="med"/>
              <a:tailEnd type="none" w="med" len="med"/>
            </a:ln>
          </p:spPr>
        </p:sp>
        <p:sp>
          <p:nvSpPr>
            <p:cNvPr id="3106" name="Line 27"/>
            <p:cNvSpPr/>
            <p:nvPr/>
          </p:nvSpPr>
          <p:spPr>
            <a:xfrm flipV="1">
              <a:off x="1360" y="1757"/>
              <a:ext cx="1" cy="64"/>
            </a:xfrm>
            <a:prstGeom prst="line">
              <a:avLst/>
            </a:prstGeom>
            <a:ln w="12700" cap="flat" cmpd="sng">
              <a:solidFill>
                <a:srgbClr val="000000"/>
              </a:solidFill>
              <a:prstDash val="solid"/>
              <a:headEnd type="none" w="med" len="med"/>
              <a:tailEnd type="none" w="med" len="med"/>
            </a:ln>
          </p:spPr>
        </p:sp>
        <p:sp>
          <p:nvSpPr>
            <p:cNvPr id="3107" name="Line 28"/>
            <p:cNvSpPr/>
            <p:nvPr/>
          </p:nvSpPr>
          <p:spPr>
            <a:xfrm flipV="1">
              <a:off x="1360" y="1613"/>
              <a:ext cx="1" cy="64"/>
            </a:xfrm>
            <a:prstGeom prst="line">
              <a:avLst/>
            </a:prstGeom>
            <a:ln w="12700" cap="flat" cmpd="sng">
              <a:solidFill>
                <a:srgbClr val="000000"/>
              </a:solidFill>
              <a:prstDash val="solid"/>
              <a:headEnd type="none" w="med" len="med"/>
              <a:tailEnd type="none" w="med" len="med"/>
            </a:ln>
          </p:spPr>
        </p:sp>
        <p:sp>
          <p:nvSpPr>
            <p:cNvPr id="3108" name="Line 29"/>
            <p:cNvSpPr/>
            <p:nvPr/>
          </p:nvSpPr>
          <p:spPr>
            <a:xfrm flipV="1">
              <a:off x="1360" y="1485"/>
              <a:ext cx="1" cy="48"/>
            </a:xfrm>
            <a:prstGeom prst="line">
              <a:avLst/>
            </a:prstGeom>
            <a:ln w="12700" cap="flat" cmpd="sng">
              <a:solidFill>
                <a:srgbClr val="000000"/>
              </a:solidFill>
              <a:prstDash val="solid"/>
              <a:headEnd type="none" w="med" len="med"/>
              <a:tailEnd type="none" w="med" len="med"/>
            </a:ln>
          </p:spPr>
        </p:sp>
        <p:sp>
          <p:nvSpPr>
            <p:cNvPr id="3109" name="Freeform 30"/>
            <p:cNvSpPr/>
            <p:nvPr>
              <p:custDataLst>
                <p:tags r:id="rId5"/>
              </p:custDataLst>
            </p:nvPr>
          </p:nvSpPr>
          <p:spPr>
            <a:xfrm>
              <a:off x="3200" y="3853"/>
              <a:ext cx="56" cy="112"/>
            </a:xfrm>
            <a:custGeom>
              <a:avLst/>
              <a:gdLst>
                <a:gd name="txL" fmla="*/ 0 w 56"/>
                <a:gd name="txT" fmla="*/ 0 h 112"/>
                <a:gd name="txR" fmla="*/ 56 w 56"/>
                <a:gd name="txB" fmla="*/ 112 h 112"/>
              </a:gdLst>
              <a:ahLst/>
              <a:cxnLst>
                <a:cxn ang="0">
                  <a:pos x="24" y="112"/>
                </a:cxn>
                <a:cxn ang="0">
                  <a:pos x="0" y="0"/>
                </a:cxn>
                <a:cxn ang="0">
                  <a:pos x="24" y="0"/>
                </a:cxn>
                <a:cxn ang="0">
                  <a:pos x="56" y="0"/>
                </a:cxn>
                <a:cxn ang="0">
                  <a:pos x="24" y="112"/>
                </a:cxn>
              </a:cxnLst>
              <a:rect l="txL" t="txT" r="txR" b="txB"/>
              <a:pathLst>
                <a:path w="56" h="112">
                  <a:moveTo>
                    <a:pt x="24" y="112"/>
                  </a:moveTo>
                  <a:lnTo>
                    <a:pt x="0" y="0"/>
                  </a:lnTo>
                  <a:lnTo>
                    <a:pt x="24" y="0"/>
                  </a:lnTo>
                  <a:lnTo>
                    <a:pt x="56" y="0"/>
                  </a:lnTo>
                  <a:lnTo>
                    <a:pt x="24" y="11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110" name="Freeform 31"/>
            <p:cNvSpPr/>
            <p:nvPr>
              <p:custDataLst>
                <p:tags r:id="rId6"/>
              </p:custDataLst>
            </p:nvPr>
          </p:nvSpPr>
          <p:spPr>
            <a:xfrm>
              <a:off x="3200" y="1373"/>
              <a:ext cx="56" cy="120"/>
            </a:xfrm>
            <a:custGeom>
              <a:avLst/>
              <a:gdLst>
                <a:gd name="txL" fmla="*/ 0 w 56"/>
                <a:gd name="txT" fmla="*/ 0 h 120"/>
                <a:gd name="txR" fmla="*/ 56 w 56"/>
                <a:gd name="txB" fmla="*/ 120 h 120"/>
              </a:gdLst>
              <a:ahLst/>
              <a:cxnLst>
                <a:cxn ang="0">
                  <a:pos x="24" y="0"/>
                </a:cxn>
                <a:cxn ang="0">
                  <a:pos x="56" y="120"/>
                </a:cxn>
                <a:cxn ang="0">
                  <a:pos x="24" y="120"/>
                </a:cxn>
                <a:cxn ang="0">
                  <a:pos x="0" y="120"/>
                </a:cxn>
                <a:cxn ang="0">
                  <a:pos x="24" y="0"/>
                </a:cxn>
              </a:cxnLst>
              <a:rect l="txL" t="txT" r="txR" b="txB"/>
              <a:pathLst>
                <a:path w="56" h="120">
                  <a:moveTo>
                    <a:pt x="24" y="0"/>
                  </a:moveTo>
                  <a:lnTo>
                    <a:pt x="56" y="120"/>
                  </a:lnTo>
                  <a:lnTo>
                    <a:pt x="24" y="120"/>
                  </a:lnTo>
                  <a:lnTo>
                    <a:pt x="0" y="120"/>
                  </a:lnTo>
                  <a:lnTo>
                    <a:pt x="24" y="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111" name="Line 32"/>
            <p:cNvSpPr/>
            <p:nvPr/>
          </p:nvSpPr>
          <p:spPr>
            <a:xfrm flipV="1">
              <a:off x="3224" y="3781"/>
              <a:ext cx="1" cy="64"/>
            </a:xfrm>
            <a:prstGeom prst="line">
              <a:avLst/>
            </a:prstGeom>
            <a:ln w="12700" cap="flat" cmpd="sng">
              <a:solidFill>
                <a:srgbClr val="000000"/>
              </a:solidFill>
              <a:prstDash val="solid"/>
              <a:headEnd type="none" w="med" len="med"/>
              <a:tailEnd type="none" w="med" len="med"/>
            </a:ln>
          </p:spPr>
        </p:sp>
        <p:sp>
          <p:nvSpPr>
            <p:cNvPr id="3112" name="Line 33"/>
            <p:cNvSpPr/>
            <p:nvPr/>
          </p:nvSpPr>
          <p:spPr>
            <a:xfrm flipV="1">
              <a:off x="3224" y="3637"/>
              <a:ext cx="1" cy="64"/>
            </a:xfrm>
            <a:prstGeom prst="line">
              <a:avLst/>
            </a:prstGeom>
            <a:ln w="12700" cap="flat" cmpd="sng">
              <a:solidFill>
                <a:srgbClr val="000000"/>
              </a:solidFill>
              <a:prstDash val="solid"/>
              <a:headEnd type="none" w="med" len="med"/>
              <a:tailEnd type="none" w="med" len="med"/>
            </a:ln>
          </p:spPr>
        </p:sp>
        <p:sp>
          <p:nvSpPr>
            <p:cNvPr id="3113" name="Line 34"/>
            <p:cNvSpPr/>
            <p:nvPr/>
          </p:nvSpPr>
          <p:spPr>
            <a:xfrm flipV="1">
              <a:off x="3224" y="3493"/>
              <a:ext cx="1" cy="64"/>
            </a:xfrm>
            <a:prstGeom prst="line">
              <a:avLst/>
            </a:prstGeom>
            <a:ln w="12700" cap="flat" cmpd="sng">
              <a:solidFill>
                <a:srgbClr val="000000"/>
              </a:solidFill>
              <a:prstDash val="solid"/>
              <a:headEnd type="none" w="med" len="med"/>
              <a:tailEnd type="none" w="med" len="med"/>
            </a:ln>
          </p:spPr>
        </p:sp>
        <p:sp>
          <p:nvSpPr>
            <p:cNvPr id="3114" name="Line 35"/>
            <p:cNvSpPr/>
            <p:nvPr/>
          </p:nvSpPr>
          <p:spPr>
            <a:xfrm flipV="1">
              <a:off x="3224" y="3349"/>
              <a:ext cx="1" cy="64"/>
            </a:xfrm>
            <a:prstGeom prst="line">
              <a:avLst/>
            </a:prstGeom>
            <a:ln w="12700" cap="flat" cmpd="sng">
              <a:solidFill>
                <a:srgbClr val="000000"/>
              </a:solidFill>
              <a:prstDash val="solid"/>
              <a:headEnd type="none" w="med" len="med"/>
              <a:tailEnd type="none" w="med" len="med"/>
            </a:ln>
          </p:spPr>
        </p:sp>
        <p:sp>
          <p:nvSpPr>
            <p:cNvPr id="3115" name="Line 36"/>
            <p:cNvSpPr/>
            <p:nvPr/>
          </p:nvSpPr>
          <p:spPr>
            <a:xfrm flipV="1">
              <a:off x="3224" y="3205"/>
              <a:ext cx="1" cy="64"/>
            </a:xfrm>
            <a:prstGeom prst="line">
              <a:avLst/>
            </a:prstGeom>
            <a:ln w="12700" cap="flat" cmpd="sng">
              <a:solidFill>
                <a:srgbClr val="000000"/>
              </a:solidFill>
              <a:prstDash val="solid"/>
              <a:headEnd type="none" w="med" len="med"/>
              <a:tailEnd type="none" w="med" len="med"/>
            </a:ln>
          </p:spPr>
        </p:sp>
        <p:sp>
          <p:nvSpPr>
            <p:cNvPr id="3116" name="Line 37"/>
            <p:cNvSpPr/>
            <p:nvPr/>
          </p:nvSpPr>
          <p:spPr>
            <a:xfrm flipV="1">
              <a:off x="3224" y="3061"/>
              <a:ext cx="1" cy="64"/>
            </a:xfrm>
            <a:prstGeom prst="line">
              <a:avLst/>
            </a:prstGeom>
            <a:ln w="12700" cap="flat" cmpd="sng">
              <a:solidFill>
                <a:srgbClr val="000000"/>
              </a:solidFill>
              <a:prstDash val="solid"/>
              <a:headEnd type="none" w="med" len="med"/>
              <a:tailEnd type="none" w="med" len="med"/>
            </a:ln>
          </p:spPr>
        </p:sp>
        <p:sp>
          <p:nvSpPr>
            <p:cNvPr id="3117" name="Line 38"/>
            <p:cNvSpPr/>
            <p:nvPr/>
          </p:nvSpPr>
          <p:spPr>
            <a:xfrm flipV="1">
              <a:off x="3224" y="2917"/>
              <a:ext cx="1" cy="64"/>
            </a:xfrm>
            <a:prstGeom prst="line">
              <a:avLst/>
            </a:prstGeom>
            <a:ln w="12700" cap="flat" cmpd="sng">
              <a:solidFill>
                <a:srgbClr val="000000"/>
              </a:solidFill>
              <a:prstDash val="solid"/>
              <a:headEnd type="none" w="med" len="med"/>
              <a:tailEnd type="none" w="med" len="med"/>
            </a:ln>
          </p:spPr>
        </p:sp>
        <p:sp>
          <p:nvSpPr>
            <p:cNvPr id="3118" name="Line 39"/>
            <p:cNvSpPr/>
            <p:nvPr/>
          </p:nvSpPr>
          <p:spPr>
            <a:xfrm flipV="1">
              <a:off x="3224" y="2773"/>
              <a:ext cx="1" cy="64"/>
            </a:xfrm>
            <a:prstGeom prst="line">
              <a:avLst/>
            </a:prstGeom>
            <a:ln w="12700" cap="flat" cmpd="sng">
              <a:solidFill>
                <a:srgbClr val="000000"/>
              </a:solidFill>
              <a:prstDash val="solid"/>
              <a:headEnd type="none" w="med" len="med"/>
              <a:tailEnd type="none" w="med" len="med"/>
            </a:ln>
          </p:spPr>
        </p:sp>
        <p:sp>
          <p:nvSpPr>
            <p:cNvPr id="3119" name="Line 40"/>
            <p:cNvSpPr/>
            <p:nvPr/>
          </p:nvSpPr>
          <p:spPr>
            <a:xfrm flipV="1">
              <a:off x="3224" y="2629"/>
              <a:ext cx="1" cy="64"/>
            </a:xfrm>
            <a:prstGeom prst="line">
              <a:avLst/>
            </a:prstGeom>
            <a:ln w="12700" cap="flat" cmpd="sng">
              <a:solidFill>
                <a:srgbClr val="000000"/>
              </a:solidFill>
              <a:prstDash val="solid"/>
              <a:headEnd type="none" w="med" len="med"/>
              <a:tailEnd type="none" w="med" len="med"/>
            </a:ln>
          </p:spPr>
        </p:sp>
        <p:sp>
          <p:nvSpPr>
            <p:cNvPr id="3120" name="Line 41"/>
            <p:cNvSpPr/>
            <p:nvPr/>
          </p:nvSpPr>
          <p:spPr>
            <a:xfrm flipV="1">
              <a:off x="3224" y="2485"/>
              <a:ext cx="1" cy="64"/>
            </a:xfrm>
            <a:prstGeom prst="line">
              <a:avLst/>
            </a:prstGeom>
            <a:ln w="12700" cap="flat" cmpd="sng">
              <a:solidFill>
                <a:srgbClr val="000000"/>
              </a:solidFill>
              <a:prstDash val="solid"/>
              <a:headEnd type="none" w="med" len="med"/>
              <a:tailEnd type="none" w="med" len="med"/>
            </a:ln>
          </p:spPr>
        </p:sp>
        <p:sp>
          <p:nvSpPr>
            <p:cNvPr id="3121" name="Line 42"/>
            <p:cNvSpPr/>
            <p:nvPr/>
          </p:nvSpPr>
          <p:spPr>
            <a:xfrm flipV="1">
              <a:off x="3224" y="2341"/>
              <a:ext cx="1" cy="64"/>
            </a:xfrm>
            <a:prstGeom prst="line">
              <a:avLst/>
            </a:prstGeom>
            <a:ln w="12700" cap="flat" cmpd="sng">
              <a:solidFill>
                <a:srgbClr val="000000"/>
              </a:solidFill>
              <a:prstDash val="solid"/>
              <a:headEnd type="none" w="med" len="med"/>
              <a:tailEnd type="none" w="med" len="med"/>
            </a:ln>
          </p:spPr>
        </p:sp>
        <p:sp>
          <p:nvSpPr>
            <p:cNvPr id="3122" name="Line 43"/>
            <p:cNvSpPr/>
            <p:nvPr/>
          </p:nvSpPr>
          <p:spPr>
            <a:xfrm flipV="1">
              <a:off x="3224" y="2197"/>
              <a:ext cx="1" cy="64"/>
            </a:xfrm>
            <a:prstGeom prst="line">
              <a:avLst/>
            </a:prstGeom>
            <a:ln w="12700" cap="flat" cmpd="sng">
              <a:solidFill>
                <a:srgbClr val="000000"/>
              </a:solidFill>
              <a:prstDash val="solid"/>
              <a:headEnd type="none" w="med" len="med"/>
              <a:tailEnd type="none" w="med" len="med"/>
            </a:ln>
          </p:spPr>
        </p:sp>
        <p:sp>
          <p:nvSpPr>
            <p:cNvPr id="3123" name="Line 44"/>
            <p:cNvSpPr/>
            <p:nvPr/>
          </p:nvSpPr>
          <p:spPr>
            <a:xfrm flipV="1">
              <a:off x="3224" y="2053"/>
              <a:ext cx="1" cy="64"/>
            </a:xfrm>
            <a:prstGeom prst="line">
              <a:avLst/>
            </a:prstGeom>
            <a:ln w="12700" cap="flat" cmpd="sng">
              <a:solidFill>
                <a:srgbClr val="000000"/>
              </a:solidFill>
              <a:prstDash val="solid"/>
              <a:headEnd type="none" w="med" len="med"/>
              <a:tailEnd type="none" w="med" len="med"/>
            </a:ln>
          </p:spPr>
        </p:sp>
        <p:sp>
          <p:nvSpPr>
            <p:cNvPr id="3124" name="Line 45"/>
            <p:cNvSpPr/>
            <p:nvPr/>
          </p:nvSpPr>
          <p:spPr>
            <a:xfrm flipV="1">
              <a:off x="3224" y="1909"/>
              <a:ext cx="1" cy="64"/>
            </a:xfrm>
            <a:prstGeom prst="line">
              <a:avLst/>
            </a:prstGeom>
            <a:ln w="12700" cap="flat" cmpd="sng">
              <a:solidFill>
                <a:srgbClr val="000000"/>
              </a:solidFill>
              <a:prstDash val="solid"/>
              <a:headEnd type="none" w="med" len="med"/>
              <a:tailEnd type="none" w="med" len="med"/>
            </a:ln>
          </p:spPr>
        </p:sp>
        <p:sp>
          <p:nvSpPr>
            <p:cNvPr id="3125" name="Line 46"/>
            <p:cNvSpPr/>
            <p:nvPr/>
          </p:nvSpPr>
          <p:spPr>
            <a:xfrm flipV="1">
              <a:off x="3224" y="1765"/>
              <a:ext cx="1" cy="64"/>
            </a:xfrm>
            <a:prstGeom prst="line">
              <a:avLst/>
            </a:prstGeom>
            <a:ln w="12700" cap="flat" cmpd="sng">
              <a:solidFill>
                <a:srgbClr val="000000"/>
              </a:solidFill>
              <a:prstDash val="solid"/>
              <a:headEnd type="none" w="med" len="med"/>
              <a:tailEnd type="none" w="med" len="med"/>
            </a:ln>
          </p:spPr>
        </p:sp>
        <p:sp>
          <p:nvSpPr>
            <p:cNvPr id="3126" name="Line 47"/>
            <p:cNvSpPr/>
            <p:nvPr/>
          </p:nvSpPr>
          <p:spPr>
            <a:xfrm flipV="1">
              <a:off x="3224" y="1621"/>
              <a:ext cx="1" cy="64"/>
            </a:xfrm>
            <a:prstGeom prst="line">
              <a:avLst/>
            </a:prstGeom>
            <a:ln w="12700" cap="flat" cmpd="sng">
              <a:solidFill>
                <a:srgbClr val="000000"/>
              </a:solidFill>
              <a:prstDash val="solid"/>
              <a:headEnd type="none" w="med" len="med"/>
              <a:tailEnd type="none" w="med" len="med"/>
            </a:ln>
          </p:spPr>
        </p:sp>
        <p:sp>
          <p:nvSpPr>
            <p:cNvPr id="3127" name="Line 48"/>
            <p:cNvSpPr/>
            <p:nvPr/>
          </p:nvSpPr>
          <p:spPr>
            <a:xfrm flipV="1">
              <a:off x="3224" y="1493"/>
              <a:ext cx="1" cy="48"/>
            </a:xfrm>
            <a:prstGeom prst="line">
              <a:avLst/>
            </a:prstGeom>
            <a:ln w="12700" cap="flat" cmpd="sng">
              <a:solidFill>
                <a:srgbClr val="000000"/>
              </a:solidFill>
              <a:prstDash val="solid"/>
              <a:headEnd type="none" w="med" len="med"/>
              <a:tailEnd type="none" w="med" len="med"/>
            </a:ln>
          </p:spPr>
        </p:sp>
        <p:grpSp>
          <p:nvGrpSpPr>
            <p:cNvPr id="3128" name="Group 49"/>
            <p:cNvGrpSpPr/>
            <p:nvPr/>
          </p:nvGrpSpPr>
          <p:grpSpPr>
            <a:xfrm>
              <a:off x="992" y="1269"/>
              <a:ext cx="72" cy="2504"/>
              <a:chOff x="1280" y="920"/>
              <a:chExt cx="72" cy="2504"/>
            </a:xfrm>
          </p:grpSpPr>
          <p:sp>
            <p:nvSpPr>
              <p:cNvPr id="3190" name="Freeform 50"/>
              <p:cNvSpPr/>
              <p:nvPr>
                <p:custDataLst>
                  <p:tags r:id="rId14"/>
                </p:custDataLst>
              </p:nvPr>
            </p:nvSpPr>
            <p:spPr>
              <a:xfrm>
                <a:off x="1280" y="920"/>
                <a:ext cx="72" cy="112"/>
              </a:xfrm>
              <a:custGeom>
                <a:avLst/>
                <a:gdLst>
                  <a:gd name="txL" fmla="*/ 0 w 72"/>
                  <a:gd name="txT" fmla="*/ 0 h 112"/>
                  <a:gd name="txR" fmla="*/ 72 w 72"/>
                  <a:gd name="txB" fmla="*/ 112 h 112"/>
                </a:gdLst>
                <a:ahLst/>
                <a:cxnLst>
                  <a:cxn ang="0">
                    <a:pos x="32" y="0"/>
                  </a:cxn>
                  <a:cxn ang="0">
                    <a:pos x="72" y="112"/>
                  </a:cxn>
                  <a:cxn ang="0">
                    <a:pos x="32" y="72"/>
                  </a:cxn>
                  <a:cxn ang="0">
                    <a:pos x="0" y="112"/>
                  </a:cxn>
                  <a:cxn ang="0">
                    <a:pos x="32" y="0"/>
                  </a:cxn>
                </a:cxnLst>
                <a:rect l="txL" t="txT" r="txR" b="txB"/>
                <a:pathLst>
                  <a:path w="72" h="112">
                    <a:moveTo>
                      <a:pt x="32" y="0"/>
                    </a:moveTo>
                    <a:lnTo>
                      <a:pt x="72" y="112"/>
                    </a:lnTo>
                    <a:lnTo>
                      <a:pt x="32" y="72"/>
                    </a:lnTo>
                    <a:lnTo>
                      <a:pt x="0" y="112"/>
                    </a:lnTo>
                    <a:lnTo>
                      <a:pt x="32" y="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191" name="Line 51"/>
              <p:cNvSpPr/>
              <p:nvPr/>
            </p:nvSpPr>
            <p:spPr>
              <a:xfrm flipV="1">
                <a:off x="1312" y="992"/>
                <a:ext cx="1" cy="2432"/>
              </a:xfrm>
              <a:prstGeom prst="line">
                <a:avLst/>
              </a:prstGeom>
              <a:ln w="12700" cap="flat" cmpd="sng">
                <a:solidFill>
                  <a:srgbClr val="000000"/>
                </a:solidFill>
                <a:prstDash val="solid"/>
                <a:headEnd type="none" w="med" len="med"/>
                <a:tailEnd type="none" w="med" len="med"/>
              </a:ln>
            </p:spPr>
          </p:sp>
        </p:grpSp>
        <p:grpSp>
          <p:nvGrpSpPr>
            <p:cNvPr id="3129" name="Group 52"/>
            <p:cNvGrpSpPr/>
            <p:nvPr/>
          </p:nvGrpSpPr>
          <p:grpSpPr>
            <a:xfrm>
              <a:off x="888" y="3565"/>
              <a:ext cx="3328" cy="80"/>
              <a:chOff x="1176" y="3216"/>
              <a:chExt cx="3328" cy="80"/>
            </a:xfrm>
          </p:grpSpPr>
          <p:sp>
            <p:nvSpPr>
              <p:cNvPr id="3188" name="Freeform 53"/>
              <p:cNvSpPr/>
              <p:nvPr>
                <p:custDataLst>
                  <p:tags r:id="rId13"/>
                </p:custDataLst>
              </p:nvPr>
            </p:nvSpPr>
            <p:spPr>
              <a:xfrm>
                <a:off x="4392" y="3216"/>
                <a:ext cx="112" cy="80"/>
              </a:xfrm>
              <a:custGeom>
                <a:avLst/>
                <a:gdLst>
                  <a:gd name="txL" fmla="*/ 0 w 112"/>
                  <a:gd name="txT" fmla="*/ 0 h 80"/>
                  <a:gd name="txR" fmla="*/ 112 w 112"/>
                  <a:gd name="txB" fmla="*/ 80 h 80"/>
                </a:gdLst>
                <a:ahLst/>
                <a:cxnLst>
                  <a:cxn ang="0">
                    <a:pos x="112" y="40"/>
                  </a:cxn>
                  <a:cxn ang="0">
                    <a:pos x="0" y="80"/>
                  </a:cxn>
                  <a:cxn ang="0">
                    <a:pos x="32" y="40"/>
                  </a:cxn>
                  <a:cxn ang="0">
                    <a:pos x="0" y="0"/>
                  </a:cxn>
                  <a:cxn ang="0">
                    <a:pos x="112" y="40"/>
                  </a:cxn>
                </a:cxnLst>
                <a:rect l="txL" t="txT" r="txR" b="txB"/>
                <a:pathLst>
                  <a:path w="112" h="80">
                    <a:moveTo>
                      <a:pt x="112" y="40"/>
                    </a:moveTo>
                    <a:lnTo>
                      <a:pt x="0" y="80"/>
                    </a:lnTo>
                    <a:lnTo>
                      <a:pt x="32" y="40"/>
                    </a:lnTo>
                    <a:lnTo>
                      <a:pt x="0" y="0"/>
                    </a:lnTo>
                    <a:lnTo>
                      <a:pt x="112" y="4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189" name="Line 54"/>
              <p:cNvSpPr/>
              <p:nvPr/>
            </p:nvSpPr>
            <p:spPr>
              <a:xfrm>
                <a:off x="1176" y="3256"/>
                <a:ext cx="3248" cy="1"/>
              </a:xfrm>
              <a:prstGeom prst="line">
                <a:avLst/>
              </a:prstGeom>
              <a:ln w="12700" cap="flat" cmpd="sng">
                <a:solidFill>
                  <a:srgbClr val="000000"/>
                </a:solidFill>
                <a:prstDash val="solid"/>
                <a:headEnd type="none" w="med" len="med"/>
                <a:tailEnd type="none" w="med" len="med"/>
              </a:ln>
            </p:spPr>
          </p:sp>
        </p:grpSp>
        <p:grpSp>
          <p:nvGrpSpPr>
            <p:cNvPr id="3130" name="Group 55"/>
            <p:cNvGrpSpPr/>
            <p:nvPr/>
          </p:nvGrpSpPr>
          <p:grpSpPr>
            <a:xfrm>
              <a:off x="720" y="3125"/>
              <a:ext cx="3040" cy="56"/>
              <a:chOff x="1008" y="2776"/>
              <a:chExt cx="3040" cy="56"/>
            </a:xfrm>
          </p:grpSpPr>
          <p:sp>
            <p:nvSpPr>
              <p:cNvPr id="3166" name="Freeform 56"/>
              <p:cNvSpPr/>
              <p:nvPr>
                <p:custDataLst>
                  <p:tags r:id="rId11"/>
                </p:custDataLst>
              </p:nvPr>
            </p:nvSpPr>
            <p:spPr>
              <a:xfrm>
                <a:off x="1008" y="2776"/>
                <a:ext cx="112" cy="56"/>
              </a:xfrm>
              <a:custGeom>
                <a:avLst/>
                <a:gdLst>
                  <a:gd name="txL" fmla="*/ 0 w 112"/>
                  <a:gd name="txT" fmla="*/ 0 h 56"/>
                  <a:gd name="txR" fmla="*/ 112 w 112"/>
                  <a:gd name="txB" fmla="*/ 56 h 56"/>
                </a:gdLst>
                <a:ahLst/>
                <a:cxnLst>
                  <a:cxn ang="0">
                    <a:pos x="0" y="32"/>
                  </a:cxn>
                  <a:cxn ang="0">
                    <a:pos x="112" y="0"/>
                  </a:cxn>
                  <a:cxn ang="0">
                    <a:pos x="112" y="32"/>
                  </a:cxn>
                  <a:cxn ang="0">
                    <a:pos x="112" y="56"/>
                  </a:cxn>
                  <a:cxn ang="0">
                    <a:pos x="0" y="32"/>
                  </a:cxn>
                </a:cxnLst>
                <a:rect l="txL" t="txT" r="txR" b="txB"/>
                <a:pathLst>
                  <a:path w="112" h="56">
                    <a:moveTo>
                      <a:pt x="0" y="32"/>
                    </a:moveTo>
                    <a:lnTo>
                      <a:pt x="112" y="0"/>
                    </a:lnTo>
                    <a:lnTo>
                      <a:pt x="112" y="32"/>
                    </a:lnTo>
                    <a:lnTo>
                      <a:pt x="112" y="56"/>
                    </a:lnTo>
                    <a:lnTo>
                      <a:pt x="0" y="3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167" name="Freeform 57"/>
              <p:cNvSpPr/>
              <p:nvPr>
                <p:custDataLst>
                  <p:tags r:id="rId12"/>
                </p:custDataLst>
              </p:nvPr>
            </p:nvSpPr>
            <p:spPr>
              <a:xfrm>
                <a:off x="3936" y="2776"/>
                <a:ext cx="112" cy="56"/>
              </a:xfrm>
              <a:custGeom>
                <a:avLst/>
                <a:gdLst>
                  <a:gd name="txL" fmla="*/ 0 w 112"/>
                  <a:gd name="txT" fmla="*/ 0 h 56"/>
                  <a:gd name="txR" fmla="*/ 112 w 112"/>
                  <a:gd name="txB" fmla="*/ 56 h 56"/>
                </a:gdLst>
                <a:ahLst/>
                <a:cxnLst>
                  <a:cxn ang="0">
                    <a:pos x="112" y="32"/>
                  </a:cxn>
                  <a:cxn ang="0">
                    <a:pos x="0" y="56"/>
                  </a:cxn>
                  <a:cxn ang="0">
                    <a:pos x="0" y="32"/>
                  </a:cxn>
                  <a:cxn ang="0">
                    <a:pos x="0" y="0"/>
                  </a:cxn>
                  <a:cxn ang="0">
                    <a:pos x="112" y="32"/>
                  </a:cxn>
                </a:cxnLst>
                <a:rect l="txL" t="txT" r="txR" b="txB"/>
                <a:pathLst>
                  <a:path w="112" h="56">
                    <a:moveTo>
                      <a:pt x="112" y="32"/>
                    </a:moveTo>
                    <a:lnTo>
                      <a:pt x="0" y="56"/>
                    </a:lnTo>
                    <a:lnTo>
                      <a:pt x="0" y="32"/>
                    </a:lnTo>
                    <a:lnTo>
                      <a:pt x="0" y="0"/>
                    </a:lnTo>
                    <a:lnTo>
                      <a:pt x="112" y="3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168" name="Line 58"/>
              <p:cNvSpPr/>
              <p:nvPr/>
            </p:nvSpPr>
            <p:spPr>
              <a:xfrm>
                <a:off x="1120" y="2808"/>
                <a:ext cx="64" cy="1"/>
              </a:xfrm>
              <a:prstGeom prst="line">
                <a:avLst/>
              </a:prstGeom>
              <a:ln w="12700" cap="flat" cmpd="sng">
                <a:solidFill>
                  <a:srgbClr val="000000"/>
                </a:solidFill>
                <a:prstDash val="solid"/>
                <a:headEnd type="none" w="med" len="med"/>
                <a:tailEnd type="none" w="med" len="med"/>
              </a:ln>
            </p:spPr>
          </p:sp>
          <p:sp>
            <p:nvSpPr>
              <p:cNvPr id="3169" name="Line 59"/>
              <p:cNvSpPr/>
              <p:nvPr/>
            </p:nvSpPr>
            <p:spPr>
              <a:xfrm>
                <a:off x="1264" y="2808"/>
                <a:ext cx="64" cy="1"/>
              </a:xfrm>
              <a:prstGeom prst="line">
                <a:avLst/>
              </a:prstGeom>
              <a:ln w="12700" cap="flat" cmpd="sng">
                <a:solidFill>
                  <a:srgbClr val="000000"/>
                </a:solidFill>
                <a:prstDash val="solid"/>
                <a:headEnd type="none" w="med" len="med"/>
                <a:tailEnd type="none" w="med" len="med"/>
              </a:ln>
            </p:spPr>
          </p:sp>
          <p:sp>
            <p:nvSpPr>
              <p:cNvPr id="3170" name="Line 60"/>
              <p:cNvSpPr/>
              <p:nvPr/>
            </p:nvSpPr>
            <p:spPr>
              <a:xfrm>
                <a:off x="1408" y="2808"/>
                <a:ext cx="64" cy="1"/>
              </a:xfrm>
              <a:prstGeom prst="line">
                <a:avLst/>
              </a:prstGeom>
              <a:ln w="12700" cap="flat" cmpd="sng">
                <a:solidFill>
                  <a:srgbClr val="000000"/>
                </a:solidFill>
                <a:prstDash val="solid"/>
                <a:headEnd type="none" w="med" len="med"/>
                <a:tailEnd type="none" w="med" len="med"/>
              </a:ln>
            </p:spPr>
          </p:sp>
          <p:sp>
            <p:nvSpPr>
              <p:cNvPr id="3171" name="Line 61"/>
              <p:cNvSpPr/>
              <p:nvPr/>
            </p:nvSpPr>
            <p:spPr>
              <a:xfrm>
                <a:off x="1552" y="2808"/>
                <a:ext cx="64" cy="1"/>
              </a:xfrm>
              <a:prstGeom prst="line">
                <a:avLst/>
              </a:prstGeom>
              <a:ln w="12700" cap="flat" cmpd="sng">
                <a:solidFill>
                  <a:srgbClr val="000000"/>
                </a:solidFill>
                <a:prstDash val="solid"/>
                <a:headEnd type="none" w="med" len="med"/>
                <a:tailEnd type="none" w="med" len="med"/>
              </a:ln>
            </p:spPr>
          </p:sp>
          <p:sp>
            <p:nvSpPr>
              <p:cNvPr id="3172" name="Line 62"/>
              <p:cNvSpPr/>
              <p:nvPr/>
            </p:nvSpPr>
            <p:spPr>
              <a:xfrm>
                <a:off x="1696" y="2808"/>
                <a:ext cx="64" cy="1"/>
              </a:xfrm>
              <a:prstGeom prst="line">
                <a:avLst/>
              </a:prstGeom>
              <a:ln w="12700" cap="flat" cmpd="sng">
                <a:solidFill>
                  <a:srgbClr val="000000"/>
                </a:solidFill>
                <a:prstDash val="solid"/>
                <a:headEnd type="none" w="med" len="med"/>
                <a:tailEnd type="none" w="med" len="med"/>
              </a:ln>
            </p:spPr>
          </p:sp>
          <p:sp>
            <p:nvSpPr>
              <p:cNvPr id="3173" name="Line 63"/>
              <p:cNvSpPr/>
              <p:nvPr/>
            </p:nvSpPr>
            <p:spPr>
              <a:xfrm>
                <a:off x="1840" y="2808"/>
                <a:ext cx="64" cy="1"/>
              </a:xfrm>
              <a:prstGeom prst="line">
                <a:avLst/>
              </a:prstGeom>
              <a:ln w="12700" cap="flat" cmpd="sng">
                <a:solidFill>
                  <a:srgbClr val="000000"/>
                </a:solidFill>
                <a:prstDash val="solid"/>
                <a:headEnd type="none" w="med" len="med"/>
                <a:tailEnd type="none" w="med" len="med"/>
              </a:ln>
            </p:spPr>
          </p:sp>
          <p:sp>
            <p:nvSpPr>
              <p:cNvPr id="3174" name="Line 64"/>
              <p:cNvSpPr/>
              <p:nvPr/>
            </p:nvSpPr>
            <p:spPr>
              <a:xfrm>
                <a:off x="1984" y="2808"/>
                <a:ext cx="64" cy="1"/>
              </a:xfrm>
              <a:prstGeom prst="line">
                <a:avLst/>
              </a:prstGeom>
              <a:ln w="12700" cap="flat" cmpd="sng">
                <a:solidFill>
                  <a:srgbClr val="000000"/>
                </a:solidFill>
                <a:prstDash val="solid"/>
                <a:headEnd type="none" w="med" len="med"/>
                <a:tailEnd type="none" w="med" len="med"/>
              </a:ln>
            </p:spPr>
          </p:sp>
          <p:sp>
            <p:nvSpPr>
              <p:cNvPr id="3175" name="Line 65"/>
              <p:cNvSpPr/>
              <p:nvPr/>
            </p:nvSpPr>
            <p:spPr>
              <a:xfrm>
                <a:off x="2128" y="2808"/>
                <a:ext cx="64" cy="1"/>
              </a:xfrm>
              <a:prstGeom prst="line">
                <a:avLst/>
              </a:prstGeom>
              <a:ln w="12700" cap="flat" cmpd="sng">
                <a:solidFill>
                  <a:srgbClr val="000000"/>
                </a:solidFill>
                <a:prstDash val="solid"/>
                <a:headEnd type="none" w="med" len="med"/>
                <a:tailEnd type="none" w="med" len="med"/>
              </a:ln>
            </p:spPr>
          </p:sp>
          <p:sp>
            <p:nvSpPr>
              <p:cNvPr id="3176" name="Line 66"/>
              <p:cNvSpPr/>
              <p:nvPr/>
            </p:nvSpPr>
            <p:spPr>
              <a:xfrm>
                <a:off x="2272" y="2808"/>
                <a:ext cx="64" cy="1"/>
              </a:xfrm>
              <a:prstGeom prst="line">
                <a:avLst/>
              </a:prstGeom>
              <a:ln w="12700" cap="flat" cmpd="sng">
                <a:solidFill>
                  <a:srgbClr val="000000"/>
                </a:solidFill>
                <a:prstDash val="solid"/>
                <a:headEnd type="none" w="med" len="med"/>
                <a:tailEnd type="none" w="med" len="med"/>
              </a:ln>
            </p:spPr>
          </p:sp>
          <p:sp>
            <p:nvSpPr>
              <p:cNvPr id="3177" name="Line 67"/>
              <p:cNvSpPr/>
              <p:nvPr/>
            </p:nvSpPr>
            <p:spPr>
              <a:xfrm>
                <a:off x="2416" y="2808"/>
                <a:ext cx="64" cy="1"/>
              </a:xfrm>
              <a:prstGeom prst="line">
                <a:avLst/>
              </a:prstGeom>
              <a:ln w="12700" cap="flat" cmpd="sng">
                <a:solidFill>
                  <a:srgbClr val="000000"/>
                </a:solidFill>
                <a:prstDash val="solid"/>
                <a:headEnd type="none" w="med" len="med"/>
                <a:tailEnd type="none" w="med" len="med"/>
              </a:ln>
            </p:spPr>
          </p:sp>
          <p:sp>
            <p:nvSpPr>
              <p:cNvPr id="3178" name="Line 68"/>
              <p:cNvSpPr/>
              <p:nvPr/>
            </p:nvSpPr>
            <p:spPr>
              <a:xfrm>
                <a:off x="2560" y="2808"/>
                <a:ext cx="64" cy="1"/>
              </a:xfrm>
              <a:prstGeom prst="line">
                <a:avLst/>
              </a:prstGeom>
              <a:ln w="12700" cap="flat" cmpd="sng">
                <a:solidFill>
                  <a:srgbClr val="000000"/>
                </a:solidFill>
                <a:prstDash val="solid"/>
                <a:headEnd type="none" w="med" len="med"/>
                <a:tailEnd type="none" w="med" len="med"/>
              </a:ln>
            </p:spPr>
          </p:sp>
          <p:sp>
            <p:nvSpPr>
              <p:cNvPr id="3179" name="Line 69"/>
              <p:cNvSpPr/>
              <p:nvPr/>
            </p:nvSpPr>
            <p:spPr>
              <a:xfrm>
                <a:off x="2704" y="2808"/>
                <a:ext cx="64" cy="1"/>
              </a:xfrm>
              <a:prstGeom prst="line">
                <a:avLst/>
              </a:prstGeom>
              <a:ln w="12700" cap="flat" cmpd="sng">
                <a:solidFill>
                  <a:srgbClr val="000000"/>
                </a:solidFill>
                <a:prstDash val="solid"/>
                <a:headEnd type="none" w="med" len="med"/>
                <a:tailEnd type="none" w="med" len="med"/>
              </a:ln>
            </p:spPr>
          </p:sp>
          <p:sp>
            <p:nvSpPr>
              <p:cNvPr id="3180" name="Line 70"/>
              <p:cNvSpPr/>
              <p:nvPr/>
            </p:nvSpPr>
            <p:spPr>
              <a:xfrm>
                <a:off x="2848" y="2808"/>
                <a:ext cx="64" cy="1"/>
              </a:xfrm>
              <a:prstGeom prst="line">
                <a:avLst/>
              </a:prstGeom>
              <a:ln w="12700" cap="flat" cmpd="sng">
                <a:solidFill>
                  <a:srgbClr val="000000"/>
                </a:solidFill>
                <a:prstDash val="solid"/>
                <a:headEnd type="none" w="med" len="med"/>
                <a:tailEnd type="none" w="med" len="med"/>
              </a:ln>
            </p:spPr>
          </p:sp>
          <p:sp>
            <p:nvSpPr>
              <p:cNvPr id="3181" name="Line 71"/>
              <p:cNvSpPr/>
              <p:nvPr/>
            </p:nvSpPr>
            <p:spPr>
              <a:xfrm>
                <a:off x="2992" y="2808"/>
                <a:ext cx="64" cy="1"/>
              </a:xfrm>
              <a:prstGeom prst="line">
                <a:avLst/>
              </a:prstGeom>
              <a:ln w="12700" cap="flat" cmpd="sng">
                <a:solidFill>
                  <a:srgbClr val="000000"/>
                </a:solidFill>
                <a:prstDash val="solid"/>
                <a:headEnd type="none" w="med" len="med"/>
                <a:tailEnd type="none" w="med" len="med"/>
              </a:ln>
            </p:spPr>
          </p:sp>
          <p:sp>
            <p:nvSpPr>
              <p:cNvPr id="3182" name="Line 72"/>
              <p:cNvSpPr/>
              <p:nvPr/>
            </p:nvSpPr>
            <p:spPr>
              <a:xfrm>
                <a:off x="3136" y="2808"/>
                <a:ext cx="64" cy="1"/>
              </a:xfrm>
              <a:prstGeom prst="line">
                <a:avLst/>
              </a:prstGeom>
              <a:ln w="12700" cap="flat" cmpd="sng">
                <a:solidFill>
                  <a:srgbClr val="000000"/>
                </a:solidFill>
                <a:prstDash val="solid"/>
                <a:headEnd type="none" w="med" len="med"/>
                <a:tailEnd type="none" w="med" len="med"/>
              </a:ln>
            </p:spPr>
          </p:sp>
          <p:sp>
            <p:nvSpPr>
              <p:cNvPr id="3183" name="Line 73"/>
              <p:cNvSpPr/>
              <p:nvPr/>
            </p:nvSpPr>
            <p:spPr>
              <a:xfrm>
                <a:off x="3280" y="2808"/>
                <a:ext cx="64" cy="1"/>
              </a:xfrm>
              <a:prstGeom prst="line">
                <a:avLst/>
              </a:prstGeom>
              <a:ln w="12700" cap="flat" cmpd="sng">
                <a:solidFill>
                  <a:srgbClr val="000000"/>
                </a:solidFill>
                <a:prstDash val="solid"/>
                <a:headEnd type="none" w="med" len="med"/>
                <a:tailEnd type="none" w="med" len="med"/>
              </a:ln>
            </p:spPr>
          </p:sp>
          <p:sp>
            <p:nvSpPr>
              <p:cNvPr id="3184" name="Line 74"/>
              <p:cNvSpPr/>
              <p:nvPr/>
            </p:nvSpPr>
            <p:spPr>
              <a:xfrm>
                <a:off x="3424" y="2808"/>
                <a:ext cx="64" cy="1"/>
              </a:xfrm>
              <a:prstGeom prst="line">
                <a:avLst/>
              </a:prstGeom>
              <a:ln w="12700" cap="flat" cmpd="sng">
                <a:solidFill>
                  <a:srgbClr val="000000"/>
                </a:solidFill>
                <a:prstDash val="solid"/>
                <a:headEnd type="none" w="med" len="med"/>
                <a:tailEnd type="none" w="med" len="med"/>
              </a:ln>
            </p:spPr>
          </p:sp>
          <p:sp>
            <p:nvSpPr>
              <p:cNvPr id="3185" name="Line 75"/>
              <p:cNvSpPr/>
              <p:nvPr/>
            </p:nvSpPr>
            <p:spPr>
              <a:xfrm>
                <a:off x="3568" y="2808"/>
                <a:ext cx="64" cy="1"/>
              </a:xfrm>
              <a:prstGeom prst="line">
                <a:avLst/>
              </a:prstGeom>
              <a:ln w="12700" cap="flat" cmpd="sng">
                <a:solidFill>
                  <a:srgbClr val="000000"/>
                </a:solidFill>
                <a:prstDash val="solid"/>
                <a:headEnd type="none" w="med" len="med"/>
                <a:tailEnd type="none" w="med" len="med"/>
              </a:ln>
            </p:spPr>
          </p:sp>
          <p:sp>
            <p:nvSpPr>
              <p:cNvPr id="3186" name="Line 76"/>
              <p:cNvSpPr/>
              <p:nvPr/>
            </p:nvSpPr>
            <p:spPr>
              <a:xfrm>
                <a:off x="3712" y="2808"/>
                <a:ext cx="64" cy="1"/>
              </a:xfrm>
              <a:prstGeom prst="line">
                <a:avLst/>
              </a:prstGeom>
              <a:ln w="12700" cap="flat" cmpd="sng">
                <a:solidFill>
                  <a:srgbClr val="000000"/>
                </a:solidFill>
                <a:prstDash val="solid"/>
                <a:headEnd type="none" w="med" len="med"/>
                <a:tailEnd type="none" w="med" len="med"/>
              </a:ln>
            </p:spPr>
          </p:sp>
          <p:sp>
            <p:nvSpPr>
              <p:cNvPr id="3187" name="Line 77"/>
              <p:cNvSpPr/>
              <p:nvPr/>
            </p:nvSpPr>
            <p:spPr>
              <a:xfrm>
                <a:off x="3856" y="2808"/>
                <a:ext cx="64" cy="1"/>
              </a:xfrm>
              <a:prstGeom prst="line">
                <a:avLst/>
              </a:prstGeom>
              <a:ln w="12700" cap="flat" cmpd="sng">
                <a:solidFill>
                  <a:srgbClr val="000000"/>
                </a:solidFill>
                <a:prstDash val="solid"/>
                <a:headEnd type="none" w="med" len="med"/>
                <a:tailEnd type="none" w="med" len="med"/>
              </a:ln>
            </p:spPr>
          </p:sp>
        </p:grpSp>
        <p:grpSp>
          <p:nvGrpSpPr>
            <p:cNvPr id="3131" name="Group 78"/>
            <p:cNvGrpSpPr/>
            <p:nvPr/>
          </p:nvGrpSpPr>
          <p:grpSpPr>
            <a:xfrm>
              <a:off x="720" y="1837"/>
              <a:ext cx="3048" cy="56"/>
              <a:chOff x="1008" y="1488"/>
              <a:chExt cx="3048" cy="56"/>
            </a:xfrm>
          </p:grpSpPr>
          <p:sp>
            <p:nvSpPr>
              <p:cNvPr id="3144" name="Freeform 79"/>
              <p:cNvSpPr/>
              <p:nvPr>
                <p:custDataLst>
                  <p:tags r:id="rId9"/>
                </p:custDataLst>
              </p:nvPr>
            </p:nvSpPr>
            <p:spPr>
              <a:xfrm>
                <a:off x="1008" y="1488"/>
                <a:ext cx="112" cy="56"/>
              </a:xfrm>
              <a:custGeom>
                <a:avLst/>
                <a:gdLst>
                  <a:gd name="txL" fmla="*/ 0 w 112"/>
                  <a:gd name="txT" fmla="*/ 0 h 56"/>
                  <a:gd name="txR" fmla="*/ 112 w 112"/>
                  <a:gd name="txB" fmla="*/ 56 h 56"/>
                </a:gdLst>
                <a:ahLst/>
                <a:cxnLst>
                  <a:cxn ang="0">
                    <a:pos x="0" y="32"/>
                  </a:cxn>
                  <a:cxn ang="0">
                    <a:pos x="112" y="0"/>
                  </a:cxn>
                  <a:cxn ang="0">
                    <a:pos x="112" y="32"/>
                  </a:cxn>
                  <a:cxn ang="0">
                    <a:pos x="112" y="56"/>
                  </a:cxn>
                  <a:cxn ang="0">
                    <a:pos x="0" y="32"/>
                  </a:cxn>
                </a:cxnLst>
                <a:rect l="txL" t="txT" r="txR" b="txB"/>
                <a:pathLst>
                  <a:path w="112" h="56">
                    <a:moveTo>
                      <a:pt x="0" y="32"/>
                    </a:moveTo>
                    <a:lnTo>
                      <a:pt x="112" y="0"/>
                    </a:lnTo>
                    <a:lnTo>
                      <a:pt x="112" y="32"/>
                    </a:lnTo>
                    <a:lnTo>
                      <a:pt x="112" y="56"/>
                    </a:lnTo>
                    <a:lnTo>
                      <a:pt x="0" y="3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145" name="Freeform 80"/>
              <p:cNvSpPr/>
              <p:nvPr>
                <p:custDataLst>
                  <p:tags r:id="rId10"/>
                </p:custDataLst>
              </p:nvPr>
            </p:nvSpPr>
            <p:spPr>
              <a:xfrm>
                <a:off x="3944" y="1488"/>
                <a:ext cx="112" cy="56"/>
              </a:xfrm>
              <a:custGeom>
                <a:avLst/>
                <a:gdLst>
                  <a:gd name="txL" fmla="*/ 0 w 112"/>
                  <a:gd name="txT" fmla="*/ 0 h 56"/>
                  <a:gd name="txR" fmla="*/ 112 w 112"/>
                  <a:gd name="txB" fmla="*/ 56 h 56"/>
                </a:gdLst>
                <a:ahLst/>
                <a:cxnLst>
                  <a:cxn ang="0">
                    <a:pos x="112" y="32"/>
                  </a:cxn>
                  <a:cxn ang="0">
                    <a:pos x="0" y="56"/>
                  </a:cxn>
                  <a:cxn ang="0">
                    <a:pos x="0" y="32"/>
                  </a:cxn>
                  <a:cxn ang="0">
                    <a:pos x="0" y="0"/>
                  </a:cxn>
                  <a:cxn ang="0">
                    <a:pos x="112" y="32"/>
                  </a:cxn>
                </a:cxnLst>
                <a:rect l="txL" t="txT" r="txR" b="txB"/>
                <a:pathLst>
                  <a:path w="112" h="56">
                    <a:moveTo>
                      <a:pt x="112" y="32"/>
                    </a:moveTo>
                    <a:lnTo>
                      <a:pt x="0" y="56"/>
                    </a:lnTo>
                    <a:lnTo>
                      <a:pt x="0" y="32"/>
                    </a:lnTo>
                    <a:lnTo>
                      <a:pt x="0" y="0"/>
                    </a:lnTo>
                    <a:lnTo>
                      <a:pt x="112" y="3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146" name="Line 81"/>
              <p:cNvSpPr/>
              <p:nvPr/>
            </p:nvSpPr>
            <p:spPr>
              <a:xfrm>
                <a:off x="1120" y="1520"/>
                <a:ext cx="64" cy="1"/>
              </a:xfrm>
              <a:prstGeom prst="line">
                <a:avLst/>
              </a:prstGeom>
              <a:ln w="12700" cap="flat" cmpd="sng">
                <a:solidFill>
                  <a:srgbClr val="000000"/>
                </a:solidFill>
                <a:prstDash val="solid"/>
                <a:headEnd type="none" w="med" len="med"/>
                <a:tailEnd type="none" w="med" len="med"/>
              </a:ln>
            </p:spPr>
          </p:sp>
          <p:sp>
            <p:nvSpPr>
              <p:cNvPr id="3147" name="Line 82"/>
              <p:cNvSpPr/>
              <p:nvPr/>
            </p:nvSpPr>
            <p:spPr>
              <a:xfrm>
                <a:off x="1264" y="1520"/>
                <a:ext cx="64" cy="1"/>
              </a:xfrm>
              <a:prstGeom prst="line">
                <a:avLst/>
              </a:prstGeom>
              <a:ln w="12700" cap="flat" cmpd="sng">
                <a:solidFill>
                  <a:srgbClr val="000000"/>
                </a:solidFill>
                <a:prstDash val="solid"/>
                <a:headEnd type="none" w="med" len="med"/>
                <a:tailEnd type="none" w="med" len="med"/>
              </a:ln>
            </p:spPr>
          </p:sp>
          <p:sp>
            <p:nvSpPr>
              <p:cNvPr id="3148" name="Line 83"/>
              <p:cNvSpPr/>
              <p:nvPr/>
            </p:nvSpPr>
            <p:spPr>
              <a:xfrm>
                <a:off x="1408" y="1520"/>
                <a:ext cx="64" cy="1"/>
              </a:xfrm>
              <a:prstGeom prst="line">
                <a:avLst/>
              </a:prstGeom>
              <a:ln w="12700" cap="flat" cmpd="sng">
                <a:solidFill>
                  <a:srgbClr val="000000"/>
                </a:solidFill>
                <a:prstDash val="solid"/>
                <a:headEnd type="none" w="med" len="med"/>
                <a:tailEnd type="none" w="med" len="med"/>
              </a:ln>
            </p:spPr>
          </p:sp>
          <p:sp>
            <p:nvSpPr>
              <p:cNvPr id="3149" name="Line 84"/>
              <p:cNvSpPr/>
              <p:nvPr/>
            </p:nvSpPr>
            <p:spPr>
              <a:xfrm>
                <a:off x="1552" y="1520"/>
                <a:ext cx="64" cy="1"/>
              </a:xfrm>
              <a:prstGeom prst="line">
                <a:avLst/>
              </a:prstGeom>
              <a:ln w="12700" cap="flat" cmpd="sng">
                <a:solidFill>
                  <a:srgbClr val="000000"/>
                </a:solidFill>
                <a:prstDash val="solid"/>
                <a:headEnd type="none" w="med" len="med"/>
                <a:tailEnd type="none" w="med" len="med"/>
              </a:ln>
            </p:spPr>
          </p:sp>
          <p:sp>
            <p:nvSpPr>
              <p:cNvPr id="3150" name="Line 85"/>
              <p:cNvSpPr/>
              <p:nvPr/>
            </p:nvSpPr>
            <p:spPr>
              <a:xfrm>
                <a:off x="1696" y="1520"/>
                <a:ext cx="64" cy="1"/>
              </a:xfrm>
              <a:prstGeom prst="line">
                <a:avLst/>
              </a:prstGeom>
              <a:ln w="12700" cap="flat" cmpd="sng">
                <a:solidFill>
                  <a:srgbClr val="000000"/>
                </a:solidFill>
                <a:prstDash val="solid"/>
                <a:headEnd type="none" w="med" len="med"/>
                <a:tailEnd type="none" w="med" len="med"/>
              </a:ln>
            </p:spPr>
          </p:sp>
          <p:sp>
            <p:nvSpPr>
              <p:cNvPr id="3151" name="Line 86"/>
              <p:cNvSpPr/>
              <p:nvPr/>
            </p:nvSpPr>
            <p:spPr>
              <a:xfrm>
                <a:off x="1840" y="1520"/>
                <a:ext cx="64" cy="1"/>
              </a:xfrm>
              <a:prstGeom prst="line">
                <a:avLst/>
              </a:prstGeom>
              <a:ln w="12700" cap="flat" cmpd="sng">
                <a:solidFill>
                  <a:srgbClr val="000000"/>
                </a:solidFill>
                <a:prstDash val="solid"/>
                <a:headEnd type="none" w="med" len="med"/>
                <a:tailEnd type="none" w="med" len="med"/>
              </a:ln>
            </p:spPr>
          </p:sp>
          <p:sp>
            <p:nvSpPr>
              <p:cNvPr id="3152" name="Line 87"/>
              <p:cNvSpPr/>
              <p:nvPr/>
            </p:nvSpPr>
            <p:spPr>
              <a:xfrm>
                <a:off x="1984" y="1520"/>
                <a:ext cx="64" cy="1"/>
              </a:xfrm>
              <a:prstGeom prst="line">
                <a:avLst/>
              </a:prstGeom>
              <a:ln w="12700" cap="flat" cmpd="sng">
                <a:solidFill>
                  <a:srgbClr val="000000"/>
                </a:solidFill>
                <a:prstDash val="solid"/>
                <a:headEnd type="none" w="med" len="med"/>
                <a:tailEnd type="none" w="med" len="med"/>
              </a:ln>
            </p:spPr>
          </p:sp>
          <p:sp>
            <p:nvSpPr>
              <p:cNvPr id="3153" name="Line 88"/>
              <p:cNvSpPr/>
              <p:nvPr/>
            </p:nvSpPr>
            <p:spPr>
              <a:xfrm>
                <a:off x="2128" y="1520"/>
                <a:ext cx="64" cy="1"/>
              </a:xfrm>
              <a:prstGeom prst="line">
                <a:avLst/>
              </a:prstGeom>
              <a:ln w="12700" cap="flat" cmpd="sng">
                <a:solidFill>
                  <a:srgbClr val="000000"/>
                </a:solidFill>
                <a:prstDash val="solid"/>
                <a:headEnd type="none" w="med" len="med"/>
                <a:tailEnd type="none" w="med" len="med"/>
              </a:ln>
            </p:spPr>
          </p:sp>
          <p:sp>
            <p:nvSpPr>
              <p:cNvPr id="3154" name="Line 89"/>
              <p:cNvSpPr/>
              <p:nvPr/>
            </p:nvSpPr>
            <p:spPr>
              <a:xfrm>
                <a:off x="2272" y="1520"/>
                <a:ext cx="64" cy="1"/>
              </a:xfrm>
              <a:prstGeom prst="line">
                <a:avLst/>
              </a:prstGeom>
              <a:ln w="12700" cap="flat" cmpd="sng">
                <a:solidFill>
                  <a:srgbClr val="000000"/>
                </a:solidFill>
                <a:prstDash val="solid"/>
                <a:headEnd type="none" w="med" len="med"/>
                <a:tailEnd type="none" w="med" len="med"/>
              </a:ln>
            </p:spPr>
          </p:sp>
          <p:sp>
            <p:nvSpPr>
              <p:cNvPr id="3155" name="Line 90"/>
              <p:cNvSpPr/>
              <p:nvPr/>
            </p:nvSpPr>
            <p:spPr>
              <a:xfrm>
                <a:off x="2416" y="1520"/>
                <a:ext cx="64" cy="1"/>
              </a:xfrm>
              <a:prstGeom prst="line">
                <a:avLst/>
              </a:prstGeom>
              <a:ln w="12700" cap="flat" cmpd="sng">
                <a:solidFill>
                  <a:srgbClr val="000000"/>
                </a:solidFill>
                <a:prstDash val="solid"/>
                <a:headEnd type="none" w="med" len="med"/>
                <a:tailEnd type="none" w="med" len="med"/>
              </a:ln>
            </p:spPr>
          </p:sp>
          <p:sp>
            <p:nvSpPr>
              <p:cNvPr id="3156" name="Line 91"/>
              <p:cNvSpPr/>
              <p:nvPr/>
            </p:nvSpPr>
            <p:spPr>
              <a:xfrm>
                <a:off x="2560" y="1520"/>
                <a:ext cx="64" cy="1"/>
              </a:xfrm>
              <a:prstGeom prst="line">
                <a:avLst/>
              </a:prstGeom>
              <a:ln w="12700" cap="flat" cmpd="sng">
                <a:solidFill>
                  <a:srgbClr val="000000"/>
                </a:solidFill>
                <a:prstDash val="solid"/>
                <a:headEnd type="none" w="med" len="med"/>
                <a:tailEnd type="none" w="med" len="med"/>
              </a:ln>
            </p:spPr>
          </p:sp>
          <p:sp>
            <p:nvSpPr>
              <p:cNvPr id="3157" name="Line 92"/>
              <p:cNvSpPr/>
              <p:nvPr/>
            </p:nvSpPr>
            <p:spPr>
              <a:xfrm>
                <a:off x="2704" y="1520"/>
                <a:ext cx="64" cy="1"/>
              </a:xfrm>
              <a:prstGeom prst="line">
                <a:avLst/>
              </a:prstGeom>
              <a:ln w="12700" cap="flat" cmpd="sng">
                <a:solidFill>
                  <a:srgbClr val="000000"/>
                </a:solidFill>
                <a:prstDash val="solid"/>
                <a:headEnd type="none" w="med" len="med"/>
                <a:tailEnd type="none" w="med" len="med"/>
              </a:ln>
            </p:spPr>
          </p:sp>
          <p:sp>
            <p:nvSpPr>
              <p:cNvPr id="3158" name="Line 93"/>
              <p:cNvSpPr/>
              <p:nvPr/>
            </p:nvSpPr>
            <p:spPr>
              <a:xfrm>
                <a:off x="2848" y="1520"/>
                <a:ext cx="64" cy="1"/>
              </a:xfrm>
              <a:prstGeom prst="line">
                <a:avLst/>
              </a:prstGeom>
              <a:ln w="12700" cap="flat" cmpd="sng">
                <a:solidFill>
                  <a:srgbClr val="000000"/>
                </a:solidFill>
                <a:prstDash val="solid"/>
                <a:headEnd type="none" w="med" len="med"/>
                <a:tailEnd type="none" w="med" len="med"/>
              </a:ln>
            </p:spPr>
          </p:sp>
          <p:sp>
            <p:nvSpPr>
              <p:cNvPr id="3159" name="Line 94"/>
              <p:cNvSpPr/>
              <p:nvPr/>
            </p:nvSpPr>
            <p:spPr>
              <a:xfrm>
                <a:off x="2992" y="1520"/>
                <a:ext cx="64" cy="1"/>
              </a:xfrm>
              <a:prstGeom prst="line">
                <a:avLst/>
              </a:prstGeom>
              <a:ln w="12700" cap="flat" cmpd="sng">
                <a:solidFill>
                  <a:srgbClr val="000000"/>
                </a:solidFill>
                <a:prstDash val="solid"/>
                <a:headEnd type="none" w="med" len="med"/>
                <a:tailEnd type="none" w="med" len="med"/>
              </a:ln>
            </p:spPr>
          </p:sp>
          <p:sp>
            <p:nvSpPr>
              <p:cNvPr id="3160" name="Line 95"/>
              <p:cNvSpPr/>
              <p:nvPr/>
            </p:nvSpPr>
            <p:spPr>
              <a:xfrm>
                <a:off x="3136" y="1520"/>
                <a:ext cx="64" cy="1"/>
              </a:xfrm>
              <a:prstGeom prst="line">
                <a:avLst/>
              </a:prstGeom>
              <a:ln w="12700" cap="flat" cmpd="sng">
                <a:solidFill>
                  <a:srgbClr val="000000"/>
                </a:solidFill>
                <a:prstDash val="solid"/>
                <a:headEnd type="none" w="med" len="med"/>
                <a:tailEnd type="none" w="med" len="med"/>
              </a:ln>
            </p:spPr>
          </p:sp>
          <p:sp>
            <p:nvSpPr>
              <p:cNvPr id="3161" name="Line 96"/>
              <p:cNvSpPr/>
              <p:nvPr/>
            </p:nvSpPr>
            <p:spPr>
              <a:xfrm>
                <a:off x="3280" y="1520"/>
                <a:ext cx="64" cy="1"/>
              </a:xfrm>
              <a:prstGeom prst="line">
                <a:avLst/>
              </a:prstGeom>
              <a:ln w="12700" cap="flat" cmpd="sng">
                <a:solidFill>
                  <a:srgbClr val="000000"/>
                </a:solidFill>
                <a:prstDash val="solid"/>
                <a:headEnd type="none" w="med" len="med"/>
                <a:tailEnd type="none" w="med" len="med"/>
              </a:ln>
            </p:spPr>
          </p:sp>
          <p:sp>
            <p:nvSpPr>
              <p:cNvPr id="3162" name="Line 97"/>
              <p:cNvSpPr/>
              <p:nvPr/>
            </p:nvSpPr>
            <p:spPr>
              <a:xfrm>
                <a:off x="3424" y="1520"/>
                <a:ext cx="64" cy="1"/>
              </a:xfrm>
              <a:prstGeom prst="line">
                <a:avLst/>
              </a:prstGeom>
              <a:ln w="12700" cap="flat" cmpd="sng">
                <a:solidFill>
                  <a:srgbClr val="000000"/>
                </a:solidFill>
                <a:prstDash val="solid"/>
                <a:headEnd type="none" w="med" len="med"/>
                <a:tailEnd type="none" w="med" len="med"/>
              </a:ln>
            </p:spPr>
          </p:sp>
          <p:sp>
            <p:nvSpPr>
              <p:cNvPr id="3163" name="Line 98"/>
              <p:cNvSpPr/>
              <p:nvPr/>
            </p:nvSpPr>
            <p:spPr>
              <a:xfrm>
                <a:off x="3568" y="1520"/>
                <a:ext cx="64" cy="1"/>
              </a:xfrm>
              <a:prstGeom prst="line">
                <a:avLst/>
              </a:prstGeom>
              <a:ln w="12700" cap="flat" cmpd="sng">
                <a:solidFill>
                  <a:srgbClr val="000000"/>
                </a:solidFill>
                <a:prstDash val="solid"/>
                <a:headEnd type="none" w="med" len="med"/>
                <a:tailEnd type="none" w="med" len="med"/>
              </a:ln>
            </p:spPr>
          </p:sp>
          <p:sp>
            <p:nvSpPr>
              <p:cNvPr id="3164" name="Line 99"/>
              <p:cNvSpPr/>
              <p:nvPr/>
            </p:nvSpPr>
            <p:spPr>
              <a:xfrm>
                <a:off x="3712" y="1520"/>
                <a:ext cx="64" cy="1"/>
              </a:xfrm>
              <a:prstGeom prst="line">
                <a:avLst/>
              </a:prstGeom>
              <a:ln w="12700" cap="flat" cmpd="sng">
                <a:solidFill>
                  <a:srgbClr val="000000"/>
                </a:solidFill>
                <a:prstDash val="solid"/>
                <a:headEnd type="none" w="med" len="med"/>
                <a:tailEnd type="none" w="med" len="med"/>
              </a:ln>
            </p:spPr>
          </p:sp>
          <p:sp>
            <p:nvSpPr>
              <p:cNvPr id="3165" name="Line 100"/>
              <p:cNvSpPr/>
              <p:nvPr/>
            </p:nvSpPr>
            <p:spPr>
              <a:xfrm>
                <a:off x="3856" y="1520"/>
                <a:ext cx="64" cy="1"/>
              </a:xfrm>
              <a:prstGeom prst="line">
                <a:avLst/>
              </a:prstGeom>
              <a:ln w="12700" cap="flat" cmpd="sng">
                <a:solidFill>
                  <a:srgbClr val="000000"/>
                </a:solidFill>
                <a:prstDash val="solid"/>
                <a:headEnd type="none" w="med" len="med"/>
                <a:tailEnd type="none" w="med" len="med"/>
              </a:ln>
            </p:spPr>
          </p:sp>
        </p:grpSp>
        <p:sp>
          <p:nvSpPr>
            <p:cNvPr id="3132" name="Rectangle 101"/>
            <p:cNvSpPr/>
            <p:nvPr/>
          </p:nvSpPr>
          <p:spPr>
            <a:xfrm>
              <a:off x="1452" y="3741"/>
              <a:ext cx="83" cy="174"/>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a</a:t>
              </a:r>
            </a:p>
          </p:txBody>
        </p:sp>
        <p:sp>
          <p:nvSpPr>
            <p:cNvPr id="3133" name="Rectangle 102"/>
            <p:cNvSpPr/>
            <p:nvPr/>
          </p:nvSpPr>
          <p:spPr>
            <a:xfrm>
              <a:off x="3324" y="3685"/>
              <a:ext cx="97" cy="174"/>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b</a:t>
              </a:r>
            </a:p>
          </p:txBody>
        </p:sp>
        <p:sp>
          <p:nvSpPr>
            <p:cNvPr id="3134" name="Rectangle 103"/>
            <p:cNvSpPr/>
            <p:nvPr/>
          </p:nvSpPr>
          <p:spPr>
            <a:xfrm>
              <a:off x="820" y="3045"/>
              <a:ext cx="75" cy="174"/>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c</a:t>
              </a:r>
            </a:p>
          </p:txBody>
        </p:sp>
        <p:sp>
          <p:nvSpPr>
            <p:cNvPr id="3135" name="Rectangle 104"/>
            <p:cNvSpPr/>
            <p:nvPr/>
          </p:nvSpPr>
          <p:spPr>
            <a:xfrm>
              <a:off x="844" y="1725"/>
              <a:ext cx="97" cy="174"/>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d</a:t>
              </a:r>
            </a:p>
          </p:txBody>
        </p:sp>
        <p:grpSp>
          <p:nvGrpSpPr>
            <p:cNvPr id="3136" name="Group 105"/>
            <p:cNvGrpSpPr/>
            <p:nvPr/>
          </p:nvGrpSpPr>
          <p:grpSpPr>
            <a:xfrm>
              <a:off x="804" y="1248"/>
              <a:ext cx="166" cy="222"/>
              <a:chOff x="1288" y="808"/>
              <a:chExt cx="166" cy="222"/>
            </a:xfrm>
          </p:grpSpPr>
          <p:sp>
            <p:nvSpPr>
              <p:cNvPr id="3142" name="Rectangle 106"/>
              <p:cNvSpPr/>
              <p:nvPr/>
            </p:nvSpPr>
            <p:spPr>
              <a:xfrm>
                <a:off x="1288" y="808"/>
                <a:ext cx="85" cy="174"/>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x</a:t>
                </a:r>
              </a:p>
            </p:txBody>
          </p:sp>
          <p:sp>
            <p:nvSpPr>
              <p:cNvPr id="3143" name="Rectangle 107"/>
              <p:cNvSpPr/>
              <p:nvPr/>
            </p:nvSpPr>
            <p:spPr>
              <a:xfrm>
                <a:off x="1364" y="856"/>
                <a:ext cx="90" cy="174"/>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2</a:t>
                </a:r>
              </a:p>
            </p:txBody>
          </p:sp>
        </p:grpSp>
        <p:grpSp>
          <p:nvGrpSpPr>
            <p:cNvPr id="3137" name="Group 108"/>
            <p:cNvGrpSpPr/>
            <p:nvPr/>
          </p:nvGrpSpPr>
          <p:grpSpPr>
            <a:xfrm>
              <a:off x="4260" y="3533"/>
              <a:ext cx="166" cy="222"/>
              <a:chOff x="4704" y="3320"/>
              <a:chExt cx="166" cy="222"/>
            </a:xfrm>
          </p:grpSpPr>
          <p:sp>
            <p:nvSpPr>
              <p:cNvPr id="3140" name="Rectangle 109"/>
              <p:cNvSpPr/>
              <p:nvPr/>
            </p:nvSpPr>
            <p:spPr>
              <a:xfrm>
                <a:off x="4704" y="3320"/>
                <a:ext cx="85" cy="174"/>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x</a:t>
                </a:r>
              </a:p>
            </p:txBody>
          </p:sp>
          <p:sp>
            <p:nvSpPr>
              <p:cNvPr id="3141" name="Rectangle 110"/>
              <p:cNvSpPr/>
              <p:nvPr/>
            </p:nvSpPr>
            <p:spPr>
              <a:xfrm>
                <a:off x="4780" y="3368"/>
                <a:ext cx="90" cy="174"/>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1</a:t>
                </a:r>
              </a:p>
            </p:txBody>
          </p:sp>
        </p:grpSp>
        <p:sp>
          <p:nvSpPr>
            <p:cNvPr id="3138" name="Rectangle 111"/>
            <p:cNvSpPr/>
            <p:nvPr>
              <p:custDataLst>
                <p:tags r:id="rId7"/>
              </p:custDataLst>
            </p:nvPr>
          </p:nvSpPr>
          <p:spPr>
            <a:xfrm>
              <a:off x="1392" y="1893"/>
              <a:ext cx="1824" cy="1248"/>
            </a:xfrm>
            <a:prstGeom prst="rect">
              <a:avLst/>
            </a:prstGeom>
            <a:blipFill rotWithShape="0">
              <a:blip r:embed="rId16"/>
            </a:blipFill>
            <a:ln w="9525">
              <a:noFill/>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3139" name="Oval 112"/>
            <p:cNvSpPr>
              <a:spLocks noChangeAspect="1"/>
            </p:cNvSpPr>
            <p:nvPr>
              <p:custDataLst>
                <p:tags r:id="rId8"/>
              </p:custDataLst>
            </p:nvPr>
          </p:nvSpPr>
          <p:spPr>
            <a:xfrm>
              <a:off x="1920" y="2410"/>
              <a:ext cx="96" cy="96"/>
            </a:xfrm>
            <a:prstGeom prst="ellipse">
              <a:avLst/>
            </a:prstGeom>
            <a:solidFill>
              <a:srgbClr val="FF0000"/>
            </a:solidFill>
            <a:ln w="9525" cap="flat" cmpd="sng">
              <a:solidFill>
                <a:schemeClr val="dk1"/>
              </a:solidFill>
              <a:prstDash val="solid"/>
              <a:headEnd type="none" w="med" len="med"/>
              <a:tailEnd type="none" w="med" len="med"/>
            </a:ln>
          </p:spPr>
          <p:txBody>
            <a:bodyPr wrap="none" lIns="0" tIns="0" rIns="0" bIns="0" anchor="ctr" anchorCtr="0"/>
            <a:lstStyle/>
            <a:p>
              <a:endParaRPr lang="zh-CN" altLang="en-US" sz="1350" dirty="0">
                <a:solidFill>
                  <a:schemeClr val="dk1"/>
                </a:solidFill>
                <a:latin typeface="微软雅黑" panose="020B0503020204020204" charset="-122"/>
                <a:ea typeface="微软雅黑" panose="020B0503020204020204" charset="-122"/>
              </a:endParaRPr>
            </a:p>
          </p:txBody>
        </p:sp>
      </p:grpSp>
      <p:sp>
        <p:nvSpPr>
          <p:cNvPr id="264305" name="AutoShape 113"/>
          <p:cNvSpPr/>
          <p:nvPr>
            <p:custDataLst>
              <p:tags r:id="rId1"/>
            </p:custDataLst>
          </p:nvPr>
        </p:nvSpPr>
        <p:spPr>
          <a:xfrm>
            <a:off x="4930855" y="1113712"/>
            <a:ext cx="694134" cy="1296590"/>
          </a:xfrm>
          <a:prstGeom prst="wedgeRoundRectCallout">
            <a:avLst>
              <a:gd name="adj1" fmla="val -289965"/>
              <a:gd name="adj2" fmla="val 54113"/>
              <a:gd name="adj3" fmla="val 16667"/>
            </a:avLst>
          </a:prstGeom>
          <a:solidFill>
            <a:srgbClr val="FFFF99"/>
          </a:solidFill>
          <a:ln w="9525" cap="flat" cmpd="sng">
            <a:solidFill>
              <a:schemeClr val="dk1"/>
            </a:solidFill>
            <a:prstDash val="solid"/>
            <a:miter/>
            <a:headEnd type="none" w="med" len="med"/>
            <a:tailEnd type="none" w="med" len="med"/>
          </a:ln>
        </p:spPr>
        <p:txBody>
          <a:bodyPr lIns="0" tIns="0" rIns="0" bIns="0" anchor="ctr" anchorCtr="1"/>
          <a:lstStyle/>
          <a:p>
            <a:r>
              <a:rPr lang="zh-CN" altLang="en-US" b="1" dirty="0">
                <a:solidFill>
                  <a:srgbClr val="0000FF"/>
                </a:solidFill>
                <a:latin typeface="微软雅黑" panose="020B0503020204020204" charset="-122"/>
                <a:ea typeface="微软雅黑" panose="020B0503020204020204" charset="-122"/>
              </a:rPr>
              <a:t>有效输入</a:t>
            </a:r>
          </a:p>
        </p:txBody>
      </p:sp>
      <p:sp>
        <p:nvSpPr>
          <p:cNvPr id="264306" name="Rectangle 114"/>
          <p:cNvSpPr/>
          <p:nvPr/>
        </p:nvSpPr>
        <p:spPr>
          <a:xfrm>
            <a:off x="5922169" y="3143250"/>
            <a:ext cx="1847374" cy="553998"/>
          </a:xfrm>
          <a:prstGeom prst="rect">
            <a:avLst/>
          </a:prstGeom>
          <a:noFill/>
          <a:ln w="9525">
            <a:noFill/>
          </a:ln>
        </p:spPr>
        <p:txBody>
          <a:bodyPr wrap="square" lIns="0" tIns="0" rIns="0" bIns="0">
            <a:spAutoFit/>
          </a:bodyPr>
          <a:lstStyle/>
          <a:p>
            <a:r>
              <a:rPr lang="zh-CN" altLang="en-US" b="1" dirty="0">
                <a:solidFill>
                  <a:srgbClr val="FF0000"/>
                </a:solidFill>
                <a:latin typeface="微软雅黑" panose="020B0503020204020204" charset="-122"/>
                <a:ea typeface="微软雅黑" panose="020B0503020204020204" charset="-122"/>
                <a:cs typeface="微软雅黑" panose="020B0503020204020204" charset="-122"/>
              </a:rPr>
              <a:t>则整个坐标轴均为</a:t>
            </a:r>
            <a:r>
              <a:rPr lang="en-US" altLang="zh-CN" b="1" dirty="0">
                <a:solidFill>
                  <a:srgbClr val="FF0000"/>
                </a:solidFill>
                <a:latin typeface="微软雅黑" panose="020B0503020204020204" charset="-122"/>
                <a:ea typeface="微软雅黑" panose="020B0503020204020204" charset="-122"/>
                <a:cs typeface="微软雅黑" panose="020B0503020204020204" charset="-122"/>
              </a:rPr>
              <a:t>x1</a:t>
            </a:r>
            <a:r>
              <a:rPr lang="zh-CN" altLang="en-US" b="1" dirty="0">
                <a:solidFill>
                  <a:srgbClr val="FF0000"/>
                </a:solidFill>
                <a:latin typeface="微软雅黑" panose="020B0503020204020204" charset="-122"/>
                <a:ea typeface="微软雅黑" panose="020B0503020204020204" charset="-122"/>
                <a:cs typeface="微软雅黑" panose="020B0503020204020204" charset="-122"/>
              </a:rPr>
              <a:t>的有效值</a:t>
            </a:r>
          </a:p>
        </p:txBody>
      </p:sp>
      <p:grpSp>
        <p:nvGrpSpPr>
          <p:cNvPr id="9" name="Group 115"/>
          <p:cNvGrpSpPr/>
          <p:nvPr/>
        </p:nvGrpSpPr>
        <p:grpSpPr>
          <a:xfrm>
            <a:off x="6335316" y="2605089"/>
            <a:ext cx="901303" cy="553641"/>
            <a:chOff x="4331" y="2496"/>
            <a:chExt cx="757" cy="465"/>
          </a:xfrm>
        </p:grpSpPr>
        <p:sp>
          <p:nvSpPr>
            <p:cNvPr id="3088" name="Rectangle 116"/>
            <p:cNvSpPr/>
            <p:nvPr/>
          </p:nvSpPr>
          <p:spPr>
            <a:xfrm>
              <a:off x="4331" y="2496"/>
              <a:ext cx="757" cy="465"/>
            </a:xfrm>
            <a:prstGeom prst="rect">
              <a:avLst/>
            </a:prstGeom>
            <a:noFill/>
            <a:ln w="9525">
              <a:noFill/>
            </a:ln>
          </p:spPr>
          <p:txBody>
            <a:bodyPr lIns="0" tIns="0" rIns="0" bIns="0">
              <a:spAutoFit/>
            </a:bodyPr>
            <a:lstStyle/>
            <a:p>
              <a:pPr algn="l"/>
              <a:r>
                <a:rPr lang="en-US" altLang="zh-CN" b="1" dirty="0">
                  <a:solidFill>
                    <a:srgbClr val="FF0000"/>
                  </a:solidFill>
                  <a:latin typeface="微软雅黑" panose="020B0503020204020204" charset="-122"/>
                  <a:ea typeface="微软雅黑" panose="020B0503020204020204" charset="-122"/>
                </a:rPr>
                <a:t>a=        ?</a:t>
              </a:r>
            </a:p>
            <a:p>
              <a:pPr algn="l"/>
              <a:r>
                <a:rPr lang="en-US" altLang="zh-CN" b="1" dirty="0">
                  <a:solidFill>
                    <a:srgbClr val="FF0000"/>
                  </a:solidFill>
                  <a:latin typeface="微软雅黑" panose="020B0503020204020204" charset="-122"/>
                  <a:ea typeface="微软雅黑" panose="020B0503020204020204" charset="-122"/>
                </a:rPr>
                <a:t>b=        ?</a:t>
              </a:r>
            </a:p>
          </p:txBody>
        </p:sp>
        <p:graphicFrame>
          <p:nvGraphicFramePr>
            <p:cNvPr id="3074" name="Object 117"/>
            <p:cNvGraphicFramePr/>
            <p:nvPr/>
          </p:nvGraphicFramePr>
          <p:xfrm>
            <a:off x="4608" y="2510"/>
            <a:ext cx="342" cy="178"/>
          </p:xfrm>
          <a:graphic>
            <a:graphicData uri="http://schemas.openxmlformats.org/presentationml/2006/ole">
              <mc:AlternateContent xmlns:mc="http://schemas.openxmlformats.org/markup-compatibility/2006">
                <mc:Choice xmlns:v="urn:schemas-microsoft-com:vml" Requires="v">
                  <p:oleObj r:id="rId17" imgW="241300" imgH="127000" progId="Equation.DSMT4">
                    <p:embed/>
                  </p:oleObj>
                </mc:Choice>
                <mc:Fallback>
                  <p:oleObj r:id="rId17" imgW="241300" imgH="127000" progId="Equation.DSMT4">
                    <p:embed/>
                    <p:pic>
                      <p:nvPicPr>
                        <p:cNvPr id="3074" name="Object 117"/>
                        <p:cNvPicPr/>
                        <p:nvPr/>
                      </p:nvPicPr>
                      <p:blipFill>
                        <a:blip r:embed="rId18"/>
                        <a:stretch>
                          <a:fillRect/>
                        </a:stretch>
                      </p:blipFill>
                      <p:spPr>
                        <a:xfrm>
                          <a:off x="4608" y="2510"/>
                          <a:ext cx="342" cy="178"/>
                        </a:xfrm>
                        <a:prstGeom prst="rect">
                          <a:avLst/>
                        </a:prstGeom>
                        <a:solidFill>
                          <a:srgbClr val="FF9900"/>
                        </a:solidFill>
                        <a:ln w="38100">
                          <a:noFill/>
                          <a:miter/>
                        </a:ln>
                      </p:spPr>
                    </p:pic>
                  </p:oleObj>
                </mc:Fallback>
              </mc:AlternateContent>
            </a:graphicData>
          </a:graphic>
        </p:graphicFrame>
        <p:graphicFrame>
          <p:nvGraphicFramePr>
            <p:cNvPr id="3075" name="Object 118"/>
            <p:cNvGraphicFramePr/>
            <p:nvPr/>
          </p:nvGraphicFramePr>
          <p:xfrm>
            <a:off x="4608" y="2728"/>
            <a:ext cx="342" cy="195"/>
          </p:xfrm>
          <a:graphic>
            <a:graphicData uri="http://schemas.openxmlformats.org/presentationml/2006/ole">
              <mc:AlternateContent xmlns:mc="http://schemas.openxmlformats.org/markup-compatibility/2006">
                <mc:Choice xmlns:v="urn:schemas-microsoft-com:vml" Requires="v">
                  <p:oleObj r:id="rId19" imgW="241300" imgH="139700" progId="Equation.DSMT4">
                    <p:embed/>
                  </p:oleObj>
                </mc:Choice>
                <mc:Fallback>
                  <p:oleObj r:id="rId19" imgW="241300" imgH="139700" progId="Equation.DSMT4">
                    <p:embed/>
                    <p:pic>
                      <p:nvPicPr>
                        <p:cNvPr id="3075" name="Object 118"/>
                        <p:cNvPicPr/>
                        <p:nvPr/>
                      </p:nvPicPr>
                      <p:blipFill>
                        <a:blip r:embed="rId20"/>
                        <a:stretch>
                          <a:fillRect/>
                        </a:stretch>
                      </p:blipFill>
                      <p:spPr>
                        <a:xfrm>
                          <a:off x="4608" y="2728"/>
                          <a:ext cx="342" cy="195"/>
                        </a:xfrm>
                        <a:prstGeom prst="rect">
                          <a:avLst/>
                        </a:prstGeom>
                        <a:solidFill>
                          <a:srgbClr val="FF9900"/>
                        </a:solidFill>
                        <a:ln w="38100">
                          <a:noFill/>
                          <a:miter/>
                        </a:ln>
                      </p:spPr>
                    </p:pic>
                  </p:oleObj>
                </mc:Fallback>
              </mc:AlternateContent>
            </a:graphicData>
          </a:graphic>
        </p:graphicFrame>
      </p:grpSp>
      <p:sp>
        <p:nvSpPr>
          <p:cNvPr id="264311" name="Rectangle 119"/>
          <p:cNvSpPr/>
          <p:nvPr>
            <p:custDataLst>
              <p:tags r:id="rId2"/>
            </p:custDataLst>
          </p:nvPr>
        </p:nvSpPr>
        <p:spPr>
          <a:xfrm>
            <a:off x="1269683" y="4252317"/>
            <a:ext cx="6677025" cy="553998"/>
          </a:xfrm>
          <a:prstGeom prst="rect">
            <a:avLst/>
          </a:prstGeom>
          <a:noFill/>
          <a:ln w="9525">
            <a:noFill/>
          </a:ln>
        </p:spPr>
        <p:txBody>
          <a:bodyPr wrap="square" anchor="b" anchorCtr="0">
            <a:spAutoFit/>
          </a:bodyPr>
          <a:lstStyle/>
          <a:p>
            <a:pPr algn="l"/>
            <a:r>
              <a:rPr lang="en-US" altLang="zh-CN" sz="1500" b="1" dirty="0">
                <a:solidFill>
                  <a:srgbClr val="FF0000"/>
                </a:solidFill>
                <a:latin typeface="微软雅黑" panose="020B0503020204020204" charset="-122"/>
                <a:ea typeface="微软雅黑" panose="020B0503020204020204" charset="-122"/>
                <a:cs typeface="微软雅黑" panose="020B0503020204020204" charset="-122"/>
              </a:rPr>
              <a:t>“</a:t>
            </a:r>
            <a:r>
              <a:rPr lang="zh-CN" altLang="en-US" sz="1500" b="1" dirty="0">
                <a:solidFill>
                  <a:srgbClr val="FF0000"/>
                </a:solidFill>
                <a:latin typeface="微软雅黑" panose="020B0503020204020204" charset="-122"/>
                <a:ea typeface="微软雅黑" panose="020B0503020204020204" charset="-122"/>
                <a:cs typeface="微软雅黑" panose="020B0503020204020204" charset="-122"/>
              </a:rPr>
              <a:t>单缺陷”假设：</a:t>
            </a:r>
            <a:r>
              <a:rPr lang="zh-CN" altLang="en-US" sz="1500" b="1" dirty="0">
                <a:solidFill>
                  <a:schemeClr val="dk1"/>
                </a:solidFill>
                <a:latin typeface="微软雅黑" panose="020B0503020204020204" charset="-122"/>
                <a:ea typeface="微软雅黑" panose="020B0503020204020204" charset="-122"/>
                <a:cs typeface="微软雅黑" panose="020B0503020204020204" charset="-122"/>
              </a:rPr>
              <a:t>失效极少是由两个或多个缺陷的同时发生引起的。</a:t>
            </a:r>
          </a:p>
          <a:p>
            <a:pPr algn="l"/>
            <a:r>
              <a:rPr lang="zh-CN" altLang="en-US" sz="1500" b="1" dirty="0">
                <a:solidFill>
                  <a:schemeClr val="dk1"/>
                </a:solidFill>
                <a:latin typeface="微软雅黑" panose="020B0503020204020204" charset="-122"/>
                <a:ea typeface="微软雅黑" panose="020B0503020204020204" charset="-122"/>
                <a:cs typeface="微软雅黑" panose="020B0503020204020204" charset="-122"/>
              </a:rPr>
              <a:t>弱一般等价类测试通过使用一个测试用例中的每个等价类区间的一个变量实现。</a:t>
            </a:r>
          </a:p>
        </p:txBody>
      </p:sp>
      <p:sp>
        <p:nvSpPr>
          <p:cNvPr id="2" name="日期占位符 1"/>
          <p:cNvSpPr>
            <a:spLocks noGrp="1"/>
          </p:cNvSpPr>
          <p:nvPr>
            <p:ph type="dt" sz="half" idx="10"/>
          </p:nvPr>
        </p:nvSpPr>
        <p:spPr/>
        <p:txBody>
          <a:bodyPr/>
          <a:lstStyle/>
          <a:p>
            <a:fld id="{760FBDFE-C587-4B4C-A407-44438C67B59E}" type="datetime1">
              <a:rPr lang="zh-CN" altLang="en-US" smtClean="0">
                <a:latin typeface="微软雅黑" panose="020B0503020204020204" charset="-122"/>
                <a:ea typeface="微软雅黑" panose="020B0503020204020204" charset="-122"/>
              </a:rPr>
              <a:t>2024/3/12</a:t>
            </a:fld>
            <a:endParaRPr lang="zh-CN" altLang="en-US">
              <a:latin typeface="微软雅黑" panose="020B0503020204020204" charset="-122"/>
              <a:ea typeface="微软雅黑" panose="020B0503020204020204" charset="-122"/>
            </a:endParaRPr>
          </a:p>
        </p:txBody>
      </p:sp>
      <p:sp>
        <p:nvSpPr>
          <p:cNvPr id="3" name="灯片编号占位符 2"/>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fld id="{49AE70B2-8BF9-45C0-BB95-33D1B9D3A854}" type="slidenum">
              <a:rPr lang="zh-CN" altLang="en-US" smtClean="0"/>
              <a:pPr/>
              <a:t>89</a:t>
            </a:fld>
            <a:endParaRPr lang="zh-CN" altLang="en-US">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4311"/>
                                        </p:tgtEl>
                                        <p:attrNameLst>
                                          <p:attrName>style.visibility</p:attrName>
                                        </p:attrNameLst>
                                      </p:cBhvr>
                                      <p:to>
                                        <p:strVal val="visible"/>
                                      </p:to>
                                    </p:set>
                                    <p:animEffect transition="in" filter="blinds(horizontal)">
                                      <p:cBhvr>
                                        <p:cTn id="7" dur="500"/>
                                        <p:tgtEl>
                                          <p:spTgt spid="264311"/>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264197"/>
                                        </p:tgtEl>
                                        <p:attrNameLst>
                                          <p:attrName>style.visibility</p:attrName>
                                        </p:attrNameLst>
                                      </p:cBhvr>
                                      <p:to>
                                        <p:strVal val="visible"/>
                                      </p:to>
                                    </p:set>
                                    <p:animEffect transition="in" filter="slide(fromBottom)">
                                      <p:cBhvr>
                                        <p:cTn id="12" dur="500"/>
                                        <p:tgtEl>
                                          <p:spTgt spid="264197"/>
                                        </p:tgtEl>
                                      </p:cBhvr>
                                    </p:animEffect>
                                  </p:childTnLst>
                                </p:cTn>
                              </p:par>
                            </p:childTnLst>
                          </p:cTn>
                        </p:par>
                        <p:par>
                          <p:cTn id="13" fill="hold">
                            <p:stCondLst>
                              <p:cond delay="500"/>
                            </p:stCondLst>
                            <p:childTnLst>
                              <p:par>
                                <p:cTn id="14" presetID="12" presetClass="entr" presetSubtype="4" fill="hold" grpId="0" nodeType="afterEffect">
                                  <p:stCondLst>
                                    <p:cond delay="0"/>
                                  </p:stCondLst>
                                  <p:childTnLst>
                                    <p:set>
                                      <p:cBhvr>
                                        <p:cTn id="15" dur="1" fill="hold">
                                          <p:stCondLst>
                                            <p:cond delay="0"/>
                                          </p:stCondLst>
                                        </p:cTn>
                                        <p:tgtEl>
                                          <p:spTgt spid="264199"/>
                                        </p:tgtEl>
                                        <p:attrNameLst>
                                          <p:attrName>style.visibility</p:attrName>
                                        </p:attrNameLst>
                                      </p:cBhvr>
                                      <p:to>
                                        <p:strVal val="visible"/>
                                      </p:to>
                                    </p:set>
                                    <p:animEffect transition="in" filter="slide(fromBottom)">
                                      <p:cBhvr>
                                        <p:cTn id="16" dur="500"/>
                                        <p:tgtEl>
                                          <p:spTgt spid="264199"/>
                                        </p:tgtEl>
                                      </p:cBhvr>
                                    </p:animEffect>
                                  </p:childTnLst>
                                </p:cTn>
                              </p:par>
                            </p:childTnLst>
                          </p:cTn>
                        </p:par>
                        <p:par>
                          <p:cTn id="17" fill="hold">
                            <p:stCondLst>
                              <p:cond delay="1000"/>
                            </p:stCondLst>
                            <p:childTnLst>
                              <p:par>
                                <p:cTn id="18" presetID="12" presetClass="entr" presetSubtype="4" fill="hold" grpId="0" nodeType="afterEffect">
                                  <p:stCondLst>
                                    <p:cond delay="0"/>
                                  </p:stCondLst>
                                  <p:childTnLst>
                                    <p:set>
                                      <p:cBhvr>
                                        <p:cTn id="19" dur="1" fill="hold">
                                          <p:stCondLst>
                                            <p:cond delay="0"/>
                                          </p:stCondLst>
                                        </p:cTn>
                                        <p:tgtEl>
                                          <p:spTgt spid="264198"/>
                                        </p:tgtEl>
                                        <p:attrNameLst>
                                          <p:attrName>style.visibility</p:attrName>
                                        </p:attrNameLst>
                                      </p:cBhvr>
                                      <p:to>
                                        <p:strVal val="visible"/>
                                      </p:to>
                                    </p:set>
                                    <p:animEffect transition="in" filter="slide(fromBottom)">
                                      <p:cBhvr>
                                        <p:cTn id="20" dur="500"/>
                                        <p:tgtEl>
                                          <p:spTgt spid="264198"/>
                                        </p:tgtEl>
                                      </p:cBhvr>
                                    </p:animEffect>
                                  </p:childTnLst>
                                </p:cTn>
                              </p:par>
                            </p:childTnLst>
                          </p:cTn>
                        </p:par>
                        <p:par>
                          <p:cTn id="21" fill="hold">
                            <p:stCondLst>
                              <p:cond delay="1500"/>
                            </p:stCondLst>
                            <p:childTnLst>
                              <p:par>
                                <p:cTn id="22" presetID="12" presetClass="entr" presetSubtype="4" fill="hold" grpId="0" nodeType="afterEffect">
                                  <p:stCondLst>
                                    <p:cond delay="0"/>
                                  </p:stCondLst>
                                  <p:childTnLst>
                                    <p:set>
                                      <p:cBhvr>
                                        <p:cTn id="23" dur="1" fill="hold">
                                          <p:stCondLst>
                                            <p:cond delay="0"/>
                                          </p:stCondLst>
                                        </p:cTn>
                                        <p:tgtEl>
                                          <p:spTgt spid="264200"/>
                                        </p:tgtEl>
                                        <p:attrNameLst>
                                          <p:attrName>style.visibility</p:attrName>
                                        </p:attrNameLst>
                                      </p:cBhvr>
                                      <p:to>
                                        <p:strVal val="visible"/>
                                      </p:to>
                                    </p:set>
                                    <p:animEffect transition="in" filter="slide(fromBottom)">
                                      <p:cBhvr>
                                        <p:cTn id="24" dur="500"/>
                                        <p:tgtEl>
                                          <p:spTgt spid="264200"/>
                                        </p:tgtEl>
                                      </p:cBhvr>
                                    </p:animEffect>
                                  </p:childTnLst>
                                </p:cTn>
                              </p:par>
                            </p:childTnLst>
                          </p:cTn>
                        </p:par>
                        <p:par>
                          <p:cTn id="25" fill="hold">
                            <p:stCondLst>
                              <p:cond delay="2000"/>
                            </p:stCondLst>
                            <p:childTnLst>
                              <p:par>
                                <p:cTn id="26" presetID="2" presetClass="entr" presetSubtype="4" fill="hold" grpId="0" nodeType="afterEffect">
                                  <p:stCondLst>
                                    <p:cond delay="0"/>
                                  </p:stCondLst>
                                  <p:childTnLst>
                                    <p:set>
                                      <p:cBhvr>
                                        <p:cTn id="27" dur="1" fill="hold">
                                          <p:stCondLst>
                                            <p:cond delay="0"/>
                                          </p:stCondLst>
                                        </p:cTn>
                                        <p:tgtEl>
                                          <p:spTgt spid="264305"/>
                                        </p:tgtEl>
                                        <p:attrNameLst>
                                          <p:attrName>style.visibility</p:attrName>
                                        </p:attrNameLst>
                                      </p:cBhvr>
                                      <p:to>
                                        <p:strVal val="visible"/>
                                      </p:to>
                                    </p:set>
                                    <p:anim calcmode="lin" valueType="num">
                                      <p:cBhvr additive="base">
                                        <p:cTn id="28" dur="500" fill="hold"/>
                                        <p:tgtEl>
                                          <p:spTgt spid="264305"/>
                                        </p:tgtEl>
                                        <p:attrNameLst>
                                          <p:attrName>ppt_x</p:attrName>
                                        </p:attrNameLst>
                                      </p:cBhvr>
                                      <p:tavLst>
                                        <p:tav tm="0">
                                          <p:val>
                                            <p:strVal val="#ppt_x"/>
                                          </p:val>
                                        </p:tav>
                                        <p:tav tm="100000">
                                          <p:val>
                                            <p:strVal val="#ppt_x"/>
                                          </p:val>
                                        </p:tav>
                                      </p:tavLst>
                                    </p:anim>
                                    <p:anim calcmode="lin" valueType="num">
                                      <p:cBhvr additive="base">
                                        <p:cTn id="29" dur="500" fill="hold"/>
                                        <p:tgtEl>
                                          <p:spTgt spid="264305"/>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nodeType="click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wipe(up)">
                                      <p:cBhvr>
                                        <p:cTn id="34" dur="500"/>
                                        <p:tgtEl>
                                          <p:spTgt spid="9"/>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264306"/>
                                        </p:tgtEl>
                                        <p:attrNameLst>
                                          <p:attrName>style.visibility</p:attrName>
                                        </p:attrNameLst>
                                      </p:cBhvr>
                                      <p:to>
                                        <p:strVal val="visible"/>
                                      </p:to>
                                    </p:set>
                                    <p:anim calcmode="lin" valueType="num">
                                      <p:cBhvr additive="base">
                                        <p:cTn id="39" dur="500" fill="hold"/>
                                        <p:tgtEl>
                                          <p:spTgt spid="264306"/>
                                        </p:tgtEl>
                                        <p:attrNameLst>
                                          <p:attrName>ppt_x</p:attrName>
                                        </p:attrNameLst>
                                      </p:cBhvr>
                                      <p:tavLst>
                                        <p:tav tm="0">
                                          <p:val>
                                            <p:strVal val="#ppt_x"/>
                                          </p:val>
                                        </p:tav>
                                        <p:tav tm="100000">
                                          <p:val>
                                            <p:strVal val="#ppt_x"/>
                                          </p:val>
                                        </p:tav>
                                      </p:tavLst>
                                    </p:anim>
                                    <p:anim calcmode="lin" valueType="num">
                                      <p:cBhvr additive="base">
                                        <p:cTn id="40" dur="500" fill="hold"/>
                                        <p:tgtEl>
                                          <p:spTgt spid="26430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4197" grpId="0"/>
      <p:bldP spid="264198" grpId="0"/>
      <p:bldP spid="264199" grpId="0"/>
      <p:bldP spid="264200" grpId="0"/>
      <p:bldP spid="264305" grpId="0" bldLvl="0" animBg="1"/>
      <p:bldP spid="264306" grpId="0"/>
      <p:bldP spid="264311" grpId="0"/>
    </p:bldLst>
  </p:timing>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5604" name="Group 4"/>
          <p:cNvGrpSpPr/>
          <p:nvPr/>
        </p:nvGrpSpPr>
        <p:grpSpPr>
          <a:xfrm>
            <a:off x="1747838" y="1545431"/>
            <a:ext cx="4941094" cy="3292079"/>
            <a:chOff x="432" y="835"/>
            <a:chExt cx="4150" cy="2765"/>
          </a:xfrm>
        </p:grpSpPr>
        <p:grpSp>
          <p:nvGrpSpPr>
            <p:cNvPr id="25611" name="Group 5"/>
            <p:cNvGrpSpPr/>
            <p:nvPr/>
          </p:nvGrpSpPr>
          <p:grpSpPr>
            <a:xfrm>
              <a:off x="712" y="912"/>
              <a:ext cx="72" cy="2504"/>
              <a:chOff x="920" y="912"/>
              <a:chExt cx="72" cy="2504"/>
            </a:xfrm>
          </p:grpSpPr>
          <p:sp>
            <p:nvSpPr>
              <p:cNvPr id="25811" name="Freeform 6"/>
              <p:cNvSpPr/>
              <p:nvPr>
                <p:custDataLst>
                  <p:tags r:id="rId20"/>
                </p:custDataLst>
              </p:nvPr>
            </p:nvSpPr>
            <p:spPr>
              <a:xfrm>
                <a:off x="920" y="912"/>
                <a:ext cx="72" cy="112"/>
              </a:xfrm>
              <a:custGeom>
                <a:avLst/>
                <a:gdLst>
                  <a:gd name="txL" fmla="*/ 0 w 72"/>
                  <a:gd name="txT" fmla="*/ 0 h 112"/>
                  <a:gd name="txR" fmla="*/ 72 w 72"/>
                  <a:gd name="txB" fmla="*/ 112 h 112"/>
                </a:gdLst>
                <a:ahLst/>
                <a:cxnLst>
                  <a:cxn ang="0">
                    <a:pos x="32" y="0"/>
                  </a:cxn>
                  <a:cxn ang="0">
                    <a:pos x="72" y="112"/>
                  </a:cxn>
                  <a:cxn ang="0">
                    <a:pos x="32" y="72"/>
                  </a:cxn>
                  <a:cxn ang="0">
                    <a:pos x="0" y="112"/>
                  </a:cxn>
                  <a:cxn ang="0">
                    <a:pos x="32" y="0"/>
                  </a:cxn>
                </a:cxnLst>
                <a:rect l="txL" t="txT" r="txR" b="txB"/>
                <a:pathLst>
                  <a:path w="72" h="112">
                    <a:moveTo>
                      <a:pt x="32" y="0"/>
                    </a:moveTo>
                    <a:lnTo>
                      <a:pt x="72" y="112"/>
                    </a:lnTo>
                    <a:lnTo>
                      <a:pt x="32" y="72"/>
                    </a:lnTo>
                    <a:lnTo>
                      <a:pt x="0" y="112"/>
                    </a:lnTo>
                    <a:lnTo>
                      <a:pt x="32" y="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5812" name="Line 7"/>
              <p:cNvSpPr/>
              <p:nvPr/>
            </p:nvSpPr>
            <p:spPr>
              <a:xfrm flipV="1">
                <a:off x="952" y="984"/>
                <a:ext cx="1" cy="2432"/>
              </a:xfrm>
              <a:prstGeom prst="line">
                <a:avLst/>
              </a:prstGeom>
              <a:ln w="12700" cap="flat" cmpd="sng">
                <a:solidFill>
                  <a:srgbClr val="000000"/>
                </a:solidFill>
                <a:prstDash val="solid"/>
                <a:headEnd type="none" w="med" len="med"/>
                <a:tailEnd type="none" w="med" len="med"/>
              </a:ln>
            </p:spPr>
          </p:sp>
        </p:grpSp>
        <p:grpSp>
          <p:nvGrpSpPr>
            <p:cNvPr id="25612" name="Group 8"/>
            <p:cNvGrpSpPr/>
            <p:nvPr/>
          </p:nvGrpSpPr>
          <p:grpSpPr>
            <a:xfrm>
              <a:off x="608" y="3216"/>
              <a:ext cx="3952" cy="64"/>
              <a:chOff x="816" y="3208"/>
              <a:chExt cx="4928" cy="72"/>
            </a:xfrm>
          </p:grpSpPr>
          <p:sp>
            <p:nvSpPr>
              <p:cNvPr id="25809" name="Freeform 9"/>
              <p:cNvSpPr/>
              <p:nvPr>
                <p:custDataLst>
                  <p:tags r:id="rId19"/>
                </p:custDataLst>
              </p:nvPr>
            </p:nvSpPr>
            <p:spPr>
              <a:xfrm>
                <a:off x="5632" y="3208"/>
                <a:ext cx="112" cy="72"/>
              </a:xfrm>
              <a:custGeom>
                <a:avLst/>
                <a:gdLst>
                  <a:gd name="txL" fmla="*/ 0 w 112"/>
                  <a:gd name="txT" fmla="*/ 0 h 72"/>
                  <a:gd name="txR" fmla="*/ 112 w 112"/>
                  <a:gd name="txB" fmla="*/ 72 h 72"/>
                </a:gdLst>
                <a:ahLst/>
                <a:cxnLst>
                  <a:cxn ang="0">
                    <a:pos x="112" y="32"/>
                  </a:cxn>
                  <a:cxn ang="0">
                    <a:pos x="0" y="72"/>
                  </a:cxn>
                  <a:cxn ang="0">
                    <a:pos x="40" y="32"/>
                  </a:cxn>
                  <a:cxn ang="0">
                    <a:pos x="0" y="0"/>
                  </a:cxn>
                  <a:cxn ang="0">
                    <a:pos x="112" y="32"/>
                  </a:cxn>
                </a:cxnLst>
                <a:rect l="txL" t="txT" r="txR" b="txB"/>
                <a:pathLst>
                  <a:path w="112" h="72">
                    <a:moveTo>
                      <a:pt x="112" y="32"/>
                    </a:moveTo>
                    <a:lnTo>
                      <a:pt x="0" y="72"/>
                    </a:lnTo>
                    <a:lnTo>
                      <a:pt x="40" y="32"/>
                    </a:lnTo>
                    <a:lnTo>
                      <a:pt x="0" y="0"/>
                    </a:lnTo>
                    <a:lnTo>
                      <a:pt x="112" y="3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5810" name="Line 10"/>
              <p:cNvSpPr/>
              <p:nvPr/>
            </p:nvSpPr>
            <p:spPr>
              <a:xfrm>
                <a:off x="816" y="3240"/>
                <a:ext cx="4856" cy="1"/>
              </a:xfrm>
              <a:prstGeom prst="line">
                <a:avLst/>
              </a:prstGeom>
              <a:ln w="12700" cap="flat" cmpd="sng">
                <a:solidFill>
                  <a:srgbClr val="000000"/>
                </a:solidFill>
                <a:prstDash val="solid"/>
                <a:headEnd type="none" w="med" len="med"/>
                <a:tailEnd type="none" w="med" len="med"/>
              </a:ln>
            </p:spPr>
          </p:sp>
        </p:grpSp>
        <p:grpSp>
          <p:nvGrpSpPr>
            <p:cNvPr id="25613" name="Group 11"/>
            <p:cNvGrpSpPr/>
            <p:nvPr/>
          </p:nvGrpSpPr>
          <p:grpSpPr>
            <a:xfrm>
              <a:off x="432" y="2768"/>
              <a:ext cx="3952" cy="62"/>
              <a:chOff x="640" y="2768"/>
              <a:chExt cx="4520" cy="56"/>
            </a:xfrm>
          </p:grpSpPr>
          <p:sp>
            <p:nvSpPr>
              <p:cNvPr id="25777" name="Freeform 12"/>
              <p:cNvSpPr/>
              <p:nvPr>
                <p:custDataLst>
                  <p:tags r:id="rId17"/>
                </p:custDataLst>
              </p:nvPr>
            </p:nvSpPr>
            <p:spPr>
              <a:xfrm>
                <a:off x="640" y="2768"/>
                <a:ext cx="112" cy="56"/>
              </a:xfrm>
              <a:custGeom>
                <a:avLst/>
                <a:gdLst>
                  <a:gd name="txL" fmla="*/ 0 w 112"/>
                  <a:gd name="txT" fmla="*/ 0 h 56"/>
                  <a:gd name="txR" fmla="*/ 112 w 112"/>
                  <a:gd name="txB" fmla="*/ 56 h 56"/>
                </a:gdLst>
                <a:ahLst/>
                <a:cxnLst>
                  <a:cxn ang="0">
                    <a:pos x="0" y="32"/>
                  </a:cxn>
                  <a:cxn ang="0">
                    <a:pos x="112" y="0"/>
                  </a:cxn>
                  <a:cxn ang="0">
                    <a:pos x="112" y="32"/>
                  </a:cxn>
                  <a:cxn ang="0">
                    <a:pos x="112" y="56"/>
                  </a:cxn>
                  <a:cxn ang="0">
                    <a:pos x="0" y="32"/>
                  </a:cxn>
                </a:cxnLst>
                <a:rect l="txL" t="txT" r="txR" b="txB"/>
                <a:pathLst>
                  <a:path w="112" h="56">
                    <a:moveTo>
                      <a:pt x="0" y="32"/>
                    </a:moveTo>
                    <a:lnTo>
                      <a:pt x="112" y="0"/>
                    </a:lnTo>
                    <a:lnTo>
                      <a:pt x="112" y="32"/>
                    </a:lnTo>
                    <a:lnTo>
                      <a:pt x="112" y="56"/>
                    </a:lnTo>
                    <a:lnTo>
                      <a:pt x="0" y="3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5778" name="Freeform 13"/>
              <p:cNvSpPr/>
              <p:nvPr>
                <p:custDataLst>
                  <p:tags r:id="rId18"/>
                </p:custDataLst>
              </p:nvPr>
            </p:nvSpPr>
            <p:spPr>
              <a:xfrm>
                <a:off x="5048" y="2768"/>
                <a:ext cx="112" cy="56"/>
              </a:xfrm>
              <a:custGeom>
                <a:avLst/>
                <a:gdLst>
                  <a:gd name="txL" fmla="*/ 0 w 112"/>
                  <a:gd name="txT" fmla="*/ 0 h 56"/>
                  <a:gd name="txR" fmla="*/ 112 w 112"/>
                  <a:gd name="txB" fmla="*/ 56 h 56"/>
                </a:gdLst>
                <a:ahLst/>
                <a:cxnLst>
                  <a:cxn ang="0">
                    <a:pos x="112" y="32"/>
                  </a:cxn>
                  <a:cxn ang="0">
                    <a:pos x="0" y="56"/>
                  </a:cxn>
                  <a:cxn ang="0">
                    <a:pos x="0" y="32"/>
                  </a:cxn>
                  <a:cxn ang="0">
                    <a:pos x="0" y="0"/>
                  </a:cxn>
                  <a:cxn ang="0">
                    <a:pos x="112" y="32"/>
                  </a:cxn>
                </a:cxnLst>
                <a:rect l="txL" t="txT" r="txR" b="txB"/>
                <a:pathLst>
                  <a:path w="112" h="56">
                    <a:moveTo>
                      <a:pt x="112" y="32"/>
                    </a:moveTo>
                    <a:lnTo>
                      <a:pt x="0" y="56"/>
                    </a:lnTo>
                    <a:lnTo>
                      <a:pt x="0" y="32"/>
                    </a:lnTo>
                    <a:lnTo>
                      <a:pt x="0" y="0"/>
                    </a:lnTo>
                    <a:lnTo>
                      <a:pt x="112" y="3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5779" name="Line 14"/>
              <p:cNvSpPr/>
              <p:nvPr/>
            </p:nvSpPr>
            <p:spPr>
              <a:xfrm>
                <a:off x="752" y="2800"/>
                <a:ext cx="64" cy="1"/>
              </a:xfrm>
              <a:prstGeom prst="line">
                <a:avLst/>
              </a:prstGeom>
              <a:ln w="12700" cap="flat" cmpd="sng">
                <a:solidFill>
                  <a:srgbClr val="000000"/>
                </a:solidFill>
                <a:prstDash val="solid"/>
                <a:headEnd type="none" w="med" len="med"/>
                <a:tailEnd type="none" w="med" len="med"/>
              </a:ln>
            </p:spPr>
          </p:sp>
          <p:sp>
            <p:nvSpPr>
              <p:cNvPr id="25780" name="Line 15"/>
              <p:cNvSpPr/>
              <p:nvPr/>
            </p:nvSpPr>
            <p:spPr>
              <a:xfrm>
                <a:off x="896" y="2800"/>
                <a:ext cx="64" cy="1"/>
              </a:xfrm>
              <a:prstGeom prst="line">
                <a:avLst/>
              </a:prstGeom>
              <a:ln w="12700" cap="flat" cmpd="sng">
                <a:solidFill>
                  <a:srgbClr val="000000"/>
                </a:solidFill>
                <a:prstDash val="solid"/>
                <a:headEnd type="none" w="med" len="med"/>
                <a:tailEnd type="none" w="med" len="med"/>
              </a:ln>
            </p:spPr>
          </p:sp>
          <p:sp>
            <p:nvSpPr>
              <p:cNvPr id="25781" name="Line 16"/>
              <p:cNvSpPr/>
              <p:nvPr/>
            </p:nvSpPr>
            <p:spPr>
              <a:xfrm>
                <a:off x="1040" y="2800"/>
                <a:ext cx="64" cy="1"/>
              </a:xfrm>
              <a:prstGeom prst="line">
                <a:avLst/>
              </a:prstGeom>
              <a:ln w="12700" cap="flat" cmpd="sng">
                <a:solidFill>
                  <a:srgbClr val="000000"/>
                </a:solidFill>
                <a:prstDash val="solid"/>
                <a:headEnd type="none" w="med" len="med"/>
                <a:tailEnd type="none" w="med" len="med"/>
              </a:ln>
            </p:spPr>
          </p:sp>
          <p:sp>
            <p:nvSpPr>
              <p:cNvPr id="25782" name="Line 17"/>
              <p:cNvSpPr/>
              <p:nvPr/>
            </p:nvSpPr>
            <p:spPr>
              <a:xfrm>
                <a:off x="1184" y="2800"/>
                <a:ext cx="64" cy="1"/>
              </a:xfrm>
              <a:prstGeom prst="line">
                <a:avLst/>
              </a:prstGeom>
              <a:ln w="12700" cap="flat" cmpd="sng">
                <a:solidFill>
                  <a:srgbClr val="000000"/>
                </a:solidFill>
                <a:prstDash val="solid"/>
                <a:headEnd type="none" w="med" len="med"/>
                <a:tailEnd type="none" w="med" len="med"/>
              </a:ln>
            </p:spPr>
          </p:sp>
          <p:sp>
            <p:nvSpPr>
              <p:cNvPr id="25783" name="Line 18"/>
              <p:cNvSpPr/>
              <p:nvPr/>
            </p:nvSpPr>
            <p:spPr>
              <a:xfrm>
                <a:off x="1328" y="2800"/>
                <a:ext cx="64" cy="1"/>
              </a:xfrm>
              <a:prstGeom prst="line">
                <a:avLst/>
              </a:prstGeom>
              <a:ln w="12700" cap="flat" cmpd="sng">
                <a:solidFill>
                  <a:srgbClr val="000000"/>
                </a:solidFill>
                <a:prstDash val="solid"/>
                <a:headEnd type="none" w="med" len="med"/>
                <a:tailEnd type="none" w="med" len="med"/>
              </a:ln>
            </p:spPr>
          </p:sp>
          <p:sp>
            <p:nvSpPr>
              <p:cNvPr id="25784" name="Line 19"/>
              <p:cNvSpPr/>
              <p:nvPr/>
            </p:nvSpPr>
            <p:spPr>
              <a:xfrm>
                <a:off x="1472" y="2800"/>
                <a:ext cx="64" cy="1"/>
              </a:xfrm>
              <a:prstGeom prst="line">
                <a:avLst/>
              </a:prstGeom>
              <a:ln w="12700" cap="flat" cmpd="sng">
                <a:solidFill>
                  <a:srgbClr val="000000"/>
                </a:solidFill>
                <a:prstDash val="solid"/>
                <a:headEnd type="none" w="med" len="med"/>
                <a:tailEnd type="none" w="med" len="med"/>
              </a:ln>
            </p:spPr>
          </p:sp>
          <p:sp>
            <p:nvSpPr>
              <p:cNvPr id="25785" name="Line 20"/>
              <p:cNvSpPr/>
              <p:nvPr/>
            </p:nvSpPr>
            <p:spPr>
              <a:xfrm>
                <a:off x="1616" y="2800"/>
                <a:ext cx="64" cy="1"/>
              </a:xfrm>
              <a:prstGeom prst="line">
                <a:avLst/>
              </a:prstGeom>
              <a:ln w="12700" cap="flat" cmpd="sng">
                <a:solidFill>
                  <a:srgbClr val="000000"/>
                </a:solidFill>
                <a:prstDash val="solid"/>
                <a:headEnd type="none" w="med" len="med"/>
                <a:tailEnd type="none" w="med" len="med"/>
              </a:ln>
            </p:spPr>
          </p:sp>
          <p:sp>
            <p:nvSpPr>
              <p:cNvPr id="25786" name="Line 21"/>
              <p:cNvSpPr/>
              <p:nvPr/>
            </p:nvSpPr>
            <p:spPr>
              <a:xfrm>
                <a:off x="1760" y="2800"/>
                <a:ext cx="64" cy="1"/>
              </a:xfrm>
              <a:prstGeom prst="line">
                <a:avLst/>
              </a:prstGeom>
              <a:ln w="12700" cap="flat" cmpd="sng">
                <a:solidFill>
                  <a:srgbClr val="000000"/>
                </a:solidFill>
                <a:prstDash val="solid"/>
                <a:headEnd type="none" w="med" len="med"/>
                <a:tailEnd type="none" w="med" len="med"/>
              </a:ln>
            </p:spPr>
          </p:sp>
          <p:sp>
            <p:nvSpPr>
              <p:cNvPr id="25787" name="Line 22"/>
              <p:cNvSpPr/>
              <p:nvPr/>
            </p:nvSpPr>
            <p:spPr>
              <a:xfrm>
                <a:off x="1904" y="2800"/>
                <a:ext cx="64" cy="1"/>
              </a:xfrm>
              <a:prstGeom prst="line">
                <a:avLst/>
              </a:prstGeom>
              <a:ln w="12700" cap="flat" cmpd="sng">
                <a:solidFill>
                  <a:srgbClr val="000000"/>
                </a:solidFill>
                <a:prstDash val="solid"/>
                <a:headEnd type="none" w="med" len="med"/>
                <a:tailEnd type="none" w="med" len="med"/>
              </a:ln>
            </p:spPr>
          </p:sp>
          <p:sp>
            <p:nvSpPr>
              <p:cNvPr id="25788" name="Line 23"/>
              <p:cNvSpPr/>
              <p:nvPr/>
            </p:nvSpPr>
            <p:spPr>
              <a:xfrm>
                <a:off x="2048" y="2800"/>
                <a:ext cx="64" cy="1"/>
              </a:xfrm>
              <a:prstGeom prst="line">
                <a:avLst/>
              </a:prstGeom>
              <a:ln w="12700" cap="flat" cmpd="sng">
                <a:solidFill>
                  <a:srgbClr val="000000"/>
                </a:solidFill>
                <a:prstDash val="solid"/>
                <a:headEnd type="none" w="med" len="med"/>
                <a:tailEnd type="none" w="med" len="med"/>
              </a:ln>
            </p:spPr>
          </p:sp>
          <p:sp>
            <p:nvSpPr>
              <p:cNvPr id="25789" name="Line 24"/>
              <p:cNvSpPr/>
              <p:nvPr/>
            </p:nvSpPr>
            <p:spPr>
              <a:xfrm>
                <a:off x="2192" y="2800"/>
                <a:ext cx="64" cy="1"/>
              </a:xfrm>
              <a:prstGeom prst="line">
                <a:avLst/>
              </a:prstGeom>
              <a:ln w="12700" cap="flat" cmpd="sng">
                <a:solidFill>
                  <a:srgbClr val="000000"/>
                </a:solidFill>
                <a:prstDash val="solid"/>
                <a:headEnd type="none" w="med" len="med"/>
                <a:tailEnd type="none" w="med" len="med"/>
              </a:ln>
            </p:spPr>
          </p:sp>
          <p:sp>
            <p:nvSpPr>
              <p:cNvPr id="25790" name="Line 25"/>
              <p:cNvSpPr/>
              <p:nvPr/>
            </p:nvSpPr>
            <p:spPr>
              <a:xfrm>
                <a:off x="2336" y="2800"/>
                <a:ext cx="64" cy="1"/>
              </a:xfrm>
              <a:prstGeom prst="line">
                <a:avLst/>
              </a:prstGeom>
              <a:ln w="12700" cap="flat" cmpd="sng">
                <a:solidFill>
                  <a:srgbClr val="000000"/>
                </a:solidFill>
                <a:prstDash val="solid"/>
                <a:headEnd type="none" w="med" len="med"/>
                <a:tailEnd type="none" w="med" len="med"/>
              </a:ln>
            </p:spPr>
          </p:sp>
          <p:sp>
            <p:nvSpPr>
              <p:cNvPr id="25791" name="Line 26"/>
              <p:cNvSpPr/>
              <p:nvPr/>
            </p:nvSpPr>
            <p:spPr>
              <a:xfrm>
                <a:off x="2480" y="2800"/>
                <a:ext cx="64" cy="1"/>
              </a:xfrm>
              <a:prstGeom prst="line">
                <a:avLst/>
              </a:prstGeom>
              <a:ln w="12700" cap="flat" cmpd="sng">
                <a:solidFill>
                  <a:srgbClr val="000000"/>
                </a:solidFill>
                <a:prstDash val="solid"/>
                <a:headEnd type="none" w="med" len="med"/>
                <a:tailEnd type="none" w="med" len="med"/>
              </a:ln>
            </p:spPr>
          </p:sp>
          <p:sp>
            <p:nvSpPr>
              <p:cNvPr id="25792" name="Line 27"/>
              <p:cNvSpPr/>
              <p:nvPr/>
            </p:nvSpPr>
            <p:spPr>
              <a:xfrm>
                <a:off x="2624" y="2800"/>
                <a:ext cx="64" cy="1"/>
              </a:xfrm>
              <a:prstGeom prst="line">
                <a:avLst/>
              </a:prstGeom>
              <a:ln w="12700" cap="flat" cmpd="sng">
                <a:solidFill>
                  <a:srgbClr val="000000"/>
                </a:solidFill>
                <a:prstDash val="solid"/>
                <a:headEnd type="none" w="med" len="med"/>
                <a:tailEnd type="none" w="med" len="med"/>
              </a:ln>
            </p:spPr>
          </p:sp>
          <p:sp>
            <p:nvSpPr>
              <p:cNvPr id="25793" name="Line 28"/>
              <p:cNvSpPr/>
              <p:nvPr/>
            </p:nvSpPr>
            <p:spPr>
              <a:xfrm>
                <a:off x="2768" y="2800"/>
                <a:ext cx="64" cy="1"/>
              </a:xfrm>
              <a:prstGeom prst="line">
                <a:avLst/>
              </a:prstGeom>
              <a:ln w="12700" cap="flat" cmpd="sng">
                <a:solidFill>
                  <a:srgbClr val="000000"/>
                </a:solidFill>
                <a:prstDash val="solid"/>
                <a:headEnd type="none" w="med" len="med"/>
                <a:tailEnd type="none" w="med" len="med"/>
              </a:ln>
            </p:spPr>
          </p:sp>
          <p:sp>
            <p:nvSpPr>
              <p:cNvPr id="25794" name="Line 29"/>
              <p:cNvSpPr/>
              <p:nvPr/>
            </p:nvSpPr>
            <p:spPr>
              <a:xfrm>
                <a:off x="2912" y="2800"/>
                <a:ext cx="64" cy="1"/>
              </a:xfrm>
              <a:prstGeom prst="line">
                <a:avLst/>
              </a:prstGeom>
              <a:ln w="12700" cap="flat" cmpd="sng">
                <a:solidFill>
                  <a:srgbClr val="000000"/>
                </a:solidFill>
                <a:prstDash val="solid"/>
                <a:headEnd type="none" w="med" len="med"/>
                <a:tailEnd type="none" w="med" len="med"/>
              </a:ln>
            </p:spPr>
          </p:sp>
          <p:sp>
            <p:nvSpPr>
              <p:cNvPr id="25795" name="Line 30"/>
              <p:cNvSpPr/>
              <p:nvPr/>
            </p:nvSpPr>
            <p:spPr>
              <a:xfrm>
                <a:off x="3056" y="2800"/>
                <a:ext cx="64" cy="1"/>
              </a:xfrm>
              <a:prstGeom prst="line">
                <a:avLst/>
              </a:prstGeom>
              <a:ln w="12700" cap="flat" cmpd="sng">
                <a:solidFill>
                  <a:srgbClr val="000000"/>
                </a:solidFill>
                <a:prstDash val="solid"/>
                <a:headEnd type="none" w="med" len="med"/>
                <a:tailEnd type="none" w="med" len="med"/>
              </a:ln>
            </p:spPr>
          </p:sp>
          <p:sp>
            <p:nvSpPr>
              <p:cNvPr id="25796" name="Line 31"/>
              <p:cNvSpPr/>
              <p:nvPr/>
            </p:nvSpPr>
            <p:spPr>
              <a:xfrm>
                <a:off x="3200" y="2800"/>
                <a:ext cx="64" cy="1"/>
              </a:xfrm>
              <a:prstGeom prst="line">
                <a:avLst/>
              </a:prstGeom>
              <a:ln w="12700" cap="flat" cmpd="sng">
                <a:solidFill>
                  <a:srgbClr val="000000"/>
                </a:solidFill>
                <a:prstDash val="solid"/>
                <a:headEnd type="none" w="med" len="med"/>
                <a:tailEnd type="none" w="med" len="med"/>
              </a:ln>
            </p:spPr>
          </p:sp>
          <p:sp>
            <p:nvSpPr>
              <p:cNvPr id="25797" name="Line 32"/>
              <p:cNvSpPr/>
              <p:nvPr/>
            </p:nvSpPr>
            <p:spPr>
              <a:xfrm>
                <a:off x="3344" y="2800"/>
                <a:ext cx="64" cy="1"/>
              </a:xfrm>
              <a:prstGeom prst="line">
                <a:avLst/>
              </a:prstGeom>
              <a:ln w="12700" cap="flat" cmpd="sng">
                <a:solidFill>
                  <a:srgbClr val="000000"/>
                </a:solidFill>
                <a:prstDash val="solid"/>
                <a:headEnd type="none" w="med" len="med"/>
                <a:tailEnd type="none" w="med" len="med"/>
              </a:ln>
            </p:spPr>
          </p:sp>
          <p:sp>
            <p:nvSpPr>
              <p:cNvPr id="25798" name="Line 33"/>
              <p:cNvSpPr/>
              <p:nvPr/>
            </p:nvSpPr>
            <p:spPr>
              <a:xfrm>
                <a:off x="3488" y="2800"/>
                <a:ext cx="64" cy="1"/>
              </a:xfrm>
              <a:prstGeom prst="line">
                <a:avLst/>
              </a:prstGeom>
              <a:ln w="12700" cap="flat" cmpd="sng">
                <a:solidFill>
                  <a:srgbClr val="000000"/>
                </a:solidFill>
                <a:prstDash val="solid"/>
                <a:headEnd type="none" w="med" len="med"/>
                <a:tailEnd type="none" w="med" len="med"/>
              </a:ln>
            </p:spPr>
          </p:sp>
          <p:sp>
            <p:nvSpPr>
              <p:cNvPr id="25799" name="Line 34"/>
              <p:cNvSpPr/>
              <p:nvPr/>
            </p:nvSpPr>
            <p:spPr>
              <a:xfrm>
                <a:off x="3632" y="2800"/>
                <a:ext cx="64" cy="1"/>
              </a:xfrm>
              <a:prstGeom prst="line">
                <a:avLst/>
              </a:prstGeom>
              <a:ln w="12700" cap="flat" cmpd="sng">
                <a:solidFill>
                  <a:srgbClr val="000000"/>
                </a:solidFill>
                <a:prstDash val="solid"/>
                <a:headEnd type="none" w="med" len="med"/>
                <a:tailEnd type="none" w="med" len="med"/>
              </a:ln>
            </p:spPr>
          </p:sp>
          <p:sp>
            <p:nvSpPr>
              <p:cNvPr id="25800" name="Line 35"/>
              <p:cNvSpPr/>
              <p:nvPr/>
            </p:nvSpPr>
            <p:spPr>
              <a:xfrm>
                <a:off x="3776" y="2800"/>
                <a:ext cx="64" cy="1"/>
              </a:xfrm>
              <a:prstGeom prst="line">
                <a:avLst/>
              </a:prstGeom>
              <a:ln w="12700" cap="flat" cmpd="sng">
                <a:solidFill>
                  <a:srgbClr val="000000"/>
                </a:solidFill>
                <a:prstDash val="solid"/>
                <a:headEnd type="none" w="med" len="med"/>
                <a:tailEnd type="none" w="med" len="med"/>
              </a:ln>
            </p:spPr>
          </p:sp>
          <p:sp>
            <p:nvSpPr>
              <p:cNvPr id="25801" name="Line 36"/>
              <p:cNvSpPr/>
              <p:nvPr/>
            </p:nvSpPr>
            <p:spPr>
              <a:xfrm>
                <a:off x="3920" y="2800"/>
                <a:ext cx="64" cy="1"/>
              </a:xfrm>
              <a:prstGeom prst="line">
                <a:avLst/>
              </a:prstGeom>
              <a:ln w="12700" cap="flat" cmpd="sng">
                <a:solidFill>
                  <a:srgbClr val="000000"/>
                </a:solidFill>
                <a:prstDash val="solid"/>
                <a:headEnd type="none" w="med" len="med"/>
                <a:tailEnd type="none" w="med" len="med"/>
              </a:ln>
            </p:spPr>
          </p:sp>
          <p:sp>
            <p:nvSpPr>
              <p:cNvPr id="25802" name="Line 37"/>
              <p:cNvSpPr/>
              <p:nvPr/>
            </p:nvSpPr>
            <p:spPr>
              <a:xfrm>
                <a:off x="4064" y="2800"/>
                <a:ext cx="64" cy="1"/>
              </a:xfrm>
              <a:prstGeom prst="line">
                <a:avLst/>
              </a:prstGeom>
              <a:ln w="12700" cap="flat" cmpd="sng">
                <a:solidFill>
                  <a:srgbClr val="000000"/>
                </a:solidFill>
                <a:prstDash val="solid"/>
                <a:headEnd type="none" w="med" len="med"/>
                <a:tailEnd type="none" w="med" len="med"/>
              </a:ln>
            </p:spPr>
          </p:sp>
          <p:sp>
            <p:nvSpPr>
              <p:cNvPr id="25803" name="Line 38"/>
              <p:cNvSpPr/>
              <p:nvPr/>
            </p:nvSpPr>
            <p:spPr>
              <a:xfrm>
                <a:off x="4208" y="2800"/>
                <a:ext cx="64" cy="1"/>
              </a:xfrm>
              <a:prstGeom prst="line">
                <a:avLst/>
              </a:prstGeom>
              <a:ln w="12700" cap="flat" cmpd="sng">
                <a:solidFill>
                  <a:srgbClr val="000000"/>
                </a:solidFill>
                <a:prstDash val="solid"/>
                <a:headEnd type="none" w="med" len="med"/>
                <a:tailEnd type="none" w="med" len="med"/>
              </a:ln>
            </p:spPr>
          </p:sp>
          <p:sp>
            <p:nvSpPr>
              <p:cNvPr id="25804" name="Line 39"/>
              <p:cNvSpPr/>
              <p:nvPr/>
            </p:nvSpPr>
            <p:spPr>
              <a:xfrm>
                <a:off x="4352" y="2800"/>
                <a:ext cx="64" cy="1"/>
              </a:xfrm>
              <a:prstGeom prst="line">
                <a:avLst/>
              </a:prstGeom>
              <a:ln w="12700" cap="flat" cmpd="sng">
                <a:solidFill>
                  <a:srgbClr val="000000"/>
                </a:solidFill>
                <a:prstDash val="solid"/>
                <a:headEnd type="none" w="med" len="med"/>
                <a:tailEnd type="none" w="med" len="med"/>
              </a:ln>
            </p:spPr>
          </p:sp>
          <p:sp>
            <p:nvSpPr>
              <p:cNvPr id="25805" name="Line 40"/>
              <p:cNvSpPr/>
              <p:nvPr/>
            </p:nvSpPr>
            <p:spPr>
              <a:xfrm>
                <a:off x="4496" y="2800"/>
                <a:ext cx="64" cy="1"/>
              </a:xfrm>
              <a:prstGeom prst="line">
                <a:avLst/>
              </a:prstGeom>
              <a:ln w="12700" cap="flat" cmpd="sng">
                <a:solidFill>
                  <a:srgbClr val="000000"/>
                </a:solidFill>
                <a:prstDash val="solid"/>
                <a:headEnd type="none" w="med" len="med"/>
                <a:tailEnd type="none" w="med" len="med"/>
              </a:ln>
            </p:spPr>
          </p:sp>
          <p:sp>
            <p:nvSpPr>
              <p:cNvPr id="25806" name="Line 41"/>
              <p:cNvSpPr/>
              <p:nvPr/>
            </p:nvSpPr>
            <p:spPr>
              <a:xfrm>
                <a:off x="4640" y="2800"/>
                <a:ext cx="64" cy="1"/>
              </a:xfrm>
              <a:prstGeom prst="line">
                <a:avLst/>
              </a:prstGeom>
              <a:ln w="12700" cap="flat" cmpd="sng">
                <a:solidFill>
                  <a:srgbClr val="000000"/>
                </a:solidFill>
                <a:prstDash val="solid"/>
                <a:headEnd type="none" w="med" len="med"/>
                <a:tailEnd type="none" w="med" len="med"/>
              </a:ln>
            </p:spPr>
          </p:sp>
          <p:sp>
            <p:nvSpPr>
              <p:cNvPr id="25807" name="Line 42"/>
              <p:cNvSpPr/>
              <p:nvPr/>
            </p:nvSpPr>
            <p:spPr>
              <a:xfrm>
                <a:off x="4784" y="2800"/>
                <a:ext cx="64" cy="1"/>
              </a:xfrm>
              <a:prstGeom prst="line">
                <a:avLst/>
              </a:prstGeom>
              <a:ln w="12700" cap="flat" cmpd="sng">
                <a:solidFill>
                  <a:srgbClr val="000000"/>
                </a:solidFill>
                <a:prstDash val="solid"/>
                <a:headEnd type="none" w="med" len="med"/>
                <a:tailEnd type="none" w="med" len="med"/>
              </a:ln>
            </p:spPr>
          </p:sp>
          <p:sp>
            <p:nvSpPr>
              <p:cNvPr id="25808" name="Line 43"/>
              <p:cNvSpPr/>
              <p:nvPr/>
            </p:nvSpPr>
            <p:spPr>
              <a:xfrm>
                <a:off x="4928" y="2800"/>
                <a:ext cx="64" cy="1"/>
              </a:xfrm>
              <a:prstGeom prst="line">
                <a:avLst/>
              </a:prstGeom>
              <a:ln w="12700" cap="flat" cmpd="sng">
                <a:solidFill>
                  <a:srgbClr val="000000"/>
                </a:solidFill>
                <a:prstDash val="solid"/>
                <a:headEnd type="none" w="med" len="med"/>
                <a:tailEnd type="none" w="med" len="med"/>
              </a:ln>
            </p:spPr>
          </p:sp>
        </p:grpSp>
        <p:grpSp>
          <p:nvGrpSpPr>
            <p:cNvPr id="25614" name="Group 44"/>
            <p:cNvGrpSpPr/>
            <p:nvPr/>
          </p:nvGrpSpPr>
          <p:grpSpPr>
            <a:xfrm>
              <a:off x="1056" y="1008"/>
              <a:ext cx="56" cy="2584"/>
              <a:chOff x="1264" y="1008"/>
              <a:chExt cx="56" cy="2584"/>
            </a:xfrm>
          </p:grpSpPr>
          <p:sp>
            <p:nvSpPr>
              <p:cNvPr id="25758" name="Freeform 45"/>
              <p:cNvSpPr/>
              <p:nvPr>
                <p:custDataLst>
                  <p:tags r:id="rId15"/>
                </p:custDataLst>
              </p:nvPr>
            </p:nvSpPr>
            <p:spPr>
              <a:xfrm>
                <a:off x="1264" y="3480"/>
                <a:ext cx="56" cy="112"/>
              </a:xfrm>
              <a:custGeom>
                <a:avLst/>
                <a:gdLst>
                  <a:gd name="txL" fmla="*/ 0 w 56"/>
                  <a:gd name="txT" fmla="*/ 0 h 112"/>
                  <a:gd name="txR" fmla="*/ 56 w 56"/>
                  <a:gd name="txB" fmla="*/ 112 h 112"/>
                </a:gdLst>
                <a:ahLst/>
                <a:cxnLst>
                  <a:cxn ang="0">
                    <a:pos x="24" y="112"/>
                  </a:cxn>
                  <a:cxn ang="0">
                    <a:pos x="0" y="0"/>
                  </a:cxn>
                  <a:cxn ang="0">
                    <a:pos x="24" y="0"/>
                  </a:cxn>
                  <a:cxn ang="0">
                    <a:pos x="56" y="0"/>
                  </a:cxn>
                  <a:cxn ang="0">
                    <a:pos x="24" y="112"/>
                  </a:cxn>
                </a:cxnLst>
                <a:rect l="txL" t="txT" r="txR" b="txB"/>
                <a:pathLst>
                  <a:path w="56" h="112">
                    <a:moveTo>
                      <a:pt x="24" y="112"/>
                    </a:moveTo>
                    <a:lnTo>
                      <a:pt x="0" y="0"/>
                    </a:lnTo>
                    <a:lnTo>
                      <a:pt x="24" y="0"/>
                    </a:lnTo>
                    <a:lnTo>
                      <a:pt x="56" y="0"/>
                    </a:lnTo>
                    <a:lnTo>
                      <a:pt x="24" y="11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5759" name="Freeform 46"/>
              <p:cNvSpPr/>
              <p:nvPr>
                <p:custDataLst>
                  <p:tags r:id="rId16"/>
                </p:custDataLst>
              </p:nvPr>
            </p:nvSpPr>
            <p:spPr>
              <a:xfrm>
                <a:off x="1264" y="1008"/>
                <a:ext cx="56" cy="112"/>
              </a:xfrm>
              <a:custGeom>
                <a:avLst/>
                <a:gdLst>
                  <a:gd name="txL" fmla="*/ 0 w 56"/>
                  <a:gd name="txT" fmla="*/ 0 h 112"/>
                  <a:gd name="txR" fmla="*/ 56 w 56"/>
                  <a:gd name="txB" fmla="*/ 112 h 112"/>
                </a:gdLst>
                <a:ahLst/>
                <a:cxnLst>
                  <a:cxn ang="0">
                    <a:pos x="24" y="0"/>
                  </a:cxn>
                  <a:cxn ang="0">
                    <a:pos x="56" y="112"/>
                  </a:cxn>
                  <a:cxn ang="0">
                    <a:pos x="24" y="112"/>
                  </a:cxn>
                  <a:cxn ang="0">
                    <a:pos x="0" y="112"/>
                  </a:cxn>
                  <a:cxn ang="0">
                    <a:pos x="24" y="0"/>
                  </a:cxn>
                </a:cxnLst>
                <a:rect l="txL" t="txT" r="txR" b="txB"/>
                <a:pathLst>
                  <a:path w="56" h="112">
                    <a:moveTo>
                      <a:pt x="24" y="0"/>
                    </a:moveTo>
                    <a:lnTo>
                      <a:pt x="56" y="112"/>
                    </a:lnTo>
                    <a:lnTo>
                      <a:pt x="24" y="112"/>
                    </a:lnTo>
                    <a:lnTo>
                      <a:pt x="0" y="112"/>
                    </a:lnTo>
                    <a:lnTo>
                      <a:pt x="24" y="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5760" name="Line 47"/>
              <p:cNvSpPr/>
              <p:nvPr/>
            </p:nvSpPr>
            <p:spPr>
              <a:xfrm flipV="1">
                <a:off x="1288" y="3408"/>
                <a:ext cx="1" cy="64"/>
              </a:xfrm>
              <a:prstGeom prst="line">
                <a:avLst/>
              </a:prstGeom>
              <a:ln w="12700" cap="flat" cmpd="sng">
                <a:solidFill>
                  <a:srgbClr val="000000"/>
                </a:solidFill>
                <a:prstDash val="solid"/>
                <a:headEnd type="none" w="med" len="med"/>
                <a:tailEnd type="none" w="med" len="med"/>
              </a:ln>
            </p:spPr>
          </p:sp>
          <p:sp>
            <p:nvSpPr>
              <p:cNvPr id="25761" name="Line 48"/>
              <p:cNvSpPr/>
              <p:nvPr/>
            </p:nvSpPr>
            <p:spPr>
              <a:xfrm flipV="1">
                <a:off x="1288" y="3264"/>
                <a:ext cx="1" cy="64"/>
              </a:xfrm>
              <a:prstGeom prst="line">
                <a:avLst/>
              </a:prstGeom>
              <a:ln w="12700" cap="flat" cmpd="sng">
                <a:solidFill>
                  <a:srgbClr val="000000"/>
                </a:solidFill>
                <a:prstDash val="solid"/>
                <a:headEnd type="none" w="med" len="med"/>
                <a:tailEnd type="none" w="med" len="med"/>
              </a:ln>
            </p:spPr>
          </p:sp>
          <p:sp>
            <p:nvSpPr>
              <p:cNvPr id="25762" name="Line 49"/>
              <p:cNvSpPr/>
              <p:nvPr/>
            </p:nvSpPr>
            <p:spPr>
              <a:xfrm flipV="1">
                <a:off x="1288" y="3120"/>
                <a:ext cx="1" cy="64"/>
              </a:xfrm>
              <a:prstGeom prst="line">
                <a:avLst/>
              </a:prstGeom>
              <a:ln w="12700" cap="flat" cmpd="sng">
                <a:solidFill>
                  <a:srgbClr val="000000"/>
                </a:solidFill>
                <a:prstDash val="solid"/>
                <a:headEnd type="none" w="med" len="med"/>
                <a:tailEnd type="none" w="med" len="med"/>
              </a:ln>
            </p:spPr>
          </p:sp>
          <p:sp>
            <p:nvSpPr>
              <p:cNvPr id="25763" name="Line 50"/>
              <p:cNvSpPr/>
              <p:nvPr/>
            </p:nvSpPr>
            <p:spPr>
              <a:xfrm flipV="1">
                <a:off x="1288" y="2976"/>
                <a:ext cx="1" cy="64"/>
              </a:xfrm>
              <a:prstGeom prst="line">
                <a:avLst/>
              </a:prstGeom>
              <a:ln w="12700" cap="flat" cmpd="sng">
                <a:solidFill>
                  <a:srgbClr val="000000"/>
                </a:solidFill>
                <a:prstDash val="solid"/>
                <a:headEnd type="none" w="med" len="med"/>
                <a:tailEnd type="none" w="med" len="med"/>
              </a:ln>
            </p:spPr>
          </p:sp>
          <p:sp>
            <p:nvSpPr>
              <p:cNvPr id="25764" name="Line 51"/>
              <p:cNvSpPr/>
              <p:nvPr/>
            </p:nvSpPr>
            <p:spPr>
              <a:xfrm flipV="1">
                <a:off x="1288" y="2832"/>
                <a:ext cx="1" cy="64"/>
              </a:xfrm>
              <a:prstGeom prst="line">
                <a:avLst/>
              </a:prstGeom>
              <a:ln w="12700" cap="flat" cmpd="sng">
                <a:solidFill>
                  <a:srgbClr val="000000"/>
                </a:solidFill>
                <a:prstDash val="solid"/>
                <a:headEnd type="none" w="med" len="med"/>
                <a:tailEnd type="none" w="med" len="med"/>
              </a:ln>
            </p:spPr>
          </p:sp>
          <p:sp>
            <p:nvSpPr>
              <p:cNvPr id="25765" name="Line 52"/>
              <p:cNvSpPr/>
              <p:nvPr/>
            </p:nvSpPr>
            <p:spPr>
              <a:xfrm flipV="1">
                <a:off x="1288" y="2688"/>
                <a:ext cx="1" cy="64"/>
              </a:xfrm>
              <a:prstGeom prst="line">
                <a:avLst/>
              </a:prstGeom>
              <a:ln w="12700" cap="flat" cmpd="sng">
                <a:solidFill>
                  <a:srgbClr val="000000"/>
                </a:solidFill>
                <a:prstDash val="solid"/>
                <a:headEnd type="none" w="med" len="med"/>
                <a:tailEnd type="none" w="med" len="med"/>
              </a:ln>
            </p:spPr>
          </p:sp>
          <p:sp>
            <p:nvSpPr>
              <p:cNvPr id="25766" name="Line 53"/>
              <p:cNvSpPr/>
              <p:nvPr/>
            </p:nvSpPr>
            <p:spPr>
              <a:xfrm flipV="1">
                <a:off x="1288" y="2544"/>
                <a:ext cx="1" cy="64"/>
              </a:xfrm>
              <a:prstGeom prst="line">
                <a:avLst/>
              </a:prstGeom>
              <a:ln w="12700" cap="flat" cmpd="sng">
                <a:solidFill>
                  <a:srgbClr val="000000"/>
                </a:solidFill>
                <a:prstDash val="solid"/>
                <a:headEnd type="none" w="med" len="med"/>
                <a:tailEnd type="none" w="med" len="med"/>
              </a:ln>
            </p:spPr>
          </p:sp>
          <p:sp>
            <p:nvSpPr>
              <p:cNvPr id="25767" name="Line 54"/>
              <p:cNvSpPr/>
              <p:nvPr/>
            </p:nvSpPr>
            <p:spPr>
              <a:xfrm flipV="1">
                <a:off x="1288" y="2400"/>
                <a:ext cx="1" cy="64"/>
              </a:xfrm>
              <a:prstGeom prst="line">
                <a:avLst/>
              </a:prstGeom>
              <a:ln w="12700" cap="flat" cmpd="sng">
                <a:solidFill>
                  <a:srgbClr val="000000"/>
                </a:solidFill>
                <a:prstDash val="solid"/>
                <a:headEnd type="none" w="med" len="med"/>
                <a:tailEnd type="none" w="med" len="med"/>
              </a:ln>
            </p:spPr>
          </p:sp>
          <p:sp>
            <p:nvSpPr>
              <p:cNvPr id="25768" name="Line 55"/>
              <p:cNvSpPr/>
              <p:nvPr/>
            </p:nvSpPr>
            <p:spPr>
              <a:xfrm flipV="1">
                <a:off x="1288" y="2256"/>
                <a:ext cx="1" cy="64"/>
              </a:xfrm>
              <a:prstGeom prst="line">
                <a:avLst/>
              </a:prstGeom>
              <a:ln w="12700" cap="flat" cmpd="sng">
                <a:solidFill>
                  <a:srgbClr val="000000"/>
                </a:solidFill>
                <a:prstDash val="solid"/>
                <a:headEnd type="none" w="med" len="med"/>
                <a:tailEnd type="none" w="med" len="med"/>
              </a:ln>
            </p:spPr>
          </p:sp>
          <p:sp>
            <p:nvSpPr>
              <p:cNvPr id="25769" name="Line 56"/>
              <p:cNvSpPr/>
              <p:nvPr/>
            </p:nvSpPr>
            <p:spPr>
              <a:xfrm flipV="1">
                <a:off x="1288" y="2112"/>
                <a:ext cx="1" cy="64"/>
              </a:xfrm>
              <a:prstGeom prst="line">
                <a:avLst/>
              </a:prstGeom>
              <a:ln w="12700" cap="flat" cmpd="sng">
                <a:solidFill>
                  <a:srgbClr val="000000"/>
                </a:solidFill>
                <a:prstDash val="solid"/>
                <a:headEnd type="none" w="med" len="med"/>
                <a:tailEnd type="none" w="med" len="med"/>
              </a:ln>
            </p:spPr>
          </p:sp>
          <p:sp>
            <p:nvSpPr>
              <p:cNvPr id="25770" name="Line 57"/>
              <p:cNvSpPr/>
              <p:nvPr/>
            </p:nvSpPr>
            <p:spPr>
              <a:xfrm flipV="1">
                <a:off x="1288" y="1968"/>
                <a:ext cx="1" cy="64"/>
              </a:xfrm>
              <a:prstGeom prst="line">
                <a:avLst/>
              </a:prstGeom>
              <a:ln w="12700" cap="flat" cmpd="sng">
                <a:solidFill>
                  <a:srgbClr val="000000"/>
                </a:solidFill>
                <a:prstDash val="solid"/>
                <a:headEnd type="none" w="med" len="med"/>
                <a:tailEnd type="none" w="med" len="med"/>
              </a:ln>
            </p:spPr>
          </p:sp>
          <p:sp>
            <p:nvSpPr>
              <p:cNvPr id="25771" name="Line 58"/>
              <p:cNvSpPr/>
              <p:nvPr/>
            </p:nvSpPr>
            <p:spPr>
              <a:xfrm flipV="1">
                <a:off x="1288" y="1824"/>
                <a:ext cx="1" cy="64"/>
              </a:xfrm>
              <a:prstGeom prst="line">
                <a:avLst/>
              </a:prstGeom>
              <a:ln w="12700" cap="flat" cmpd="sng">
                <a:solidFill>
                  <a:srgbClr val="000000"/>
                </a:solidFill>
                <a:prstDash val="solid"/>
                <a:headEnd type="none" w="med" len="med"/>
                <a:tailEnd type="none" w="med" len="med"/>
              </a:ln>
            </p:spPr>
          </p:sp>
          <p:sp>
            <p:nvSpPr>
              <p:cNvPr id="25772" name="Line 59"/>
              <p:cNvSpPr/>
              <p:nvPr/>
            </p:nvSpPr>
            <p:spPr>
              <a:xfrm flipV="1">
                <a:off x="1288" y="1680"/>
                <a:ext cx="1" cy="64"/>
              </a:xfrm>
              <a:prstGeom prst="line">
                <a:avLst/>
              </a:prstGeom>
              <a:ln w="12700" cap="flat" cmpd="sng">
                <a:solidFill>
                  <a:srgbClr val="000000"/>
                </a:solidFill>
                <a:prstDash val="solid"/>
                <a:headEnd type="none" w="med" len="med"/>
                <a:tailEnd type="none" w="med" len="med"/>
              </a:ln>
            </p:spPr>
          </p:sp>
          <p:sp>
            <p:nvSpPr>
              <p:cNvPr id="25773" name="Line 60"/>
              <p:cNvSpPr/>
              <p:nvPr/>
            </p:nvSpPr>
            <p:spPr>
              <a:xfrm flipV="1">
                <a:off x="1288" y="1536"/>
                <a:ext cx="1" cy="64"/>
              </a:xfrm>
              <a:prstGeom prst="line">
                <a:avLst/>
              </a:prstGeom>
              <a:ln w="12700" cap="flat" cmpd="sng">
                <a:solidFill>
                  <a:srgbClr val="000000"/>
                </a:solidFill>
                <a:prstDash val="solid"/>
                <a:headEnd type="none" w="med" len="med"/>
                <a:tailEnd type="none" w="med" len="med"/>
              </a:ln>
            </p:spPr>
          </p:sp>
          <p:sp>
            <p:nvSpPr>
              <p:cNvPr id="25774" name="Line 61"/>
              <p:cNvSpPr/>
              <p:nvPr/>
            </p:nvSpPr>
            <p:spPr>
              <a:xfrm flipV="1">
                <a:off x="1288" y="1392"/>
                <a:ext cx="1" cy="64"/>
              </a:xfrm>
              <a:prstGeom prst="line">
                <a:avLst/>
              </a:prstGeom>
              <a:ln w="12700" cap="flat" cmpd="sng">
                <a:solidFill>
                  <a:srgbClr val="000000"/>
                </a:solidFill>
                <a:prstDash val="solid"/>
                <a:headEnd type="none" w="med" len="med"/>
                <a:tailEnd type="none" w="med" len="med"/>
              </a:ln>
            </p:spPr>
          </p:sp>
          <p:sp>
            <p:nvSpPr>
              <p:cNvPr id="25775" name="Line 62"/>
              <p:cNvSpPr/>
              <p:nvPr/>
            </p:nvSpPr>
            <p:spPr>
              <a:xfrm flipV="1">
                <a:off x="1288" y="1248"/>
                <a:ext cx="1" cy="64"/>
              </a:xfrm>
              <a:prstGeom prst="line">
                <a:avLst/>
              </a:prstGeom>
              <a:ln w="12700" cap="flat" cmpd="sng">
                <a:solidFill>
                  <a:srgbClr val="000000"/>
                </a:solidFill>
                <a:prstDash val="solid"/>
                <a:headEnd type="none" w="med" len="med"/>
                <a:tailEnd type="none" w="med" len="med"/>
              </a:ln>
            </p:spPr>
          </p:sp>
          <p:sp>
            <p:nvSpPr>
              <p:cNvPr id="25776" name="Line 63"/>
              <p:cNvSpPr/>
              <p:nvPr/>
            </p:nvSpPr>
            <p:spPr>
              <a:xfrm flipV="1">
                <a:off x="1288" y="1120"/>
                <a:ext cx="1" cy="48"/>
              </a:xfrm>
              <a:prstGeom prst="line">
                <a:avLst/>
              </a:prstGeom>
              <a:ln w="12700" cap="flat" cmpd="sng">
                <a:solidFill>
                  <a:srgbClr val="000000"/>
                </a:solidFill>
                <a:prstDash val="solid"/>
                <a:headEnd type="none" w="med" len="med"/>
                <a:tailEnd type="none" w="med" len="med"/>
              </a:ln>
            </p:spPr>
          </p:sp>
        </p:grpSp>
        <p:grpSp>
          <p:nvGrpSpPr>
            <p:cNvPr id="25615" name="Group 64"/>
            <p:cNvGrpSpPr/>
            <p:nvPr/>
          </p:nvGrpSpPr>
          <p:grpSpPr>
            <a:xfrm>
              <a:off x="432" y="1480"/>
              <a:ext cx="3945" cy="62"/>
              <a:chOff x="640" y="1480"/>
              <a:chExt cx="4512" cy="56"/>
            </a:xfrm>
          </p:grpSpPr>
          <p:sp>
            <p:nvSpPr>
              <p:cNvPr id="25726" name="Freeform 65"/>
              <p:cNvSpPr/>
              <p:nvPr>
                <p:custDataLst>
                  <p:tags r:id="rId13"/>
                </p:custDataLst>
              </p:nvPr>
            </p:nvSpPr>
            <p:spPr>
              <a:xfrm>
                <a:off x="640" y="1480"/>
                <a:ext cx="112" cy="56"/>
              </a:xfrm>
              <a:custGeom>
                <a:avLst/>
                <a:gdLst>
                  <a:gd name="txL" fmla="*/ 0 w 112"/>
                  <a:gd name="txT" fmla="*/ 0 h 56"/>
                  <a:gd name="txR" fmla="*/ 112 w 112"/>
                  <a:gd name="txB" fmla="*/ 56 h 56"/>
                </a:gdLst>
                <a:ahLst/>
                <a:cxnLst>
                  <a:cxn ang="0">
                    <a:pos x="0" y="24"/>
                  </a:cxn>
                  <a:cxn ang="0">
                    <a:pos x="112" y="0"/>
                  </a:cxn>
                  <a:cxn ang="0">
                    <a:pos x="112" y="24"/>
                  </a:cxn>
                  <a:cxn ang="0">
                    <a:pos x="112" y="56"/>
                  </a:cxn>
                  <a:cxn ang="0">
                    <a:pos x="0" y="24"/>
                  </a:cxn>
                </a:cxnLst>
                <a:rect l="txL" t="txT" r="txR" b="txB"/>
                <a:pathLst>
                  <a:path w="112" h="56">
                    <a:moveTo>
                      <a:pt x="0" y="24"/>
                    </a:moveTo>
                    <a:lnTo>
                      <a:pt x="112" y="0"/>
                    </a:lnTo>
                    <a:lnTo>
                      <a:pt x="112" y="24"/>
                    </a:lnTo>
                    <a:lnTo>
                      <a:pt x="112" y="56"/>
                    </a:lnTo>
                    <a:lnTo>
                      <a:pt x="0" y="24"/>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5727" name="Freeform 66"/>
              <p:cNvSpPr/>
              <p:nvPr>
                <p:custDataLst>
                  <p:tags r:id="rId14"/>
                </p:custDataLst>
              </p:nvPr>
            </p:nvSpPr>
            <p:spPr>
              <a:xfrm>
                <a:off x="5040" y="1480"/>
                <a:ext cx="112" cy="56"/>
              </a:xfrm>
              <a:custGeom>
                <a:avLst/>
                <a:gdLst>
                  <a:gd name="txL" fmla="*/ 0 w 112"/>
                  <a:gd name="txT" fmla="*/ 0 h 56"/>
                  <a:gd name="txR" fmla="*/ 112 w 112"/>
                  <a:gd name="txB" fmla="*/ 56 h 56"/>
                </a:gdLst>
                <a:ahLst/>
                <a:cxnLst>
                  <a:cxn ang="0">
                    <a:pos x="112" y="24"/>
                  </a:cxn>
                  <a:cxn ang="0">
                    <a:pos x="0" y="56"/>
                  </a:cxn>
                  <a:cxn ang="0">
                    <a:pos x="0" y="24"/>
                  </a:cxn>
                  <a:cxn ang="0">
                    <a:pos x="0" y="0"/>
                  </a:cxn>
                  <a:cxn ang="0">
                    <a:pos x="112" y="24"/>
                  </a:cxn>
                </a:cxnLst>
                <a:rect l="txL" t="txT" r="txR" b="txB"/>
                <a:pathLst>
                  <a:path w="112" h="56">
                    <a:moveTo>
                      <a:pt x="112" y="24"/>
                    </a:moveTo>
                    <a:lnTo>
                      <a:pt x="0" y="56"/>
                    </a:lnTo>
                    <a:lnTo>
                      <a:pt x="0" y="24"/>
                    </a:lnTo>
                    <a:lnTo>
                      <a:pt x="0" y="0"/>
                    </a:lnTo>
                    <a:lnTo>
                      <a:pt x="112" y="24"/>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5728" name="Line 67"/>
              <p:cNvSpPr/>
              <p:nvPr/>
            </p:nvSpPr>
            <p:spPr>
              <a:xfrm>
                <a:off x="752" y="1504"/>
                <a:ext cx="64" cy="1"/>
              </a:xfrm>
              <a:prstGeom prst="line">
                <a:avLst/>
              </a:prstGeom>
              <a:ln w="12700" cap="flat" cmpd="sng">
                <a:solidFill>
                  <a:srgbClr val="000000"/>
                </a:solidFill>
                <a:prstDash val="solid"/>
                <a:headEnd type="none" w="med" len="med"/>
                <a:tailEnd type="none" w="med" len="med"/>
              </a:ln>
            </p:spPr>
          </p:sp>
          <p:sp>
            <p:nvSpPr>
              <p:cNvPr id="25729" name="Line 68"/>
              <p:cNvSpPr/>
              <p:nvPr/>
            </p:nvSpPr>
            <p:spPr>
              <a:xfrm>
                <a:off x="896" y="1504"/>
                <a:ext cx="64" cy="1"/>
              </a:xfrm>
              <a:prstGeom prst="line">
                <a:avLst/>
              </a:prstGeom>
              <a:ln w="12700" cap="flat" cmpd="sng">
                <a:solidFill>
                  <a:srgbClr val="000000"/>
                </a:solidFill>
                <a:prstDash val="solid"/>
                <a:headEnd type="none" w="med" len="med"/>
                <a:tailEnd type="none" w="med" len="med"/>
              </a:ln>
            </p:spPr>
          </p:sp>
          <p:sp>
            <p:nvSpPr>
              <p:cNvPr id="25730" name="Line 69"/>
              <p:cNvSpPr/>
              <p:nvPr/>
            </p:nvSpPr>
            <p:spPr>
              <a:xfrm>
                <a:off x="1040" y="1504"/>
                <a:ext cx="64" cy="1"/>
              </a:xfrm>
              <a:prstGeom prst="line">
                <a:avLst/>
              </a:prstGeom>
              <a:ln w="12700" cap="flat" cmpd="sng">
                <a:solidFill>
                  <a:srgbClr val="000000"/>
                </a:solidFill>
                <a:prstDash val="solid"/>
                <a:headEnd type="none" w="med" len="med"/>
                <a:tailEnd type="none" w="med" len="med"/>
              </a:ln>
            </p:spPr>
          </p:sp>
          <p:sp>
            <p:nvSpPr>
              <p:cNvPr id="25731" name="Line 70"/>
              <p:cNvSpPr/>
              <p:nvPr/>
            </p:nvSpPr>
            <p:spPr>
              <a:xfrm>
                <a:off x="1184" y="1504"/>
                <a:ext cx="64" cy="1"/>
              </a:xfrm>
              <a:prstGeom prst="line">
                <a:avLst/>
              </a:prstGeom>
              <a:ln w="12700" cap="flat" cmpd="sng">
                <a:solidFill>
                  <a:srgbClr val="000000"/>
                </a:solidFill>
                <a:prstDash val="solid"/>
                <a:headEnd type="none" w="med" len="med"/>
                <a:tailEnd type="none" w="med" len="med"/>
              </a:ln>
            </p:spPr>
          </p:sp>
          <p:sp>
            <p:nvSpPr>
              <p:cNvPr id="25732" name="Line 71"/>
              <p:cNvSpPr/>
              <p:nvPr/>
            </p:nvSpPr>
            <p:spPr>
              <a:xfrm>
                <a:off x="1328" y="1504"/>
                <a:ext cx="64" cy="1"/>
              </a:xfrm>
              <a:prstGeom prst="line">
                <a:avLst/>
              </a:prstGeom>
              <a:ln w="12700" cap="flat" cmpd="sng">
                <a:solidFill>
                  <a:srgbClr val="000000"/>
                </a:solidFill>
                <a:prstDash val="solid"/>
                <a:headEnd type="none" w="med" len="med"/>
                <a:tailEnd type="none" w="med" len="med"/>
              </a:ln>
            </p:spPr>
          </p:sp>
          <p:sp>
            <p:nvSpPr>
              <p:cNvPr id="25733" name="Line 72"/>
              <p:cNvSpPr/>
              <p:nvPr/>
            </p:nvSpPr>
            <p:spPr>
              <a:xfrm>
                <a:off x="1472" y="1504"/>
                <a:ext cx="64" cy="1"/>
              </a:xfrm>
              <a:prstGeom prst="line">
                <a:avLst/>
              </a:prstGeom>
              <a:ln w="12700" cap="flat" cmpd="sng">
                <a:solidFill>
                  <a:srgbClr val="000000"/>
                </a:solidFill>
                <a:prstDash val="solid"/>
                <a:headEnd type="none" w="med" len="med"/>
                <a:tailEnd type="none" w="med" len="med"/>
              </a:ln>
            </p:spPr>
          </p:sp>
          <p:sp>
            <p:nvSpPr>
              <p:cNvPr id="25734" name="Line 73"/>
              <p:cNvSpPr/>
              <p:nvPr/>
            </p:nvSpPr>
            <p:spPr>
              <a:xfrm>
                <a:off x="1616" y="1504"/>
                <a:ext cx="64" cy="1"/>
              </a:xfrm>
              <a:prstGeom prst="line">
                <a:avLst/>
              </a:prstGeom>
              <a:ln w="12700" cap="flat" cmpd="sng">
                <a:solidFill>
                  <a:srgbClr val="000000"/>
                </a:solidFill>
                <a:prstDash val="solid"/>
                <a:headEnd type="none" w="med" len="med"/>
                <a:tailEnd type="none" w="med" len="med"/>
              </a:ln>
            </p:spPr>
          </p:sp>
          <p:sp>
            <p:nvSpPr>
              <p:cNvPr id="25735" name="Line 74"/>
              <p:cNvSpPr/>
              <p:nvPr/>
            </p:nvSpPr>
            <p:spPr>
              <a:xfrm>
                <a:off x="1760" y="1504"/>
                <a:ext cx="64" cy="1"/>
              </a:xfrm>
              <a:prstGeom prst="line">
                <a:avLst/>
              </a:prstGeom>
              <a:ln w="12700" cap="flat" cmpd="sng">
                <a:solidFill>
                  <a:srgbClr val="000000"/>
                </a:solidFill>
                <a:prstDash val="solid"/>
                <a:headEnd type="none" w="med" len="med"/>
                <a:tailEnd type="none" w="med" len="med"/>
              </a:ln>
            </p:spPr>
          </p:sp>
          <p:sp>
            <p:nvSpPr>
              <p:cNvPr id="25736" name="Line 75"/>
              <p:cNvSpPr/>
              <p:nvPr/>
            </p:nvSpPr>
            <p:spPr>
              <a:xfrm>
                <a:off x="1904" y="1504"/>
                <a:ext cx="64" cy="1"/>
              </a:xfrm>
              <a:prstGeom prst="line">
                <a:avLst/>
              </a:prstGeom>
              <a:ln w="12700" cap="flat" cmpd="sng">
                <a:solidFill>
                  <a:srgbClr val="000000"/>
                </a:solidFill>
                <a:prstDash val="solid"/>
                <a:headEnd type="none" w="med" len="med"/>
                <a:tailEnd type="none" w="med" len="med"/>
              </a:ln>
            </p:spPr>
          </p:sp>
          <p:sp>
            <p:nvSpPr>
              <p:cNvPr id="25737" name="Line 76"/>
              <p:cNvSpPr/>
              <p:nvPr/>
            </p:nvSpPr>
            <p:spPr>
              <a:xfrm>
                <a:off x="2048" y="1504"/>
                <a:ext cx="64" cy="1"/>
              </a:xfrm>
              <a:prstGeom prst="line">
                <a:avLst/>
              </a:prstGeom>
              <a:ln w="12700" cap="flat" cmpd="sng">
                <a:solidFill>
                  <a:srgbClr val="000000"/>
                </a:solidFill>
                <a:prstDash val="solid"/>
                <a:headEnd type="none" w="med" len="med"/>
                <a:tailEnd type="none" w="med" len="med"/>
              </a:ln>
            </p:spPr>
          </p:sp>
          <p:sp>
            <p:nvSpPr>
              <p:cNvPr id="25738" name="Line 77"/>
              <p:cNvSpPr/>
              <p:nvPr/>
            </p:nvSpPr>
            <p:spPr>
              <a:xfrm>
                <a:off x="2192" y="1504"/>
                <a:ext cx="64" cy="1"/>
              </a:xfrm>
              <a:prstGeom prst="line">
                <a:avLst/>
              </a:prstGeom>
              <a:ln w="12700" cap="flat" cmpd="sng">
                <a:solidFill>
                  <a:srgbClr val="000000"/>
                </a:solidFill>
                <a:prstDash val="solid"/>
                <a:headEnd type="none" w="med" len="med"/>
                <a:tailEnd type="none" w="med" len="med"/>
              </a:ln>
            </p:spPr>
          </p:sp>
          <p:sp>
            <p:nvSpPr>
              <p:cNvPr id="25739" name="Line 78"/>
              <p:cNvSpPr/>
              <p:nvPr/>
            </p:nvSpPr>
            <p:spPr>
              <a:xfrm>
                <a:off x="2336" y="1504"/>
                <a:ext cx="64" cy="1"/>
              </a:xfrm>
              <a:prstGeom prst="line">
                <a:avLst/>
              </a:prstGeom>
              <a:ln w="12700" cap="flat" cmpd="sng">
                <a:solidFill>
                  <a:srgbClr val="000000"/>
                </a:solidFill>
                <a:prstDash val="solid"/>
                <a:headEnd type="none" w="med" len="med"/>
                <a:tailEnd type="none" w="med" len="med"/>
              </a:ln>
            </p:spPr>
          </p:sp>
          <p:sp>
            <p:nvSpPr>
              <p:cNvPr id="25740" name="Line 79"/>
              <p:cNvSpPr/>
              <p:nvPr/>
            </p:nvSpPr>
            <p:spPr>
              <a:xfrm>
                <a:off x="2480" y="1504"/>
                <a:ext cx="64" cy="1"/>
              </a:xfrm>
              <a:prstGeom prst="line">
                <a:avLst/>
              </a:prstGeom>
              <a:ln w="12700" cap="flat" cmpd="sng">
                <a:solidFill>
                  <a:srgbClr val="000000"/>
                </a:solidFill>
                <a:prstDash val="solid"/>
                <a:headEnd type="none" w="med" len="med"/>
                <a:tailEnd type="none" w="med" len="med"/>
              </a:ln>
            </p:spPr>
          </p:sp>
          <p:sp>
            <p:nvSpPr>
              <p:cNvPr id="25741" name="Line 80"/>
              <p:cNvSpPr/>
              <p:nvPr/>
            </p:nvSpPr>
            <p:spPr>
              <a:xfrm>
                <a:off x="2624" y="1504"/>
                <a:ext cx="64" cy="1"/>
              </a:xfrm>
              <a:prstGeom prst="line">
                <a:avLst/>
              </a:prstGeom>
              <a:ln w="12700" cap="flat" cmpd="sng">
                <a:solidFill>
                  <a:srgbClr val="000000"/>
                </a:solidFill>
                <a:prstDash val="solid"/>
                <a:headEnd type="none" w="med" len="med"/>
                <a:tailEnd type="none" w="med" len="med"/>
              </a:ln>
            </p:spPr>
          </p:sp>
          <p:sp>
            <p:nvSpPr>
              <p:cNvPr id="25742" name="Line 81"/>
              <p:cNvSpPr/>
              <p:nvPr/>
            </p:nvSpPr>
            <p:spPr>
              <a:xfrm>
                <a:off x="2768" y="1504"/>
                <a:ext cx="64" cy="1"/>
              </a:xfrm>
              <a:prstGeom prst="line">
                <a:avLst/>
              </a:prstGeom>
              <a:ln w="12700" cap="flat" cmpd="sng">
                <a:solidFill>
                  <a:srgbClr val="000000"/>
                </a:solidFill>
                <a:prstDash val="solid"/>
                <a:headEnd type="none" w="med" len="med"/>
                <a:tailEnd type="none" w="med" len="med"/>
              </a:ln>
            </p:spPr>
          </p:sp>
          <p:sp>
            <p:nvSpPr>
              <p:cNvPr id="25743" name="Line 82"/>
              <p:cNvSpPr/>
              <p:nvPr/>
            </p:nvSpPr>
            <p:spPr>
              <a:xfrm>
                <a:off x="2912" y="1504"/>
                <a:ext cx="64" cy="1"/>
              </a:xfrm>
              <a:prstGeom prst="line">
                <a:avLst/>
              </a:prstGeom>
              <a:ln w="12700" cap="flat" cmpd="sng">
                <a:solidFill>
                  <a:srgbClr val="000000"/>
                </a:solidFill>
                <a:prstDash val="solid"/>
                <a:headEnd type="none" w="med" len="med"/>
                <a:tailEnd type="none" w="med" len="med"/>
              </a:ln>
            </p:spPr>
          </p:sp>
          <p:sp>
            <p:nvSpPr>
              <p:cNvPr id="25744" name="Line 83"/>
              <p:cNvSpPr/>
              <p:nvPr/>
            </p:nvSpPr>
            <p:spPr>
              <a:xfrm>
                <a:off x="3056" y="1504"/>
                <a:ext cx="64" cy="1"/>
              </a:xfrm>
              <a:prstGeom prst="line">
                <a:avLst/>
              </a:prstGeom>
              <a:ln w="12700" cap="flat" cmpd="sng">
                <a:solidFill>
                  <a:srgbClr val="000000"/>
                </a:solidFill>
                <a:prstDash val="solid"/>
                <a:headEnd type="none" w="med" len="med"/>
                <a:tailEnd type="none" w="med" len="med"/>
              </a:ln>
            </p:spPr>
          </p:sp>
          <p:sp>
            <p:nvSpPr>
              <p:cNvPr id="25745" name="Line 84"/>
              <p:cNvSpPr/>
              <p:nvPr/>
            </p:nvSpPr>
            <p:spPr>
              <a:xfrm>
                <a:off x="3200" y="1504"/>
                <a:ext cx="64" cy="1"/>
              </a:xfrm>
              <a:prstGeom prst="line">
                <a:avLst/>
              </a:prstGeom>
              <a:ln w="12700" cap="flat" cmpd="sng">
                <a:solidFill>
                  <a:srgbClr val="000000"/>
                </a:solidFill>
                <a:prstDash val="solid"/>
                <a:headEnd type="none" w="med" len="med"/>
                <a:tailEnd type="none" w="med" len="med"/>
              </a:ln>
            </p:spPr>
          </p:sp>
          <p:sp>
            <p:nvSpPr>
              <p:cNvPr id="25746" name="Line 85"/>
              <p:cNvSpPr/>
              <p:nvPr/>
            </p:nvSpPr>
            <p:spPr>
              <a:xfrm>
                <a:off x="3344" y="1504"/>
                <a:ext cx="64" cy="1"/>
              </a:xfrm>
              <a:prstGeom prst="line">
                <a:avLst/>
              </a:prstGeom>
              <a:ln w="12700" cap="flat" cmpd="sng">
                <a:solidFill>
                  <a:srgbClr val="000000"/>
                </a:solidFill>
                <a:prstDash val="solid"/>
                <a:headEnd type="none" w="med" len="med"/>
                <a:tailEnd type="none" w="med" len="med"/>
              </a:ln>
            </p:spPr>
          </p:sp>
          <p:sp>
            <p:nvSpPr>
              <p:cNvPr id="25747" name="Line 86"/>
              <p:cNvSpPr/>
              <p:nvPr/>
            </p:nvSpPr>
            <p:spPr>
              <a:xfrm>
                <a:off x="3488" y="1504"/>
                <a:ext cx="64" cy="1"/>
              </a:xfrm>
              <a:prstGeom prst="line">
                <a:avLst/>
              </a:prstGeom>
              <a:ln w="12700" cap="flat" cmpd="sng">
                <a:solidFill>
                  <a:srgbClr val="000000"/>
                </a:solidFill>
                <a:prstDash val="solid"/>
                <a:headEnd type="none" w="med" len="med"/>
                <a:tailEnd type="none" w="med" len="med"/>
              </a:ln>
            </p:spPr>
          </p:sp>
          <p:sp>
            <p:nvSpPr>
              <p:cNvPr id="25748" name="Line 87"/>
              <p:cNvSpPr/>
              <p:nvPr/>
            </p:nvSpPr>
            <p:spPr>
              <a:xfrm>
                <a:off x="3632" y="1504"/>
                <a:ext cx="64" cy="1"/>
              </a:xfrm>
              <a:prstGeom prst="line">
                <a:avLst/>
              </a:prstGeom>
              <a:ln w="12700" cap="flat" cmpd="sng">
                <a:solidFill>
                  <a:srgbClr val="000000"/>
                </a:solidFill>
                <a:prstDash val="solid"/>
                <a:headEnd type="none" w="med" len="med"/>
                <a:tailEnd type="none" w="med" len="med"/>
              </a:ln>
            </p:spPr>
          </p:sp>
          <p:sp>
            <p:nvSpPr>
              <p:cNvPr id="25749" name="Line 88"/>
              <p:cNvSpPr/>
              <p:nvPr/>
            </p:nvSpPr>
            <p:spPr>
              <a:xfrm>
                <a:off x="3776" y="1504"/>
                <a:ext cx="64" cy="1"/>
              </a:xfrm>
              <a:prstGeom prst="line">
                <a:avLst/>
              </a:prstGeom>
              <a:ln w="12700" cap="flat" cmpd="sng">
                <a:solidFill>
                  <a:srgbClr val="000000"/>
                </a:solidFill>
                <a:prstDash val="solid"/>
                <a:headEnd type="none" w="med" len="med"/>
                <a:tailEnd type="none" w="med" len="med"/>
              </a:ln>
            </p:spPr>
          </p:sp>
          <p:sp>
            <p:nvSpPr>
              <p:cNvPr id="25750" name="Line 89"/>
              <p:cNvSpPr/>
              <p:nvPr/>
            </p:nvSpPr>
            <p:spPr>
              <a:xfrm>
                <a:off x="3920" y="1504"/>
                <a:ext cx="64" cy="1"/>
              </a:xfrm>
              <a:prstGeom prst="line">
                <a:avLst/>
              </a:prstGeom>
              <a:ln w="12700" cap="flat" cmpd="sng">
                <a:solidFill>
                  <a:srgbClr val="000000"/>
                </a:solidFill>
                <a:prstDash val="solid"/>
                <a:headEnd type="none" w="med" len="med"/>
                <a:tailEnd type="none" w="med" len="med"/>
              </a:ln>
            </p:spPr>
          </p:sp>
          <p:sp>
            <p:nvSpPr>
              <p:cNvPr id="25751" name="Line 90"/>
              <p:cNvSpPr/>
              <p:nvPr/>
            </p:nvSpPr>
            <p:spPr>
              <a:xfrm>
                <a:off x="4064" y="1504"/>
                <a:ext cx="64" cy="1"/>
              </a:xfrm>
              <a:prstGeom prst="line">
                <a:avLst/>
              </a:prstGeom>
              <a:ln w="12700" cap="flat" cmpd="sng">
                <a:solidFill>
                  <a:srgbClr val="000000"/>
                </a:solidFill>
                <a:prstDash val="solid"/>
                <a:headEnd type="none" w="med" len="med"/>
                <a:tailEnd type="none" w="med" len="med"/>
              </a:ln>
            </p:spPr>
          </p:sp>
          <p:sp>
            <p:nvSpPr>
              <p:cNvPr id="25752" name="Line 91"/>
              <p:cNvSpPr/>
              <p:nvPr/>
            </p:nvSpPr>
            <p:spPr>
              <a:xfrm>
                <a:off x="4208" y="1504"/>
                <a:ext cx="64" cy="1"/>
              </a:xfrm>
              <a:prstGeom prst="line">
                <a:avLst/>
              </a:prstGeom>
              <a:ln w="12700" cap="flat" cmpd="sng">
                <a:solidFill>
                  <a:srgbClr val="000000"/>
                </a:solidFill>
                <a:prstDash val="solid"/>
                <a:headEnd type="none" w="med" len="med"/>
                <a:tailEnd type="none" w="med" len="med"/>
              </a:ln>
            </p:spPr>
          </p:sp>
          <p:sp>
            <p:nvSpPr>
              <p:cNvPr id="25753" name="Line 92"/>
              <p:cNvSpPr/>
              <p:nvPr/>
            </p:nvSpPr>
            <p:spPr>
              <a:xfrm>
                <a:off x="4352" y="1504"/>
                <a:ext cx="64" cy="1"/>
              </a:xfrm>
              <a:prstGeom prst="line">
                <a:avLst/>
              </a:prstGeom>
              <a:ln w="12700" cap="flat" cmpd="sng">
                <a:solidFill>
                  <a:srgbClr val="000000"/>
                </a:solidFill>
                <a:prstDash val="solid"/>
                <a:headEnd type="none" w="med" len="med"/>
                <a:tailEnd type="none" w="med" len="med"/>
              </a:ln>
            </p:spPr>
          </p:sp>
          <p:sp>
            <p:nvSpPr>
              <p:cNvPr id="25754" name="Line 93"/>
              <p:cNvSpPr/>
              <p:nvPr/>
            </p:nvSpPr>
            <p:spPr>
              <a:xfrm>
                <a:off x="4496" y="1504"/>
                <a:ext cx="64" cy="1"/>
              </a:xfrm>
              <a:prstGeom prst="line">
                <a:avLst/>
              </a:prstGeom>
              <a:ln w="12700" cap="flat" cmpd="sng">
                <a:solidFill>
                  <a:srgbClr val="000000"/>
                </a:solidFill>
                <a:prstDash val="solid"/>
                <a:headEnd type="none" w="med" len="med"/>
                <a:tailEnd type="none" w="med" len="med"/>
              </a:ln>
            </p:spPr>
          </p:sp>
          <p:sp>
            <p:nvSpPr>
              <p:cNvPr id="25755" name="Line 94"/>
              <p:cNvSpPr/>
              <p:nvPr/>
            </p:nvSpPr>
            <p:spPr>
              <a:xfrm>
                <a:off x="4640" y="1504"/>
                <a:ext cx="64" cy="1"/>
              </a:xfrm>
              <a:prstGeom prst="line">
                <a:avLst/>
              </a:prstGeom>
              <a:ln w="12700" cap="flat" cmpd="sng">
                <a:solidFill>
                  <a:srgbClr val="000000"/>
                </a:solidFill>
                <a:prstDash val="solid"/>
                <a:headEnd type="none" w="med" len="med"/>
                <a:tailEnd type="none" w="med" len="med"/>
              </a:ln>
            </p:spPr>
          </p:sp>
          <p:sp>
            <p:nvSpPr>
              <p:cNvPr id="25756" name="Line 95"/>
              <p:cNvSpPr/>
              <p:nvPr/>
            </p:nvSpPr>
            <p:spPr>
              <a:xfrm>
                <a:off x="4784" y="1504"/>
                <a:ext cx="64" cy="1"/>
              </a:xfrm>
              <a:prstGeom prst="line">
                <a:avLst/>
              </a:prstGeom>
              <a:ln w="12700" cap="flat" cmpd="sng">
                <a:solidFill>
                  <a:srgbClr val="000000"/>
                </a:solidFill>
                <a:prstDash val="solid"/>
                <a:headEnd type="none" w="med" len="med"/>
                <a:tailEnd type="none" w="med" len="med"/>
              </a:ln>
            </p:spPr>
          </p:sp>
          <p:sp>
            <p:nvSpPr>
              <p:cNvPr id="25757" name="Line 96"/>
              <p:cNvSpPr/>
              <p:nvPr/>
            </p:nvSpPr>
            <p:spPr>
              <a:xfrm>
                <a:off x="4928" y="1504"/>
                <a:ext cx="64" cy="1"/>
              </a:xfrm>
              <a:prstGeom prst="line">
                <a:avLst/>
              </a:prstGeom>
              <a:ln w="12700" cap="flat" cmpd="sng">
                <a:solidFill>
                  <a:srgbClr val="000000"/>
                </a:solidFill>
                <a:prstDash val="solid"/>
                <a:headEnd type="none" w="med" len="med"/>
                <a:tailEnd type="none" w="med" len="med"/>
              </a:ln>
            </p:spPr>
          </p:sp>
        </p:grpSp>
        <p:sp>
          <p:nvSpPr>
            <p:cNvPr id="25616" name="Rectangle 97"/>
            <p:cNvSpPr/>
            <p:nvPr/>
          </p:nvSpPr>
          <p:spPr>
            <a:xfrm>
              <a:off x="1172" y="3384"/>
              <a:ext cx="83" cy="174"/>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a</a:t>
              </a:r>
            </a:p>
          </p:txBody>
        </p:sp>
        <p:sp>
          <p:nvSpPr>
            <p:cNvPr id="25617" name="Rectangle 98"/>
            <p:cNvSpPr/>
            <p:nvPr/>
          </p:nvSpPr>
          <p:spPr>
            <a:xfrm>
              <a:off x="1708" y="3368"/>
              <a:ext cx="97" cy="174"/>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b</a:t>
              </a:r>
            </a:p>
          </p:txBody>
        </p:sp>
        <p:sp>
          <p:nvSpPr>
            <p:cNvPr id="25618" name="Rectangle 99"/>
            <p:cNvSpPr/>
            <p:nvPr/>
          </p:nvSpPr>
          <p:spPr>
            <a:xfrm>
              <a:off x="3068" y="3368"/>
              <a:ext cx="75" cy="174"/>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c</a:t>
              </a:r>
            </a:p>
          </p:txBody>
        </p:sp>
        <p:sp>
          <p:nvSpPr>
            <p:cNvPr id="25619" name="Rectangle 100"/>
            <p:cNvSpPr/>
            <p:nvPr/>
          </p:nvSpPr>
          <p:spPr>
            <a:xfrm>
              <a:off x="4076" y="3360"/>
              <a:ext cx="97" cy="174"/>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d</a:t>
              </a:r>
            </a:p>
          </p:txBody>
        </p:sp>
        <p:grpSp>
          <p:nvGrpSpPr>
            <p:cNvPr id="25620" name="Group 101"/>
            <p:cNvGrpSpPr/>
            <p:nvPr/>
          </p:nvGrpSpPr>
          <p:grpSpPr>
            <a:xfrm>
              <a:off x="528" y="835"/>
              <a:ext cx="166" cy="222"/>
              <a:chOff x="720" y="576"/>
              <a:chExt cx="166" cy="222"/>
            </a:xfrm>
          </p:grpSpPr>
          <p:sp>
            <p:nvSpPr>
              <p:cNvPr id="25724" name="Rectangle 102"/>
              <p:cNvSpPr/>
              <p:nvPr/>
            </p:nvSpPr>
            <p:spPr>
              <a:xfrm>
                <a:off x="720" y="576"/>
                <a:ext cx="85" cy="174"/>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x</a:t>
                </a:r>
              </a:p>
            </p:txBody>
          </p:sp>
          <p:sp>
            <p:nvSpPr>
              <p:cNvPr id="25725" name="Rectangle 103"/>
              <p:cNvSpPr/>
              <p:nvPr/>
            </p:nvSpPr>
            <p:spPr>
              <a:xfrm>
                <a:off x="796" y="624"/>
                <a:ext cx="90" cy="174"/>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2</a:t>
                </a:r>
              </a:p>
            </p:txBody>
          </p:sp>
        </p:grpSp>
        <p:grpSp>
          <p:nvGrpSpPr>
            <p:cNvPr id="25621" name="Group 104"/>
            <p:cNvGrpSpPr/>
            <p:nvPr/>
          </p:nvGrpSpPr>
          <p:grpSpPr>
            <a:xfrm>
              <a:off x="4416" y="3264"/>
              <a:ext cx="166" cy="222"/>
              <a:chOff x="4640" y="3336"/>
              <a:chExt cx="166" cy="222"/>
            </a:xfrm>
          </p:grpSpPr>
          <p:sp>
            <p:nvSpPr>
              <p:cNvPr id="25722" name="Rectangle 105"/>
              <p:cNvSpPr/>
              <p:nvPr/>
            </p:nvSpPr>
            <p:spPr>
              <a:xfrm>
                <a:off x="4640" y="3336"/>
                <a:ext cx="85" cy="174"/>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x</a:t>
                </a:r>
              </a:p>
            </p:txBody>
          </p:sp>
          <p:sp>
            <p:nvSpPr>
              <p:cNvPr id="25723" name="Rectangle 106"/>
              <p:cNvSpPr/>
              <p:nvPr/>
            </p:nvSpPr>
            <p:spPr>
              <a:xfrm>
                <a:off x="4716" y="3384"/>
                <a:ext cx="90" cy="174"/>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1</a:t>
                </a:r>
              </a:p>
            </p:txBody>
          </p:sp>
        </p:grpSp>
        <p:sp>
          <p:nvSpPr>
            <p:cNvPr id="25622" name="Rectangle 107"/>
            <p:cNvSpPr/>
            <p:nvPr>
              <p:custDataLst>
                <p:tags r:id="rId1"/>
              </p:custDataLst>
            </p:nvPr>
          </p:nvSpPr>
          <p:spPr>
            <a:xfrm>
              <a:off x="1112" y="1536"/>
              <a:ext cx="2848" cy="1248"/>
            </a:xfrm>
            <a:prstGeom prst="rect">
              <a:avLst/>
            </a:prstGeom>
            <a:blipFill rotWithShape="0">
              <a:blip r:embed="rId22"/>
            </a:blipFill>
            <a:ln w="9525">
              <a:noFill/>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grpSp>
          <p:nvGrpSpPr>
            <p:cNvPr id="25623" name="Group 108"/>
            <p:cNvGrpSpPr/>
            <p:nvPr/>
          </p:nvGrpSpPr>
          <p:grpSpPr>
            <a:xfrm>
              <a:off x="464" y="1904"/>
              <a:ext cx="3952" cy="64"/>
              <a:chOff x="672" y="1904"/>
              <a:chExt cx="4520" cy="56"/>
            </a:xfrm>
          </p:grpSpPr>
          <p:sp>
            <p:nvSpPr>
              <p:cNvPr id="25690" name="Freeform 109"/>
              <p:cNvSpPr/>
              <p:nvPr>
                <p:custDataLst>
                  <p:tags r:id="rId11"/>
                </p:custDataLst>
              </p:nvPr>
            </p:nvSpPr>
            <p:spPr>
              <a:xfrm>
                <a:off x="672" y="1904"/>
                <a:ext cx="112" cy="56"/>
              </a:xfrm>
              <a:custGeom>
                <a:avLst/>
                <a:gdLst>
                  <a:gd name="txL" fmla="*/ 0 w 112"/>
                  <a:gd name="txT" fmla="*/ 0 h 56"/>
                  <a:gd name="txR" fmla="*/ 112 w 112"/>
                  <a:gd name="txB" fmla="*/ 56 h 56"/>
                </a:gdLst>
                <a:ahLst/>
                <a:cxnLst>
                  <a:cxn ang="0">
                    <a:pos x="0" y="24"/>
                  </a:cxn>
                  <a:cxn ang="0">
                    <a:pos x="112" y="0"/>
                  </a:cxn>
                  <a:cxn ang="0">
                    <a:pos x="112" y="24"/>
                  </a:cxn>
                  <a:cxn ang="0">
                    <a:pos x="112" y="56"/>
                  </a:cxn>
                  <a:cxn ang="0">
                    <a:pos x="0" y="24"/>
                  </a:cxn>
                </a:cxnLst>
                <a:rect l="txL" t="txT" r="txR" b="txB"/>
                <a:pathLst>
                  <a:path w="112" h="56">
                    <a:moveTo>
                      <a:pt x="0" y="24"/>
                    </a:moveTo>
                    <a:lnTo>
                      <a:pt x="112" y="0"/>
                    </a:lnTo>
                    <a:lnTo>
                      <a:pt x="112" y="24"/>
                    </a:lnTo>
                    <a:lnTo>
                      <a:pt x="112" y="56"/>
                    </a:lnTo>
                    <a:lnTo>
                      <a:pt x="0" y="24"/>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5691" name="Freeform 110"/>
              <p:cNvSpPr/>
              <p:nvPr>
                <p:custDataLst>
                  <p:tags r:id="rId12"/>
                </p:custDataLst>
              </p:nvPr>
            </p:nvSpPr>
            <p:spPr>
              <a:xfrm>
                <a:off x="5080" y="1904"/>
                <a:ext cx="112" cy="56"/>
              </a:xfrm>
              <a:custGeom>
                <a:avLst/>
                <a:gdLst>
                  <a:gd name="txL" fmla="*/ 0 w 112"/>
                  <a:gd name="txT" fmla="*/ 0 h 56"/>
                  <a:gd name="txR" fmla="*/ 112 w 112"/>
                  <a:gd name="txB" fmla="*/ 56 h 56"/>
                </a:gdLst>
                <a:ahLst/>
                <a:cxnLst>
                  <a:cxn ang="0">
                    <a:pos x="112" y="24"/>
                  </a:cxn>
                  <a:cxn ang="0">
                    <a:pos x="0" y="56"/>
                  </a:cxn>
                  <a:cxn ang="0">
                    <a:pos x="0" y="24"/>
                  </a:cxn>
                  <a:cxn ang="0">
                    <a:pos x="0" y="0"/>
                  </a:cxn>
                  <a:cxn ang="0">
                    <a:pos x="112" y="24"/>
                  </a:cxn>
                </a:cxnLst>
                <a:rect l="txL" t="txT" r="txR" b="txB"/>
                <a:pathLst>
                  <a:path w="112" h="56">
                    <a:moveTo>
                      <a:pt x="112" y="24"/>
                    </a:moveTo>
                    <a:lnTo>
                      <a:pt x="0" y="56"/>
                    </a:lnTo>
                    <a:lnTo>
                      <a:pt x="0" y="24"/>
                    </a:lnTo>
                    <a:lnTo>
                      <a:pt x="0" y="0"/>
                    </a:lnTo>
                    <a:lnTo>
                      <a:pt x="112" y="24"/>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5692" name="Line 111"/>
              <p:cNvSpPr/>
              <p:nvPr/>
            </p:nvSpPr>
            <p:spPr>
              <a:xfrm>
                <a:off x="784" y="1928"/>
                <a:ext cx="64" cy="1"/>
              </a:xfrm>
              <a:prstGeom prst="line">
                <a:avLst/>
              </a:prstGeom>
              <a:ln w="12700" cap="flat" cmpd="sng">
                <a:solidFill>
                  <a:srgbClr val="000000"/>
                </a:solidFill>
                <a:prstDash val="solid"/>
                <a:headEnd type="none" w="med" len="med"/>
                <a:tailEnd type="none" w="med" len="med"/>
              </a:ln>
            </p:spPr>
          </p:sp>
          <p:sp>
            <p:nvSpPr>
              <p:cNvPr id="25693" name="Line 112"/>
              <p:cNvSpPr/>
              <p:nvPr/>
            </p:nvSpPr>
            <p:spPr>
              <a:xfrm>
                <a:off x="928" y="1928"/>
                <a:ext cx="64" cy="1"/>
              </a:xfrm>
              <a:prstGeom prst="line">
                <a:avLst/>
              </a:prstGeom>
              <a:ln w="12700" cap="flat" cmpd="sng">
                <a:solidFill>
                  <a:srgbClr val="000000"/>
                </a:solidFill>
                <a:prstDash val="solid"/>
                <a:headEnd type="none" w="med" len="med"/>
                <a:tailEnd type="none" w="med" len="med"/>
              </a:ln>
            </p:spPr>
          </p:sp>
          <p:sp>
            <p:nvSpPr>
              <p:cNvPr id="25694" name="Line 113"/>
              <p:cNvSpPr/>
              <p:nvPr/>
            </p:nvSpPr>
            <p:spPr>
              <a:xfrm>
                <a:off x="1072" y="1928"/>
                <a:ext cx="64" cy="1"/>
              </a:xfrm>
              <a:prstGeom prst="line">
                <a:avLst/>
              </a:prstGeom>
              <a:ln w="12700" cap="flat" cmpd="sng">
                <a:solidFill>
                  <a:srgbClr val="000000"/>
                </a:solidFill>
                <a:prstDash val="solid"/>
                <a:headEnd type="none" w="med" len="med"/>
                <a:tailEnd type="none" w="med" len="med"/>
              </a:ln>
            </p:spPr>
          </p:sp>
          <p:sp>
            <p:nvSpPr>
              <p:cNvPr id="25695" name="Line 114"/>
              <p:cNvSpPr/>
              <p:nvPr/>
            </p:nvSpPr>
            <p:spPr>
              <a:xfrm>
                <a:off x="1216" y="1928"/>
                <a:ext cx="64" cy="1"/>
              </a:xfrm>
              <a:prstGeom prst="line">
                <a:avLst/>
              </a:prstGeom>
              <a:ln w="12700" cap="flat" cmpd="sng">
                <a:solidFill>
                  <a:srgbClr val="000000"/>
                </a:solidFill>
                <a:prstDash val="solid"/>
                <a:headEnd type="none" w="med" len="med"/>
                <a:tailEnd type="none" w="med" len="med"/>
              </a:ln>
            </p:spPr>
          </p:sp>
          <p:sp>
            <p:nvSpPr>
              <p:cNvPr id="25696" name="Line 115"/>
              <p:cNvSpPr/>
              <p:nvPr/>
            </p:nvSpPr>
            <p:spPr>
              <a:xfrm>
                <a:off x="1360" y="1928"/>
                <a:ext cx="64" cy="1"/>
              </a:xfrm>
              <a:prstGeom prst="line">
                <a:avLst/>
              </a:prstGeom>
              <a:ln w="12700" cap="flat" cmpd="sng">
                <a:solidFill>
                  <a:srgbClr val="000000"/>
                </a:solidFill>
                <a:prstDash val="solid"/>
                <a:headEnd type="none" w="med" len="med"/>
                <a:tailEnd type="none" w="med" len="med"/>
              </a:ln>
            </p:spPr>
          </p:sp>
          <p:sp>
            <p:nvSpPr>
              <p:cNvPr id="25697" name="Line 116"/>
              <p:cNvSpPr/>
              <p:nvPr/>
            </p:nvSpPr>
            <p:spPr>
              <a:xfrm>
                <a:off x="1504" y="1928"/>
                <a:ext cx="64" cy="1"/>
              </a:xfrm>
              <a:prstGeom prst="line">
                <a:avLst/>
              </a:prstGeom>
              <a:ln w="12700" cap="flat" cmpd="sng">
                <a:solidFill>
                  <a:srgbClr val="000000"/>
                </a:solidFill>
                <a:prstDash val="solid"/>
                <a:headEnd type="none" w="med" len="med"/>
                <a:tailEnd type="none" w="med" len="med"/>
              </a:ln>
            </p:spPr>
          </p:sp>
          <p:sp>
            <p:nvSpPr>
              <p:cNvPr id="25698" name="Line 117"/>
              <p:cNvSpPr/>
              <p:nvPr/>
            </p:nvSpPr>
            <p:spPr>
              <a:xfrm>
                <a:off x="1648" y="1928"/>
                <a:ext cx="64" cy="1"/>
              </a:xfrm>
              <a:prstGeom prst="line">
                <a:avLst/>
              </a:prstGeom>
              <a:ln w="12700" cap="flat" cmpd="sng">
                <a:solidFill>
                  <a:srgbClr val="000000"/>
                </a:solidFill>
                <a:prstDash val="solid"/>
                <a:headEnd type="none" w="med" len="med"/>
                <a:tailEnd type="none" w="med" len="med"/>
              </a:ln>
            </p:spPr>
          </p:sp>
          <p:sp>
            <p:nvSpPr>
              <p:cNvPr id="25699" name="Line 118"/>
              <p:cNvSpPr/>
              <p:nvPr/>
            </p:nvSpPr>
            <p:spPr>
              <a:xfrm>
                <a:off x="1792" y="1928"/>
                <a:ext cx="64" cy="1"/>
              </a:xfrm>
              <a:prstGeom prst="line">
                <a:avLst/>
              </a:prstGeom>
              <a:ln w="12700" cap="flat" cmpd="sng">
                <a:solidFill>
                  <a:srgbClr val="000000"/>
                </a:solidFill>
                <a:prstDash val="solid"/>
                <a:headEnd type="none" w="med" len="med"/>
                <a:tailEnd type="none" w="med" len="med"/>
              </a:ln>
            </p:spPr>
          </p:sp>
          <p:sp>
            <p:nvSpPr>
              <p:cNvPr id="25700" name="Line 119"/>
              <p:cNvSpPr/>
              <p:nvPr/>
            </p:nvSpPr>
            <p:spPr>
              <a:xfrm>
                <a:off x="1936" y="1928"/>
                <a:ext cx="64" cy="1"/>
              </a:xfrm>
              <a:prstGeom prst="line">
                <a:avLst/>
              </a:prstGeom>
              <a:ln w="12700" cap="flat" cmpd="sng">
                <a:solidFill>
                  <a:srgbClr val="000000"/>
                </a:solidFill>
                <a:prstDash val="solid"/>
                <a:headEnd type="none" w="med" len="med"/>
                <a:tailEnd type="none" w="med" len="med"/>
              </a:ln>
            </p:spPr>
          </p:sp>
          <p:sp>
            <p:nvSpPr>
              <p:cNvPr id="25701" name="Line 120"/>
              <p:cNvSpPr/>
              <p:nvPr/>
            </p:nvSpPr>
            <p:spPr>
              <a:xfrm>
                <a:off x="2080" y="1928"/>
                <a:ext cx="64" cy="1"/>
              </a:xfrm>
              <a:prstGeom prst="line">
                <a:avLst/>
              </a:prstGeom>
              <a:ln w="12700" cap="flat" cmpd="sng">
                <a:solidFill>
                  <a:srgbClr val="000000"/>
                </a:solidFill>
                <a:prstDash val="solid"/>
                <a:headEnd type="none" w="med" len="med"/>
                <a:tailEnd type="none" w="med" len="med"/>
              </a:ln>
            </p:spPr>
          </p:sp>
          <p:sp>
            <p:nvSpPr>
              <p:cNvPr id="25702" name="Line 121"/>
              <p:cNvSpPr/>
              <p:nvPr/>
            </p:nvSpPr>
            <p:spPr>
              <a:xfrm>
                <a:off x="2224" y="1928"/>
                <a:ext cx="64" cy="1"/>
              </a:xfrm>
              <a:prstGeom prst="line">
                <a:avLst/>
              </a:prstGeom>
              <a:ln w="12700" cap="flat" cmpd="sng">
                <a:solidFill>
                  <a:srgbClr val="000000"/>
                </a:solidFill>
                <a:prstDash val="solid"/>
                <a:headEnd type="none" w="med" len="med"/>
                <a:tailEnd type="none" w="med" len="med"/>
              </a:ln>
            </p:spPr>
          </p:sp>
          <p:sp>
            <p:nvSpPr>
              <p:cNvPr id="25703" name="Line 122"/>
              <p:cNvSpPr/>
              <p:nvPr/>
            </p:nvSpPr>
            <p:spPr>
              <a:xfrm>
                <a:off x="2368" y="1928"/>
                <a:ext cx="64" cy="1"/>
              </a:xfrm>
              <a:prstGeom prst="line">
                <a:avLst/>
              </a:prstGeom>
              <a:ln w="12700" cap="flat" cmpd="sng">
                <a:solidFill>
                  <a:srgbClr val="000000"/>
                </a:solidFill>
                <a:prstDash val="solid"/>
                <a:headEnd type="none" w="med" len="med"/>
                <a:tailEnd type="none" w="med" len="med"/>
              </a:ln>
            </p:spPr>
          </p:sp>
          <p:sp>
            <p:nvSpPr>
              <p:cNvPr id="25704" name="Line 123"/>
              <p:cNvSpPr/>
              <p:nvPr/>
            </p:nvSpPr>
            <p:spPr>
              <a:xfrm>
                <a:off x="2512" y="1928"/>
                <a:ext cx="64" cy="1"/>
              </a:xfrm>
              <a:prstGeom prst="line">
                <a:avLst/>
              </a:prstGeom>
              <a:ln w="12700" cap="flat" cmpd="sng">
                <a:solidFill>
                  <a:srgbClr val="000000"/>
                </a:solidFill>
                <a:prstDash val="solid"/>
                <a:headEnd type="none" w="med" len="med"/>
                <a:tailEnd type="none" w="med" len="med"/>
              </a:ln>
            </p:spPr>
          </p:sp>
          <p:sp>
            <p:nvSpPr>
              <p:cNvPr id="25705" name="Line 124"/>
              <p:cNvSpPr/>
              <p:nvPr/>
            </p:nvSpPr>
            <p:spPr>
              <a:xfrm>
                <a:off x="2656" y="1928"/>
                <a:ext cx="64" cy="1"/>
              </a:xfrm>
              <a:prstGeom prst="line">
                <a:avLst/>
              </a:prstGeom>
              <a:ln w="12700" cap="flat" cmpd="sng">
                <a:solidFill>
                  <a:srgbClr val="000000"/>
                </a:solidFill>
                <a:prstDash val="solid"/>
                <a:headEnd type="none" w="med" len="med"/>
                <a:tailEnd type="none" w="med" len="med"/>
              </a:ln>
            </p:spPr>
          </p:sp>
          <p:sp>
            <p:nvSpPr>
              <p:cNvPr id="25706" name="Line 125"/>
              <p:cNvSpPr/>
              <p:nvPr/>
            </p:nvSpPr>
            <p:spPr>
              <a:xfrm>
                <a:off x="2800" y="1928"/>
                <a:ext cx="64" cy="1"/>
              </a:xfrm>
              <a:prstGeom prst="line">
                <a:avLst/>
              </a:prstGeom>
              <a:ln w="12700" cap="flat" cmpd="sng">
                <a:solidFill>
                  <a:srgbClr val="000000"/>
                </a:solidFill>
                <a:prstDash val="solid"/>
                <a:headEnd type="none" w="med" len="med"/>
                <a:tailEnd type="none" w="med" len="med"/>
              </a:ln>
            </p:spPr>
          </p:sp>
          <p:sp>
            <p:nvSpPr>
              <p:cNvPr id="25707" name="Line 126"/>
              <p:cNvSpPr/>
              <p:nvPr/>
            </p:nvSpPr>
            <p:spPr>
              <a:xfrm>
                <a:off x="2944" y="1928"/>
                <a:ext cx="64" cy="1"/>
              </a:xfrm>
              <a:prstGeom prst="line">
                <a:avLst/>
              </a:prstGeom>
              <a:ln w="12700" cap="flat" cmpd="sng">
                <a:solidFill>
                  <a:srgbClr val="000000"/>
                </a:solidFill>
                <a:prstDash val="solid"/>
                <a:headEnd type="none" w="med" len="med"/>
                <a:tailEnd type="none" w="med" len="med"/>
              </a:ln>
            </p:spPr>
          </p:sp>
          <p:sp>
            <p:nvSpPr>
              <p:cNvPr id="25708" name="Line 127"/>
              <p:cNvSpPr/>
              <p:nvPr/>
            </p:nvSpPr>
            <p:spPr>
              <a:xfrm>
                <a:off x="3088" y="1928"/>
                <a:ext cx="64" cy="1"/>
              </a:xfrm>
              <a:prstGeom prst="line">
                <a:avLst/>
              </a:prstGeom>
              <a:ln w="12700" cap="flat" cmpd="sng">
                <a:solidFill>
                  <a:srgbClr val="000000"/>
                </a:solidFill>
                <a:prstDash val="solid"/>
                <a:headEnd type="none" w="med" len="med"/>
                <a:tailEnd type="none" w="med" len="med"/>
              </a:ln>
            </p:spPr>
          </p:sp>
          <p:sp>
            <p:nvSpPr>
              <p:cNvPr id="25709" name="Line 128"/>
              <p:cNvSpPr/>
              <p:nvPr/>
            </p:nvSpPr>
            <p:spPr>
              <a:xfrm>
                <a:off x="3232" y="1928"/>
                <a:ext cx="64" cy="1"/>
              </a:xfrm>
              <a:prstGeom prst="line">
                <a:avLst/>
              </a:prstGeom>
              <a:ln w="12700" cap="flat" cmpd="sng">
                <a:solidFill>
                  <a:srgbClr val="000000"/>
                </a:solidFill>
                <a:prstDash val="solid"/>
                <a:headEnd type="none" w="med" len="med"/>
                <a:tailEnd type="none" w="med" len="med"/>
              </a:ln>
            </p:spPr>
          </p:sp>
          <p:sp>
            <p:nvSpPr>
              <p:cNvPr id="25710" name="Line 129"/>
              <p:cNvSpPr/>
              <p:nvPr/>
            </p:nvSpPr>
            <p:spPr>
              <a:xfrm>
                <a:off x="3376" y="1928"/>
                <a:ext cx="64" cy="1"/>
              </a:xfrm>
              <a:prstGeom prst="line">
                <a:avLst/>
              </a:prstGeom>
              <a:ln w="12700" cap="flat" cmpd="sng">
                <a:solidFill>
                  <a:srgbClr val="000000"/>
                </a:solidFill>
                <a:prstDash val="solid"/>
                <a:headEnd type="none" w="med" len="med"/>
                <a:tailEnd type="none" w="med" len="med"/>
              </a:ln>
            </p:spPr>
          </p:sp>
          <p:sp>
            <p:nvSpPr>
              <p:cNvPr id="25711" name="Line 130"/>
              <p:cNvSpPr/>
              <p:nvPr/>
            </p:nvSpPr>
            <p:spPr>
              <a:xfrm>
                <a:off x="3520" y="1928"/>
                <a:ext cx="64" cy="1"/>
              </a:xfrm>
              <a:prstGeom prst="line">
                <a:avLst/>
              </a:prstGeom>
              <a:ln w="12700" cap="flat" cmpd="sng">
                <a:solidFill>
                  <a:srgbClr val="000000"/>
                </a:solidFill>
                <a:prstDash val="solid"/>
                <a:headEnd type="none" w="med" len="med"/>
                <a:tailEnd type="none" w="med" len="med"/>
              </a:ln>
            </p:spPr>
          </p:sp>
          <p:sp>
            <p:nvSpPr>
              <p:cNvPr id="25712" name="Line 131"/>
              <p:cNvSpPr/>
              <p:nvPr/>
            </p:nvSpPr>
            <p:spPr>
              <a:xfrm>
                <a:off x="3664" y="1928"/>
                <a:ext cx="64" cy="1"/>
              </a:xfrm>
              <a:prstGeom prst="line">
                <a:avLst/>
              </a:prstGeom>
              <a:ln w="12700" cap="flat" cmpd="sng">
                <a:solidFill>
                  <a:srgbClr val="000000"/>
                </a:solidFill>
                <a:prstDash val="solid"/>
                <a:headEnd type="none" w="med" len="med"/>
                <a:tailEnd type="none" w="med" len="med"/>
              </a:ln>
            </p:spPr>
          </p:sp>
          <p:sp>
            <p:nvSpPr>
              <p:cNvPr id="25713" name="Line 132"/>
              <p:cNvSpPr/>
              <p:nvPr/>
            </p:nvSpPr>
            <p:spPr>
              <a:xfrm>
                <a:off x="3808" y="1928"/>
                <a:ext cx="64" cy="1"/>
              </a:xfrm>
              <a:prstGeom prst="line">
                <a:avLst/>
              </a:prstGeom>
              <a:ln w="12700" cap="flat" cmpd="sng">
                <a:solidFill>
                  <a:srgbClr val="000000"/>
                </a:solidFill>
                <a:prstDash val="solid"/>
                <a:headEnd type="none" w="med" len="med"/>
                <a:tailEnd type="none" w="med" len="med"/>
              </a:ln>
            </p:spPr>
          </p:sp>
          <p:sp>
            <p:nvSpPr>
              <p:cNvPr id="25714" name="Line 133"/>
              <p:cNvSpPr/>
              <p:nvPr/>
            </p:nvSpPr>
            <p:spPr>
              <a:xfrm>
                <a:off x="3952" y="1928"/>
                <a:ext cx="64" cy="1"/>
              </a:xfrm>
              <a:prstGeom prst="line">
                <a:avLst/>
              </a:prstGeom>
              <a:ln w="12700" cap="flat" cmpd="sng">
                <a:solidFill>
                  <a:srgbClr val="000000"/>
                </a:solidFill>
                <a:prstDash val="solid"/>
                <a:headEnd type="none" w="med" len="med"/>
                <a:tailEnd type="none" w="med" len="med"/>
              </a:ln>
            </p:spPr>
          </p:sp>
          <p:sp>
            <p:nvSpPr>
              <p:cNvPr id="25715" name="Line 134"/>
              <p:cNvSpPr/>
              <p:nvPr/>
            </p:nvSpPr>
            <p:spPr>
              <a:xfrm>
                <a:off x="4096" y="1928"/>
                <a:ext cx="64" cy="1"/>
              </a:xfrm>
              <a:prstGeom prst="line">
                <a:avLst/>
              </a:prstGeom>
              <a:ln w="12700" cap="flat" cmpd="sng">
                <a:solidFill>
                  <a:srgbClr val="000000"/>
                </a:solidFill>
                <a:prstDash val="solid"/>
                <a:headEnd type="none" w="med" len="med"/>
                <a:tailEnd type="none" w="med" len="med"/>
              </a:ln>
            </p:spPr>
          </p:sp>
          <p:sp>
            <p:nvSpPr>
              <p:cNvPr id="25716" name="Line 135"/>
              <p:cNvSpPr/>
              <p:nvPr/>
            </p:nvSpPr>
            <p:spPr>
              <a:xfrm>
                <a:off x="4240" y="1928"/>
                <a:ext cx="64" cy="1"/>
              </a:xfrm>
              <a:prstGeom prst="line">
                <a:avLst/>
              </a:prstGeom>
              <a:ln w="12700" cap="flat" cmpd="sng">
                <a:solidFill>
                  <a:srgbClr val="000000"/>
                </a:solidFill>
                <a:prstDash val="solid"/>
                <a:headEnd type="none" w="med" len="med"/>
                <a:tailEnd type="none" w="med" len="med"/>
              </a:ln>
            </p:spPr>
          </p:sp>
          <p:sp>
            <p:nvSpPr>
              <p:cNvPr id="25717" name="Line 136"/>
              <p:cNvSpPr/>
              <p:nvPr/>
            </p:nvSpPr>
            <p:spPr>
              <a:xfrm>
                <a:off x="4384" y="1928"/>
                <a:ext cx="64" cy="1"/>
              </a:xfrm>
              <a:prstGeom prst="line">
                <a:avLst/>
              </a:prstGeom>
              <a:ln w="12700" cap="flat" cmpd="sng">
                <a:solidFill>
                  <a:srgbClr val="000000"/>
                </a:solidFill>
                <a:prstDash val="solid"/>
                <a:headEnd type="none" w="med" len="med"/>
                <a:tailEnd type="none" w="med" len="med"/>
              </a:ln>
            </p:spPr>
          </p:sp>
          <p:sp>
            <p:nvSpPr>
              <p:cNvPr id="25718" name="Line 137"/>
              <p:cNvSpPr/>
              <p:nvPr/>
            </p:nvSpPr>
            <p:spPr>
              <a:xfrm>
                <a:off x="4528" y="1928"/>
                <a:ext cx="64" cy="1"/>
              </a:xfrm>
              <a:prstGeom prst="line">
                <a:avLst/>
              </a:prstGeom>
              <a:ln w="12700" cap="flat" cmpd="sng">
                <a:solidFill>
                  <a:srgbClr val="000000"/>
                </a:solidFill>
                <a:prstDash val="solid"/>
                <a:headEnd type="none" w="med" len="med"/>
                <a:tailEnd type="none" w="med" len="med"/>
              </a:ln>
            </p:spPr>
          </p:sp>
          <p:sp>
            <p:nvSpPr>
              <p:cNvPr id="25719" name="Line 138"/>
              <p:cNvSpPr/>
              <p:nvPr/>
            </p:nvSpPr>
            <p:spPr>
              <a:xfrm>
                <a:off x="4672" y="1928"/>
                <a:ext cx="64" cy="1"/>
              </a:xfrm>
              <a:prstGeom prst="line">
                <a:avLst/>
              </a:prstGeom>
              <a:ln w="12700" cap="flat" cmpd="sng">
                <a:solidFill>
                  <a:srgbClr val="000000"/>
                </a:solidFill>
                <a:prstDash val="solid"/>
                <a:headEnd type="none" w="med" len="med"/>
                <a:tailEnd type="none" w="med" len="med"/>
              </a:ln>
            </p:spPr>
          </p:sp>
          <p:sp>
            <p:nvSpPr>
              <p:cNvPr id="25720" name="Line 139"/>
              <p:cNvSpPr/>
              <p:nvPr/>
            </p:nvSpPr>
            <p:spPr>
              <a:xfrm>
                <a:off x="4816" y="1928"/>
                <a:ext cx="64" cy="1"/>
              </a:xfrm>
              <a:prstGeom prst="line">
                <a:avLst/>
              </a:prstGeom>
              <a:ln w="12700" cap="flat" cmpd="sng">
                <a:solidFill>
                  <a:srgbClr val="000000"/>
                </a:solidFill>
                <a:prstDash val="solid"/>
                <a:headEnd type="none" w="med" len="med"/>
                <a:tailEnd type="none" w="med" len="med"/>
              </a:ln>
            </p:spPr>
          </p:sp>
          <p:sp>
            <p:nvSpPr>
              <p:cNvPr id="25721" name="Line 140"/>
              <p:cNvSpPr/>
              <p:nvPr/>
            </p:nvSpPr>
            <p:spPr>
              <a:xfrm>
                <a:off x="4960" y="1928"/>
                <a:ext cx="64" cy="1"/>
              </a:xfrm>
              <a:prstGeom prst="line">
                <a:avLst/>
              </a:prstGeom>
              <a:ln w="12700" cap="flat" cmpd="sng">
                <a:solidFill>
                  <a:srgbClr val="000000"/>
                </a:solidFill>
                <a:prstDash val="solid"/>
                <a:headEnd type="none" w="med" len="med"/>
                <a:tailEnd type="none" w="med" len="med"/>
              </a:ln>
            </p:spPr>
          </p:sp>
        </p:grpSp>
        <p:grpSp>
          <p:nvGrpSpPr>
            <p:cNvPr id="25624" name="Group 141"/>
            <p:cNvGrpSpPr/>
            <p:nvPr/>
          </p:nvGrpSpPr>
          <p:grpSpPr>
            <a:xfrm>
              <a:off x="1544" y="1008"/>
              <a:ext cx="56" cy="2584"/>
              <a:chOff x="1752" y="1040"/>
              <a:chExt cx="56" cy="2584"/>
            </a:xfrm>
          </p:grpSpPr>
          <p:sp>
            <p:nvSpPr>
              <p:cNvPr id="25671" name="Freeform 142"/>
              <p:cNvSpPr/>
              <p:nvPr>
                <p:custDataLst>
                  <p:tags r:id="rId9"/>
                </p:custDataLst>
              </p:nvPr>
            </p:nvSpPr>
            <p:spPr>
              <a:xfrm>
                <a:off x="1752" y="3512"/>
                <a:ext cx="56" cy="112"/>
              </a:xfrm>
              <a:custGeom>
                <a:avLst/>
                <a:gdLst>
                  <a:gd name="txL" fmla="*/ 0 w 56"/>
                  <a:gd name="txT" fmla="*/ 0 h 112"/>
                  <a:gd name="txR" fmla="*/ 56 w 56"/>
                  <a:gd name="txB" fmla="*/ 112 h 112"/>
                </a:gdLst>
                <a:ahLst/>
                <a:cxnLst>
                  <a:cxn ang="0">
                    <a:pos x="24" y="112"/>
                  </a:cxn>
                  <a:cxn ang="0">
                    <a:pos x="0" y="0"/>
                  </a:cxn>
                  <a:cxn ang="0">
                    <a:pos x="24" y="0"/>
                  </a:cxn>
                  <a:cxn ang="0">
                    <a:pos x="56" y="0"/>
                  </a:cxn>
                  <a:cxn ang="0">
                    <a:pos x="24" y="112"/>
                  </a:cxn>
                </a:cxnLst>
                <a:rect l="txL" t="txT" r="txR" b="txB"/>
                <a:pathLst>
                  <a:path w="56" h="112">
                    <a:moveTo>
                      <a:pt x="24" y="112"/>
                    </a:moveTo>
                    <a:lnTo>
                      <a:pt x="0" y="0"/>
                    </a:lnTo>
                    <a:lnTo>
                      <a:pt x="24" y="0"/>
                    </a:lnTo>
                    <a:lnTo>
                      <a:pt x="56" y="0"/>
                    </a:lnTo>
                    <a:lnTo>
                      <a:pt x="24" y="11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5672" name="Freeform 143"/>
              <p:cNvSpPr/>
              <p:nvPr>
                <p:custDataLst>
                  <p:tags r:id="rId10"/>
                </p:custDataLst>
              </p:nvPr>
            </p:nvSpPr>
            <p:spPr>
              <a:xfrm>
                <a:off x="1752" y="1040"/>
                <a:ext cx="56" cy="112"/>
              </a:xfrm>
              <a:custGeom>
                <a:avLst/>
                <a:gdLst>
                  <a:gd name="txL" fmla="*/ 0 w 56"/>
                  <a:gd name="txT" fmla="*/ 0 h 112"/>
                  <a:gd name="txR" fmla="*/ 56 w 56"/>
                  <a:gd name="txB" fmla="*/ 112 h 112"/>
                </a:gdLst>
                <a:ahLst/>
                <a:cxnLst>
                  <a:cxn ang="0">
                    <a:pos x="24" y="0"/>
                  </a:cxn>
                  <a:cxn ang="0">
                    <a:pos x="56" y="112"/>
                  </a:cxn>
                  <a:cxn ang="0">
                    <a:pos x="24" y="112"/>
                  </a:cxn>
                  <a:cxn ang="0">
                    <a:pos x="0" y="112"/>
                  </a:cxn>
                  <a:cxn ang="0">
                    <a:pos x="24" y="0"/>
                  </a:cxn>
                </a:cxnLst>
                <a:rect l="txL" t="txT" r="txR" b="txB"/>
                <a:pathLst>
                  <a:path w="56" h="112">
                    <a:moveTo>
                      <a:pt x="24" y="0"/>
                    </a:moveTo>
                    <a:lnTo>
                      <a:pt x="56" y="112"/>
                    </a:lnTo>
                    <a:lnTo>
                      <a:pt x="24" y="112"/>
                    </a:lnTo>
                    <a:lnTo>
                      <a:pt x="0" y="112"/>
                    </a:lnTo>
                    <a:lnTo>
                      <a:pt x="24" y="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5673" name="Line 144"/>
              <p:cNvSpPr/>
              <p:nvPr/>
            </p:nvSpPr>
            <p:spPr>
              <a:xfrm flipV="1">
                <a:off x="1776" y="3440"/>
                <a:ext cx="1" cy="64"/>
              </a:xfrm>
              <a:prstGeom prst="line">
                <a:avLst/>
              </a:prstGeom>
              <a:ln w="12700" cap="flat" cmpd="sng">
                <a:solidFill>
                  <a:srgbClr val="000000"/>
                </a:solidFill>
                <a:prstDash val="solid"/>
                <a:headEnd type="none" w="med" len="med"/>
                <a:tailEnd type="none" w="med" len="med"/>
              </a:ln>
            </p:spPr>
          </p:sp>
          <p:sp>
            <p:nvSpPr>
              <p:cNvPr id="25674" name="Line 145"/>
              <p:cNvSpPr/>
              <p:nvPr/>
            </p:nvSpPr>
            <p:spPr>
              <a:xfrm flipV="1">
                <a:off x="1776" y="3296"/>
                <a:ext cx="1" cy="64"/>
              </a:xfrm>
              <a:prstGeom prst="line">
                <a:avLst/>
              </a:prstGeom>
              <a:ln w="12700" cap="flat" cmpd="sng">
                <a:solidFill>
                  <a:srgbClr val="000000"/>
                </a:solidFill>
                <a:prstDash val="solid"/>
                <a:headEnd type="none" w="med" len="med"/>
                <a:tailEnd type="none" w="med" len="med"/>
              </a:ln>
            </p:spPr>
          </p:sp>
          <p:sp>
            <p:nvSpPr>
              <p:cNvPr id="25675" name="Line 146"/>
              <p:cNvSpPr/>
              <p:nvPr/>
            </p:nvSpPr>
            <p:spPr>
              <a:xfrm flipV="1">
                <a:off x="1776" y="3152"/>
                <a:ext cx="1" cy="64"/>
              </a:xfrm>
              <a:prstGeom prst="line">
                <a:avLst/>
              </a:prstGeom>
              <a:ln w="12700" cap="flat" cmpd="sng">
                <a:solidFill>
                  <a:srgbClr val="000000"/>
                </a:solidFill>
                <a:prstDash val="solid"/>
                <a:headEnd type="none" w="med" len="med"/>
                <a:tailEnd type="none" w="med" len="med"/>
              </a:ln>
            </p:spPr>
          </p:sp>
          <p:sp>
            <p:nvSpPr>
              <p:cNvPr id="25676" name="Line 147"/>
              <p:cNvSpPr/>
              <p:nvPr/>
            </p:nvSpPr>
            <p:spPr>
              <a:xfrm flipV="1">
                <a:off x="1776" y="3008"/>
                <a:ext cx="1" cy="64"/>
              </a:xfrm>
              <a:prstGeom prst="line">
                <a:avLst/>
              </a:prstGeom>
              <a:ln w="12700" cap="flat" cmpd="sng">
                <a:solidFill>
                  <a:srgbClr val="000000"/>
                </a:solidFill>
                <a:prstDash val="solid"/>
                <a:headEnd type="none" w="med" len="med"/>
                <a:tailEnd type="none" w="med" len="med"/>
              </a:ln>
            </p:spPr>
          </p:sp>
          <p:sp>
            <p:nvSpPr>
              <p:cNvPr id="25677" name="Line 148"/>
              <p:cNvSpPr/>
              <p:nvPr/>
            </p:nvSpPr>
            <p:spPr>
              <a:xfrm flipV="1">
                <a:off x="1776" y="2864"/>
                <a:ext cx="1" cy="64"/>
              </a:xfrm>
              <a:prstGeom prst="line">
                <a:avLst/>
              </a:prstGeom>
              <a:ln w="12700" cap="flat" cmpd="sng">
                <a:solidFill>
                  <a:srgbClr val="000000"/>
                </a:solidFill>
                <a:prstDash val="solid"/>
                <a:headEnd type="none" w="med" len="med"/>
                <a:tailEnd type="none" w="med" len="med"/>
              </a:ln>
            </p:spPr>
          </p:sp>
          <p:sp>
            <p:nvSpPr>
              <p:cNvPr id="25678" name="Line 149"/>
              <p:cNvSpPr/>
              <p:nvPr/>
            </p:nvSpPr>
            <p:spPr>
              <a:xfrm flipV="1">
                <a:off x="1776" y="2720"/>
                <a:ext cx="1" cy="64"/>
              </a:xfrm>
              <a:prstGeom prst="line">
                <a:avLst/>
              </a:prstGeom>
              <a:ln w="12700" cap="flat" cmpd="sng">
                <a:solidFill>
                  <a:srgbClr val="000000"/>
                </a:solidFill>
                <a:prstDash val="solid"/>
                <a:headEnd type="none" w="med" len="med"/>
                <a:tailEnd type="none" w="med" len="med"/>
              </a:ln>
            </p:spPr>
          </p:sp>
          <p:sp>
            <p:nvSpPr>
              <p:cNvPr id="25679" name="Line 150"/>
              <p:cNvSpPr/>
              <p:nvPr/>
            </p:nvSpPr>
            <p:spPr>
              <a:xfrm flipV="1">
                <a:off x="1776" y="2576"/>
                <a:ext cx="1" cy="64"/>
              </a:xfrm>
              <a:prstGeom prst="line">
                <a:avLst/>
              </a:prstGeom>
              <a:ln w="12700" cap="flat" cmpd="sng">
                <a:solidFill>
                  <a:srgbClr val="000000"/>
                </a:solidFill>
                <a:prstDash val="solid"/>
                <a:headEnd type="none" w="med" len="med"/>
                <a:tailEnd type="none" w="med" len="med"/>
              </a:ln>
            </p:spPr>
          </p:sp>
          <p:sp>
            <p:nvSpPr>
              <p:cNvPr id="25680" name="Line 151"/>
              <p:cNvSpPr/>
              <p:nvPr/>
            </p:nvSpPr>
            <p:spPr>
              <a:xfrm flipV="1">
                <a:off x="1776" y="2432"/>
                <a:ext cx="1" cy="64"/>
              </a:xfrm>
              <a:prstGeom prst="line">
                <a:avLst/>
              </a:prstGeom>
              <a:ln w="12700" cap="flat" cmpd="sng">
                <a:solidFill>
                  <a:srgbClr val="000000"/>
                </a:solidFill>
                <a:prstDash val="solid"/>
                <a:headEnd type="none" w="med" len="med"/>
                <a:tailEnd type="none" w="med" len="med"/>
              </a:ln>
            </p:spPr>
          </p:sp>
          <p:sp>
            <p:nvSpPr>
              <p:cNvPr id="25681" name="Line 152"/>
              <p:cNvSpPr/>
              <p:nvPr/>
            </p:nvSpPr>
            <p:spPr>
              <a:xfrm flipV="1">
                <a:off x="1776" y="2288"/>
                <a:ext cx="1" cy="64"/>
              </a:xfrm>
              <a:prstGeom prst="line">
                <a:avLst/>
              </a:prstGeom>
              <a:ln w="12700" cap="flat" cmpd="sng">
                <a:solidFill>
                  <a:srgbClr val="000000"/>
                </a:solidFill>
                <a:prstDash val="solid"/>
                <a:headEnd type="none" w="med" len="med"/>
                <a:tailEnd type="none" w="med" len="med"/>
              </a:ln>
            </p:spPr>
          </p:sp>
          <p:sp>
            <p:nvSpPr>
              <p:cNvPr id="25682" name="Line 153"/>
              <p:cNvSpPr/>
              <p:nvPr/>
            </p:nvSpPr>
            <p:spPr>
              <a:xfrm flipV="1">
                <a:off x="1776" y="2144"/>
                <a:ext cx="1" cy="64"/>
              </a:xfrm>
              <a:prstGeom prst="line">
                <a:avLst/>
              </a:prstGeom>
              <a:ln w="12700" cap="flat" cmpd="sng">
                <a:solidFill>
                  <a:srgbClr val="000000"/>
                </a:solidFill>
                <a:prstDash val="solid"/>
                <a:headEnd type="none" w="med" len="med"/>
                <a:tailEnd type="none" w="med" len="med"/>
              </a:ln>
            </p:spPr>
          </p:sp>
          <p:sp>
            <p:nvSpPr>
              <p:cNvPr id="25683" name="Line 154"/>
              <p:cNvSpPr/>
              <p:nvPr/>
            </p:nvSpPr>
            <p:spPr>
              <a:xfrm flipV="1">
                <a:off x="1776" y="2000"/>
                <a:ext cx="1" cy="64"/>
              </a:xfrm>
              <a:prstGeom prst="line">
                <a:avLst/>
              </a:prstGeom>
              <a:ln w="12700" cap="flat" cmpd="sng">
                <a:solidFill>
                  <a:srgbClr val="000000"/>
                </a:solidFill>
                <a:prstDash val="solid"/>
                <a:headEnd type="none" w="med" len="med"/>
                <a:tailEnd type="none" w="med" len="med"/>
              </a:ln>
            </p:spPr>
          </p:sp>
          <p:sp>
            <p:nvSpPr>
              <p:cNvPr id="25684" name="Line 155"/>
              <p:cNvSpPr/>
              <p:nvPr/>
            </p:nvSpPr>
            <p:spPr>
              <a:xfrm flipV="1">
                <a:off x="1776" y="1856"/>
                <a:ext cx="1" cy="64"/>
              </a:xfrm>
              <a:prstGeom prst="line">
                <a:avLst/>
              </a:prstGeom>
              <a:ln w="12700" cap="flat" cmpd="sng">
                <a:solidFill>
                  <a:srgbClr val="000000"/>
                </a:solidFill>
                <a:prstDash val="solid"/>
                <a:headEnd type="none" w="med" len="med"/>
                <a:tailEnd type="none" w="med" len="med"/>
              </a:ln>
            </p:spPr>
          </p:sp>
          <p:sp>
            <p:nvSpPr>
              <p:cNvPr id="25685" name="Line 156"/>
              <p:cNvSpPr/>
              <p:nvPr/>
            </p:nvSpPr>
            <p:spPr>
              <a:xfrm flipV="1">
                <a:off x="1776" y="1712"/>
                <a:ext cx="1" cy="64"/>
              </a:xfrm>
              <a:prstGeom prst="line">
                <a:avLst/>
              </a:prstGeom>
              <a:ln w="12700" cap="flat" cmpd="sng">
                <a:solidFill>
                  <a:srgbClr val="000000"/>
                </a:solidFill>
                <a:prstDash val="solid"/>
                <a:headEnd type="none" w="med" len="med"/>
                <a:tailEnd type="none" w="med" len="med"/>
              </a:ln>
            </p:spPr>
          </p:sp>
          <p:sp>
            <p:nvSpPr>
              <p:cNvPr id="25686" name="Line 157"/>
              <p:cNvSpPr/>
              <p:nvPr/>
            </p:nvSpPr>
            <p:spPr>
              <a:xfrm flipV="1">
                <a:off x="1776" y="1568"/>
                <a:ext cx="1" cy="64"/>
              </a:xfrm>
              <a:prstGeom prst="line">
                <a:avLst/>
              </a:prstGeom>
              <a:ln w="12700" cap="flat" cmpd="sng">
                <a:solidFill>
                  <a:srgbClr val="000000"/>
                </a:solidFill>
                <a:prstDash val="solid"/>
                <a:headEnd type="none" w="med" len="med"/>
                <a:tailEnd type="none" w="med" len="med"/>
              </a:ln>
            </p:spPr>
          </p:sp>
          <p:sp>
            <p:nvSpPr>
              <p:cNvPr id="25687" name="Line 158"/>
              <p:cNvSpPr/>
              <p:nvPr/>
            </p:nvSpPr>
            <p:spPr>
              <a:xfrm flipV="1">
                <a:off x="1776" y="1424"/>
                <a:ext cx="1" cy="64"/>
              </a:xfrm>
              <a:prstGeom prst="line">
                <a:avLst/>
              </a:prstGeom>
              <a:ln w="12700" cap="flat" cmpd="sng">
                <a:solidFill>
                  <a:srgbClr val="000000"/>
                </a:solidFill>
                <a:prstDash val="solid"/>
                <a:headEnd type="none" w="med" len="med"/>
                <a:tailEnd type="none" w="med" len="med"/>
              </a:ln>
            </p:spPr>
          </p:sp>
          <p:sp>
            <p:nvSpPr>
              <p:cNvPr id="25688" name="Line 159"/>
              <p:cNvSpPr/>
              <p:nvPr/>
            </p:nvSpPr>
            <p:spPr>
              <a:xfrm flipV="1">
                <a:off x="1776" y="1280"/>
                <a:ext cx="1" cy="64"/>
              </a:xfrm>
              <a:prstGeom prst="line">
                <a:avLst/>
              </a:prstGeom>
              <a:ln w="12700" cap="flat" cmpd="sng">
                <a:solidFill>
                  <a:srgbClr val="000000"/>
                </a:solidFill>
                <a:prstDash val="solid"/>
                <a:headEnd type="none" w="med" len="med"/>
                <a:tailEnd type="none" w="med" len="med"/>
              </a:ln>
            </p:spPr>
          </p:sp>
          <p:sp>
            <p:nvSpPr>
              <p:cNvPr id="25689" name="Line 160"/>
              <p:cNvSpPr/>
              <p:nvPr/>
            </p:nvSpPr>
            <p:spPr>
              <a:xfrm flipV="1">
                <a:off x="1776" y="1152"/>
                <a:ext cx="1" cy="48"/>
              </a:xfrm>
              <a:prstGeom prst="line">
                <a:avLst/>
              </a:prstGeom>
              <a:ln w="12700" cap="flat" cmpd="sng">
                <a:solidFill>
                  <a:srgbClr val="000000"/>
                </a:solidFill>
                <a:prstDash val="solid"/>
                <a:headEnd type="none" w="med" len="med"/>
                <a:tailEnd type="none" w="med" len="med"/>
              </a:ln>
            </p:spPr>
          </p:sp>
        </p:grpSp>
        <p:grpSp>
          <p:nvGrpSpPr>
            <p:cNvPr id="25625" name="Group 161"/>
            <p:cNvGrpSpPr/>
            <p:nvPr/>
          </p:nvGrpSpPr>
          <p:grpSpPr>
            <a:xfrm>
              <a:off x="3936" y="1008"/>
              <a:ext cx="56" cy="2592"/>
              <a:chOff x="4144" y="1096"/>
              <a:chExt cx="56" cy="2592"/>
            </a:xfrm>
          </p:grpSpPr>
          <p:sp>
            <p:nvSpPr>
              <p:cNvPr id="25652" name="Freeform 162"/>
              <p:cNvSpPr/>
              <p:nvPr>
                <p:custDataLst>
                  <p:tags r:id="rId7"/>
                </p:custDataLst>
              </p:nvPr>
            </p:nvSpPr>
            <p:spPr>
              <a:xfrm>
                <a:off x="4144" y="3568"/>
                <a:ext cx="56" cy="120"/>
              </a:xfrm>
              <a:custGeom>
                <a:avLst/>
                <a:gdLst>
                  <a:gd name="txL" fmla="*/ 0 w 56"/>
                  <a:gd name="txT" fmla="*/ 0 h 120"/>
                  <a:gd name="txR" fmla="*/ 56 w 56"/>
                  <a:gd name="txB" fmla="*/ 120 h 120"/>
                </a:gdLst>
                <a:ahLst/>
                <a:cxnLst>
                  <a:cxn ang="0">
                    <a:pos x="24" y="120"/>
                  </a:cxn>
                  <a:cxn ang="0">
                    <a:pos x="0" y="0"/>
                  </a:cxn>
                  <a:cxn ang="0">
                    <a:pos x="24" y="0"/>
                  </a:cxn>
                  <a:cxn ang="0">
                    <a:pos x="56" y="0"/>
                  </a:cxn>
                  <a:cxn ang="0">
                    <a:pos x="24" y="120"/>
                  </a:cxn>
                </a:cxnLst>
                <a:rect l="txL" t="txT" r="txR" b="txB"/>
                <a:pathLst>
                  <a:path w="56" h="120">
                    <a:moveTo>
                      <a:pt x="24" y="120"/>
                    </a:moveTo>
                    <a:lnTo>
                      <a:pt x="0" y="0"/>
                    </a:lnTo>
                    <a:lnTo>
                      <a:pt x="24" y="0"/>
                    </a:lnTo>
                    <a:lnTo>
                      <a:pt x="56" y="0"/>
                    </a:lnTo>
                    <a:lnTo>
                      <a:pt x="24" y="12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5653" name="Freeform 163"/>
              <p:cNvSpPr/>
              <p:nvPr>
                <p:custDataLst>
                  <p:tags r:id="rId8"/>
                </p:custDataLst>
              </p:nvPr>
            </p:nvSpPr>
            <p:spPr>
              <a:xfrm>
                <a:off x="4144" y="1096"/>
                <a:ext cx="56" cy="112"/>
              </a:xfrm>
              <a:custGeom>
                <a:avLst/>
                <a:gdLst>
                  <a:gd name="txL" fmla="*/ 0 w 56"/>
                  <a:gd name="txT" fmla="*/ 0 h 112"/>
                  <a:gd name="txR" fmla="*/ 56 w 56"/>
                  <a:gd name="txB" fmla="*/ 112 h 112"/>
                </a:gdLst>
                <a:ahLst/>
                <a:cxnLst>
                  <a:cxn ang="0">
                    <a:pos x="24" y="0"/>
                  </a:cxn>
                  <a:cxn ang="0">
                    <a:pos x="56" y="112"/>
                  </a:cxn>
                  <a:cxn ang="0">
                    <a:pos x="24" y="112"/>
                  </a:cxn>
                  <a:cxn ang="0">
                    <a:pos x="0" y="112"/>
                  </a:cxn>
                  <a:cxn ang="0">
                    <a:pos x="24" y="0"/>
                  </a:cxn>
                </a:cxnLst>
                <a:rect l="txL" t="txT" r="txR" b="txB"/>
                <a:pathLst>
                  <a:path w="56" h="112">
                    <a:moveTo>
                      <a:pt x="24" y="0"/>
                    </a:moveTo>
                    <a:lnTo>
                      <a:pt x="56" y="112"/>
                    </a:lnTo>
                    <a:lnTo>
                      <a:pt x="24" y="112"/>
                    </a:lnTo>
                    <a:lnTo>
                      <a:pt x="0" y="112"/>
                    </a:lnTo>
                    <a:lnTo>
                      <a:pt x="24" y="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5654" name="Line 164"/>
              <p:cNvSpPr/>
              <p:nvPr/>
            </p:nvSpPr>
            <p:spPr>
              <a:xfrm flipV="1">
                <a:off x="4168" y="3496"/>
                <a:ext cx="1" cy="64"/>
              </a:xfrm>
              <a:prstGeom prst="line">
                <a:avLst/>
              </a:prstGeom>
              <a:ln w="12700" cap="flat" cmpd="sng">
                <a:solidFill>
                  <a:srgbClr val="000000"/>
                </a:solidFill>
                <a:prstDash val="solid"/>
                <a:headEnd type="none" w="med" len="med"/>
                <a:tailEnd type="none" w="med" len="med"/>
              </a:ln>
            </p:spPr>
          </p:sp>
          <p:sp>
            <p:nvSpPr>
              <p:cNvPr id="25655" name="Line 165"/>
              <p:cNvSpPr/>
              <p:nvPr/>
            </p:nvSpPr>
            <p:spPr>
              <a:xfrm flipV="1">
                <a:off x="4168" y="3352"/>
                <a:ext cx="1" cy="64"/>
              </a:xfrm>
              <a:prstGeom prst="line">
                <a:avLst/>
              </a:prstGeom>
              <a:ln w="12700" cap="flat" cmpd="sng">
                <a:solidFill>
                  <a:srgbClr val="000000"/>
                </a:solidFill>
                <a:prstDash val="solid"/>
                <a:headEnd type="none" w="med" len="med"/>
                <a:tailEnd type="none" w="med" len="med"/>
              </a:ln>
            </p:spPr>
          </p:sp>
          <p:sp>
            <p:nvSpPr>
              <p:cNvPr id="25656" name="Line 166"/>
              <p:cNvSpPr/>
              <p:nvPr/>
            </p:nvSpPr>
            <p:spPr>
              <a:xfrm flipV="1">
                <a:off x="4168" y="3208"/>
                <a:ext cx="1" cy="64"/>
              </a:xfrm>
              <a:prstGeom prst="line">
                <a:avLst/>
              </a:prstGeom>
              <a:ln w="12700" cap="flat" cmpd="sng">
                <a:solidFill>
                  <a:srgbClr val="000000"/>
                </a:solidFill>
                <a:prstDash val="solid"/>
                <a:headEnd type="none" w="med" len="med"/>
                <a:tailEnd type="none" w="med" len="med"/>
              </a:ln>
            </p:spPr>
          </p:sp>
          <p:sp>
            <p:nvSpPr>
              <p:cNvPr id="25657" name="Line 167"/>
              <p:cNvSpPr/>
              <p:nvPr/>
            </p:nvSpPr>
            <p:spPr>
              <a:xfrm flipV="1">
                <a:off x="4168" y="3064"/>
                <a:ext cx="1" cy="64"/>
              </a:xfrm>
              <a:prstGeom prst="line">
                <a:avLst/>
              </a:prstGeom>
              <a:ln w="12700" cap="flat" cmpd="sng">
                <a:solidFill>
                  <a:srgbClr val="000000"/>
                </a:solidFill>
                <a:prstDash val="solid"/>
                <a:headEnd type="none" w="med" len="med"/>
                <a:tailEnd type="none" w="med" len="med"/>
              </a:ln>
            </p:spPr>
          </p:sp>
          <p:sp>
            <p:nvSpPr>
              <p:cNvPr id="25658" name="Line 168"/>
              <p:cNvSpPr/>
              <p:nvPr/>
            </p:nvSpPr>
            <p:spPr>
              <a:xfrm flipV="1">
                <a:off x="4168" y="2920"/>
                <a:ext cx="1" cy="64"/>
              </a:xfrm>
              <a:prstGeom prst="line">
                <a:avLst/>
              </a:prstGeom>
              <a:ln w="12700" cap="flat" cmpd="sng">
                <a:solidFill>
                  <a:srgbClr val="000000"/>
                </a:solidFill>
                <a:prstDash val="solid"/>
                <a:headEnd type="none" w="med" len="med"/>
                <a:tailEnd type="none" w="med" len="med"/>
              </a:ln>
            </p:spPr>
          </p:sp>
          <p:sp>
            <p:nvSpPr>
              <p:cNvPr id="25659" name="Line 169"/>
              <p:cNvSpPr/>
              <p:nvPr/>
            </p:nvSpPr>
            <p:spPr>
              <a:xfrm flipV="1">
                <a:off x="4168" y="2776"/>
                <a:ext cx="1" cy="64"/>
              </a:xfrm>
              <a:prstGeom prst="line">
                <a:avLst/>
              </a:prstGeom>
              <a:ln w="12700" cap="flat" cmpd="sng">
                <a:solidFill>
                  <a:srgbClr val="000000"/>
                </a:solidFill>
                <a:prstDash val="solid"/>
                <a:headEnd type="none" w="med" len="med"/>
                <a:tailEnd type="none" w="med" len="med"/>
              </a:ln>
            </p:spPr>
          </p:sp>
          <p:sp>
            <p:nvSpPr>
              <p:cNvPr id="25660" name="Line 170"/>
              <p:cNvSpPr/>
              <p:nvPr/>
            </p:nvSpPr>
            <p:spPr>
              <a:xfrm flipV="1">
                <a:off x="4168" y="2632"/>
                <a:ext cx="1" cy="64"/>
              </a:xfrm>
              <a:prstGeom prst="line">
                <a:avLst/>
              </a:prstGeom>
              <a:ln w="12700" cap="flat" cmpd="sng">
                <a:solidFill>
                  <a:srgbClr val="000000"/>
                </a:solidFill>
                <a:prstDash val="solid"/>
                <a:headEnd type="none" w="med" len="med"/>
                <a:tailEnd type="none" w="med" len="med"/>
              </a:ln>
            </p:spPr>
          </p:sp>
          <p:sp>
            <p:nvSpPr>
              <p:cNvPr id="25661" name="Line 171"/>
              <p:cNvSpPr/>
              <p:nvPr/>
            </p:nvSpPr>
            <p:spPr>
              <a:xfrm flipV="1">
                <a:off x="4168" y="2488"/>
                <a:ext cx="1" cy="64"/>
              </a:xfrm>
              <a:prstGeom prst="line">
                <a:avLst/>
              </a:prstGeom>
              <a:ln w="12700" cap="flat" cmpd="sng">
                <a:solidFill>
                  <a:srgbClr val="000000"/>
                </a:solidFill>
                <a:prstDash val="solid"/>
                <a:headEnd type="none" w="med" len="med"/>
                <a:tailEnd type="none" w="med" len="med"/>
              </a:ln>
            </p:spPr>
          </p:sp>
          <p:sp>
            <p:nvSpPr>
              <p:cNvPr id="25662" name="Line 172"/>
              <p:cNvSpPr/>
              <p:nvPr/>
            </p:nvSpPr>
            <p:spPr>
              <a:xfrm flipV="1">
                <a:off x="4168" y="2344"/>
                <a:ext cx="1" cy="64"/>
              </a:xfrm>
              <a:prstGeom prst="line">
                <a:avLst/>
              </a:prstGeom>
              <a:ln w="12700" cap="flat" cmpd="sng">
                <a:solidFill>
                  <a:srgbClr val="000000"/>
                </a:solidFill>
                <a:prstDash val="solid"/>
                <a:headEnd type="none" w="med" len="med"/>
                <a:tailEnd type="none" w="med" len="med"/>
              </a:ln>
            </p:spPr>
          </p:sp>
          <p:sp>
            <p:nvSpPr>
              <p:cNvPr id="25663" name="Line 173"/>
              <p:cNvSpPr/>
              <p:nvPr/>
            </p:nvSpPr>
            <p:spPr>
              <a:xfrm flipV="1">
                <a:off x="4168" y="2200"/>
                <a:ext cx="1" cy="64"/>
              </a:xfrm>
              <a:prstGeom prst="line">
                <a:avLst/>
              </a:prstGeom>
              <a:ln w="12700" cap="flat" cmpd="sng">
                <a:solidFill>
                  <a:srgbClr val="000000"/>
                </a:solidFill>
                <a:prstDash val="solid"/>
                <a:headEnd type="none" w="med" len="med"/>
                <a:tailEnd type="none" w="med" len="med"/>
              </a:ln>
            </p:spPr>
          </p:sp>
          <p:sp>
            <p:nvSpPr>
              <p:cNvPr id="25664" name="Line 174"/>
              <p:cNvSpPr/>
              <p:nvPr/>
            </p:nvSpPr>
            <p:spPr>
              <a:xfrm flipV="1">
                <a:off x="4168" y="2056"/>
                <a:ext cx="1" cy="64"/>
              </a:xfrm>
              <a:prstGeom prst="line">
                <a:avLst/>
              </a:prstGeom>
              <a:ln w="12700" cap="flat" cmpd="sng">
                <a:solidFill>
                  <a:srgbClr val="000000"/>
                </a:solidFill>
                <a:prstDash val="solid"/>
                <a:headEnd type="none" w="med" len="med"/>
                <a:tailEnd type="none" w="med" len="med"/>
              </a:ln>
            </p:spPr>
          </p:sp>
          <p:sp>
            <p:nvSpPr>
              <p:cNvPr id="25665" name="Line 175"/>
              <p:cNvSpPr/>
              <p:nvPr/>
            </p:nvSpPr>
            <p:spPr>
              <a:xfrm flipV="1">
                <a:off x="4168" y="1912"/>
                <a:ext cx="1" cy="64"/>
              </a:xfrm>
              <a:prstGeom prst="line">
                <a:avLst/>
              </a:prstGeom>
              <a:ln w="12700" cap="flat" cmpd="sng">
                <a:solidFill>
                  <a:srgbClr val="000000"/>
                </a:solidFill>
                <a:prstDash val="solid"/>
                <a:headEnd type="none" w="med" len="med"/>
                <a:tailEnd type="none" w="med" len="med"/>
              </a:ln>
            </p:spPr>
          </p:sp>
          <p:sp>
            <p:nvSpPr>
              <p:cNvPr id="25666" name="Line 176"/>
              <p:cNvSpPr/>
              <p:nvPr/>
            </p:nvSpPr>
            <p:spPr>
              <a:xfrm flipV="1">
                <a:off x="4168" y="1768"/>
                <a:ext cx="1" cy="64"/>
              </a:xfrm>
              <a:prstGeom prst="line">
                <a:avLst/>
              </a:prstGeom>
              <a:ln w="12700" cap="flat" cmpd="sng">
                <a:solidFill>
                  <a:srgbClr val="000000"/>
                </a:solidFill>
                <a:prstDash val="solid"/>
                <a:headEnd type="none" w="med" len="med"/>
                <a:tailEnd type="none" w="med" len="med"/>
              </a:ln>
            </p:spPr>
          </p:sp>
          <p:sp>
            <p:nvSpPr>
              <p:cNvPr id="25667" name="Line 177"/>
              <p:cNvSpPr/>
              <p:nvPr/>
            </p:nvSpPr>
            <p:spPr>
              <a:xfrm flipV="1">
                <a:off x="4168" y="1624"/>
                <a:ext cx="1" cy="64"/>
              </a:xfrm>
              <a:prstGeom prst="line">
                <a:avLst/>
              </a:prstGeom>
              <a:ln w="12700" cap="flat" cmpd="sng">
                <a:solidFill>
                  <a:srgbClr val="000000"/>
                </a:solidFill>
                <a:prstDash val="solid"/>
                <a:headEnd type="none" w="med" len="med"/>
                <a:tailEnd type="none" w="med" len="med"/>
              </a:ln>
            </p:spPr>
          </p:sp>
          <p:sp>
            <p:nvSpPr>
              <p:cNvPr id="25668" name="Line 178"/>
              <p:cNvSpPr/>
              <p:nvPr/>
            </p:nvSpPr>
            <p:spPr>
              <a:xfrm flipV="1">
                <a:off x="4168" y="1480"/>
                <a:ext cx="1" cy="64"/>
              </a:xfrm>
              <a:prstGeom prst="line">
                <a:avLst/>
              </a:prstGeom>
              <a:ln w="12700" cap="flat" cmpd="sng">
                <a:solidFill>
                  <a:srgbClr val="000000"/>
                </a:solidFill>
                <a:prstDash val="solid"/>
                <a:headEnd type="none" w="med" len="med"/>
                <a:tailEnd type="none" w="med" len="med"/>
              </a:ln>
            </p:spPr>
          </p:sp>
          <p:sp>
            <p:nvSpPr>
              <p:cNvPr id="25669" name="Line 179"/>
              <p:cNvSpPr/>
              <p:nvPr/>
            </p:nvSpPr>
            <p:spPr>
              <a:xfrm flipV="1">
                <a:off x="4168" y="1336"/>
                <a:ext cx="1" cy="64"/>
              </a:xfrm>
              <a:prstGeom prst="line">
                <a:avLst/>
              </a:prstGeom>
              <a:ln w="12700" cap="flat" cmpd="sng">
                <a:solidFill>
                  <a:srgbClr val="000000"/>
                </a:solidFill>
                <a:prstDash val="solid"/>
                <a:headEnd type="none" w="med" len="med"/>
                <a:tailEnd type="none" w="med" len="med"/>
              </a:ln>
            </p:spPr>
          </p:sp>
          <p:sp>
            <p:nvSpPr>
              <p:cNvPr id="25670" name="Line 180"/>
              <p:cNvSpPr/>
              <p:nvPr/>
            </p:nvSpPr>
            <p:spPr>
              <a:xfrm flipV="1">
                <a:off x="4168" y="1208"/>
                <a:ext cx="1" cy="48"/>
              </a:xfrm>
              <a:prstGeom prst="line">
                <a:avLst/>
              </a:prstGeom>
              <a:ln w="12700" cap="flat" cmpd="sng">
                <a:solidFill>
                  <a:srgbClr val="000000"/>
                </a:solidFill>
                <a:prstDash val="solid"/>
                <a:headEnd type="none" w="med" len="med"/>
                <a:tailEnd type="none" w="med" len="med"/>
              </a:ln>
            </p:spPr>
          </p:sp>
        </p:grpSp>
        <p:grpSp>
          <p:nvGrpSpPr>
            <p:cNvPr id="25626" name="Group 181"/>
            <p:cNvGrpSpPr/>
            <p:nvPr/>
          </p:nvGrpSpPr>
          <p:grpSpPr>
            <a:xfrm>
              <a:off x="2920" y="1016"/>
              <a:ext cx="56" cy="2584"/>
              <a:chOff x="3128" y="1016"/>
              <a:chExt cx="56" cy="2584"/>
            </a:xfrm>
          </p:grpSpPr>
          <p:sp>
            <p:nvSpPr>
              <p:cNvPr id="25633" name="Freeform 182"/>
              <p:cNvSpPr/>
              <p:nvPr>
                <p:custDataLst>
                  <p:tags r:id="rId5"/>
                </p:custDataLst>
              </p:nvPr>
            </p:nvSpPr>
            <p:spPr>
              <a:xfrm>
                <a:off x="3128" y="3488"/>
                <a:ext cx="56" cy="112"/>
              </a:xfrm>
              <a:custGeom>
                <a:avLst/>
                <a:gdLst>
                  <a:gd name="txL" fmla="*/ 0 w 56"/>
                  <a:gd name="txT" fmla="*/ 0 h 112"/>
                  <a:gd name="txR" fmla="*/ 56 w 56"/>
                  <a:gd name="txB" fmla="*/ 112 h 112"/>
                </a:gdLst>
                <a:ahLst/>
                <a:cxnLst>
                  <a:cxn ang="0">
                    <a:pos x="24" y="112"/>
                  </a:cxn>
                  <a:cxn ang="0">
                    <a:pos x="0" y="0"/>
                  </a:cxn>
                  <a:cxn ang="0">
                    <a:pos x="24" y="0"/>
                  </a:cxn>
                  <a:cxn ang="0">
                    <a:pos x="56" y="0"/>
                  </a:cxn>
                  <a:cxn ang="0">
                    <a:pos x="24" y="112"/>
                  </a:cxn>
                </a:cxnLst>
                <a:rect l="txL" t="txT" r="txR" b="txB"/>
                <a:pathLst>
                  <a:path w="56" h="112">
                    <a:moveTo>
                      <a:pt x="24" y="112"/>
                    </a:moveTo>
                    <a:lnTo>
                      <a:pt x="0" y="0"/>
                    </a:lnTo>
                    <a:lnTo>
                      <a:pt x="24" y="0"/>
                    </a:lnTo>
                    <a:lnTo>
                      <a:pt x="56" y="0"/>
                    </a:lnTo>
                    <a:lnTo>
                      <a:pt x="24" y="11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5634" name="Freeform 183"/>
              <p:cNvSpPr/>
              <p:nvPr>
                <p:custDataLst>
                  <p:tags r:id="rId6"/>
                </p:custDataLst>
              </p:nvPr>
            </p:nvSpPr>
            <p:spPr>
              <a:xfrm>
                <a:off x="3128" y="1016"/>
                <a:ext cx="56" cy="112"/>
              </a:xfrm>
              <a:custGeom>
                <a:avLst/>
                <a:gdLst>
                  <a:gd name="txL" fmla="*/ 0 w 56"/>
                  <a:gd name="txT" fmla="*/ 0 h 112"/>
                  <a:gd name="txR" fmla="*/ 56 w 56"/>
                  <a:gd name="txB" fmla="*/ 112 h 112"/>
                </a:gdLst>
                <a:ahLst/>
                <a:cxnLst>
                  <a:cxn ang="0">
                    <a:pos x="24" y="0"/>
                  </a:cxn>
                  <a:cxn ang="0">
                    <a:pos x="56" y="112"/>
                  </a:cxn>
                  <a:cxn ang="0">
                    <a:pos x="24" y="112"/>
                  </a:cxn>
                  <a:cxn ang="0">
                    <a:pos x="0" y="112"/>
                  </a:cxn>
                  <a:cxn ang="0">
                    <a:pos x="24" y="0"/>
                  </a:cxn>
                </a:cxnLst>
                <a:rect l="txL" t="txT" r="txR" b="txB"/>
                <a:pathLst>
                  <a:path w="56" h="112">
                    <a:moveTo>
                      <a:pt x="24" y="0"/>
                    </a:moveTo>
                    <a:lnTo>
                      <a:pt x="56" y="112"/>
                    </a:lnTo>
                    <a:lnTo>
                      <a:pt x="24" y="112"/>
                    </a:lnTo>
                    <a:lnTo>
                      <a:pt x="0" y="112"/>
                    </a:lnTo>
                    <a:lnTo>
                      <a:pt x="24" y="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5635" name="Line 184"/>
              <p:cNvSpPr/>
              <p:nvPr/>
            </p:nvSpPr>
            <p:spPr>
              <a:xfrm flipV="1">
                <a:off x="3152" y="3416"/>
                <a:ext cx="1" cy="64"/>
              </a:xfrm>
              <a:prstGeom prst="line">
                <a:avLst/>
              </a:prstGeom>
              <a:ln w="12700" cap="flat" cmpd="sng">
                <a:solidFill>
                  <a:srgbClr val="000000"/>
                </a:solidFill>
                <a:prstDash val="solid"/>
                <a:headEnd type="none" w="med" len="med"/>
                <a:tailEnd type="none" w="med" len="med"/>
              </a:ln>
            </p:spPr>
          </p:sp>
          <p:sp>
            <p:nvSpPr>
              <p:cNvPr id="25636" name="Line 185"/>
              <p:cNvSpPr/>
              <p:nvPr/>
            </p:nvSpPr>
            <p:spPr>
              <a:xfrm flipV="1">
                <a:off x="3152" y="3272"/>
                <a:ext cx="1" cy="64"/>
              </a:xfrm>
              <a:prstGeom prst="line">
                <a:avLst/>
              </a:prstGeom>
              <a:ln w="12700" cap="flat" cmpd="sng">
                <a:solidFill>
                  <a:srgbClr val="000000"/>
                </a:solidFill>
                <a:prstDash val="solid"/>
                <a:headEnd type="none" w="med" len="med"/>
                <a:tailEnd type="none" w="med" len="med"/>
              </a:ln>
            </p:spPr>
          </p:sp>
          <p:sp>
            <p:nvSpPr>
              <p:cNvPr id="25637" name="Line 186"/>
              <p:cNvSpPr/>
              <p:nvPr/>
            </p:nvSpPr>
            <p:spPr>
              <a:xfrm flipV="1">
                <a:off x="3152" y="3128"/>
                <a:ext cx="1" cy="64"/>
              </a:xfrm>
              <a:prstGeom prst="line">
                <a:avLst/>
              </a:prstGeom>
              <a:ln w="12700" cap="flat" cmpd="sng">
                <a:solidFill>
                  <a:srgbClr val="000000"/>
                </a:solidFill>
                <a:prstDash val="solid"/>
                <a:headEnd type="none" w="med" len="med"/>
                <a:tailEnd type="none" w="med" len="med"/>
              </a:ln>
            </p:spPr>
          </p:sp>
          <p:sp>
            <p:nvSpPr>
              <p:cNvPr id="25638" name="Line 187"/>
              <p:cNvSpPr/>
              <p:nvPr/>
            </p:nvSpPr>
            <p:spPr>
              <a:xfrm flipV="1">
                <a:off x="3152" y="2984"/>
                <a:ext cx="1" cy="64"/>
              </a:xfrm>
              <a:prstGeom prst="line">
                <a:avLst/>
              </a:prstGeom>
              <a:ln w="12700" cap="flat" cmpd="sng">
                <a:solidFill>
                  <a:srgbClr val="000000"/>
                </a:solidFill>
                <a:prstDash val="solid"/>
                <a:headEnd type="none" w="med" len="med"/>
                <a:tailEnd type="none" w="med" len="med"/>
              </a:ln>
            </p:spPr>
          </p:sp>
          <p:sp>
            <p:nvSpPr>
              <p:cNvPr id="25639" name="Line 188"/>
              <p:cNvSpPr/>
              <p:nvPr/>
            </p:nvSpPr>
            <p:spPr>
              <a:xfrm flipV="1">
                <a:off x="3152" y="2840"/>
                <a:ext cx="1" cy="64"/>
              </a:xfrm>
              <a:prstGeom prst="line">
                <a:avLst/>
              </a:prstGeom>
              <a:ln w="12700" cap="flat" cmpd="sng">
                <a:solidFill>
                  <a:srgbClr val="000000"/>
                </a:solidFill>
                <a:prstDash val="solid"/>
                <a:headEnd type="none" w="med" len="med"/>
                <a:tailEnd type="none" w="med" len="med"/>
              </a:ln>
            </p:spPr>
          </p:sp>
          <p:sp>
            <p:nvSpPr>
              <p:cNvPr id="25640" name="Line 189"/>
              <p:cNvSpPr/>
              <p:nvPr/>
            </p:nvSpPr>
            <p:spPr>
              <a:xfrm flipV="1">
                <a:off x="3152" y="2696"/>
                <a:ext cx="1" cy="64"/>
              </a:xfrm>
              <a:prstGeom prst="line">
                <a:avLst/>
              </a:prstGeom>
              <a:ln w="12700" cap="flat" cmpd="sng">
                <a:solidFill>
                  <a:srgbClr val="000000"/>
                </a:solidFill>
                <a:prstDash val="solid"/>
                <a:headEnd type="none" w="med" len="med"/>
                <a:tailEnd type="none" w="med" len="med"/>
              </a:ln>
            </p:spPr>
          </p:sp>
          <p:sp>
            <p:nvSpPr>
              <p:cNvPr id="25641" name="Line 190"/>
              <p:cNvSpPr/>
              <p:nvPr/>
            </p:nvSpPr>
            <p:spPr>
              <a:xfrm flipV="1">
                <a:off x="3152" y="2552"/>
                <a:ext cx="1" cy="64"/>
              </a:xfrm>
              <a:prstGeom prst="line">
                <a:avLst/>
              </a:prstGeom>
              <a:ln w="12700" cap="flat" cmpd="sng">
                <a:solidFill>
                  <a:srgbClr val="000000"/>
                </a:solidFill>
                <a:prstDash val="solid"/>
                <a:headEnd type="none" w="med" len="med"/>
                <a:tailEnd type="none" w="med" len="med"/>
              </a:ln>
            </p:spPr>
          </p:sp>
          <p:sp>
            <p:nvSpPr>
              <p:cNvPr id="25642" name="Line 191"/>
              <p:cNvSpPr/>
              <p:nvPr/>
            </p:nvSpPr>
            <p:spPr>
              <a:xfrm flipV="1">
                <a:off x="3152" y="2408"/>
                <a:ext cx="1" cy="64"/>
              </a:xfrm>
              <a:prstGeom prst="line">
                <a:avLst/>
              </a:prstGeom>
              <a:ln w="12700" cap="flat" cmpd="sng">
                <a:solidFill>
                  <a:srgbClr val="000000"/>
                </a:solidFill>
                <a:prstDash val="solid"/>
                <a:headEnd type="none" w="med" len="med"/>
                <a:tailEnd type="none" w="med" len="med"/>
              </a:ln>
            </p:spPr>
          </p:sp>
          <p:sp>
            <p:nvSpPr>
              <p:cNvPr id="25643" name="Line 192"/>
              <p:cNvSpPr/>
              <p:nvPr/>
            </p:nvSpPr>
            <p:spPr>
              <a:xfrm flipV="1">
                <a:off x="3152" y="2264"/>
                <a:ext cx="1" cy="64"/>
              </a:xfrm>
              <a:prstGeom prst="line">
                <a:avLst/>
              </a:prstGeom>
              <a:ln w="12700" cap="flat" cmpd="sng">
                <a:solidFill>
                  <a:srgbClr val="000000"/>
                </a:solidFill>
                <a:prstDash val="solid"/>
                <a:headEnd type="none" w="med" len="med"/>
                <a:tailEnd type="none" w="med" len="med"/>
              </a:ln>
            </p:spPr>
          </p:sp>
          <p:sp>
            <p:nvSpPr>
              <p:cNvPr id="25644" name="Line 193"/>
              <p:cNvSpPr/>
              <p:nvPr/>
            </p:nvSpPr>
            <p:spPr>
              <a:xfrm flipV="1">
                <a:off x="3152" y="2120"/>
                <a:ext cx="1" cy="64"/>
              </a:xfrm>
              <a:prstGeom prst="line">
                <a:avLst/>
              </a:prstGeom>
              <a:ln w="12700" cap="flat" cmpd="sng">
                <a:solidFill>
                  <a:srgbClr val="000000"/>
                </a:solidFill>
                <a:prstDash val="solid"/>
                <a:headEnd type="none" w="med" len="med"/>
                <a:tailEnd type="none" w="med" len="med"/>
              </a:ln>
            </p:spPr>
          </p:sp>
          <p:sp>
            <p:nvSpPr>
              <p:cNvPr id="25645" name="Line 194"/>
              <p:cNvSpPr/>
              <p:nvPr/>
            </p:nvSpPr>
            <p:spPr>
              <a:xfrm flipV="1">
                <a:off x="3152" y="1976"/>
                <a:ext cx="1" cy="64"/>
              </a:xfrm>
              <a:prstGeom prst="line">
                <a:avLst/>
              </a:prstGeom>
              <a:ln w="12700" cap="flat" cmpd="sng">
                <a:solidFill>
                  <a:srgbClr val="000000"/>
                </a:solidFill>
                <a:prstDash val="solid"/>
                <a:headEnd type="none" w="med" len="med"/>
                <a:tailEnd type="none" w="med" len="med"/>
              </a:ln>
            </p:spPr>
          </p:sp>
          <p:sp>
            <p:nvSpPr>
              <p:cNvPr id="25646" name="Line 195"/>
              <p:cNvSpPr/>
              <p:nvPr/>
            </p:nvSpPr>
            <p:spPr>
              <a:xfrm flipV="1">
                <a:off x="3152" y="1832"/>
                <a:ext cx="1" cy="64"/>
              </a:xfrm>
              <a:prstGeom prst="line">
                <a:avLst/>
              </a:prstGeom>
              <a:ln w="12700" cap="flat" cmpd="sng">
                <a:solidFill>
                  <a:srgbClr val="000000"/>
                </a:solidFill>
                <a:prstDash val="solid"/>
                <a:headEnd type="none" w="med" len="med"/>
                <a:tailEnd type="none" w="med" len="med"/>
              </a:ln>
            </p:spPr>
          </p:sp>
          <p:sp>
            <p:nvSpPr>
              <p:cNvPr id="25647" name="Line 196"/>
              <p:cNvSpPr/>
              <p:nvPr/>
            </p:nvSpPr>
            <p:spPr>
              <a:xfrm flipV="1">
                <a:off x="3152" y="1688"/>
                <a:ext cx="1" cy="64"/>
              </a:xfrm>
              <a:prstGeom prst="line">
                <a:avLst/>
              </a:prstGeom>
              <a:ln w="12700" cap="flat" cmpd="sng">
                <a:solidFill>
                  <a:srgbClr val="000000"/>
                </a:solidFill>
                <a:prstDash val="solid"/>
                <a:headEnd type="none" w="med" len="med"/>
                <a:tailEnd type="none" w="med" len="med"/>
              </a:ln>
            </p:spPr>
          </p:sp>
          <p:sp>
            <p:nvSpPr>
              <p:cNvPr id="25648" name="Line 197"/>
              <p:cNvSpPr/>
              <p:nvPr/>
            </p:nvSpPr>
            <p:spPr>
              <a:xfrm flipV="1">
                <a:off x="3152" y="1544"/>
                <a:ext cx="1" cy="64"/>
              </a:xfrm>
              <a:prstGeom prst="line">
                <a:avLst/>
              </a:prstGeom>
              <a:ln w="12700" cap="flat" cmpd="sng">
                <a:solidFill>
                  <a:srgbClr val="000000"/>
                </a:solidFill>
                <a:prstDash val="solid"/>
                <a:headEnd type="none" w="med" len="med"/>
                <a:tailEnd type="none" w="med" len="med"/>
              </a:ln>
            </p:spPr>
          </p:sp>
          <p:sp>
            <p:nvSpPr>
              <p:cNvPr id="25649" name="Line 198"/>
              <p:cNvSpPr/>
              <p:nvPr/>
            </p:nvSpPr>
            <p:spPr>
              <a:xfrm flipV="1">
                <a:off x="3152" y="1400"/>
                <a:ext cx="1" cy="64"/>
              </a:xfrm>
              <a:prstGeom prst="line">
                <a:avLst/>
              </a:prstGeom>
              <a:ln w="12700" cap="flat" cmpd="sng">
                <a:solidFill>
                  <a:srgbClr val="000000"/>
                </a:solidFill>
                <a:prstDash val="solid"/>
                <a:headEnd type="none" w="med" len="med"/>
                <a:tailEnd type="none" w="med" len="med"/>
              </a:ln>
            </p:spPr>
          </p:sp>
          <p:sp>
            <p:nvSpPr>
              <p:cNvPr id="25650" name="Line 199"/>
              <p:cNvSpPr/>
              <p:nvPr/>
            </p:nvSpPr>
            <p:spPr>
              <a:xfrm flipV="1">
                <a:off x="3152" y="1256"/>
                <a:ext cx="1" cy="64"/>
              </a:xfrm>
              <a:prstGeom prst="line">
                <a:avLst/>
              </a:prstGeom>
              <a:ln w="12700" cap="flat" cmpd="sng">
                <a:solidFill>
                  <a:srgbClr val="000000"/>
                </a:solidFill>
                <a:prstDash val="solid"/>
                <a:headEnd type="none" w="med" len="med"/>
                <a:tailEnd type="none" w="med" len="med"/>
              </a:ln>
            </p:spPr>
          </p:sp>
          <p:sp>
            <p:nvSpPr>
              <p:cNvPr id="25651" name="Line 200"/>
              <p:cNvSpPr/>
              <p:nvPr/>
            </p:nvSpPr>
            <p:spPr>
              <a:xfrm flipV="1">
                <a:off x="3152" y="1128"/>
                <a:ext cx="1" cy="48"/>
              </a:xfrm>
              <a:prstGeom prst="line">
                <a:avLst/>
              </a:prstGeom>
              <a:ln w="12700" cap="flat" cmpd="sng">
                <a:solidFill>
                  <a:srgbClr val="000000"/>
                </a:solidFill>
                <a:prstDash val="solid"/>
                <a:headEnd type="none" w="med" len="med"/>
                <a:tailEnd type="none" w="med" len="med"/>
              </a:ln>
            </p:spPr>
          </p:sp>
        </p:grpSp>
        <p:sp>
          <p:nvSpPr>
            <p:cNvPr id="25627" name="Rectangle 201"/>
            <p:cNvSpPr/>
            <p:nvPr/>
          </p:nvSpPr>
          <p:spPr>
            <a:xfrm>
              <a:off x="640" y="2864"/>
              <a:ext cx="85" cy="174"/>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e</a:t>
              </a:r>
            </a:p>
          </p:txBody>
        </p:sp>
        <p:sp>
          <p:nvSpPr>
            <p:cNvPr id="25628" name="Rectangle 202"/>
            <p:cNvSpPr/>
            <p:nvPr/>
          </p:nvSpPr>
          <p:spPr>
            <a:xfrm>
              <a:off x="652" y="1984"/>
              <a:ext cx="59" cy="174"/>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f</a:t>
              </a:r>
            </a:p>
          </p:txBody>
        </p:sp>
        <p:sp>
          <p:nvSpPr>
            <p:cNvPr id="25629" name="Rectangle 203"/>
            <p:cNvSpPr/>
            <p:nvPr/>
          </p:nvSpPr>
          <p:spPr>
            <a:xfrm>
              <a:off x="652" y="1544"/>
              <a:ext cx="97" cy="174"/>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g</a:t>
              </a:r>
            </a:p>
          </p:txBody>
        </p:sp>
        <p:sp>
          <p:nvSpPr>
            <p:cNvPr id="25630" name="Oval 204"/>
            <p:cNvSpPr/>
            <p:nvPr>
              <p:custDataLst>
                <p:tags r:id="rId2"/>
              </p:custDataLst>
            </p:nvPr>
          </p:nvSpPr>
          <p:spPr>
            <a:xfrm>
              <a:off x="2092" y="1684"/>
              <a:ext cx="64" cy="64"/>
            </a:xfrm>
            <a:prstGeom prst="ellipse">
              <a:avLst/>
            </a:prstGeom>
            <a:blipFill rotWithShape="0">
              <a:blip r:embed="rId23"/>
            </a:blip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25631" name="Oval 205"/>
            <p:cNvSpPr/>
            <p:nvPr>
              <p:custDataLst>
                <p:tags r:id="rId3"/>
              </p:custDataLst>
            </p:nvPr>
          </p:nvSpPr>
          <p:spPr>
            <a:xfrm>
              <a:off x="1292" y="2292"/>
              <a:ext cx="64" cy="64"/>
            </a:xfrm>
            <a:prstGeom prst="ellipse">
              <a:avLst/>
            </a:prstGeom>
            <a:blipFill rotWithShape="0">
              <a:blip r:embed="rId23"/>
            </a:blip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25632" name="Oval 206"/>
            <p:cNvSpPr/>
            <p:nvPr>
              <p:custDataLst>
                <p:tags r:id="rId4"/>
              </p:custDataLst>
            </p:nvPr>
          </p:nvSpPr>
          <p:spPr>
            <a:xfrm>
              <a:off x="3260" y="2220"/>
              <a:ext cx="64" cy="64"/>
            </a:xfrm>
            <a:prstGeom prst="ellipse">
              <a:avLst/>
            </a:prstGeom>
            <a:blipFill rotWithShape="0">
              <a:blip r:embed="rId23"/>
            </a:blip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grpSp>
      <p:sp>
        <p:nvSpPr>
          <p:cNvPr id="25605" name="Rectangle 207"/>
          <p:cNvSpPr/>
          <p:nvPr/>
        </p:nvSpPr>
        <p:spPr>
          <a:xfrm>
            <a:off x="6623924" y="1977629"/>
            <a:ext cx="971550" cy="276999"/>
          </a:xfrm>
          <a:prstGeom prst="rect">
            <a:avLst/>
          </a:prstGeom>
          <a:noFill/>
          <a:ln w="9525">
            <a:noFill/>
          </a:ln>
        </p:spPr>
        <p:txBody>
          <a:bodyPr lIns="0" tIns="0" rIns="0" bIns="0">
            <a:spAutoFit/>
          </a:bodyPr>
          <a:lstStyle/>
          <a:p>
            <a:r>
              <a:rPr lang="zh-CN" altLang="en-US" b="1" dirty="0">
                <a:solidFill>
                  <a:srgbClr val="0000FF"/>
                </a:solidFill>
                <a:latin typeface="微软雅黑" panose="020B0503020204020204" charset="-122"/>
                <a:ea typeface="微软雅黑" panose="020B0503020204020204" charset="-122"/>
              </a:rPr>
              <a:t>取值区间</a:t>
            </a:r>
          </a:p>
        </p:txBody>
      </p:sp>
      <p:sp>
        <p:nvSpPr>
          <p:cNvPr id="265424" name="Rectangle 208"/>
          <p:cNvSpPr/>
          <p:nvPr/>
        </p:nvSpPr>
        <p:spPr>
          <a:xfrm>
            <a:off x="6462713" y="2419350"/>
            <a:ext cx="1535677" cy="207749"/>
          </a:xfrm>
          <a:prstGeom prst="rect">
            <a:avLst/>
          </a:prstGeom>
          <a:noFill/>
          <a:ln w="9525">
            <a:noFill/>
          </a:ln>
        </p:spPr>
        <p:txBody>
          <a:bodyPr wrap="none" lIns="0" tIns="0" rIns="0" bIns="0">
            <a:spAutoFit/>
          </a:bodyPr>
          <a:lstStyle/>
          <a:p>
            <a:r>
              <a:rPr lang="en-US" altLang="zh-CN" sz="1350" b="1" dirty="0">
                <a:solidFill>
                  <a:srgbClr val="0000FF"/>
                </a:solidFill>
                <a:latin typeface="微软雅黑" panose="020B0503020204020204" charset="-122"/>
                <a:ea typeface="微软雅黑" panose="020B0503020204020204" charset="-122"/>
              </a:rPr>
              <a:t>x1:[a,b),[b,c),[c,d]</a:t>
            </a:r>
          </a:p>
        </p:txBody>
      </p:sp>
      <p:sp>
        <p:nvSpPr>
          <p:cNvPr id="265425" name="Rectangle 209"/>
          <p:cNvSpPr/>
          <p:nvPr/>
        </p:nvSpPr>
        <p:spPr>
          <a:xfrm>
            <a:off x="6462713" y="2733675"/>
            <a:ext cx="1032077" cy="207749"/>
          </a:xfrm>
          <a:prstGeom prst="rect">
            <a:avLst/>
          </a:prstGeom>
          <a:noFill/>
          <a:ln w="9525">
            <a:noFill/>
          </a:ln>
        </p:spPr>
        <p:txBody>
          <a:bodyPr wrap="none" lIns="0" tIns="0" rIns="0" bIns="0">
            <a:spAutoFit/>
          </a:bodyPr>
          <a:lstStyle/>
          <a:p>
            <a:r>
              <a:rPr lang="en-US" altLang="zh-CN" sz="1350" b="1" dirty="0">
                <a:solidFill>
                  <a:srgbClr val="0000FF"/>
                </a:solidFill>
                <a:latin typeface="微软雅黑" panose="020B0503020204020204" charset="-122"/>
                <a:ea typeface="微软雅黑" panose="020B0503020204020204" charset="-122"/>
              </a:rPr>
              <a:t>x2:[e,f),[f,g]</a:t>
            </a:r>
          </a:p>
        </p:txBody>
      </p:sp>
      <p:sp>
        <p:nvSpPr>
          <p:cNvPr id="265426" name="Rectangle 210"/>
          <p:cNvSpPr/>
          <p:nvPr/>
        </p:nvSpPr>
        <p:spPr>
          <a:xfrm>
            <a:off x="6074569" y="3057525"/>
            <a:ext cx="2018824" cy="207749"/>
          </a:xfrm>
          <a:prstGeom prst="rect">
            <a:avLst/>
          </a:prstGeom>
          <a:noFill/>
          <a:ln w="9525">
            <a:noFill/>
          </a:ln>
        </p:spPr>
        <p:txBody>
          <a:bodyPr wrap="square" lIns="0" tIns="0" rIns="0" bIns="0">
            <a:spAutoFit/>
          </a:bodyPr>
          <a:lstStyle/>
          <a:p>
            <a:r>
              <a:rPr lang="zh-CN" altLang="en-US" sz="1350" b="1" dirty="0">
                <a:solidFill>
                  <a:srgbClr val="0000FF"/>
                </a:solidFill>
                <a:latin typeface="微软雅黑" panose="020B0503020204020204" charset="-122"/>
                <a:ea typeface="微软雅黑" panose="020B0503020204020204" charset="-122"/>
                <a:cs typeface="微软雅黑" panose="020B0503020204020204" charset="-122"/>
              </a:rPr>
              <a:t>无效值：</a:t>
            </a:r>
            <a:r>
              <a:rPr lang="en-US" altLang="zh-CN" sz="1350" b="1" dirty="0">
                <a:solidFill>
                  <a:srgbClr val="0000FF"/>
                </a:solidFill>
                <a:latin typeface="微软雅黑" panose="020B0503020204020204" charset="-122"/>
                <a:ea typeface="微软雅黑" panose="020B0503020204020204" charset="-122"/>
                <a:cs typeface="微软雅黑" panose="020B0503020204020204" charset="-122"/>
              </a:rPr>
              <a:t>x1&lt;a, or x1&gt;d</a:t>
            </a:r>
          </a:p>
        </p:txBody>
      </p:sp>
      <p:sp>
        <p:nvSpPr>
          <p:cNvPr id="265427" name="Rectangle 211"/>
          <p:cNvSpPr/>
          <p:nvPr/>
        </p:nvSpPr>
        <p:spPr>
          <a:xfrm>
            <a:off x="6078856" y="3343275"/>
            <a:ext cx="2038826" cy="207749"/>
          </a:xfrm>
          <a:prstGeom prst="rect">
            <a:avLst/>
          </a:prstGeom>
          <a:noFill/>
          <a:ln w="9525">
            <a:noFill/>
          </a:ln>
        </p:spPr>
        <p:txBody>
          <a:bodyPr wrap="square" lIns="0" tIns="0" rIns="0" bIns="0">
            <a:spAutoFit/>
          </a:bodyPr>
          <a:lstStyle/>
          <a:p>
            <a:r>
              <a:rPr lang="zh-CN" altLang="en-US" sz="1350" b="1" dirty="0">
                <a:solidFill>
                  <a:srgbClr val="0000FF"/>
                </a:solidFill>
                <a:latin typeface="微软雅黑" panose="020B0503020204020204" charset="-122"/>
                <a:ea typeface="微软雅黑" panose="020B0503020204020204" charset="-122"/>
                <a:cs typeface="微软雅黑" panose="020B0503020204020204" charset="-122"/>
              </a:rPr>
              <a:t>无效值：</a:t>
            </a:r>
            <a:r>
              <a:rPr lang="en-US" altLang="zh-CN" sz="1350" b="1" dirty="0">
                <a:solidFill>
                  <a:srgbClr val="0000FF"/>
                </a:solidFill>
                <a:latin typeface="微软雅黑" panose="020B0503020204020204" charset="-122"/>
                <a:ea typeface="微软雅黑" panose="020B0503020204020204" charset="-122"/>
                <a:cs typeface="微软雅黑" panose="020B0503020204020204" charset="-122"/>
              </a:rPr>
              <a:t>x2&lt;e, or x2&gt;g</a:t>
            </a:r>
          </a:p>
        </p:txBody>
      </p:sp>
      <p:sp>
        <p:nvSpPr>
          <p:cNvPr id="25610" name="Rectangle 212"/>
          <p:cNvSpPr>
            <a:spLocks noGrp="1"/>
          </p:cNvSpPr>
          <p:nvPr>
            <p:ph idx="1"/>
          </p:nvPr>
        </p:nvSpPr>
        <p:spPr>
          <a:xfrm>
            <a:off x="1602105" y="1129427"/>
            <a:ext cx="4038600" cy="400050"/>
          </a:xfrm>
        </p:spPr>
        <p:txBody>
          <a:bodyPr vert="horz" wrap="square" lIns="68580" tIns="34290" rIns="68580" bIns="34290" rtlCol="0" anchor="t" anchorCtr="0">
            <a:normAutofit fontScale="85000" lnSpcReduction="20000"/>
          </a:bodyPr>
          <a:lstStyle/>
          <a:p>
            <a:pPr algn="l" eaLnBrk="1" hangingPunct="1">
              <a:buClrTx/>
              <a:buSzTx/>
            </a:pPr>
            <a:r>
              <a:rPr lang="zh-CN" altLang="en-US" b="1" u="sng" dirty="0">
                <a:latin typeface="微软雅黑" panose="020B0503020204020204" charset="-122"/>
              </a:rPr>
              <a:t>基于单缺陷、正常值（一般）</a:t>
            </a:r>
          </a:p>
        </p:txBody>
      </p:sp>
      <p:sp>
        <p:nvSpPr>
          <p:cNvPr id="264194" name="Rectangle 2"/>
          <p:cNvSpPr>
            <a:spLocks noGrp="1" noChangeArrowheads="1"/>
          </p:cNvSpPr>
          <p:nvPr>
            <p:ph type="title"/>
          </p:nvPr>
        </p:nvSpPr>
        <p:spPr>
          <a:xfrm>
            <a:off x="1439704" y="303848"/>
            <a:ext cx="5617369" cy="756285"/>
          </a:xfrm>
          <a:noFill/>
          <a:ln>
            <a:noFill/>
          </a:ln>
          <a:extLst>
            <a:ext uri="{909E8E84-426E-40DD-AFC4-6F175D3DCCD1}">
              <a14:hiddenFill xmlns:a14="http://schemas.microsoft.com/office/drawing/2010/main">
                <a:solidFill>
                  <a:srgbClr val="FFCC00"/>
                </a:solidFill>
              </a14:hiddenFill>
            </a:ext>
          </a:extLst>
        </p:spPr>
        <p:txBody>
          <a:bodyPr vert="horz" wrap="square" lIns="68580" tIns="34290" rIns="68580" bIns="34290" numCol="1" rtlCol="0" anchor="ctr" anchorCtr="0" compatLnSpc="1">
            <a:normAutofit/>
          </a:bodyPr>
          <a:lstStyle/>
          <a:p>
            <a:pPr algn="just" eaLnBrk="0" fontAlgn="base" hangingPunct="0">
              <a:lnSpc>
                <a:spcPct val="100000"/>
              </a:lnSpc>
              <a:buClrTx/>
            </a:pPr>
            <a:r>
              <a:rPr kumimoji="0" lang="zh-CN" altLang="en-US" sz="2925">
                <a:solidFill>
                  <a:schemeClr val="accent1">
                    <a:lumMod val="75000"/>
                  </a:schemeClr>
                </a:solidFill>
                <a:latin typeface="微软雅黑" panose="020B0503020204020204" charset="-122"/>
                <a:cs typeface="微软雅黑" panose="020B0503020204020204" charset="-122"/>
              </a:rPr>
              <a:t>测试用例设计</a:t>
            </a:r>
            <a:r>
              <a:rPr kumimoji="0" sz="2925">
                <a:solidFill>
                  <a:schemeClr val="accent1">
                    <a:lumMod val="75000"/>
                  </a:schemeClr>
                </a:solidFill>
                <a:latin typeface="微软雅黑" panose="020B0503020204020204" charset="-122"/>
                <a:cs typeface="微软雅黑" panose="020B0503020204020204" charset="-122"/>
              </a:rPr>
              <a:t>--</a:t>
            </a:r>
            <a:r>
              <a:rPr kumimoji="0" lang="zh-CN" altLang="en-US" sz="2925">
                <a:solidFill>
                  <a:schemeClr val="accent1">
                    <a:lumMod val="75000"/>
                  </a:schemeClr>
                </a:solidFill>
                <a:latin typeface="微软雅黑" panose="020B0503020204020204" charset="-122"/>
                <a:cs typeface="微软雅黑" panose="020B0503020204020204" charset="-122"/>
              </a:rPr>
              <a:t>弱一般等价类</a:t>
            </a:r>
          </a:p>
        </p:txBody>
      </p:sp>
      <p:sp>
        <p:nvSpPr>
          <p:cNvPr id="2" name="日期占位符 1"/>
          <p:cNvSpPr>
            <a:spLocks noGrp="1"/>
          </p:cNvSpPr>
          <p:nvPr>
            <p:ph type="dt" sz="half" idx="10"/>
          </p:nvPr>
        </p:nvSpPr>
        <p:spPr/>
        <p:txBody>
          <a:bodyPr/>
          <a:lstStyle/>
          <a:p>
            <a:fld id="{760FBDFE-C587-4B4C-A407-44438C67B59E}" type="datetime1">
              <a:rPr lang="zh-CN" altLang="en-US" smtClean="0">
                <a:latin typeface="微软雅黑" panose="020B0503020204020204" charset="-122"/>
                <a:ea typeface="微软雅黑" panose="020B0503020204020204" charset="-122"/>
              </a:rPr>
              <a:t>2024/3/12</a:t>
            </a:fld>
            <a:endParaRPr lang="zh-CN" altLang="en-US">
              <a:latin typeface="微软雅黑" panose="020B0503020204020204" charset="-122"/>
              <a:ea typeface="微软雅黑" panose="020B0503020204020204" charset="-122"/>
            </a:endParaRPr>
          </a:p>
        </p:txBody>
      </p:sp>
      <p:sp>
        <p:nvSpPr>
          <p:cNvPr id="3" name="灯片编号占位符 2"/>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fld id="{49AE70B2-8BF9-45C0-BB95-33D1B9D3A854}" type="slidenum">
              <a:rPr lang="zh-CN" altLang="en-US" smtClean="0"/>
              <a:pPr/>
              <a:t>90</a:t>
            </a:fld>
            <a:endParaRPr lang="zh-CN" altLang="en-US">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65424"/>
                                        </p:tgtEl>
                                        <p:attrNameLst>
                                          <p:attrName>style.visibility</p:attrName>
                                        </p:attrNameLst>
                                      </p:cBhvr>
                                      <p:to>
                                        <p:strVal val="visible"/>
                                      </p:to>
                                    </p:set>
                                    <p:animEffect transition="in" filter="slide(fromBottom)">
                                      <p:cBhvr>
                                        <p:cTn id="7" dur="500"/>
                                        <p:tgtEl>
                                          <p:spTgt spid="265424"/>
                                        </p:tgtEl>
                                      </p:cBhvr>
                                    </p:animEffect>
                                  </p:childTnLst>
                                </p:cTn>
                              </p:par>
                            </p:childTnLst>
                          </p:cTn>
                        </p:par>
                        <p:par>
                          <p:cTn id="8" fill="hold">
                            <p:stCondLst>
                              <p:cond delay="500"/>
                            </p:stCondLst>
                            <p:childTnLst>
                              <p:par>
                                <p:cTn id="9" presetID="12" presetClass="entr" presetSubtype="4" fill="hold" grpId="0" nodeType="afterEffect">
                                  <p:stCondLst>
                                    <p:cond delay="0"/>
                                  </p:stCondLst>
                                  <p:childTnLst>
                                    <p:set>
                                      <p:cBhvr>
                                        <p:cTn id="10" dur="1" fill="hold">
                                          <p:stCondLst>
                                            <p:cond delay="0"/>
                                          </p:stCondLst>
                                        </p:cTn>
                                        <p:tgtEl>
                                          <p:spTgt spid="265425"/>
                                        </p:tgtEl>
                                        <p:attrNameLst>
                                          <p:attrName>style.visibility</p:attrName>
                                        </p:attrNameLst>
                                      </p:cBhvr>
                                      <p:to>
                                        <p:strVal val="visible"/>
                                      </p:to>
                                    </p:set>
                                    <p:animEffect transition="in" filter="slide(fromBottom)">
                                      <p:cBhvr>
                                        <p:cTn id="11" dur="500"/>
                                        <p:tgtEl>
                                          <p:spTgt spid="265425"/>
                                        </p:tgtEl>
                                      </p:cBhvr>
                                    </p:animEffect>
                                  </p:childTnLst>
                                </p:cTn>
                              </p:par>
                            </p:childTnLst>
                          </p:cTn>
                        </p:par>
                        <p:par>
                          <p:cTn id="12" fill="hold">
                            <p:stCondLst>
                              <p:cond delay="1000"/>
                            </p:stCondLst>
                            <p:childTnLst>
                              <p:par>
                                <p:cTn id="13" presetID="12" presetClass="entr" presetSubtype="4" fill="hold" grpId="0" nodeType="afterEffect">
                                  <p:stCondLst>
                                    <p:cond delay="0"/>
                                  </p:stCondLst>
                                  <p:childTnLst>
                                    <p:set>
                                      <p:cBhvr>
                                        <p:cTn id="14" dur="1" fill="hold">
                                          <p:stCondLst>
                                            <p:cond delay="0"/>
                                          </p:stCondLst>
                                        </p:cTn>
                                        <p:tgtEl>
                                          <p:spTgt spid="265426"/>
                                        </p:tgtEl>
                                        <p:attrNameLst>
                                          <p:attrName>style.visibility</p:attrName>
                                        </p:attrNameLst>
                                      </p:cBhvr>
                                      <p:to>
                                        <p:strVal val="visible"/>
                                      </p:to>
                                    </p:set>
                                    <p:animEffect transition="in" filter="slide(fromBottom)">
                                      <p:cBhvr>
                                        <p:cTn id="15" dur="500"/>
                                        <p:tgtEl>
                                          <p:spTgt spid="265426"/>
                                        </p:tgtEl>
                                      </p:cBhvr>
                                    </p:animEffect>
                                  </p:childTnLst>
                                </p:cTn>
                              </p:par>
                            </p:childTnLst>
                          </p:cTn>
                        </p:par>
                        <p:par>
                          <p:cTn id="16" fill="hold">
                            <p:stCondLst>
                              <p:cond delay="1500"/>
                            </p:stCondLst>
                            <p:childTnLst>
                              <p:par>
                                <p:cTn id="17" presetID="12" presetClass="entr" presetSubtype="4" fill="hold" grpId="0" nodeType="afterEffect">
                                  <p:stCondLst>
                                    <p:cond delay="0"/>
                                  </p:stCondLst>
                                  <p:childTnLst>
                                    <p:set>
                                      <p:cBhvr>
                                        <p:cTn id="18" dur="1" fill="hold">
                                          <p:stCondLst>
                                            <p:cond delay="0"/>
                                          </p:stCondLst>
                                        </p:cTn>
                                        <p:tgtEl>
                                          <p:spTgt spid="265427"/>
                                        </p:tgtEl>
                                        <p:attrNameLst>
                                          <p:attrName>style.visibility</p:attrName>
                                        </p:attrNameLst>
                                      </p:cBhvr>
                                      <p:to>
                                        <p:strVal val="visible"/>
                                      </p:to>
                                    </p:set>
                                    <p:animEffect transition="in" filter="slide(fromBottom)">
                                      <p:cBhvr>
                                        <p:cTn id="19" dur="500"/>
                                        <p:tgtEl>
                                          <p:spTgt spid="2654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5424" grpId="0"/>
      <p:bldP spid="265425" grpId="0"/>
      <p:bldP spid="265426" grpId="0"/>
      <p:bldP spid="265427" grpId="0"/>
    </p:bldLst>
  </p:timing>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628" name="Rectangle 4"/>
          <p:cNvSpPr>
            <a:spLocks noGrp="1"/>
          </p:cNvSpPr>
          <p:nvPr>
            <p:ph idx="1"/>
          </p:nvPr>
        </p:nvSpPr>
        <p:spPr>
          <a:xfrm>
            <a:off x="1520190" y="1145382"/>
            <a:ext cx="5966460" cy="3312319"/>
          </a:xfrm>
        </p:spPr>
        <p:txBody>
          <a:bodyPr vert="horz" wrap="square" lIns="68580" tIns="34290" rIns="68580" bIns="34290" rtlCol="0" anchor="t" anchorCtr="0">
            <a:normAutofit/>
          </a:bodyPr>
          <a:lstStyle/>
          <a:p>
            <a:pPr algn="l" eaLnBrk="1" hangingPunct="1">
              <a:buClrTx/>
              <a:buSzTx/>
            </a:pPr>
            <a:r>
              <a:rPr lang="zh-CN" altLang="en-US" b="1" u="sng" dirty="0">
                <a:latin typeface="微软雅黑" panose="020B0503020204020204" charset="-122"/>
              </a:rPr>
              <a:t>基于单缺陷、正常值</a:t>
            </a:r>
          </a:p>
        </p:txBody>
      </p:sp>
      <p:grpSp>
        <p:nvGrpSpPr>
          <p:cNvPr id="26629" name="Group 5"/>
          <p:cNvGrpSpPr/>
          <p:nvPr/>
        </p:nvGrpSpPr>
        <p:grpSpPr>
          <a:xfrm>
            <a:off x="1585912" y="1851423"/>
            <a:ext cx="2904515" cy="2834878"/>
            <a:chOff x="432" y="835"/>
            <a:chExt cx="4187" cy="2765"/>
          </a:xfrm>
        </p:grpSpPr>
        <p:grpSp>
          <p:nvGrpSpPr>
            <p:cNvPr id="26675" name="Group 6"/>
            <p:cNvGrpSpPr/>
            <p:nvPr/>
          </p:nvGrpSpPr>
          <p:grpSpPr>
            <a:xfrm>
              <a:off x="712" y="912"/>
              <a:ext cx="72" cy="2504"/>
              <a:chOff x="920" y="912"/>
              <a:chExt cx="72" cy="2504"/>
            </a:xfrm>
          </p:grpSpPr>
          <p:sp>
            <p:nvSpPr>
              <p:cNvPr id="26875" name="Freeform 7"/>
              <p:cNvSpPr/>
              <p:nvPr>
                <p:custDataLst>
                  <p:tags r:id="rId24"/>
                </p:custDataLst>
              </p:nvPr>
            </p:nvSpPr>
            <p:spPr>
              <a:xfrm>
                <a:off x="920" y="912"/>
                <a:ext cx="72" cy="112"/>
              </a:xfrm>
              <a:custGeom>
                <a:avLst/>
                <a:gdLst>
                  <a:gd name="txL" fmla="*/ 0 w 72"/>
                  <a:gd name="txT" fmla="*/ 0 h 112"/>
                  <a:gd name="txR" fmla="*/ 72 w 72"/>
                  <a:gd name="txB" fmla="*/ 112 h 112"/>
                </a:gdLst>
                <a:ahLst/>
                <a:cxnLst>
                  <a:cxn ang="0">
                    <a:pos x="32" y="0"/>
                  </a:cxn>
                  <a:cxn ang="0">
                    <a:pos x="72" y="112"/>
                  </a:cxn>
                  <a:cxn ang="0">
                    <a:pos x="32" y="72"/>
                  </a:cxn>
                  <a:cxn ang="0">
                    <a:pos x="0" y="112"/>
                  </a:cxn>
                  <a:cxn ang="0">
                    <a:pos x="32" y="0"/>
                  </a:cxn>
                </a:cxnLst>
                <a:rect l="txL" t="txT" r="txR" b="txB"/>
                <a:pathLst>
                  <a:path w="72" h="112">
                    <a:moveTo>
                      <a:pt x="32" y="0"/>
                    </a:moveTo>
                    <a:lnTo>
                      <a:pt x="72" y="112"/>
                    </a:lnTo>
                    <a:lnTo>
                      <a:pt x="32" y="72"/>
                    </a:lnTo>
                    <a:lnTo>
                      <a:pt x="0" y="112"/>
                    </a:lnTo>
                    <a:lnTo>
                      <a:pt x="32" y="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6876" name="Line 8"/>
              <p:cNvSpPr/>
              <p:nvPr/>
            </p:nvSpPr>
            <p:spPr>
              <a:xfrm flipV="1">
                <a:off x="952" y="984"/>
                <a:ext cx="1" cy="2432"/>
              </a:xfrm>
              <a:prstGeom prst="line">
                <a:avLst/>
              </a:prstGeom>
              <a:ln w="12700" cap="flat" cmpd="sng">
                <a:solidFill>
                  <a:srgbClr val="000000"/>
                </a:solidFill>
                <a:prstDash val="solid"/>
                <a:headEnd type="none" w="med" len="med"/>
                <a:tailEnd type="none" w="med" len="med"/>
              </a:ln>
            </p:spPr>
          </p:sp>
        </p:grpSp>
        <p:grpSp>
          <p:nvGrpSpPr>
            <p:cNvPr id="26676" name="Group 9"/>
            <p:cNvGrpSpPr/>
            <p:nvPr/>
          </p:nvGrpSpPr>
          <p:grpSpPr>
            <a:xfrm>
              <a:off x="608" y="3216"/>
              <a:ext cx="3952" cy="64"/>
              <a:chOff x="816" y="3208"/>
              <a:chExt cx="4928" cy="72"/>
            </a:xfrm>
          </p:grpSpPr>
          <p:sp>
            <p:nvSpPr>
              <p:cNvPr id="26873" name="Freeform 10"/>
              <p:cNvSpPr/>
              <p:nvPr>
                <p:custDataLst>
                  <p:tags r:id="rId23"/>
                </p:custDataLst>
              </p:nvPr>
            </p:nvSpPr>
            <p:spPr>
              <a:xfrm>
                <a:off x="5632" y="3208"/>
                <a:ext cx="112" cy="72"/>
              </a:xfrm>
              <a:custGeom>
                <a:avLst/>
                <a:gdLst>
                  <a:gd name="txL" fmla="*/ 0 w 112"/>
                  <a:gd name="txT" fmla="*/ 0 h 72"/>
                  <a:gd name="txR" fmla="*/ 112 w 112"/>
                  <a:gd name="txB" fmla="*/ 72 h 72"/>
                </a:gdLst>
                <a:ahLst/>
                <a:cxnLst>
                  <a:cxn ang="0">
                    <a:pos x="112" y="32"/>
                  </a:cxn>
                  <a:cxn ang="0">
                    <a:pos x="0" y="72"/>
                  </a:cxn>
                  <a:cxn ang="0">
                    <a:pos x="40" y="32"/>
                  </a:cxn>
                  <a:cxn ang="0">
                    <a:pos x="0" y="0"/>
                  </a:cxn>
                  <a:cxn ang="0">
                    <a:pos x="112" y="32"/>
                  </a:cxn>
                </a:cxnLst>
                <a:rect l="txL" t="txT" r="txR" b="txB"/>
                <a:pathLst>
                  <a:path w="112" h="72">
                    <a:moveTo>
                      <a:pt x="112" y="32"/>
                    </a:moveTo>
                    <a:lnTo>
                      <a:pt x="0" y="72"/>
                    </a:lnTo>
                    <a:lnTo>
                      <a:pt x="40" y="32"/>
                    </a:lnTo>
                    <a:lnTo>
                      <a:pt x="0" y="0"/>
                    </a:lnTo>
                    <a:lnTo>
                      <a:pt x="112" y="3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6874" name="Line 11"/>
              <p:cNvSpPr/>
              <p:nvPr/>
            </p:nvSpPr>
            <p:spPr>
              <a:xfrm>
                <a:off x="816" y="3240"/>
                <a:ext cx="4856" cy="1"/>
              </a:xfrm>
              <a:prstGeom prst="line">
                <a:avLst/>
              </a:prstGeom>
              <a:ln w="12700" cap="flat" cmpd="sng">
                <a:solidFill>
                  <a:srgbClr val="000000"/>
                </a:solidFill>
                <a:prstDash val="solid"/>
                <a:headEnd type="none" w="med" len="med"/>
                <a:tailEnd type="none" w="med" len="med"/>
              </a:ln>
            </p:spPr>
          </p:sp>
        </p:grpSp>
        <p:grpSp>
          <p:nvGrpSpPr>
            <p:cNvPr id="26677" name="Group 12"/>
            <p:cNvGrpSpPr/>
            <p:nvPr/>
          </p:nvGrpSpPr>
          <p:grpSpPr>
            <a:xfrm>
              <a:off x="432" y="2768"/>
              <a:ext cx="3952" cy="62"/>
              <a:chOff x="640" y="2768"/>
              <a:chExt cx="4520" cy="56"/>
            </a:xfrm>
          </p:grpSpPr>
          <p:sp>
            <p:nvSpPr>
              <p:cNvPr id="26841" name="Freeform 13"/>
              <p:cNvSpPr/>
              <p:nvPr>
                <p:custDataLst>
                  <p:tags r:id="rId21"/>
                </p:custDataLst>
              </p:nvPr>
            </p:nvSpPr>
            <p:spPr>
              <a:xfrm>
                <a:off x="640" y="2768"/>
                <a:ext cx="112" cy="56"/>
              </a:xfrm>
              <a:custGeom>
                <a:avLst/>
                <a:gdLst>
                  <a:gd name="txL" fmla="*/ 0 w 112"/>
                  <a:gd name="txT" fmla="*/ 0 h 56"/>
                  <a:gd name="txR" fmla="*/ 112 w 112"/>
                  <a:gd name="txB" fmla="*/ 56 h 56"/>
                </a:gdLst>
                <a:ahLst/>
                <a:cxnLst>
                  <a:cxn ang="0">
                    <a:pos x="0" y="32"/>
                  </a:cxn>
                  <a:cxn ang="0">
                    <a:pos x="112" y="0"/>
                  </a:cxn>
                  <a:cxn ang="0">
                    <a:pos x="112" y="32"/>
                  </a:cxn>
                  <a:cxn ang="0">
                    <a:pos x="112" y="56"/>
                  </a:cxn>
                  <a:cxn ang="0">
                    <a:pos x="0" y="32"/>
                  </a:cxn>
                </a:cxnLst>
                <a:rect l="txL" t="txT" r="txR" b="txB"/>
                <a:pathLst>
                  <a:path w="112" h="56">
                    <a:moveTo>
                      <a:pt x="0" y="32"/>
                    </a:moveTo>
                    <a:lnTo>
                      <a:pt x="112" y="0"/>
                    </a:lnTo>
                    <a:lnTo>
                      <a:pt x="112" y="32"/>
                    </a:lnTo>
                    <a:lnTo>
                      <a:pt x="112" y="56"/>
                    </a:lnTo>
                    <a:lnTo>
                      <a:pt x="0" y="3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6842" name="Freeform 14"/>
              <p:cNvSpPr/>
              <p:nvPr>
                <p:custDataLst>
                  <p:tags r:id="rId22"/>
                </p:custDataLst>
              </p:nvPr>
            </p:nvSpPr>
            <p:spPr>
              <a:xfrm>
                <a:off x="5048" y="2768"/>
                <a:ext cx="112" cy="56"/>
              </a:xfrm>
              <a:custGeom>
                <a:avLst/>
                <a:gdLst>
                  <a:gd name="txL" fmla="*/ 0 w 112"/>
                  <a:gd name="txT" fmla="*/ 0 h 56"/>
                  <a:gd name="txR" fmla="*/ 112 w 112"/>
                  <a:gd name="txB" fmla="*/ 56 h 56"/>
                </a:gdLst>
                <a:ahLst/>
                <a:cxnLst>
                  <a:cxn ang="0">
                    <a:pos x="112" y="32"/>
                  </a:cxn>
                  <a:cxn ang="0">
                    <a:pos x="0" y="56"/>
                  </a:cxn>
                  <a:cxn ang="0">
                    <a:pos x="0" y="32"/>
                  </a:cxn>
                  <a:cxn ang="0">
                    <a:pos x="0" y="0"/>
                  </a:cxn>
                  <a:cxn ang="0">
                    <a:pos x="112" y="32"/>
                  </a:cxn>
                </a:cxnLst>
                <a:rect l="txL" t="txT" r="txR" b="txB"/>
                <a:pathLst>
                  <a:path w="112" h="56">
                    <a:moveTo>
                      <a:pt x="112" y="32"/>
                    </a:moveTo>
                    <a:lnTo>
                      <a:pt x="0" y="56"/>
                    </a:lnTo>
                    <a:lnTo>
                      <a:pt x="0" y="32"/>
                    </a:lnTo>
                    <a:lnTo>
                      <a:pt x="0" y="0"/>
                    </a:lnTo>
                    <a:lnTo>
                      <a:pt x="112" y="3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6843" name="Line 15"/>
              <p:cNvSpPr/>
              <p:nvPr/>
            </p:nvSpPr>
            <p:spPr>
              <a:xfrm>
                <a:off x="752" y="2800"/>
                <a:ext cx="64" cy="1"/>
              </a:xfrm>
              <a:prstGeom prst="line">
                <a:avLst/>
              </a:prstGeom>
              <a:ln w="12700" cap="flat" cmpd="sng">
                <a:solidFill>
                  <a:srgbClr val="000000"/>
                </a:solidFill>
                <a:prstDash val="solid"/>
                <a:headEnd type="none" w="med" len="med"/>
                <a:tailEnd type="none" w="med" len="med"/>
              </a:ln>
            </p:spPr>
          </p:sp>
          <p:sp>
            <p:nvSpPr>
              <p:cNvPr id="26844" name="Line 16"/>
              <p:cNvSpPr/>
              <p:nvPr/>
            </p:nvSpPr>
            <p:spPr>
              <a:xfrm>
                <a:off x="896" y="2800"/>
                <a:ext cx="64" cy="1"/>
              </a:xfrm>
              <a:prstGeom prst="line">
                <a:avLst/>
              </a:prstGeom>
              <a:ln w="12700" cap="flat" cmpd="sng">
                <a:solidFill>
                  <a:srgbClr val="000000"/>
                </a:solidFill>
                <a:prstDash val="solid"/>
                <a:headEnd type="none" w="med" len="med"/>
                <a:tailEnd type="none" w="med" len="med"/>
              </a:ln>
            </p:spPr>
          </p:sp>
          <p:sp>
            <p:nvSpPr>
              <p:cNvPr id="26845" name="Line 17"/>
              <p:cNvSpPr/>
              <p:nvPr/>
            </p:nvSpPr>
            <p:spPr>
              <a:xfrm>
                <a:off x="1040" y="2800"/>
                <a:ext cx="64" cy="1"/>
              </a:xfrm>
              <a:prstGeom prst="line">
                <a:avLst/>
              </a:prstGeom>
              <a:ln w="12700" cap="flat" cmpd="sng">
                <a:solidFill>
                  <a:srgbClr val="000000"/>
                </a:solidFill>
                <a:prstDash val="solid"/>
                <a:headEnd type="none" w="med" len="med"/>
                <a:tailEnd type="none" w="med" len="med"/>
              </a:ln>
            </p:spPr>
          </p:sp>
          <p:sp>
            <p:nvSpPr>
              <p:cNvPr id="26846" name="Line 18"/>
              <p:cNvSpPr/>
              <p:nvPr/>
            </p:nvSpPr>
            <p:spPr>
              <a:xfrm>
                <a:off x="1184" y="2800"/>
                <a:ext cx="64" cy="1"/>
              </a:xfrm>
              <a:prstGeom prst="line">
                <a:avLst/>
              </a:prstGeom>
              <a:ln w="12700" cap="flat" cmpd="sng">
                <a:solidFill>
                  <a:srgbClr val="000000"/>
                </a:solidFill>
                <a:prstDash val="solid"/>
                <a:headEnd type="none" w="med" len="med"/>
                <a:tailEnd type="none" w="med" len="med"/>
              </a:ln>
            </p:spPr>
          </p:sp>
          <p:sp>
            <p:nvSpPr>
              <p:cNvPr id="26847" name="Line 19"/>
              <p:cNvSpPr/>
              <p:nvPr/>
            </p:nvSpPr>
            <p:spPr>
              <a:xfrm>
                <a:off x="1328" y="2800"/>
                <a:ext cx="64" cy="1"/>
              </a:xfrm>
              <a:prstGeom prst="line">
                <a:avLst/>
              </a:prstGeom>
              <a:ln w="12700" cap="flat" cmpd="sng">
                <a:solidFill>
                  <a:srgbClr val="000000"/>
                </a:solidFill>
                <a:prstDash val="solid"/>
                <a:headEnd type="none" w="med" len="med"/>
                <a:tailEnd type="none" w="med" len="med"/>
              </a:ln>
            </p:spPr>
          </p:sp>
          <p:sp>
            <p:nvSpPr>
              <p:cNvPr id="26848" name="Line 20"/>
              <p:cNvSpPr/>
              <p:nvPr/>
            </p:nvSpPr>
            <p:spPr>
              <a:xfrm>
                <a:off x="1472" y="2800"/>
                <a:ext cx="64" cy="1"/>
              </a:xfrm>
              <a:prstGeom prst="line">
                <a:avLst/>
              </a:prstGeom>
              <a:ln w="12700" cap="flat" cmpd="sng">
                <a:solidFill>
                  <a:srgbClr val="000000"/>
                </a:solidFill>
                <a:prstDash val="solid"/>
                <a:headEnd type="none" w="med" len="med"/>
                <a:tailEnd type="none" w="med" len="med"/>
              </a:ln>
            </p:spPr>
          </p:sp>
          <p:sp>
            <p:nvSpPr>
              <p:cNvPr id="26849" name="Line 21"/>
              <p:cNvSpPr/>
              <p:nvPr/>
            </p:nvSpPr>
            <p:spPr>
              <a:xfrm>
                <a:off x="1616" y="2800"/>
                <a:ext cx="64" cy="1"/>
              </a:xfrm>
              <a:prstGeom prst="line">
                <a:avLst/>
              </a:prstGeom>
              <a:ln w="12700" cap="flat" cmpd="sng">
                <a:solidFill>
                  <a:srgbClr val="000000"/>
                </a:solidFill>
                <a:prstDash val="solid"/>
                <a:headEnd type="none" w="med" len="med"/>
                <a:tailEnd type="none" w="med" len="med"/>
              </a:ln>
            </p:spPr>
          </p:sp>
          <p:sp>
            <p:nvSpPr>
              <p:cNvPr id="26850" name="Line 22"/>
              <p:cNvSpPr/>
              <p:nvPr/>
            </p:nvSpPr>
            <p:spPr>
              <a:xfrm>
                <a:off x="1760" y="2800"/>
                <a:ext cx="64" cy="1"/>
              </a:xfrm>
              <a:prstGeom prst="line">
                <a:avLst/>
              </a:prstGeom>
              <a:ln w="12700" cap="flat" cmpd="sng">
                <a:solidFill>
                  <a:srgbClr val="000000"/>
                </a:solidFill>
                <a:prstDash val="solid"/>
                <a:headEnd type="none" w="med" len="med"/>
                <a:tailEnd type="none" w="med" len="med"/>
              </a:ln>
            </p:spPr>
          </p:sp>
          <p:sp>
            <p:nvSpPr>
              <p:cNvPr id="26851" name="Line 23"/>
              <p:cNvSpPr/>
              <p:nvPr/>
            </p:nvSpPr>
            <p:spPr>
              <a:xfrm>
                <a:off x="1904" y="2800"/>
                <a:ext cx="64" cy="1"/>
              </a:xfrm>
              <a:prstGeom prst="line">
                <a:avLst/>
              </a:prstGeom>
              <a:ln w="12700" cap="flat" cmpd="sng">
                <a:solidFill>
                  <a:srgbClr val="000000"/>
                </a:solidFill>
                <a:prstDash val="solid"/>
                <a:headEnd type="none" w="med" len="med"/>
                <a:tailEnd type="none" w="med" len="med"/>
              </a:ln>
            </p:spPr>
          </p:sp>
          <p:sp>
            <p:nvSpPr>
              <p:cNvPr id="26852" name="Line 24"/>
              <p:cNvSpPr/>
              <p:nvPr/>
            </p:nvSpPr>
            <p:spPr>
              <a:xfrm>
                <a:off x="2048" y="2800"/>
                <a:ext cx="64" cy="1"/>
              </a:xfrm>
              <a:prstGeom prst="line">
                <a:avLst/>
              </a:prstGeom>
              <a:ln w="12700" cap="flat" cmpd="sng">
                <a:solidFill>
                  <a:srgbClr val="000000"/>
                </a:solidFill>
                <a:prstDash val="solid"/>
                <a:headEnd type="none" w="med" len="med"/>
                <a:tailEnd type="none" w="med" len="med"/>
              </a:ln>
            </p:spPr>
          </p:sp>
          <p:sp>
            <p:nvSpPr>
              <p:cNvPr id="26853" name="Line 25"/>
              <p:cNvSpPr/>
              <p:nvPr/>
            </p:nvSpPr>
            <p:spPr>
              <a:xfrm>
                <a:off x="2192" y="2800"/>
                <a:ext cx="64" cy="1"/>
              </a:xfrm>
              <a:prstGeom prst="line">
                <a:avLst/>
              </a:prstGeom>
              <a:ln w="12700" cap="flat" cmpd="sng">
                <a:solidFill>
                  <a:srgbClr val="000000"/>
                </a:solidFill>
                <a:prstDash val="solid"/>
                <a:headEnd type="none" w="med" len="med"/>
                <a:tailEnd type="none" w="med" len="med"/>
              </a:ln>
            </p:spPr>
          </p:sp>
          <p:sp>
            <p:nvSpPr>
              <p:cNvPr id="26854" name="Line 26"/>
              <p:cNvSpPr/>
              <p:nvPr/>
            </p:nvSpPr>
            <p:spPr>
              <a:xfrm>
                <a:off x="2336" y="2800"/>
                <a:ext cx="64" cy="1"/>
              </a:xfrm>
              <a:prstGeom prst="line">
                <a:avLst/>
              </a:prstGeom>
              <a:ln w="12700" cap="flat" cmpd="sng">
                <a:solidFill>
                  <a:srgbClr val="000000"/>
                </a:solidFill>
                <a:prstDash val="solid"/>
                <a:headEnd type="none" w="med" len="med"/>
                <a:tailEnd type="none" w="med" len="med"/>
              </a:ln>
            </p:spPr>
          </p:sp>
          <p:sp>
            <p:nvSpPr>
              <p:cNvPr id="26855" name="Line 27"/>
              <p:cNvSpPr/>
              <p:nvPr/>
            </p:nvSpPr>
            <p:spPr>
              <a:xfrm>
                <a:off x="2480" y="2800"/>
                <a:ext cx="64" cy="1"/>
              </a:xfrm>
              <a:prstGeom prst="line">
                <a:avLst/>
              </a:prstGeom>
              <a:ln w="12700" cap="flat" cmpd="sng">
                <a:solidFill>
                  <a:srgbClr val="000000"/>
                </a:solidFill>
                <a:prstDash val="solid"/>
                <a:headEnd type="none" w="med" len="med"/>
                <a:tailEnd type="none" w="med" len="med"/>
              </a:ln>
            </p:spPr>
          </p:sp>
          <p:sp>
            <p:nvSpPr>
              <p:cNvPr id="26856" name="Line 28"/>
              <p:cNvSpPr/>
              <p:nvPr/>
            </p:nvSpPr>
            <p:spPr>
              <a:xfrm>
                <a:off x="2624" y="2800"/>
                <a:ext cx="64" cy="1"/>
              </a:xfrm>
              <a:prstGeom prst="line">
                <a:avLst/>
              </a:prstGeom>
              <a:ln w="12700" cap="flat" cmpd="sng">
                <a:solidFill>
                  <a:srgbClr val="000000"/>
                </a:solidFill>
                <a:prstDash val="solid"/>
                <a:headEnd type="none" w="med" len="med"/>
                <a:tailEnd type="none" w="med" len="med"/>
              </a:ln>
            </p:spPr>
          </p:sp>
          <p:sp>
            <p:nvSpPr>
              <p:cNvPr id="26857" name="Line 29"/>
              <p:cNvSpPr/>
              <p:nvPr/>
            </p:nvSpPr>
            <p:spPr>
              <a:xfrm>
                <a:off x="2768" y="2800"/>
                <a:ext cx="64" cy="1"/>
              </a:xfrm>
              <a:prstGeom prst="line">
                <a:avLst/>
              </a:prstGeom>
              <a:ln w="12700" cap="flat" cmpd="sng">
                <a:solidFill>
                  <a:srgbClr val="000000"/>
                </a:solidFill>
                <a:prstDash val="solid"/>
                <a:headEnd type="none" w="med" len="med"/>
                <a:tailEnd type="none" w="med" len="med"/>
              </a:ln>
            </p:spPr>
          </p:sp>
          <p:sp>
            <p:nvSpPr>
              <p:cNvPr id="26858" name="Line 30"/>
              <p:cNvSpPr/>
              <p:nvPr/>
            </p:nvSpPr>
            <p:spPr>
              <a:xfrm>
                <a:off x="2912" y="2800"/>
                <a:ext cx="64" cy="1"/>
              </a:xfrm>
              <a:prstGeom prst="line">
                <a:avLst/>
              </a:prstGeom>
              <a:ln w="12700" cap="flat" cmpd="sng">
                <a:solidFill>
                  <a:srgbClr val="000000"/>
                </a:solidFill>
                <a:prstDash val="solid"/>
                <a:headEnd type="none" w="med" len="med"/>
                <a:tailEnd type="none" w="med" len="med"/>
              </a:ln>
            </p:spPr>
          </p:sp>
          <p:sp>
            <p:nvSpPr>
              <p:cNvPr id="26859" name="Line 31"/>
              <p:cNvSpPr/>
              <p:nvPr/>
            </p:nvSpPr>
            <p:spPr>
              <a:xfrm>
                <a:off x="3056" y="2800"/>
                <a:ext cx="64" cy="1"/>
              </a:xfrm>
              <a:prstGeom prst="line">
                <a:avLst/>
              </a:prstGeom>
              <a:ln w="12700" cap="flat" cmpd="sng">
                <a:solidFill>
                  <a:srgbClr val="000000"/>
                </a:solidFill>
                <a:prstDash val="solid"/>
                <a:headEnd type="none" w="med" len="med"/>
                <a:tailEnd type="none" w="med" len="med"/>
              </a:ln>
            </p:spPr>
          </p:sp>
          <p:sp>
            <p:nvSpPr>
              <p:cNvPr id="26860" name="Line 32"/>
              <p:cNvSpPr/>
              <p:nvPr/>
            </p:nvSpPr>
            <p:spPr>
              <a:xfrm>
                <a:off x="3200" y="2800"/>
                <a:ext cx="64" cy="1"/>
              </a:xfrm>
              <a:prstGeom prst="line">
                <a:avLst/>
              </a:prstGeom>
              <a:ln w="12700" cap="flat" cmpd="sng">
                <a:solidFill>
                  <a:srgbClr val="000000"/>
                </a:solidFill>
                <a:prstDash val="solid"/>
                <a:headEnd type="none" w="med" len="med"/>
                <a:tailEnd type="none" w="med" len="med"/>
              </a:ln>
            </p:spPr>
          </p:sp>
          <p:sp>
            <p:nvSpPr>
              <p:cNvPr id="26861" name="Line 33"/>
              <p:cNvSpPr/>
              <p:nvPr/>
            </p:nvSpPr>
            <p:spPr>
              <a:xfrm>
                <a:off x="3344" y="2800"/>
                <a:ext cx="64" cy="1"/>
              </a:xfrm>
              <a:prstGeom prst="line">
                <a:avLst/>
              </a:prstGeom>
              <a:ln w="12700" cap="flat" cmpd="sng">
                <a:solidFill>
                  <a:srgbClr val="000000"/>
                </a:solidFill>
                <a:prstDash val="solid"/>
                <a:headEnd type="none" w="med" len="med"/>
                <a:tailEnd type="none" w="med" len="med"/>
              </a:ln>
            </p:spPr>
          </p:sp>
          <p:sp>
            <p:nvSpPr>
              <p:cNvPr id="26862" name="Line 34"/>
              <p:cNvSpPr/>
              <p:nvPr/>
            </p:nvSpPr>
            <p:spPr>
              <a:xfrm>
                <a:off x="3488" y="2800"/>
                <a:ext cx="64" cy="1"/>
              </a:xfrm>
              <a:prstGeom prst="line">
                <a:avLst/>
              </a:prstGeom>
              <a:ln w="12700" cap="flat" cmpd="sng">
                <a:solidFill>
                  <a:srgbClr val="000000"/>
                </a:solidFill>
                <a:prstDash val="solid"/>
                <a:headEnd type="none" w="med" len="med"/>
                <a:tailEnd type="none" w="med" len="med"/>
              </a:ln>
            </p:spPr>
          </p:sp>
          <p:sp>
            <p:nvSpPr>
              <p:cNvPr id="26863" name="Line 35"/>
              <p:cNvSpPr/>
              <p:nvPr/>
            </p:nvSpPr>
            <p:spPr>
              <a:xfrm>
                <a:off x="3632" y="2800"/>
                <a:ext cx="64" cy="1"/>
              </a:xfrm>
              <a:prstGeom prst="line">
                <a:avLst/>
              </a:prstGeom>
              <a:ln w="12700" cap="flat" cmpd="sng">
                <a:solidFill>
                  <a:srgbClr val="000000"/>
                </a:solidFill>
                <a:prstDash val="solid"/>
                <a:headEnd type="none" w="med" len="med"/>
                <a:tailEnd type="none" w="med" len="med"/>
              </a:ln>
            </p:spPr>
          </p:sp>
          <p:sp>
            <p:nvSpPr>
              <p:cNvPr id="26864" name="Line 36"/>
              <p:cNvSpPr/>
              <p:nvPr/>
            </p:nvSpPr>
            <p:spPr>
              <a:xfrm>
                <a:off x="3776" y="2800"/>
                <a:ext cx="64" cy="1"/>
              </a:xfrm>
              <a:prstGeom prst="line">
                <a:avLst/>
              </a:prstGeom>
              <a:ln w="12700" cap="flat" cmpd="sng">
                <a:solidFill>
                  <a:srgbClr val="000000"/>
                </a:solidFill>
                <a:prstDash val="solid"/>
                <a:headEnd type="none" w="med" len="med"/>
                <a:tailEnd type="none" w="med" len="med"/>
              </a:ln>
            </p:spPr>
          </p:sp>
          <p:sp>
            <p:nvSpPr>
              <p:cNvPr id="26865" name="Line 37"/>
              <p:cNvSpPr/>
              <p:nvPr/>
            </p:nvSpPr>
            <p:spPr>
              <a:xfrm>
                <a:off x="3920" y="2800"/>
                <a:ext cx="64" cy="1"/>
              </a:xfrm>
              <a:prstGeom prst="line">
                <a:avLst/>
              </a:prstGeom>
              <a:ln w="12700" cap="flat" cmpd="sng">
                <a:solidFill>
                  <a:srgbClr val="000000"/>
                </a:solidFill>
                <a:prstDash val="solid"/>
                <a:headEnd type="none" w="med" len="med"/>
                <a:tailEnd type="none" w="med" len="med"/>
              </a:ln>
            </p:spPr>
          </p:sp>
          <p:sp>
            <p:nvSpPr>
              <p:cNvPr id="26866" name="Line 38"/>
              <p:cNvSpPr/>
              <p:nvPr/>
            </p:nvSpPr>
            <p:spPr>
              <a:xfrm>
                <a:off x="4064" y="2800"/>
                <a:ext cx="64" cy="1"/>
              </a:xfrm>
              <a:prstGeom prst="line">
                <a:avLst/>
              </a:prstGeom>
              <a:ln w="12700" cap="flat" cmpd="sng">
                <a:solidFill>
                  <a:srgbClr val="000000"/>
                </a:solidFill>
                <a:prstDash val="solid"/>
                <a:headEnd type="none" w="med" len="med"/>
                <a:tailEnd type="none" w="med" len="med"/>
              </a:ln>
            </p:spPr>
          </p:sp>
          <p:sp>
            <p:nvSpPr>
              <p:cNvPr id="26867" name="Line 39"/>
              <p:cNvSpPr/>
              <p:nvPr/>
            </p:nvSpPr>
            <p:spPr>
              <a:xfrm>
                <a:off x="4208" y="2800"/>
                <a:ext cx="64" cy="1"/>
              </a:xfrm>
              <a:prstGeom prst="line">
                <a:avLst/>
              </a:prstGeom>
              <a:ln w="12700" cap="flat" cmpd="sng">
                <a:solidFill>
                  <a:srgbClr val="000000"/>
                </a:solidFill>
                <a:prstDash val="solid"/>
                <a:headEnd type="none" w="med" len="med"/>
                <a:tailEnd type="none" w="med" len="med"/>
              </a:ln>
            </p:spPr>
          </p:sp>
          <p:sp>
            <p:nvSpPr>
              <p:cNvPr id="26868" name="Line 40"/>
              <p:cNvSpPr/>
              <p:nvPr/>
            </p:nvSpPr>
            <p:spPr>
              <a:xfrm>
                <a:off x="4352" y="2800"/>
                <a:ext cx="64" cy="1"/>
              </a:xfrm>
              <a:prstGeom prst="line">
                <a:avLst/>
              </a:prstGeom>
              <a:ln w="12700" cap="flat" cmpd="sng">
                <a:solidFill>
                  <a:srgbClr val="000000"/>
                </a:solidFill>
                <a:prstDash val="solid"/>
                <a:headEnd type="none" w="med" len="med"/>
                <a:tailEnd type="none" w="med" len="med"/>
              </a:ln>
            </p:spPr>
          </p:sp>
          <p:sp>
            <p:nvSpPr>
              <p:cNvPr id="26869" name="Line 41"/>
              <p:cNvSpPr/>
              <p:nvPr/>
            </p:nvSpPr>
            <p:spPr>
              <a:xfrm>
                <a:off x="4496" y="2800"/>
                <a:ext cx="64" cy="1"/>
              </a:xfrm>
              <a:prstGeom prst="line">
                <a:avLst/>
              </a:prstGeom>
              <a:ln w="12700" cap="flat" cmpd="sng">
                <a:solidFill>
                  <a:srgbClr val="000000"/>
                </a:solidFill>
                <a:prstDash val="solid"/>
                <a:headEnd type="none" w="med" len="med"/>
                <a:tailEnd type="none" w="med" len="med"/>
              </a:ln>
            </p:spPr>
          </p:sp>
          <p:sp>
            <p:nvSpPr>
              <p:cNvPr id="26870" name="Line 42"/>
              <p:cNvSpPr/>
              <p:nvPr/>
            </p:nvSpPr>
            <p:spPr>
              <a:xfrm>
                <a:off x="4640" y="2800"/>
                <a:ext cx="64" cy="1"/>
              </a:xfrm>
              <a:prstGeom prst="line">
                <a:avLst/>
              </a:prstGeom>
              <a:ln w="12700" cap="flat" cmpd="sng">
                <a:solidFill>
                  <a:srgbClr val="000000"/>
                </a:solidFill>
                <a:prstDash val="solid"/>
                <a:headEnd type="none" w="med" len="med"/>
                <a:tailEnd type="none" w="med" len="med"/>
              </a:ln>
            </p:spPr>
          </p:sp>
          <p:sp>
            <p:nvSpPr>
              <p:cNvPr id="26871" name="Line 43"/>
              <p:cNvSpPr/>
              <p:nvPr/>
            </p:nvSpPr>
            <p:spPr>
              <a:xfrm>
                <a:off x="4784" y="2800"/>
                <a:ext cx="64" cy="1"/>
              </a:xfrm>
              <a:prstGeom prst="line">
                <a:avLst/>
              </a:prstGeom>
              <a:ln w="12700" cap="flat" cmpd="sng">
                <a:solidFill>
                  <a:srgbClr val="000000"/>
                </a:solidFill>
                <a:prstDash val="solid"/>
                <a:headEnd type="none" w="med" len="med"/>
                <a:tailEnd type="none" w="med" len="med"/>
              </a:ln>
            </p:spPr>
          </p:sp>
          <p:sp>
            <p:nvSpPr>
              <p:cNvPr id="26872" name="Line 44"/>
              <p:cNvSpPr/>
              <p:nvPr/>
            </p:nvSpPr>
            <p:spPr>
              <a:xfrm>
                <a:off x="4928" y="2800"/>
                <a:ext cx="64" cy="1"/>
              </a:xfrm>
              <a:prstGeom prst="line">
                <a:avLst/>
              </a:prstGeom>
              <a:ln w="12700" cap="flat" cmpd="sng">
                <a:solidFill>
                  <a:srgbClr val="000000"/>
                </a:solidFill>
                <a:prstDash val="solid"/>
                <a:headEnd type="none" w="med" len="med"/>
                <a:tailEnd type="none" w="med" len="med"/>
              </a:ln>
            </p:spPr>
          </p:sp>
        </p:grpSp>
        <p:grpSp>
          <p:nvGrpSpPr>
            <p:cNvPr id="26678" name="Group 45"/>
            <p:cNvGrpSpPr/>
            <p:nvPr/>
          </p:nvGrpSpPr>
          <p:grpSpPr>
            <a:xfrm>
              <a:off x="1056" y="1008"/>
              <a:ext cx="56" cy="2584"/>
              <a:chOff x="1264" y="1008"/>
              <a:chExt cx="56" cy="2584"/>
            </a:xfrm>
          </p:grpSpPr>
          <p:sp>
            <p:nvSpPr>
              <p:cNvPr id="26822" name="Freeform 46"/>
              <p:cNvSpPr/>
              <p:nvPr>
                <p:custDataLst>
                  <p:tags r:id="rId19"/>
                </p:custDataLst>
              </p:nvPr>
            </p:nvSpPr>
            <p:spPr>
              <a:xfrm>
                <a:off x="1264" y="3480"/>
                <a:ext cx="56" cy="112"/>
              </a:xfrm>
              <a:custGeom>
                <a:avLst/>
                <a:gdLst>
                  <a:gd name="txL" fmla="*/ 0 w 56"/>
                  <a:gd name="txT" fmla="*/ 0 h 112"/>
                  <a:gd name="txR" fmla="*/ 56 w 56"/>
                  <a:gd name="txB" fmla="*/ 112 h 112"/>
                </a:gdLst>
                <a:ahLst/>
                <a:cxnLst>
                  <a:cxn ang="0">
                    <a:pos x="24" y="112"/>
                  </a:cxn>
                  <a:cxn ang="0">
                    <a:pos x="0" y="0"/>
                  </a:cxn>
                  <a:cxn ang="0">
                    <a:pos x="24" y="0"/>
                  </a:cxn>
                  <a:cxn ang="0">
                    <a:pos x="56" y="0"/>
                  </a:cxn>
                  <a:cxn ang="0">
                    <a:pos x="24" y="112"/>
                  </a:cxn>
                </a:cxnLst>
                <a:rect l="txL" t="txT" r="txR" b="txB"/>
                <a:pathLst>
                  <a:path w="56" h="112">
                    <a:moveTo>
                      <a:pt x="24" y="112"/>
                    </a:moveTo>
                    <a:lnTo>
                      <a:pt x="0" y="0"/>
                    </a:lnTo>
                    <a:lnTo>
                      <a:pt x="24" y="0"/>
                    </a:lnTo>
                    <a:lnTo>
                      <a:pt x="56" y="0"/>
                    </a:lnTo>
                    <a:lnTo>
                      <a:pt x="24" y="11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6823" name="Freeform 47"/>
              <p:cNvSpPr/>
              <p:nvPr>
                <p:custDataLst>
                  <p:tags r:id="rId20"/>
                </p:custDataLst>
              </p:nvPr>
            </p:nvSpPr>
            <p:spPr>
              <a:xfrm>
                <a:off x="1264" y="1008"/>
                <a:ext cx="56" cy="112"/>
              </a:xfrm>
              <a:custGeom>
                <a:avLst/>
                <a:gdLst>
                  <a:gd name="txL" fmla="*/ 0 w 56"/>
                  <a:gd name="txT" fmla="*/ 0 h 112"/>
                  <a:gd name="txR" fmla="*/ 56 w 56"/>
                  <a:gd name="txB" fmla="*/ 112 h 112"/>
                </a:gdLst>
                <a:ahLst/>
                <a:cxnLst>
                  <a:cxn ang="0">
                    <a:pos x="24" y="0"/>
                  </a:cxn>
                  <a:cxn ang="0">
                    <a:pos x="56" y="112"/>
                  </a:cxn>
                  <a:cxn ang="0">
                    <a:pos x="24" y="112"/>
                  </a:cxn>
                  <a:cxn ang="0">
                    <a:pos x="0" y="112"/>
                  </a:cxn>
                  <a:cxn ang="0">
                    <a:pos x="24" y="0"/>
                  </a:cxn>
                </a:cxnLst>
                <a:rect l="txL" t="txT" r="txR" b="txB"/>
                <a:pathLst>
                  <a:path w="56" h="112">
                    <a:moveTo>
                      <a:pt x="24" y="0"/>
                    </a:moveTo>
                    <a:lnTo>
                      <a:pt x="56" y="112"/>
                    </a:lnTo>
                    <a:lnTo>
                      <a:pt x="24" y="112"/>
                    </a:lnTo>
                    <a:lnTo>
                      <a:pt x="0" y="112"/>
                    </a:lnTo>
                    <a:lnTo>
                      <a:pt x="24" y="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6824" name="Line 48"/>
              <p:cNvSpPr/>
              <p:nvPr/>
            </p:nvSpPr>
            <p:spPr>
              <a:xfrm flipV="1">
                <a:off x="1288" y="3408"/>
                <a:ext cx="1" cy="64"/>
              </a:xfrm>
              <a:prstGeom prst="line">
                <a:avLst/>
              </a:prstGeom>
              <a:ln w="12700" cap="flat" cmpd="sng">
                <a:solidFill>
                  <a:srgbClr val="000000"/>
                </a:solidFill>
                <a:prstDash val="solid"/>
                <a:headEnd type="none" w="med" len="med"/>
                <a:tailEnd type="none" w="med" len="med"/>
              </a:ln>
            </p:spPr>
          </p:sp>
          <p:sp>
            <p:nvSpPr>
              <p:cNvPr id="26825" name="Line 49"/>
              <p:cNvSpPr/>
              <p:nvPr/>
            </p:nvSpPr>
            <p:spPr>
              <a:xfrm flipV="1">
                <a:off x="1288" y="3264"/>
                <a:ext cx="1" cy="64"/>
              </a:xfrm>
              <a:prstGeom prst="line">
                <a:avLst/>
              </a:prstGeom>
              <a:ln w="12700" cap="flat" cmpd="sng">
                <a:solidFill>
                  <a:srgbClr val="000000"/>
                </a:solidFill>
                <a:prstDash val="solid"/>
                <a:headEnd type="none" w="med" len="med"/>
                <a:tailEnd type="none" w="med" len="med"/>
              </a:ln>
            </p:spPr>
          </p:sp>
          <p:sp>
            <p:nvSpPr>
              <p:cNvPr id="26826" name="Line 50"/>
              <p:cNvSpPr/>
              <p:nvPr/>
            </p:nvSpPr>
            <p:spPr>
              <a:xfrm flipV="1">
                <a:off x="1288" y="3120"/>
                <a:ext cx="1" cy="64"/>
              </a:xfrm>
              <a:prstGeom prst="line">
                <a:avLst/>
              </a:prstGeom>
              <a:ln w="12700" cap="flat" cmpd="sng">
                <a:solidFill>
                  <a:srgbClr val="000000"/>
                </a:solidFill>
                <a:prstDash val="solid"/>
                <a:headEnd type="none" w="med" len="med"/>
                <a:tailEnd type="none" w="med" len="med"/>
              </a:ln>
            </p:spPr>
          </p:sp>
          <p:sp>
            <p:nvSpPr>
              <p:cNvPr id="26827" name="Line 51"/>
              <p:cNvSpPr/>
              <p:nvPr/>
            </p:nvSpPr>
            <p:spPr>
              <a:xfrm flipV="1">
                <a:off x="1288" y="2976"/>
                <a:ext cx="1" cy="64"/>
              </a:xfrm>
              <a:prstGeom prst="line">
                <a:avLst/>
              </a:prstGeom>
              <a:ln w="12700" cap="flat" cmpd="sng">
                <a:solidFill>
                  <a:srgbClr val="000000"/>
                </a:solidFill>
                <a:prstDash val="solid"/>
                <a:headEnd type="none" w="med" len="med"/>
                <a:tailEnd type="none" w="med" len="med"/>
              </a:ln>
            </p:spPr>
          </p:sp>
          <p:sp>
            <p:nvSpPr>
              <p:cNvPr id="26828" name="Line 52"/>
              <p:cNvSpPr/>
              <p:nvPr/>
            </p:nvSpPr>
            <p:spPr>
              <a:xfrm flipV="1">
                <a:off x="1288" y="2832"/>
                <a:ext cx="1" cy="64"/>
              </a:xfrm>
              <a:prstGeom prst="line">
                <a:avLst/>
              </a:prstGeom>
              <a:ln w="12700" cap="flat" cmpd="sng">
                <a:solidFill>
                  <a:srgbClr val="000000"/>
                </a:solidFill>
                <a:prstDash val="solid"/>
                <a:headEnd type="none" w="med" len="med"/>
                <a:tailEnd type="none" w="med" len="med"/>
              </a:ln>
            </p:spPr>
          </p:sp>
          <p:sp>
            <p:nvSpPr>
              <p:cNvPr id="26829" name="Line 53"/>
              <p:cNvSpPr/>
              <p:nvPr/>
            </p:nvSpPr>
            <p:spPr>
              <a:xfrm flipV="1">
                <a:off x="1288" y="2688"/>
                <a:ext cx="1" cy="64"/>
              </a:xfrm>
              <a:prstGeom prst="line">
                <a:avLst/>
              </a:prstGeom>
              <a:ln w="12700" cap="flat" cmpd="sng">
                <a:solidFill>
                  <a:srgbClr val="000000"/>
                </a:solidFill>
                <a:prstDash val="solid"/>
                <a:headEnd type="none" w="med" len="med"/>
                <a:tailEnd type="none" w="med" len="med"/>
              </a:ln>
            </p:spPr>
          </p:sp>
          <p:sp>
            <p:nvSpPr>
              <p:cNvPr id="26830" name="Line 54"/>
              <p:cNvSpPr/>
              <p:nvPr/>
            </p:nvSpPr>
            <p:spPr>
              <a:xfrm flipV="1">
                <a:off x="1288" y="2544"/>
                <a:ext cx="1" cy="64"/>
              </a:xfrm>
              <a:prstGeom prst="line">
                <a:avLst/>
              </a:prstGeom>
              <a:ln w="12700" cap="flat" cmpd="sng">
                <a:solidFill>
                  <a:srgbClr val="000000"/>
                </a:solidFill>
                <a:prstDash val="solid"/>
                <a:headEnd type="none" w="med" len="med"/>
                <a:tailEnd type="none" w="med" len="med"/>
              </a:ln>
            </p:spPr>
          </p:sp>
          <p:sp>
            <p:nvSpPr>
              <p:cNvPr id="26831" name="Line 55"/>
              <p:cNvSpPr/>
              <p:nvPr/>
            </p:nvSpPr>
            <p:spPr>
              <a:xfrm flipV="1">
                <a:off x="1288" y="2400"/>
                <a:ext cx="1" cy="64"/>
              </a:xfrm>
              <a:prstGeom prst="line">
                <a:avLst/>
              </a:prstGeom>
              <a:ln w="12700" cap="flat" cmpd="sng">
                <a:solidFill>
                  <a:srgbClr val="000000"/>
                </a:solidFill>
                <a:prstDash val="solid"/>
                <a:headEnd type="none" w="med" len="med"/>
                <a:tailEnd type="none" w="med" len="med"/>
              </a:ln>
            </p:spPr>
          </p:sp>
          <p:sp>
            <p:nvSpPr>
              <p:cNvPr id="26832" name="Line 56"/>
              <p:cNvSpPr/>
              <p:nvPr/>
            </p:nvSpPr>
            <p:spPr>
              <a:xfrm flipV="1">
                <a:off x="1288" y="2256"/>
                <a:ext cx="1" cy="64"/>
              </a:xfrm>
              <a:prstGeom prst="line">
                <a:avLst/>
              </a:prstGeom>
              <a:ln w="12700" cap="flat" cmpd="sng">
                <a:solidFill>
                  <a:srgbClr val="000000"/>
                </a:solidFill>
                <a:prstDash val="solid"/>
                <a:headEnd type="none" w="med" len="med"/>
                <a:tailEnd type="none" w="med" len="med"/>
              </a:ln>
            </p:spPr>
          </p:sp>
          <p:sp>
            <p:nvSpPr>
              <p:cNvPr id="26833" name="Line 57"/>
              <p:cNvSpPr/>
              <p:nvPr/>
            </p:nvSpPr>
            <p:spPr>
              <a:xfrm flipV="1">
                <a:off x="1288" y="2112"/>
                <a:ext cx="1" cy="64"/>
              </a:xfrm>
              <a:prstGeom prst="line">
                <a:avLst/>
              </a:prstGeom>
              <a:ln w="12700" cap="flat" cmpd="sng">
                <a:solidFill>
                  <a:srgbClr val="000000"/>
                </a:solidFill>
                <a:prstDash val="solid"/>
                <a:headEnd type="none" w="med" len="med"/>
                <a:tailEnd type="none" w="med" len="med"/>
              </a:ln>
            </p:spPr>
          </p:sp>
          <p:sp>
            <p:nvSpPr>
              <p:cNvPr id="26834" name="Line 58"/>
              <p:cNvSpPr/>
              <p:nvPr/>
            </p:nvSpPr>
            <p:spPr>
              <a:xfrm flipV="1">
                <a:off x="1288" y="1968"/>
                <a:ext cx="1" cy="64"/>
              </a:xfrm>
              <a:prstGeom prst="line">
                <a:avLst/>
              </a:prstGeom>
              <a:ln w="12700" cap="flat" cmpd="sng">
                <a:solidFill>
                  <a:srgbClr val="000000"/>
                </a:solidFill>
                <a:prstDash val="solid"/>
                <a:headEnd type="none" w="med" len="med"/>
                <a:tailEnd type="none" w="med" len="med"/>
              </a:ln>
            </p:spPr>
          </p:sp>
          <p:sp>
            <p:nvSpPr>
              <p:cNvPr id="26835" name="Line 59"/>
              <p:cNvSpPr/>
              <p:nvPr/>
            </p:nvSpPr>
            <p:spPr>
              <a:xfrm flipV="1">
                <a:off x="1288" y="1824"/>
                <a:ext cx="1" cy="64"/>
              </a:xfrm>
              <a:prstGeom prst="line">
                <a:avLst/>
              </a:prstGeom>
              <a:ln w="12700" cap="flat" cmpd="sng">
                <a:solidFill>
                  <a:srgbClr val="000000"/>
                </a:solidFill>
                <a:prstDash val="solid"/>
                <a:headEnd type="none" w="med" len="med"/>
                <a:tailEnd type="none" w="med" len="med"/>
              </a:ln>
            </p:spPr>
          </p:sp>
          <p:sp>
            <p:nvSpPr>
              <p:cNvPr id="26836" name="Line 60"/>
              <p:cNvSpPr/>
              <p:nvPr/>
            </p:nvSpPr>
            <p:spPr>
              <a:xfrm flipV="1">
                <a:off x="1288" y="1680"/>
                <a:ext cx="1" cy="64"/>
              </a:xfrm>
              <a:prstGeom prst="line">
                <a:avLst/>
              </a:prstGeom>
              <a:ln w="12700" cap="flat" cmpd="sng">
                <a:solidFill>
                  <a:srgbClr val="000000"/>
                </a:solidFill>
                <a:prstDash val="solid"/>
                <a:headEnd type="none" w="med" len="med"/>
                <a:tailEnd type="none" w="med" len="med"/>
              </a:ln>
            </p:spPr>
          </p:sp>
          <p:sp>
            <p:nvSpPr>
              <p:cNvPr id="26837" name="Line 61"/>
              <p:cNvSpPr/>
              <p:nvPr/>
            </p:nvSpPr>
            <p:spPr>
              <a:xfrm flipV="1">
                <a:off x="1288" y="1536"/>
                <a:ext cx="1" cy="64"/>
              </a:xfrm>
              <a:prstGeom prst="line">
                <a:avLst/>
              </a:prstGeom>
              <a:ln w="12700" cap="flat" cmpd="sng">
                <a:solidFill>
                  <a:srgbClr val="000000"/>
                </a:solidFill>
                <a:prstDash val="solid"/>
                <a:headEnd type="none" w="med" len="med"/>
                <a:tailEnd type="none" w="med" len="med"/>
              </a:ln>
            </p:spPr>
          </p:sp>
          <p:sp>
            <p:nvSpPr>
              <p:cNvPr id="26838" name="Line 62"/>
              <p:cNvSpPr/>
              <p:nvPr/>
            </p:nvSpPr>
            <p:spPr>
              <a:xfrm flipV="1">
                <a:off x="1288" y="1392"/>
                <a:ext cx="1" cy="64"/>
              </a:xfrm>
              <a:prstGeom prst="line">
                <a:avLst/>
              </a:prstGeom>
              <a:ln w="12700" cap="flat" cmpd="sng">
                <a:solidFill>
                  <a:srgbClr val="000000"/>
                </a:solidFill>
                <a:prstDash val="solid"/>
                <a:headEnd type="none" w="med" len="med"/>
                <a:tailEnd type="none" w="med" len="med"/>
              </a:ln>
            </p:spPr>
          </p:sp>
          <p:sp>
            <p:nvSpPr>
              <p:cNvPr id="26839" name="Line 63"/>
              <p:cNvSpPr/>
              <p:nvPr/>
            </p:nvSpPr>
            <p:spPr>
              <a:xfrm flipV="1">
                <a:off x="1288" y="1248"/>
                <a:ext cx="1" cy="64"/>
              </a:xfrm>
              <a:prstGeom prst="line">
                <a:avLst/>
              </a:prstGeom>
              <a:ln w="12700" cap="flat" cmpd="sng">
                <a:solidFill>
                  <a:srgbClr val="000000"/>
                </a:solidFill>
                <a:prstDash val="solid"/>
                <a:headEnd type="none" w="med" len="med"/>
                <a:tailEnd type="none" w="med" len="med"/>
              </a:ln>
            </p:spPr>
          </p:sp>
          <p:sp>
            <p:nvSpPr>
              <p:cNvPr id="26840" name="Line 64"/>
              <p:cNvSpPr/>
              <p:nvPr/>
            </p:nvSpPr>
            <p:spPr>
              <a:xfrm flipV="1">
                <a:off x="1288" y="1120"/>
                <a:ext cx="1" cy="48"/>
              </a:xfrm>
              <a:prstGeom prst="line">
                <a:avLst/>
              </a:prstGeom>
              <a:ln w="12700" cap="flat" cmpd="sng">
                <a:solidFill>
                  <a:srgbClr val="000000"/>
                </a:solidFill>
                <a:prstDash val="solid"/>
                <a:headEnd type="none" w="med" len="med"/>
                <a:tailEnd type="none" w="med" len="med"/>
              </a:ln>
            </p:spPr>
          </p:sp>
        </p:grpSp>
        <p:grpSp>
          <p:nvGrpSpPr>
            <p:cNvPr id="26679" name="Group 65"/>
            <p:cNvGrpSpPr/>
            <p:nvPr/>
          </p:nvGrpSpPr>
          <p:grpSpPr>
            <a:xfrm>
              <a:off x="432" y="1480"/>
              <a:ext cx="3945" cy="62"/>
              <a:chOff x="640" y="1480"/>
              <a:chExt cx="4512" cy="56"/>
            </a:xfrm>
          </p:grpSpPr>
          <p:sp>
            <p:nvSpPr>
              <p:cNvPr id="26790" name="Freeform 66"/>
              <p:cNvSpPr/>
              <p:nvPr>
                <p:custDataLst>
                  <p:tags r:id="rId17"/>
                </p:custDataLst>
              </p:nvPr>
            </p:nvSpPr>
            <p:spPr>
              <a:xfrm>
                <a:off x="640" y="1480"/>
                <a:ext cx="112" cy="56"/>
              </a:xfrm>
              <a:custGeom>
                <a:avLst/>
                <a:gdLst>
                  <a:gd name="txL" fmla="*/ 0 w 112"/>
                  <a:gd name="txT" fmla="*/ 0 h 56"/>
                  <a:gd name="txR" fmla="*/ 112 w 112"/>
                  <a:gd name="txB" fmla="*/ 56 h 56"/>
                </a:gdLst>
                <a:ahLst/>
                <a:cxnLst>
                  <a:cxn ang="0">
                    <a:pos x="0" y="24"/>
                  </a:cxn>
                  <a:cxn ang="0">
                    <a:pos x="112" y="0"/>
                  </a:cxn>
                  <a:cxn ang="0">
                    <a:pos x="112" y="24"/>
                  </a:cxn>
                  <a:cxn ang="0">
                    <a:pos x="112" y="56"/>
                  </a:cxn>
                  <a:cxn ang="0">
                    <a:pos x="0" y="24"/>
                  </a:cxn>
                </a:cxnLst>
                <a:rect l="txL" t="txT" r="txR" b="txB"/>
                <a:pathLst>
                  <a:path w="112" h="56">
                    <a:moveTo>
                      <a:pt x="0" y="24"/>
                    </a:moveTo>
                    <a:lnTo>
                      <a:pt x="112" y="0"/>
                    </a:lnTo>
                    <a:lnTo>
                      <a:pt x="112" y="24"/>
                    </a:lnTo>
                    <a:lnTo>
                      <a:pt x="112" y="56"/>
                    </a:lnTo>
                    <a:lnTo>
                      <a:pt x="0" y="24"/>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6791" name="Freeform 67"/>
              <p:cNvSpPr/>
              <p:nvPr>
                <p:custDataLst>
                  <p:tags r:id="rId18"/>
                </p:custDataLst>
              </p:nvPr>
            </p:nvSpPr>
            <p:spPr>
              <a:xfrm>
                <a:off x="5040" y="1480"/>
                <a:ext cx="112" cy="56"/>
              </a:xfrm>
              <a:custGeom>
                <a:avLst/>
                <a:gdLst>
                  <a:gd name="txL" fmla="*/ 0 w 112"/>
                  <a:gd name="txT" fmla="*/ 0 h 56"/>
                  <a:gd name="txR" fmla="*/ 112 w 112"/>
                  <a:gd name="txB" fmla="*/ 56 h 56"/>
                </a:gdLst>
                <a:ahLst/>
                <a:cxnLst>
                  <a:cxn ang="0">
                    <a:pos x="112" y="24"/>
                  </a:cxn>
                  <a:cxn ang="0">
                    <a:pos x="0" y="56"/>
                  </a:cxn>
                  <a:cxn ang="0">
                    <a:pos x="0" y="24"/>
                  </a:cxn>
                  <a:cxn ang="0">
                    <a:pos x="0" y="0"/>
                  </a:cxn>
                  <a:cxn ang="0">
                    <a:pos x="112" y="24"/>
                  </a:cxn>
                </a:cxnLst>
                <a:rect l="txL" t="txT" r="txR" b="txB"/>
                <a:pathLst>
                  <a:path w="112" h="56">
                    <a:moveTo>
                      <a:pt x="112" y="24"/>
                    </a:moveTo>
                    <a:lnTo>
                      <a:pt x="0" y="56"/>
                    </a:lnTo>
                    <a:lnTo>
                      <a:pt x="0" y="24"/>
                    </a:lnTo>
                    <a:lnTo>
                      <a:pt x="0" y="0"/>
                    </a:lnTo>
                    <a:lnTo>
                      <a:pt x="112" y="24"/>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6792" name="Line 68"/>
              <p:cNvSpPr/>
              <p:nvPr/>
            </p:nvSpPr>
            <p:spPr>
              <a:xfrm>
                <a:off x="752" y="1504"/>
                <a:ext cx="64" cy="1"/>
              </a:xfrm>
              <a:prstGeom prst="line">
                <a:avLst/>
              </a:prstGeom>
              <a:ln w="12700" cap="flat" cmpd="sng">
                <a:solidFill>
                  <a:srgbClr val="000000"/>
                </a:solidFill>
                <a:prstDash val="solid"/>
                <a:headEnd type="none" w="med" len="med"/>
                <a:tailEnd type="none" w="med" len="med"/>
              </a:ln>
            </p:spPr>
          </p:sp>
          <p:sp>
            <p:nvSpPr>
              <p:cNvPr id="26793" name="Line 69"/>
              <p:cNvSpPr/>
              <p:nvPr/>
            </p:nvSpPr>
            <p:spPr>
              <a:xfrm>
                <a:off x="896" y="1504"/>
                <a:ext cx="64" cy="1"/>
              </a:xfrm>
              <a:prstGeom prst="line">
                <a:avLst/>
              </a:prstGeom>
              <a:ln w="12700" cap="flat" cmpd="sng">
                <a:solidFill>
                  <a:srgbClr val="000000"/>
                </a:solidFill>
                <a:prstDash val="solid"/>
                <a:headEnd type="none" w="med" len="med"/>
                <a:tailEnd type="none" w="med" len="med"/>
              </a:ln>
            </p:spPr>
          </p:sp>
          <p:sp>
            <p:nvSpPr>
              <p:cNvPr id="26794" name="Line 70"/>
              <p:cNvSpPr/>
              <p:nvPr/>
            </p:nvSpPr>
            <p:spPr>
              <a:xfrm>
                <a:off x="1040" y="1504"/>
                <a:ext cx="64" cy="1"/>
              </a:xfrm>
              <a:prstGeom prst="line">
                <a:avLst/>
              </a:prstGeom>
              <a:ln w="12700" cap="flat" cmpd="sng">
                <a:solidFill>
                  <a:srgbClr val="000000"/>
                </a:solidFill>
                <a:prstDash val="solid"/>
                <a:headEnd type="none" w="med" len="med"/>
                <a:tailEnd type="none" w="med" len="med"/>
              </a:ln>
            </p:spPr>
          </p:sp>
          <p:sp>
            <p:nvSpPr>
              <p:cNvPr id="26795" name="Line 71"/>
              <p:cNvSpPr/>
              <p:nvPr/>
            </p:nvSpPr>
            <p:spPr>
              <a:xfrm>
                <a:off x="1184" y="1504"/>
                <a:ext cx="64" cy="1"/>
              </a:xfrm>
              <a:prstGeom prst="line">
                <a:avLst/>
              </a:prstGeom>
              <a:ln w="12700" cap="flat" cmpd="sng">
                <a:solidFill>
                  <a:srgbClr val="000000"/>
                </a:solidFill>
                <a:prstDash val="solid"/>
                <a:headEnd type="none" w="med" len="med"/>
                <a:tailEnd type="none" w="med" len="med"/>
              </a:ln>
            </p:spPr>
          </p:sp>
          <p:sp>
            <p:nvSpPr>
              <p:cNvPr id="26796" name="Line 72"/>
              <p:cNvSpPr/>
              <p:nvPr/>
            </p:nvSpPr>
            <p:spPr>
              <a:xfrm>
                <a:off x="1328" y="1504"/>
                <a:ext cx="64" cy="1"/>
              </a:xfrm>
              <a:prstGeom prst="line">
                <a:avLst/>
              </a:prstGeom>
              <a:ln w="12700" cap="flat" cmpd="sng">
                <a:solidFill>
                  <a:srgbClr val="000000"/>
                </a:solidFill>
                <a:prstDash val="solid"/>
                <a:headEnd type="none" w="med" len="med"/>
                <a:tailEnd type="none" w="med" len="med"/>
              </a:ln>
            </p:spPr>
          </p:sp>
          <p:sp>
            <p:nvSpPr>
              <p:cNvPr id="26797" name="Line 73"/>
              <p:cNvSpPr/>
              <p:nvPr/>
            </p:nvSpPr>
            <p:spPr>
              <a:xfrm>
                <a:off x="1472" y="1504"/>
                <a:ext cx="64" cy="1"/>
              </a:xfrm>
              <a:prstGeom prst="line">
                <a:avLst/>
              </a:prstGeom>
              <a:ln w="12700" cap="flat" cmpd="sng">
                <a:solidFill>
                  <a:srgbClr val="000000"/>
                </a:solidFill>
                <a:prstDash val="solid"/>
                <a:headEnd type="none" w="med" len="med"/>
                <a:tailEnd type="none" w="med" len="med"/>
              </a:ln>
            </p:spPr>
          </p:sp>
          <p:sp>
            <p:nvSpPr>
              <p:cNvPr id="26798" name="Line 74"/>
              <p:cNvSpPr/>
              <p:nvPr/>
            </p:nvSpPr>
            <p:spPr>
              <a:xfrm>
                <a:off x="1616" y="1504"/>
                <a:ext cx="64" cy="1"/>
              </a:xfrm>
              <a:prstGeom prst="line">
                <a:avLst/>
              </a:prstGeom>
              <a:ln w="12700" cap="flat" cmpd="sng">
                <a:solidFill>
                  <a:srgbClr val="000000"/>
                </a:solidFill>
                <a:prstDash val="solid"/>
                <a:headEnd type="none" w="med" len="med"/>
                <a:tailEnd type="none" w="med" len="med"/>
              </a:ln>
            </p:spPr>
          </p:sp>
          <p:sp>
            <p:nvSpPr>
              <p:cNvPr id="26799" name="Line 75"/>
              <p:cNvSpPr/>
              <p:nvPr/>
            </p:nvSpPr>
            <p:spPr>
              <a:xfrm>
                <a:off x="1760" y="1504"/>
                <a:ext cx="64" cy="1"/>
              </a:xfrm>
              <a:prstGeom prst="line">
                <a:avLst/>
              </a:prstGeom>
              <a:ln w="12700" cap="flat" cmpd="sng">
                <a:solidFill>
                  <a:srgbClr val="000000"/>
                </a:solidFill>
                <a:prstDash val="solid"/>
                <a:headEnd type="none" w="med" len="med"/>
                <a:tailEnd type="none" w="med" len="med"/>
              </a:ln>
            </p:spPr>
          </p:sp>
          <p:sp>
            <p:nvSpPr>
              <p:cNvPr id="26800" name="Line 76"/>
              <p:cNvSpPr/>
              <p:nvPr/>
            </p:nvSpPr>
            <p:spPr>
              <a:xfrm>
                <a:off x="1904" y="1504"/>
                <a:ext cx="64" cy="1"/>
              </a:xfrm>
              <a:prstGeom prst="line">
                <a:avLst/>
              </a:prstGeom>
              <a:ln w="12700" cap="flat" cmpd="sng">
                <a:solidFill>
                  <a:srgbClr val="000000"/>
                </a:solidFill>
                <a:prstDash val="solid"/>
                <a:headEnd type="none" w="med" len="med"/>
                <a:tailEnd type="none" w="med" len="med"/>
              </a:ln>
            </p:spPr>
          </p:sp>
          <p:sp>
            <p:nvSpPr>
              <p:cNvPr id="26801" name="Line 77"/>
              <p:cNvSpPr/>
              <p:nvPr/>
            </p:nvSpPr>
            <p:spPr>
              <a:xfrm>
                <a:off x="2048" y="1504"/>
                <a:ext cx="64" cy="1"/>
              </a:xfrm>
              <a:prstGeom prst="line">
                <a:avLst/>
              </a:prstGeom>
              <a:ln w="12700" cap="flat" cmpd="sng">
                <a:solidFill>
                  <a:srgbClr val="000000"/>
                </a:solidFill>
                <a:prstDash val="solid"/>
                <a:headEnd type="none" w="med" len="med"/>
                <a:tailEnd type="none" w="med" len="med"/>
              </a:ln>
            </p:spPr>
          </p:sp>
          <p:sp>
            <p:nvSpPr>
              <p:cNvPr id="26802" name="Line 78"/>
              <p:cNvSpPr/>
              <p:nvPr/>
            </p:nvSpPr>
            <p:spPr>
              <a:xfrm>
                <a:off x="2192" y="1504"/>
                <a:ext cx="64" cy="1"/>
              </a:xfrm>
              <a:prstGeom prst="line">
                <a:avLst/>
              </a:prstGeom>
              <a:ln w="12700" cap="flat" cmpd="sng">
                <a:solidFill>
                  <a:srgbClr val="000000"/>
                </a:solidFill>
                <a:prstDash val="solid"/>
                <a:headEnd type="none" w="med" len="med"/>
                <a:tailEnd type="none" w="med" len="med"/>
              </a:ln>
            </p:spPr>
          </p:sp>
          <p:sp>
            <p:nvSpPr>
              <p:cNvPr id="26803" name="Line 79"/>
              <p:cNvSpPr/>
              <p:nvPr/>
            </p:nvSpPr>
            <p:spPr>
              <a:xfrm>
                <a:off x="2336" y="1504"/>
                <a:ext cx="64" cy="1"/>
              </a:xfrm>
              <a:prstGeom prst="line">
                <a:avLst/>
              </a:prstGeom>
              <a:ln w="12700" cap="flat" cmpd="sng">
                <a:solidFill>
                  <a:srgbClr val="000000"/>
                </a:solidFill>
                <a:prstDash val="solid"/>
                <a:headEnd type="none" w="med" len="med"/>
                <a:tailEnd type="none" w="med" len="med"/>
              </a:ln>
            </p:spPr>
          </p:sp>
          <p:sp>
            <p:nvSpPr>
              <p:cNvPr id="26804" name="Line 80"/>
              <p:cNvSpPr/>
              <p:nvPr/>
            </p:nvSpPr>
            <p:spPr>
              <a:xfrm>
                <a:off x="2480" y="1504"/>
                <a:ext cx="64" cy="1"/>
              </a:xfrm>
              <a:prstGeom prst="line">
                <a:avLst/>
              </a:prstGeom>
              <a:ln w="12700" cap="flat" cmpd="sng">
                <a:solidFill>
                  <a:srgbClr val="000000"/>
                </a:solidFill>
                <a:prstDash val="solid"/>
                <a:headEnd type="none" w="med" len="med"/>
                <a:tailEnd type="none" w="med" len="med"/>
              </a:ln>
            </p:spPr>
          </p:sp>
          <p:sp>
            <p:nvSpPr>
              <p:cNvPr id="26805" name="Line 81"/>
              <p:cNvSpPr/>
              <p:nvPr/>
            </p:nvSpPr>
            <p:spPr>
              <a:xfrm>
                <a:off x="2624" y="1504"/>
                <a:ext cx="64" cy="1"/>
              </a:xfrm>
              <a:prstGeom prst="line">
                <a:avLst/>
              </a:prstGeom>
              <a:ln w="12700" cap="flat" cmpd="sng">
                <a:solidFill>
                  <a:srgbClr val="000000"/>
                </a:solidFill>
                <a:prstDash val="solid"/>
                <a:headEnd type="none" w="med" len="med"/>
                <a:tailEnd type="none" w="med" len="med"/>
              </a:ln>
            </p:spPr>
          </p:sp>
          <p:sp>
            <p:nvSpPr>
              <p:cNvPr id="26806" name="Line 82"/>
              <p:cNvSpPr/>
              <p:nvPr/>
            </p:nvSpPr>
            <p:spPr>
              <a:xfrm>
                <a:off x="2768" y="1504"/>
                <a:ext cx="64" cy="1"/>
              </a:xfrm>
              <a:prstGeom prst="line">
                <a:avLst/>
              </a:prstGeom>
              <a:ln w="12700" cap="flat" cmpd="sng">
                <a:solidFill>
                  <a:srgbClr val="000000"/>
                </a:solidFill>
                <a:prstDash val="solid"/>
                <a:headEnd type="none" w="med" len="med"/>
                <a:tailEnd type="none" w="med" len="med"/>
              </a:ln>
            </p:spPr>
          </p:sp>
          <p:sp>
            <p:nvSpPr>
              <p:cNvPr id="26807" name="Line 83"/>
              <p:cNvSpPr/>
              <p:nvPr/>
            </p:nvSpPr>
            <p:spPr>
              <a:xfrm>
                <a:off x="2912" y="1504"/>
                <a:ext cx="64" cy="1"/>
              </a:xfrm>
              <a:prstGeom prst="line">
                <a:avLst/>
              </a:prstGeom>
              <a:ln w="12700" cap="flat" cmpd="sng">
                <a:solidFill>
                  <a:srgbClr val="000000"/>
                </a:solidFill>
                <a:prstDash val="solid"/>
                <a:headEnd type="none" w="med" len="med"/>
                <a:tailEnd type="none" w="med" len="med"/>
              </a:ln>
            </p:spPr>
          </p:sp>
          <p:sp>
            <p:nvSpPr>
              <p:cNvPr id="26808" name="Line 84"/>
              <p:cNvSpPr/>
              <p:nvPr/>
            </p:nvSpPr>
            <p:spPr>
              <a:xfrm>
                <a:off x="3056" y="1504"/>
                <a:ext cx="64" cy="1"/>
              </a:xfrm>
              <a:prstGeom prst="line">
                <a:avLst/>
              </a:prstGeom>
              <a:ln w="12700" cap="flat" cmpd="sng">
                <a:solidFill>
                  <a:srgbClr val="000000"/>
                </a:solidFill>
                <a:prstDash val="solid"/>
                <a:headEnd type="none" w="med" len="med"/>
                <a:tailEnd type="none" w="med" len="med"/>
              </a:ln>
            </p:spPr>
          </p:sp>
          <p:sp>
            <p:nvSpPr>
              <p:cNvPr id="26809" name="Line 85"/>
              <p:cNvSpPr/>
              <p:nvPr/>
            </p:nvSpPr>
            <p:spPr>
              <a:xfrm>
                <a:off x="3200" y="1504"/>
                <a:ext cx="64" cy="1"/>
              </a:xfrm>
              <a:prstGeom prst="line">
                <a:avLst/>
              </a:prstGeom>
              <a:ln w="12700" cap="flat" cmpd="sng">
                <a:solidFill>
                  <a:srgbClr val="000000"/>
                </a:solidFill>
                <a:prstDash val="solid"/>
                <a:headEnd type="none" w="med" len="med"/>
                <a:tailEnd type="none" w="med" len="med"/>
              </a:ln>
            </p:spPr>
          </p:sp>
          <p:sp>
            <p:nvSpPr>
              <p:cNvPr id="26810" name="Line 86"/>
              <p:cNvSpPr/>
              <p:nvPr/>
            </p:nvSpPr>
            <p:spPr>
              <a:xfrm>
                <a:off x="3344" y="1504"/>
                <a:ext cx="64" cy="1"/>
              </a:xfrm>
              <a:prstGeom prst="line">
                <a:avLst/>
              </a:prstGeom>
              <a:ln w="12700" cap="flat" cmpd="sng">
                <a:solidFill>
                  <a:srgbClr val="000000"/>
                </a:solidFill>
                <a:prstDash val="solid"/>
                <a:headEnd type="none" w="med" len="med"/>
                <a:tailEnd type="none" w="med" len="med"/>
              </a:ln>
            </p:spPr>
          </p:sp>
          <p:sp>
            <p:nvSpPr>
              <p:cNvPr id="26811" name="Line 87"/>
              <p:cNvSpPr/>
              <p:nvPr/>
            </p:nvSpPr>
            <p:spPr>
              <a:xfrm>
                <a:off x="3488" y="1504"/>
                <a:ext cx="64" cy="1"/>
              </a:xfrm>
              <a:prstGeom prst="line">
                <a:avLst/>
              </a:prstGeom>
              <a:ln w="12700" cap="flat" cmpd="sng">
                <a:solidFill>
                  <a:srgbClr val="000000"/>
                </a:solidFill>
                <a:prstDash val="solid"/>
                <a:headEnd type="none" w="med" len="med"/>
                <a:tailEnd type="none" w="med" len="med"/>
              </a:ln>
            </p:spPr>
          </p:sp>
          <p:sp>
            <p:nvSpPr>
              <p:cNvPr id="26812" name="Line 88"/>
              <p:cNvSpPr/>
              <p:nvPr/>
            </p:nvSpPr>
            <p:spPr>
              <a:xfrm>
                <a:off x="3632" y="1504"/>
                <a:ext cx="64" cy="1"/>
              </a:xfrm>
              <a:prstGeom prst="line">
                <a:avLst/>
              </a:prstGeom>
              <a:ln w="12700" cap="flat" cmpd="sng">
                <a:solidFill>
                  <a:srgbClr val="000000"/>
                </a:solidFill>
                <a:prstDash val="solid"/>
                <a:headEnd type="none" w="med" len="med"/>
                <a:tailEnd type="none" w="med" len="med"/>
              </a:ln>
            </p:spPr>
          </p:sp>
          <p:sp>
            <p:nvSpPr>
              <p:cNvPr id="26813" name="Line 89"/>
              <p:cNvSpPr/>
              <p:nvPr/>
            </p:nvSpPr>
            <p:spPr>
              <a:xfrm>
                <a:off x="3776" y="1504"/>
                <a:ext cx="64" cy="1"/>
              </a:xfrm>
              <a:prstGeom prst="line">
                <a:avLst/>
              </a:prstGeom>
              <a:ln w="12700" cap="flat" cmpd="sng">
                <a:solidFill>
                  <a:srgbClr val="000000"/>
                </a:solidFill>
                <a:prstDash val="solid"/>
                <a:headEnd type="none" w="med" len="med"/>
                <a:tailEnd type="none" w="med" len="med"/>
              </a:ln>
            </p:spPr>
          </p:sp>
          <p:sp>
            <p:nvSpPr>
              <p:cNvPr id="26814" name="Line 90"/>
              <p:cNvSpPr/>
              <p:nvPr/>
            </p:nvSpPr>
            <p:spPr>
              <a:xfrm>
                <a:off x="3920" y="1504"/>
                <a:ext cx="64" cy="1"/>
              </a:xfrm>
              <a:prstGeom prst="line">
                <a:avLst/>
              </a:prstGeom>
              <a:ln w="12700" cap="flat" cmpd="sng">
                <a:solidFill>
                  <a:srgbClr val="000000"/>
                </a:solidFill>
                <a:prstDash val="solid"/>
                <a:headEnd type="none" w="med" len="med"/>
                <a:tailEnd type="none" w="med" len="med"/>
              </a:ln>
            </p:spPr>
          </p:sp>
          <p:sp>
            <p:nvSpPr>
              <p:cNvPr id="26815" name="Line 91"/>
              <p:cNvSpPr/>
              <p:nvPr/>
            </p:nvSpPr>
            <p:spPr>
              <a:xfrm>
                <a:off x="4064" y="1504"/>
                <a:ext cx="64" cy="1"/>
              </a:xfrm>
              <a:prstGeom prst="line">
                <a:avLst/>
              </a:prstGeom>
              <a:ln w="12700" cap="flat" cmpd="sng">
                <a:solidFill>
                  <a:srgbClr val="000000"/>
                </a:solidFill>
                <a:prstDash val="solid"/>
                <a:headEnd type="none" w="med" len="med"/>
                <a:tailEnd type="none" w="med" len="med"/>
              </a:ln>
            </p:spPr>
          </p:sp>
          <p:sp>
            <p:nvSpPr>
              <p:cNvPr id="26816" name="Line 92"/>
              <p:cNvSpPr/>
              <p:nvPr/>
            </p:nvSpPr>
            <p:spPr>
              <a:xfrm>
                <a:off x="4208" y="1504"/>
                <a:ext cx="64" cy="1"/>
              </a:xfrm>
              <a:prstGeom prst="line">
                <a:avLst/>
              </a:prstGeom>
              <a:ln w="12700" cap="flat" cmpd="sng">
                <a:solidFill>
                  <a:srgbClr val="000000"/>
                </a:solidFill>
                <a:prstDash val="solid"/>
                <a:headEnd type="none" w="med" len="med"/>
                <a:tailEnd type="none" w="med" len="med"/>
              </a:ln>
            </p:spPr>
          </p:sp>
          <p:sp>
            <p:nvSpPr>
              <p:cNvPr id="26817" name="Line 93"/>
              <p:cNvSpPr/>
              <p:nvPr/>
            </p:nvSpPr>
            <p:spPr>
              <a:xfrm>
                <a:off x="4352" y="1504"/>
                <a:ext cx="64" cy="1"/>
              </a:xfrm>
              <a:prstGeom prst="line">
                <a:avLst/>
              </a:prstGeom>
              <a:ln w="12700" cap="flat" cmpd="sng">
                <a:solidFill>
                  <a:srgbClr val="000000"/>
                </a:solidFill>
                <a:prstDash val="solid"/>
                <a:headEnd type="none" w="med" len="med"/>
                <a:tailEnd type="none" w="med" len="med"/>
              </a:ln>
            </p:spPr>
          </p:sp>
          <p:sp>
            <p:nvSpPr>
              <p:cNvPr id="26818" name="Line 94"/>
              <p:cNvSpPr/>
              <p:nvPr/>
            </p:nvSpPr>
            <p:spPr>
              <a:xfrm>
                <a:off x="4496" y="1504"/>
                <a:ext cx="64" cy="1"/>
              </a:xfrm>
              <a:prstGeom prst="line">
                <a:avLst/>
              </a:prstGeom>
              <a:ln w="12700" cap="flat" cmpd="sng">
                <a:solidFill>
                  <a:srgbClr val="000000"/>
                </a:solidFill>
                <a:prstDash val="solid"/>
                <a:headEnd type="none" w="med" len="med"/>
                <a:tailEnd type="none" w="med" len="med"/>
              </a:ln>
            </p:spPr>
          </p:sp>
          <p:sp>
            <p:nvSpPr>
              <p:cNvPr id="26819" name="Line 95"/>
              <p:cNvSpPr/>
              <p:nvPr/>
            </p:nvSpPr>
            <p:spPr>
              <a:xfrm>
                <a:off x="4640" y="1504"/>
                <a:ext cx="64" cy="1"/>
              </a:xfrm>
              <a:prstGeom prst="line">
                <a:avLst/>
              </a:prstGeom>
              <a:ln w="12700" cap="flat" cmpd="sng">
                <a:solidFill>
                  <a:srgbClr val="000000"/>
                </a:solidFill>
                <a:prstDash val="solid"/>
                <a:headEnd type="none" w="med" len="med"/>
                <a:tailEnd type="none" w="med" len="med"/>
              </a:ln>
            </p:spPr>
          </p:sp>
          <p:sp>
            <p:nvSpPr>
              <p:cNvPr id="26820" name="Line 96"/>
              <p:cNvSpPr/>
              <p:nvPr/>
            </p:nvSpPr>
            <p:spPr>
              <a:xfrm>
                <a:off x="4784" y="1504"/>
                <a:ext cx="64" cy="1"/>
              </a:xfrm>
              <a:prstGeom prst="line">
                <a:avLst/>
              </a:prstGeom>
              <a:ln w="12700" cap="flat" cmpd="sng">
                <a:solidFill>
                  <a:srgbClr val="000000"/>
                </a:solidFill>
                <a:prstDash val="solid"/>
                <a:headEnd type="none" w="med" len="med"/>
                <a:tailEnd type="none" w="med" len="med"/>
              </a:ln>
            </p:spPr>
          </p:sp>
          <p:sp>
            <p:nvSpPr>
              <p:cNvPr id="26821" name="Line 97"/>
              <p:cNvSpPr/>
              <p:nvPr/>
            </p:nvSpPr>
            <p:spPr>
              <a:xfrm>
                <a:off x="4928" y="1504"/>
                <a:ext cx="64" cy="1"/>
              </a:xfrm>
              <a:prstGeom prst="line">
                <a:avLst/>
              </a:prstGeom>
              <a:ln w="12700" cap="flat" cmpd="sng">
                <a:solidFill>
                  <a:srgbClr val="000000"/>
                </a:solidFill>
                <a:prstDash val="solid"/>
                <a:headEnd type="none" w="med" len="med"/>
                <a:tailEnd type="none" w="med" len="med"/>
              </a:ln>
            </p:spPr>
          </p:sp>
        </p:grpSp>
        <p:sp>
          <p:nvSpPr>
            <p:cNvPr id="26680" name="Rectangle 98"/>
            <p:cNvSpPr/>
            <p:nvPr/>
          </p:nvSpPr>
          <p:spPr>
            <a:xfrm>
              <a:off x="1144" y="3384"/>
              <a:ext cx="143" cy="203"/>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a</a:t>
              </a:r>
            </a:p>
          </p:txBody>
        </p:sp>
        <p:sp>
          <p:nvSpPr>
            <p:cNvPr id="26681" name="Rectangle 99"/>
            <p:cNvSpPr/>
            <p:nvPr/>
          </p:nvSpPr>
          <p:spPr>
            <a:xfrm>
              <a:off x="1676" y="3368"/>
              <a:ext cx="166" cy="203"/>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b</a:t>
              </a:r>
            </a:p>
          </p:txBody>
        </p:sp>
        <p:sp>
          <p:nvSpPr>
            <p:cNvPr id="26682" name="Rectangle 100"/>
            <p:cNvSpPr/>
            <p:nvPr/>
          </p:nvSpPr>
          <p:spPr>
            <a:xfrm>
              <a:off x="3039" y="3368"/>
              <a:ext cx="129" cy="203"/>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c</a:t>
              </a:r>
            </a:p>
          </p:txBody>
        </p:sp>
        <p:sp>
          <p:nvSpPr>
            <p:cNvPr id="26683" name="Rectangle 101"/>
            <p:cNvSpPr/>
            <p:nvPr/>
          </p:nvSpPr>
          <p:spPr>
            <a:xfrm>
              <a:off x="4045" y="3360"/>
              <a:ext cx="166" cy="203"/>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d</a:t>
              </a:r>
            </a:p>
          </p:txBody>
        </p:sp>
        <p:grpSp>
          <p:nvGrpSpPr>
            <p:cNvPr id="26684" name="Group 102"/>
            <p:cNvGrpSpPr/>
            <p:nvPr/>
          </p:nvGrpSpPr>
          <p:grpSpPr>
            <a:xfrm>
              <a:off x="501" y="835"/>
              <a:ext cx="230" cy="251"/>
              <a:chOff x="693" y="576"/>
              <a:chExt cx="230" cy="251"/>
            </a:xfrm>
          </p:grpSpPr>
          <p:sp>
            <p:nvSpPr>
              <p:cNvPr id="26788" name="Rectangle 103"/>
              <p:cNvSpPr/>
              <p:nvPr/>
            </p:nvSpPr>
            <p:spPr>
              <a:xfrm>
                <a:off x="693" y="576"/>
                <a:ext cx="146" cy="203"/>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x</a:t>
                </a:r>
              </a:p>
            </p:txBody>
          </p:sp>
          <p:sp>
            <p:nvSpPr>
              <p:cNvPr id="26789" name="Rectangle 104"/>
              <p:cNvSpPr/>
              <p:nvPr/>
            </p:nvSpPr>
            <p:spPr>
              <a:xfrm>
                <a:off x="768" y="624"/>
                <a:ext cx="155" cy="203"/>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2</a:t>
                </a:r>
              </a:p>
            </p:txBody>
          </p:sp>
        </p:grpSp>
        <p:grpSp>
          <p:nvGrpSpPr>
            <p:cNvPr id="26685" name="Group 105"/>
            <p:cNvGrpSpPr/>
            <p:nvPr/>
          </p:nvGrpSpPr>
          <p:grpSpPr>
            <a:xfrm>
              <a:off x="4388" y="3264"/>
              <a:ext cx="231" cy="251"/>
              <a:chOff x="4612" y="3336"/>
              <a:chExt cx="231" cy="251"/>
            </a:xfrm>
          </p:grpSpPr>
          <p:sp>
            <p:nvSpPr>
              <p:cNvPr id="26786" name="Rectangle 106"/>
              <p:cNvSpPr/>
              <p:nvPr/>
            </p:nvSpPr>
            <p:spPr>
              <a:xfrm>
                <a:off x="4612" y="3336"/>
                <a:ext cx="146" cy="203"/>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x</a:t>
                </a:r>
              </a:p>
            </p:txBody>
          </p:sp>
          <p:sp>
            <p:nvSpPr>
              <p:cNvPr id="26787" name="Rectangle 107"/>
              <p:cNvSpPr/>
              <p:nvPr/>
            </p:nvSpPr>
            <p:spPr>
              <a:xfrm>
                <a:off x="4688" y="3384"/>
                <a:ext cx="155" cy="203"/>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1</a:t>
                </a:r>
              </a:p>
            </p:txBody>
          </p:sp>
        </p:grpSp>
        <p:sp>
          <p:nvSpPr>
            <p:cNvPr id="26686" name="Rectangle 108"/>
            <p:cNvSpPr/>
            <p:nvPr>
              <p:custDataLst>
                <p:tags r:id="rId5"/>
              </p:custDataLst>
            </p:nvPr>
          </p:nvSpPr>
          <p:spPr>
            <a:xfrm>
              <a:off x="1112" y="1536"/>
              <a:ext cx="2848" cy="1248"/>
            </a:xfrm>
            <a:prstGeom prst="rect">
              <a:avLst/>
            </a:prstGeom>
            <a:blipFill rotWithShape="0">
              <a:blip r:embed="rId26"/>
            </a:blipFill>
            <a:ln w="9525">
              <a:noFill/>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grpSp>
          <p:nvGrpSpPr>
            <p:cNvPr id="26687" name="Group 109"/>
            <p:cNvGrpSpPr/>
            <p:nvPr/>
          </p:nvGrpSpPr>
          <p:grpSpPr>
            <a:xfrm>
              <a:off x="464" y="1904"/>
              <a:ext cx="3952" cy="64"/>
              <a:chOff x="672" y="1904"/>
              <a:chExt cx="4520" cy="56"/>
            </a:xfrm>
          </p:grpSpPr>
          <p:sp>
            <p:nvSpPr>
              <p:cNvPr id="26754" name="Freeform 110"/>
              <p:cNvSpPr/>
              <p:nvPr>
                <p:custDataLst>
                  <p:tags r:id="rId15"/>
                </p:custDataLst>
              </p:nvPr>
            </p:nvSpPr>
            <p:spPr>
              <a:xfrm>
                <a:off x="672" y="1904"/>
                <a:ext cx="112" cy="56"/>
              </a:xfrm>
              <a:custGeom>
                <a:avLst/>
                <a:gdLst>
                  <a:gd name="txL" fmla="*/ 0 w 112"/>
                  <a:gd name="txT" fmla="*/ 0 h 56"/>
                  <a:gd name="txR" fmla="*/ 112 w 112"/>
                  <a:gd name="txB" fmla="*/ 56 h 56"/>
                </a:gdLst>
                <a:ahLst/>
                <a:cxnLst>
                  <a:cxn ang="0">
                    <a:pos x="0" y="24"/>
                  </a:cxn>
                  <a:cxn ang="0">
                    <a:pos x="112" y="0"/>
                  </a:cxn>
                  <a:cxn ang="0">
                    <a:pos x="112" y="24"/>
                  </a:cxn>
                  <a:cxn ang="0">
                    <a:pos x="112" y="56"/>
                  </a:cxn>
                  <a:cxn ang="0">
                    <a:pos x="0" y="24"/>
                  </a:cxn>
                </a:cxnLst>
                <a:rect l="txL" t="txT" r="txR" b="txB"/>
                <a:pathLst>
                  <a:path w="112" h="56">
                    <a:moveTo>
                      <a:pt x="0" y="24"/>
                    </a:moveTo>
                    <a:lnTo>
                      <a:pt x="112" y="0"/>
                    </a:lnTo>
                    <a:lnTo>
                      <a:pt x="112" y="24"/>
                    </a:lnTo>
                    <a:lnTo>
                      <a:pt x="112" y="56"/>
                    </a:lnTo>
                    <a:lnTo>
                      <a:pt x="0" y="24"/>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6755" name="Freeform 111"/>
              <p:cNvSpPr/>
              <p:nvPr>
                <p:custDataLst>
                  <p:tags r:id="rId16"/>
                </p:custDataLst>
              </p:nvPr>
            </p:nvSpPr>
            <p:spPr>
              <a:xfrm>
                <a:off x="5080" y="1904"/>
                <a:ext cx="112" cy="56"/>
              </a:xfrm>
              <a:custGeom>
                <a:avLst/>
                <a:gdLst>
                  <a:gd name="txL" fmla="*/ 0 w 112"/>
                  <a:gd name="txT" fmla="*/ 0 h 56"/>
                  <a:gd name="txR" fmla="*/ 112 w 112"/>
                  <a:gd name="txB" fmla="*/ 56 h 56"/>
                </a:gdLst>
                <a:ahLst/>
                <a:cxnLst>
                  <a:cxn ang="0">
                    <a:pos x="112" y="24"/>
                  </a:cxn>
                  <a:cxn ang="0">
                    <a:pos x="0" y="56"/>
                  </a:cxn>
                  <a:cxn ang="0">
                    <a:pos x="0" y="24"/>
                  </a:cxn>
                  <a:cxn ang="0">
                    <a:pos x="0" y="0"/>
                  </a:cxn>
                  <a:cxn ang="0">
                    <a:pos x="112" y="24"/>
                  </a:cxn>
                </a:cxnLst>
                <a:rect l="txL" t="txT" r="txR" b="txB"/>
                <a:pathLst>
                  <a:path w="112" h="56">
                    <a:moveTo>
                      <a:pt x="112" y="24"/>
                    </a:moveTo>
                    <a:lnTo>
                      <a:pt x="0" y="56"/>
                    </a:lnTo>
                    <a:lnTo>
                      <a:pt x="0" y="24"/>
                    </a:lnTo>
                    <a:lnTo>
                      <a:pt x="0" y="0"/>
                    </a:lnTo>
                    <a:lnTo>
                      <a:pt x="112" y="24"/>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6756" name="Line 112"/>
              <p:cNvSpPr/>
              <p:nvPr/>
            </p:nvSpPr>
            <p:spPr>
              <a:xfrm>
                <a:off x="784" y="1928"/>
                <a:ext cx="64" cy="1"/>
              </a:xfrm>
              <a:prstGeom prst="line">
                <a:avLst/>
              </a:prstGeom>
              <a:ln w="12700" cap="flat" cmpd="sng">
                <a:solidFill>
                  <a:srgbClr val="000000"/>
                </a:solidFill>
                <a:prstDash val="solid"/>
                <a:headEnd type="none" w="med" len="med"/>
                <a:tailEnd type="none" w="med" len="med"/>
              </a:ln>
            </p:spPr>
          </p:sp>
          <p:sp>
            <p:nvSpPr>
              <p:cNvPr id="26757" name="Line 113"/>
              <p:cNvSpPr/>
              <p:nvPr/>
            </p:nvSpPr>
            <p:spPr>
              <a:xfrm>
                <a:off x="928" y="1928"/>
                <a:ext cx="64" cy="1"/>
              </a:xfrm>
              <a:prstGeom prst="line">
                <a:avLst/>
              </a:prstGeom>
              <a:ln w="12700" cap="flat" cmpd="sng">
                <a:solidFill>
                  <a:srgbClr val="000000"/>
                </a:solidFill>
                <a:prstDash val="solid"/>
                <a:headEnd type="none" w="med" len="med"/>
                <a:tailEnd type="none" w="med" len="med"/>
              </a:ln>
            </p:spPr>
          </p:sp>
          <p:sp>
            <p:nvSpPr>
              <p:cNvPr id="26758" name="Line 114"/>
              <p:cNvSpPr/>
              <p:nvPr/>
            </p:nvSpPr>
            <p:spPr>
              <a:xfrm>
                <a:off x="1072" y="1928"/>
                <a:ext cx="64" cy="1"/>
              </a:xfrm>
              <a:prstGeom prst="line">
                <a:avLst/>
              </a:prstGeom>
              <a:ln w="12700" cap="flat" cmpd="sng">
                <a:solidFill>
                  <a:srgbClr val="000000"/>
                </a:solidFill>
                <a:prstDash val="solid"/>
                <a:headEnd type="none" w="med" len="med"/>
                <a:tailEnd type="none" w="med" len="med"/>
              </a:ln>
            </p:spPr>
          </p:sp>
          <p:sp>
            <p:nvSpPr>
              <p:cNvPr id="26759" name="Line 115"/>
              <p:cNvSpPr/>
              <p:nvPr/>
            </p:nvSpPr>
            <p:spPr>
              <a:xfrm>
                <a:off x="1216" y="1928"/>
                <a:ext cx="64" cy="1"/>
              </a:xfrm>
              <a:prstGeom prst="line">
                <a:avLst/>
              </a:prstGeom>
              <a:ln w="12700" cap="flat" cmpd="sng">
                <a:solidFill>
                  <a:srgbClr val="000000"/>
                </a:solidFill>
                <a:prstDash val="solid"/>
                <a:headEnd type="none" w="med" len="med"/>
                <a:tailEnd type="none" w="med" len="med"/>
              </a:ln>
            </p:spPr>
          </p:sp>
          <p:sp>
            <p:nvSpPr>
              <p:cNvPr id="26760" name="Line 116"/>
              <p:cNvSpPr/>
              <p:nvPr/>
            </p:nvSpPr>
            <p:spPr>
              <a:xfrm>
                <a:off x="1360" y="1928"/>
                <a:ext cx="64" cy="1"/>
              </a:xfrm>
              <a:prstGeom prst="line">
                <a:avLst/>
              </a:prstGeom>
              <a:ln w="12700" cap="flat" cmpd="sng">
                <a:solidFill>
                  <a:srgbClr val="000000"/>
                </a:solidFill>
                <a:prstDash val="solid"/>
                <a:headEnd type="none" w="med" len="med"/>
                <a:tailEnd type="none" w="med" len="med"/>
              </a:ln>
            </p:spPr>
          </p:sp>
          <p:sp>
            <p:nvSpPr>
              <p:cNvPr id="26761" name="Line 117"/>
              <p:cNvSpPr/>
              <p:nvPr/>
            </p:nvSpPr>
            <p:spPr>
              <a:xfrm>
                <a:off x="1504" y="1928"/>
                <a:ext cx="64" cy="1"/>
              </a:xfrm>
              <a:prstGeom prst="line">
                <a:avLst/>
              </a:prstGeom>
              <a:ln w="12700" cap="flat" cmpd="sng">
                <a:solidFill>
                  <a:srgbClr val="000000"/>
                </a:solidFill>
                <a:prstDash val="solid"/>
                <a:headEnd type="none" w="med" len="med"/>
                <a:tailEnd type="none" w="med" len="med"/>
              </a:ln>
            </p:spPr>
          </p:sp>
          <p:sp>
            <p:nvSpPr>
              <p:cNvPr id="26762" name="Line 118"/>
              <p:cNvSpPr/>
              <p:nvPr/>
            </p:nvSpPr>
            <p:spPr>
              <a:xfrm>
                <a:off x="1648" y="1928"/>
                <a:ext cx="64" cy="1"/>
              </a:xfrm>
              <a:prstGeom prst="line">
                <a:avLst/>
              </a:prstGeom>
              <a:ln w="12700" cap="flat" cmpd="sng">
                <a:solidFill>
                  <a:srgbClr val="000000"/>
                </a:solidFill>
                <a:prstDash val="solid"/>
                <a:headEnd type="none" w="med" len="med"/>
                <a:tailEnd type="none" w="med" len="med"/>
              </a:ln>
            </p:spPr>
          </p:sp>
          <p:sp>
            <p:nvSpPr>
              <p:cNvPr id="26763" name="Line 119"/>
              <p:cNvSpPr/>
              <p:nvPr/>
            </p:nvSpPr>
            <p:spPr>
              <a:xfrm>
                <a:off x="1792" y="1928"/>
                <a:ext cx="64" cy="1"/>
              </a:xfrm>
              <a:prstGeom prst="line">
                <a:avLst/>
              </a:prstGeom>
              <a:ln w="12700" cap="flat" cmpd="sng">
                <a:solidFill>
                  <a:srgbClr val="000000"/>
                </a:solidFill>
                <a:prstDash val="solid"/>
                <a:headEnd type="none" w="med" len="med"/>
                <a:tailEnd type="none" w="med" len="med"/>
              </a:ln>
            </p:spPr>
          </p:sp>
          <p:sp>
            <p:nvSpPr>
              <p:cNvPr id="26764" name="Line 120"/>
              <p:cNvSpPr/>
              <p:nvPr/>
            </p:nvSpPr>
            <p:spPr>
              <a:xfrm>
                <a:off x="1936" y="1928"/>
                <a:ext cx="64" cy="1"/>
              </a:xfrm>
              <a:prstGeom prst="line">
                <a:avLst/>
              </a:prstGeom>
              <a:ln w="12700" cap="flat" cmpd="sng">
                <a:solidFill>
                  <a:srgbClr val="000000"/>
                </a:solidFill>
                <a:prstDash val="solid"/>
                <a:headEnd type="none" w="med" len="med"/>
                <a:tailEnd type="none" w="med" len="med"/>
              </a:ln>
            </p:spPr>
          </p:sp>
          <p:sp>
            <p:nvSpPr>
              <p:cNvPr id="26765" name="Line 121"/>
              <p:cNvSpPr/>
              <p:nvPr/>
            </p:nvSpPr>
            <p:spPr>
              <a:xfrm>
                <a:off x="2080" y="1928"/>
                <a:ext cx="64" cy="1"/>
              </a:xfrm>
              <a:prstGeom prst="line">
                <a:avLst/>
              </a:prstGeom>
              <a:ln w="12700" cap="flat" cmpd="sng">
                <a:solidFill>
                  <a:srgbClr val="000000"/>
                </a:solidFill>
                <a:prstDash val="solid"/>
                <a:headEnd type="none" w="med" len="med"/>
                <a:tailEnd type="none" w="med" len="med"/>
              </a:ln>
            </p:spPr>
          </p:sp>
          <p:sp>
            <p:nvSpPr>
              <p:cNvPr id="26766" name="Line 122"/>
              <p:cNvSpPr/>
              <p:nvPr/>
            </p:nvSpPr>
            <p:spPr>
              <a:xfrm>
                <a:off x="2224" y="1928"/>
                <a:ext cx="64" cy="1"/>
              </a:xfrm>
              <a:prstGeom prst="line">
                <a:avLst/>
              </a:prstGeom>
              <a:ln w="12700" cap="flat" cmpd="sng">
                <a:solidFill>
                  <a:srgbClr val="000000"/>
                </a:solidFill>
                <a:prstDash val="solid"/>
                <a:headEnd type="none" w="med" len="med"/>
                <a:tailEnd type="none" w="med" len="med"/>
              </a:ln>
            </p:spPr>
          </p:sp>
          <p:sp>
            <p:nvSpPr>
              <p:cNvPr id="26767" name="Line 123"/>
              <p:cNvSpPr/>
              <p:nvPr/>
            </p:nvSpPr>
            <p:spPr>
              <a:xfrm>
                <a:off x="2368" y="1928"/>
                <a:ext cx="64" cy="1"/>
              </a:xfrm>
              <a:prstGeom prst="line">
                <a:avLst/>
              </a:prstGeom>
              <a:ln w="12700" cap="flat" cmpd="sng">
                <a:solidFill>
                  <a:srgbClr val="000000"/>
                </a:solidFill>
                <a:prstDash val="solid"/>
                <a:headEnd type="none" w="med" len="med"/>
                <a:tailEnd type="none" w="med" len="med"/>
              </a:ln>
            </p:spPr>
          </p:sp>
          <p:sp>
            <p:nvSpPr>
              <p:cNvPr id="26768" name="Line 124"/>
              <p:cNvSpPr/>
              <p:nvPr/>
            </p:nvSpPr>
            <p:spPr>
              <a:xfrm>
                <a:off x="2512" y="1928"/>
                <a:ext cx="64" cy="1"/>
              </a:xfrm>
              <a:prstGeom prst="line">
                <a:avLst/>
              </a:prstGeom>
              <a:ln w="12700" cap="flat" cmpd="sng">
                <a:solidFill>
                  <a:srgbClr val="000000"/>
                </a:solidFill>
                <a:prstDash val="solid"/>
                <a:headEnd type="none" w="med" len="med"/>
                <a:tailEnd type="none" w="med" len="med"/>
              </a:ln>
            </p:spPr>
          </p:sp>
          <p:sp>
            <p:nvSpPr>
              <p:cNvPr id="26769" name="Line 125"/>
              <p:cNvSpPr/>
              <p:nvPr/>
            </p:nvSpPr>
            <p:spPr>
              <a:xfrm>
                <a:off x="2656" y="1928"/>
                <a:ext cx="64" cy="1"/>
              </a:xfrm>
              <a:prstGeom prst="line">
                <a:avLst/>
              </a:prstGeom>
              <a:ln w="12700" cap="flat" cmpd="sng">
                <a:solidFill>
                  <a:srgbClr val="000000"/>
                </a:solidFill>
                <a:prstDash val="solid"/>
                <a:headEnd type="none" w="med" len="med"/>
                <a:tailEnd type="none" w="med" len="med"/>
              </a:ln>
            </p:spPr>
          </p:sp>
          <p:sp>
            <p:nvSpPr>
              <p:cNvPr id="26770" name="Line 126"/>
              <p:cNvSpPr/>
              <p:nvPr/>
            </p:nvSpPr>
            <p:spPr>
              <a:xfrm>
                <a:off x="2800" y="1928"/>
                <a:ext cx="64" cy="1"/>
              </a:xfrm>
              <a:prstGeom prst="line">
                <a:avLst/>
              </a:prstGeom>
              <a:ln w="12700" cap="flat" cmpd="sng">
                <a:solidFill>
                  <a:srgbClr val="000000"/>
                </a:solidFill>
                <a:prstDash val="solid"/>
                <a:headEnd type="none" w="med" len="med"/>
                <a:tailEnd type="none" w="med" len="med"/>
              </a:ln>
            </p:spPr>
          </p:sp>
          <p:sp>
            <p:nvSpPr>
              <p:cNvPr id="26771" name="Line 127"/>
              <p:cNvSpPr/>
              <p:nvPr/>
            </p:nvSpPr>
            <p:spPr>
              <a:xfrm>
                <a:off x="2944" y="1928"/>
                <a:ext cx="64" cy="1"/>
              </a:xfrm>
              <a:prstGeom prst="line">
                <a:avLst/>
              </a:prstGeom>
              <a:ln w="12700" cap="flat" cmpd="sng">
                <a:solidFill>
                  <a:srgbClr val="000000"/>
                </a:solidFill>
                <a:prstDash val="solid"/>
                <a:headEnd type="none" w="med" len="med"/>
                <a:tailEnd type="none" w="med" len="med"/>
              </a:ln>
            </p:spPr>
          </p:sp>
          <p:sp>
            <p:nvSpPr>
              <p:cNvPr id="26772" name="Line 128"/>
              <p:cNvSpPr/>
              <p:nvPr/>
            </p:nvSpPr>
            <p:spPr>
              <a:xfrm>
                <a:off x="3088" y="1928"/>
                <a:ext cx="64" cy="1"/>
              </a:xfrm>
              <a:prstGeom prst="line">
                <a:avLst/>
              </a:prstGeom>
              <a:ln w="12700" cap="flat" cmpd="sng">
                <a:solidFill>
                  <a:srgbClr val="000000"/>
                </a:solidFill>
                <a:prstDash val="solid"/>
                <a:headEnd type="none" w="med" len="med"/>
                <a:tailEnd type="none" w="med" len="med"/>
              </a:ln>
            </p:spPr>
          </p:sp>
          <p:sp>
            <p:nvSpPr>
              <p:cNvPr id="26773" name="Line 129"/>
              <p:cNvSpPr/>
              <p:nvPr/>
            </p:nvSpPr>
            <p:spPr>
              <a:xfrm>
                <a:off x="3232" y="1928"/>
                <a:ext cx="64" cy="1"/>
              </a:xfrm>
              <a:prstGeom prst="line">
                <a:avLst/>
              </a:prstGeom>
              <a:ln w="12700" cap="flat" cmpd="sng">
                <a:solidFill>
                  <a:srgbClr val="000000"/>
                </a:solidFill>
                <a:prstDash val="solid"/>
                <a:headEnd type="none" w="med" len="med"/>
                <a:tailEnd type="none" w="med" len="med"/>
              </a:ln>
            </p:spPr>
          </p:sp>
          <p:sp>
            <p:nvSpPr>
              <p:cNvPr id="26774" name="Line 130"/>
              <p:cNvSpPr/>
              <p:nvPr/>
            </p:nvSpPr>
            <p:spPr>
              <a:xfrm>
                <a:off x="3376" y="1928"/>
                <a:ext cx="64" cy="1"/>
              </a:xfrm>
              <a:prstGeom prst="line">
                <a:avLst/>
              </a:prstGeom>
              <a:ln w="12700" cap="flat" cmpd="sng">
                <a:solidFill>
                  <a:srgbClr val="000000"/>
                </a:solidFill>
                <a:prstDash val="solid"/>
                <a:headEnd type="none" w="med" len="med"/>
                <a:tailEnd type="none" w="med" len="med"/>
              </a:ln>
            </p:spPr>
          </p:sp>
          <p:sp>
            <p:nvSpPr>
              <p:cNvPr id="26775" name="Line 131"/>
              <p:cNvSpPr/>
              <p:nvPr/>
            </p:nvSpPr>
            <p:spPr>
              <a:xfrm>
                <a:off x="3520" y="1928"/>
                <a:ext cx="64" cy="1"/>
              </a:xfrm>
              <a:prstGeom prst="line">
                <a:avLst/>
              </a:prstGeom>
              <a:ln w="12700" cap="flat" cmpd="sng">
                <a:solidFill>
                  <a:srgbClr val="000000"/>
                </a:solidFill>
                <a:prstDash val="solid"/>
                <a:headEnd type="none" w="med" len="med"/>
                <a:tailEnd type="none" w="med" len="med"/>
              </a:ln>
            </p:spPr>
          </p:sp>
          <p:sp>
            <p:nvSpPr>
              <p:cNvPr id="26776" name="Line 132"/>
              <p:cNvSpPr/>
              <p:nvPr/>
            </p:nvSpPr>
            <p:spPr>
              <a:xfrm>
                <a:off x="3664" y="1928"/>
                <a:ext cx="64" cy="1"/>
              </a:xfrm>
              <a:prstGeom prst="line">
                <a:avLst/>
              </a:prstGeom>
              <a:ln w="12700" cap="flat" cmpd="sng">
                <a:solidFill>
                  <a:srgbClr val="000000"/>
                </a:solidFill>
                <a:prstDash val="solid"/>
                <a:headEnd type="none" w="med" len="med"/>
                <a:tailEnd type="none" w="med" len="med"/>
              </a:ln>
            </p:spPr>
          </p:sp>
          <p:sp>
            <p:nvSpPr>
              <p:cNvPr id="26777" name="Line 133"/>
              <p:cNvSpPr/>
              <p:nvPr/>
            </p:nvSpPr>
            <p:spPr>
              <a:xfrm>
                <a:off x="3808" y="1928"/>
                <a:ext cx="64" cy="1"/>
              </a:xfrm>
              <a:prstGeom prst="line">
                <a:avLst/>
              </a:prstGeom>
              <a:ln w="12700" cap="flat" cmpd="sng">
                <a:solidFill>
                  <a:srgbClr val="000000"/>
                </a:solidFill>
                <a:prstDash val="solid"/>
                <a:headEnd type="none" w="med" len="med"/>
                <a:tailEnd type="none" w="med" len="med"/>
              </a:ln>
            </p:spPr>
          </p:sp>
          <p:sp>
            <p:nvSpPr>
              <p:cNvPr id="26778" name="Line 134"/>
              <p:cNvSpPr/>
              <p:nvPr/>
            </p:nvSpPr>
            <p:spPr>
              <a:xfrm>
                <a:off x="3952" y="1928"/>
                <a:ext cx="64" cy="1"/>
              </a:xfrm>
              <a:prstGeom prst="line">
                <a:avLst/>
              </a:prstGeom>
              <a:ln w="12700" cap="flat" cmpd="sng">
                <a:solidFill>
                  <a:srgbClr val="000000"/>
                </a:solidFill>
                <a:prstDash val="solid"/>
                <a:headEnd type="none" w="med" len="med"/>
                <a:tailEnd type="none" w="med" len="med"/>
              </a:ln>
            </p:spPr>
          </p:sp>
          <p:sp>
            <p:nvSpPr>
              <p:cNvPr id="26779" name="Line 135"/>
              <p:cNvSpPr/>
              <p:nvPr/>
            </p:nvSpPr>
            <p:spPr>
              <a:xfrm>
                <a:off x="4096" y="1928"/>
                <a:ext cx="64" cy="1"/>
              </a:xfrm>
              <a:prstGeom prst="line">
                <a:avLst/>
              </a:prstGeom>
              <a:ln w="12700" cap="flat" cmpd="sng">
                <a:solidFill>
                  <a:srgbClr val="000000"/>
                </a:solidFill>
                <a:prstDash val="solid"/>
                <a:headEnd type="none" w="med" len="med"/>
                <a:tailEnd type="none" w="med" len="med"/>
              </a:ln>
            </p:spPr>
          </p:sp>
          <p:sp>
            <p:nvSpPr>
              <p:cNvPr id="26780" name="Line 136"/>
              <p:cNvSpPr/>
              <p:nvPr/>
            </p:nvSpPr>
            <p:spPr>
              <a:xfrm>
                <a:off x="4240" y="1928"/>
                <a:ext cx="64" cy="1"/>
              </a:xfrm>
              <a:prstGeom prst="line">
                <a:avLst/>
              </a:prstGeom>
              <a:ln w="12700" cap="flat" cmpd="sng">
                <a:solidFill>
                  <a:srgbClr val="000000"/>
                </a:solidFill>
                <a:prstDash val="solid"/>
                <a:headEnd type="none" w="med" len="med"/>
                <a:tailEnd type="none" w="med" len="med"/>
              </a:ln>
            </p:spPr>
          </p:sp>
          <p:sp>
            <p:nvSpPr>
              <p:cNvPr id="26781" name="Line 137"/>
              <p:cNvSpPr/>
              <p:nvPr/>
            </p:nvSpPr>
            <p:spPr>
              <a:xfrm>
                <a:off x="4384" y="1928"/>
                <a:ext cx="64" cy="1"/>
              </a:xfrm>
              <a:prstGeom prst="line">
                <a:avLst/>
              </a:prstGeom>
              <a:ln w="12700" cap="flat" cmpd="sng">
                <a:solidFill>
                  <a:srgbClr val="000000"/>
                </a:solidFill>
                <a:prstDash val="solid"/>
                <a:headEnd type="none" w="med" len="med"/>
                <a:tailEnd type="none" w="med" len="med"/>
              </a:ln>
            </p:spPr>
          </p:sp>
          <p:sp>
            <p:nvSpPr>
              <p:cNvPr id="26782" name="Line 138"/>
              <p:cNvSpPr/>
              <p:nvPr/>
            </p:nvSpPr>
            <p:spPr>
              <a:xfrm>
                <a:off x="4528" y="1928"/>
                <a:ext cx="64" cy="1"/>
              </a:xfrm>
              <a:prstGeom prst="line">
                <a:avLst/>
              </a:prstGeom>
              <a:ln w="12700" cap="flat" cmpd="sng">
                <a:solidFill>
                  <a:srgbClr val="000000"/>
                </a:solidFill>
                <a:prstDash val="solid"/>
                <a:headEnd type="none" w="med" len="med"/>
                <a:tailEnd type="none" w="med" len="med"/>
              </a:ln>
            </p:spPr>
          </p:sp>
          <p:sp>
            <p:nvSpPr>
              <p:cNvPr id="26783" name="Line 139"/>
              <p:cNvSpPr/>
              <p:nvPr/>
            </p:nvSpPr>
            <p:spPr>
              <a:xfrm>
                <a:off x="4672" y="1928"/>
                <a:ext cx="64" cy="1"/>
              </a:xfrm>
              <a:prstGeom prst="line">
                <a:avLst/>
              </a:prstGeom>
              <a:ln w="12700" cap="flat" cmpd="sng">
                <a:solidFill>
                  <a:srgbClr val="000000"/>
                </a:solidFill>
                <a:prstDash val="solid"/>
                <a:headEnd type="none" w="med" len="med"/>
                <a:tailEnd type="none" w="med" len="med"/>
              </a:ln>
            </p:spPr>
          </p:sp>
          <p:sp>
            <p:nvSpPr>
              <p:cNvPr id="26784" name="Line 140"/>
              <p:cNvSpPr/>
              <p:nvPr/>
            </p:nvSpPr>
            <p:spPr>
              <a:xfrm>
                <a:off x="4816" y="1928"/>
                <a:ext cx="64" cy="1"/>
              </a:xfrm>
              <a:prstGeom prst="line">
                <a:avLst/>
              </a:prstGeom>
              <a:ln w="12700" cap="flat" cmpd="sng">
                <a:solidFill>
                  <a:srgbClr val="000000"/>
                </a:solidFill>
                <a:prstDash val="solid"/>
                <a:headEnd type="none" w="med" len="med"/>
                <a:tailEnd type="none" w="med" len="med"/>
              </a:ln>
            </p:spPr>
          </p:sp>
          <p:sp>
            <p:nvSpPr>
              <p:cNvPr id="26785" name="Line 141"/>
              <p:cNvSpPr/>
              <p:nvPr/>
            </p:nvSpPr>
            <p:spPr>
              <a:xfrm>
                <a:off x="4960" y="1928"/>
                <a:ext cx="64" cy="1"/>
              </a:xfrm>
              <a:prstGeom prst="line">
                <a:avLst/>
              </a:prstGeom>
              <a:ln w="12700" cap="flat" cmpd="sng">
                <a:solidFill>
                  <a:srgbClr val="000000"/>
                </a:solidFill>
                <a:prstDash val="solid"/>
                <a:headEnd type="none" w="med" len="med"/>
                <a:tailEnd type="none" w="med" len="med"/>
              </a:ln>
            </p:spPr>
          </p:sp>
        </p:grpSp>
        <p:grpSp>
          <p:nvGrpSpPr>
            <p:cNvPr id="26688" name="Group 142"/>
            <p:cNvGrpSpPr/>
            <p:nvPr/>
          </p:nvGrpSpPr>
          <p:grpSpPr>
            <a:xfrm>
              <a:off x="1544" y="1008"/>
              <a:ext cx="56" cy="2584"/>
              <a:chOff x="1752" y="1040"/>
              <a:chExt cx="56" cy="2584"/>
            </a:xfrm>
          </p:grpSpPr>
          <p:sp>
            <p:nvSpPr>
              <p:cNvPr id="26735" name="Freeform 143"/>
              <p:cNvSpPr/>
              <p:nvPr>
                <p:custDataLst>
                  <p:tags r:id="rId13"/>
                </p:custDataLst>
              </p:nvPr>
            </p:nvSpPr>
            <p:spPr>
              <a:xfrm>
                <a:off x="1752" y="3512"/>
                <a:ext cx="56" cy="112"/>
              </a:xfrm>
              <a:custGeom>
                <a:avLst/>
                <a:gdLst>
                  <a:gd name="txL" fmla="*/ 0 w 56"/>
                  <a:gd name="txT" fmla="*/ 0 h 112"/>
                  <a:gd name="txR" fmla="*/ 56 w 56"/>
                  <a:gd name="txB" fmla="*/ 112 h 112"/>
                </a:gdLst>
                <a:ahLst/>
                <a:cxnLst>
                  <a:cxn ang="0">
                    <a:pos x="24" y="112"/>
                  </a:cxn>
                  <a:cxn ang="0">
                    <a:pos x="0" y="0"/>
                  </a:cxn>
                  <a:cxn ang="0">
                    <a:pos x="24" y="0"/>
                  </a:cxn>
                  <a:cxn ang="0">
                    <a:pos x="56" y="0"/>
                  </a:cxn>
                  <a:cxn ang="0">
                    <a:pos x="24" y="112"/>
                  </a:cxn>
                </a:cxnLst>
                <a:rect l="txL" t="txT" r="txR" b="txB"/>
                <a:pathLst>
                  <a:path w="56" h="112">
                    <a:moveTo>
                      <a:pt x="24" y="112"/>
                    </a:moveTo>
                    <a:lnTo>
                      <a:pt x="0" y="0"/>
                    </a:lnTo>
                    <a:lnTo>
                      <a:pt x="24" y="0"/>
                    </a:lnTo>
                    <a:lnTo>
                      <a:pt x="56" y="0"/>
                    </a:lnTo>
                    <a:lnTo>
                      <a:pt x="24" y="11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6736" name="Freeform 144"/>
              <p:cNvSpPr/>
              <p:nvPr>
                <p:custDataLst>
                  <p:tags r:id="rId14"/>
                </p:custDataLst>
              </p:nvPr>
            </p:nvSpPr>
            <p:spPr>
              <a:xfrm>
                <a:off x="1752" y="1040"/>
                <a:ext cx="56" cy="112"/>
              </a:xfrm>
              <a:custGeom>
                <a:avLst/>
                <a:gdLst>
                  <a:gd name="txL" fmla="*/ 0 w 56"/>
                  <a:gd name="txT" fmla="*/ 0 h 112"/>
                  <a:gd name="txR" fmla="*/ 56 w 56"/>
                  <a:gd name="txB" fmla="*/ 112 h 112"/>
                </a:gdLst>
                <a:ahLst/>
                <a:cxnLst>
                  <a:cxn ang="0">
                    <a:pos x="24" y="0"/>
                  </a:cxn>
                  <a:cxn ang="0">
                    <a:pos x="56" y="112"/>
                  </a:cxn>
                  <a:cxn ang="0">
                    <a:pos x="24" y="112"/>
                  </a:cxn>
                  <a:cxn ang="0">
                    <a:pos x="0" y="112"/>
                  </a:cxn>
                  <a:cxn ang="0">
                    <a:pos x="24" y="0"/>
                  </a:cxn>
                </a:cxnLst>
                <a:rect l="txL" t="txT" r="txR" b="txB"/>
                <a:pathLst>
                  <a:path w="56" h="112">
                    <a:moveTo>
                      <a:pt x="24" y="0"/>
                    </a:moveTo>
                    <a:lnTo>
                      <a:pt x="56" y="112"/>
                    </a:lnTo>
                    <a:lnTo>
                      <a:pt x="24" y="112"/>
                    </a:lnTo>
                    <a:lnTo>
                      <a:pt x="0" y="112"/>
                    </a:lnTo>
                    <a:lnTo>
                      <a:pt x="24" y="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6737" name="Line 145"/>
              <p:cNvSpPr/>
              <p:nvPr/>
            </p:nvSpPr>
            <p:spPr>
              <a:xfrm flipV="1">
                <a:off x="1776" y="3440"/>
                <a:ext cx="1" cy="64"/>
              </a:xfrm>
              <a:prstGeom prst="line">
                <a:avLst/>
              </a:prstGeom>
              <a:ln w="12700" cap="flat" cmpd="sng">
                <a:solidFill>
                  <a:srgbClr val="000000"/>
                </a:solidFill>
                <a:prstDash val="solid"/>
                <a:headEnd type="none" w="med" len="med"/>
                <a:tailEnd type="none" w="med" len="med"/>
              </a:ln>
            </p:spPr>
          </p:sp>
          <p:sp>
            <p:nvSpPr>
              <p:cNvPr id="26738" name="Line 146"/>
              <p:cNvSpPr/>
              <p:nvPr/>
            </p:nvSpPr>
            <p:spPr>
              <a:xfrm flipV="1">
                <a:off x="1776" y="3296"/>
                <a:ext cx="1" cy="64"/>
              </a:xfrm>
              <a:prstGeom prst="line">
                <a:avLst/>
              </a:prstGeom>
              <a:ln w="12700" cap="flat" cmpd="sng">
                <a:solidFill>
                  <a:srgbClr val="000000"/>
                </a:solidFill>
                <a:prstDash val="solid"/>
                <a:headEnd type="none" w="med" len="med"/>
                <a:tailEnd type="none" w="med" len="med"/>
              </a:ln>
            </p:spPr>
          </p:sp>
          <p:sp>
            <p:nvSpPr>
              <p:cNvPr id="26739" name="Line 147"/>
              <p:cNvSpPr/>
              <p:nvPr/>
            </p:nvSpPr>
            <p:spPr>
              <a:xfrm flipV="1">
                <a:off x="1776" y="3152"/>
                <a:ext cx="1" cy="64"/>
              </a:xfrm>
              <a:prstGeom prst="line">
                <a:avLst/>
              </a:prstGeom>
              <a:ln w="12700" cap="flat" cmpd="sng">
                <a:solidFill>
                  <a:srgbClr val="000000"/>
                </a:solidFill>
                <a:prstDash val="solid"/>
                <a:headEnd type="none" w="med" len="med"/>
                <a:tailEnd type="none" w="med" len="med"/>
              </a:ln>
            </p:spPr>
          </p:sp>
          <p:sp>
            <p:nvSpPr>
              <p:cNvPr id="26740" name="Line 148"/>
              <p:cNvSpPr/>
              <p:nvPr/>
            </p:nvSpPr>
            <p:spPr>
              <a:xfrm flipV="1">
                <a:off x="1776" y="3008"/>
                <a:ext cx="1" cy="64"/>
              </a:xfrm>
              <a:prstGeom prst="line">
                <a:avLst/>
              </a:prstGeom>
              <a:ln w="12700" cap="flat" cmpd="sng">
                <a:solidFill>
                  <a:srgbClr val="000000"/>
                </a:solidFill>
                <a:prstDash val="solid"/>
                <a:headEnd type="none" w="med" len="med"/>
                <a:tailEnd type="none" w="med" len="med"/>
              </a:ln>
            </p:spPr>
          </p:sp>
          <p:sp>
            <p:nvSpPr>
              <p:cNvPr id="26741" name="Line 149"/>
              <p:cNvSpPr/>
              <p:nvPr/>
            </p:nvSpPr>
            <p:spPr>
              <a:xfrm flipV="1">
                <a:off x="1776" y="2864"/>
                <a:ext cx="1" cy="64"/>
              </a:xfrm>
              <a:prstGeom prst="line">
                <a:avLst/>
              </a:prstGeom>
              <a:ln w="12700" cap="flat" cmpd="sng">
                <a:solidFill>
                  <a:srgbClr val="000000"/>
                </a:solidFill>
                <a:prstDash val="solid"/>
                <a:headEnd type="none" w="med" len="med"/>
                <a:tailEnd type="none" w="med" len="med"/>
              </a:ln>
            </p:spPr>
          </p:sp>
          <p:sp>
            <p:nvSpPr>
              <p:cNvPr id="26742" name="Line 150"/>
              <p:cNvSpPr/>
              <p:nvPr/>
            </p:nvSpPr>
            <p:spPr>
              <a:xfrm flipV="1">
                <a:off x="1776" y="2720"/>
                <a:ext cx="1" cy="64"/>
              </a:xfrm>
              <a:prstGeom prst="line">
                <a:avLst/>
              </a:prstGeom>
              <a:ln w="12700" cap="flat" cmpd="sng">
                <a:solidFill>
                  <a:srgbClr val="000000"/>
                </a:solidFill>
                <a:prstDash val="solid"/>
                <a:headEnd type="none" w="med" len="med"/>
                <a:tailEnd type="none" w="med" len="med"/>
              </a:ln>
            </p:spPr>
          </p:sp>
          <p:sp>
            <p:nvSpPr>
              <p:cNvPr id="26743" name="Line 151"/>
              <p:cNvSpPr/>
              <p:nvPr/>
            </p:nvSpPr>
            <p:spPr>
              <a:xfrm flipV="1">
                <a:off x="1776" y="2576"/>
                <a:ext cx="1" cy="64"/>
              </a:xfrm>
              <a:prstGeom prst="line">
                <a:avLst/>
              </a:prstGeom>
              <a:ln w="12700" cap="flat" cmpd="sng">
                <a:solidFill>
                  <a:srgbClr val="000000"/>
                </a:solidFill>
                <a:prstDash val="solid"/>
                <a:headEnd type="none" w="med" len="med"/>
                <a:tailEnd type="none" w="med" len="med"/>
              </a:ln>
            </p:spPr>
          </p:sp>
          <p:sp>
            <p:nvSpPr>
              <p:cNvPr id="26744" name="Line 152"/>
              <p:cNvSpPr/>
              <p:nvPr/>
            </p:nvSpPr>
            <p:spPr>
              <a:xfrm flipV="1">
                <a:off x="1776" y="2432"/>
                <a:ext cx="1" cy="64"/>
              </a:xfrm>
              <a:prstGeom prst="line">
                <a:avLst/>
              </a:prstGeom>
              <a:ln w="12700" cap="flat" cmpd="sng">
                <a:solidFill>
                  <a:srgbClr val="000000"/>
                </a:solidFill>
                <a:prstDash val="solid"/>
                <a:headEnd type="none" w="med" len="med"/>
                <a:tailEnd type="none" w="med" len="med"/>
              </a:ln>
            </p:spPr>
          </p:sp>
          <p:sp>
            <p:nvSpPr>
              <p:cNvPr id="26745" name="Line 153"/>
              <p:cNvSpPr/>
              <p:nvPr/>
            </p:nvSpPr>
            <p:spPr>
              <a:xfrm flipV="1">
                <a:off x="1776" y="2288"/>
                <a:ext cx="1" cy="64"/>
              </a:xfrm>
              <a:prstGeom prst="line">
                <a:avLst/>
              </a:prstGeom>
              <a:ln w="12700" cap="flat" cmpd="sng">
                <a:solidFill>
                  <a:srgbClr val="000000"/>
                </a:solidFill>
                <a:prstDash val="solid"/>
                <a:headEnd type="none" w="med" len="med"/>
                <a:tailEnd type="none" w="med" len="med"/>
              </a:ln>
            </p:spPr>
          </p:sp>
          <p:sp>
            <p:nvSpPr>
              <p:cNvPr id="26746" name="Line 154"/>
              <p:cNvSpPr/>
              <p:nvPr/>
            </p:nvSpPr>
            <p:spPr>
              <a:xfrm flipV="1">
                <a:off x="1776" y="2144"/>
                <a:ext cx="1" cy="64"/>
              </a:xfrm>
              <a:prstGeom prst="line">
                <a:avLst/>
              </a:prstGeom>
              <a:ln w="12700" cap="flat" cmpd="sng">
                <a:solidFill>
                  <a:srgbClr val="000000"/>
                </a:solidFill>
                <a:prstDash val="solid"/>
                <a:headEnd type="none" w="med" len="med"/>
                <a:tailEnd type="none" w="med" len="med"/>
              </a:ln>
            </p:spPr>
          </p:sp>
          <p:sp>
            <p:nvSpPr>
              <p:cNvPr id="26747" name="Line 155"/>
              <p:cNvSpPr/>
              <p:nvPr/>
            </p:nvSpPr>
            <p:spPr>
              <a:xfrm flipV="1">
                <a:off x="1776" y="2000"/>
                <a:ext cx="1" cy="64"/>
              </a:xfrm>
              <a:prstGeom prst="line">
                <a:avLst/>
              </a:prstGeom>
              <a:ln w="12700" cap="flat" cmpd="sng">
                <a:solidFill>
                  <a:srgbClr val="000000"/>
                </a:solidFill>
                <a:prstDash val="solid"/>
                <a:headEnd type="none" w="med" len="med"/>
                <a:tailEnd type="none" w="med" len="med"/>
              </a:ln>
            </p:spPr>
          </p:sp>
          <p:sp>
            <p:nvSpPr>
              <p:cNvPr id="26748" name="Line 156"/>
              <p:cNvSpPr/>
              <p:nvPr/>
            </p:nvSpPr>
            <p:spPr>
              <a:xfrm flipV="1">
                <a:off x="1776" y="1856"/>
                <a:ext cx="1" cy="64"/>
              </a:xfrm>
              <a:prstGeom prst="line">
                <a:avLst/>
              </a:prstGeom>
              <a:ln w="12700" cap="flat" cmpd="sng">
                <a:solidFill>
                  <a:srgbClr val="000000"/>
                </a:solidFill>
                <a:prstDash val="solid"/>
                <a:headEnd type="none" w="med" len="med"/>
                <a:tailEnd type="none" w="med" len="med"/>
              </a:ln>
            </p:spPr>
          </p:sp>
          <p:sp>
            <p:nvSpPr>
              <p:cNvPr id="26749" name="Line 157"/>
              <p:cNvSpPr/>
              <p:nvPr/>
            </p:nvSpPr>
            <p:spPr>
              <a:xfrm flipV="1">
                <a:off x="1776" y="1712"/>
                <a:ext cx="1" cy="64"/>
              </a:xfrm>
              <a:prstGeom prst="line">
                <a:avLst/>
              </a:prstGeom>
              <a:ln w="12700" cap="flat" cmpd="sng">
                <a:solidFill>
                  <a:srgbClr val="000000"/>
                </a:solidFill>
                <a:prstDash val="solid"/>
                <a:headEnd type="none" w="med" len="med"/>
                <a:tailEnd type="none" w="med" len="med"/>
              </a:ln>
            </p:spPr>
          </p:sp>
          <p:sp>
            <p:nvSpPr>
              <p:cNvPr id="26750" name="Line 158"/>
              <p:cNvSpPr/>
              <p:nvPr/>
            </p:nvSpPr>
            <p:spPr>
              <a:xfrm flipV="1">
                <a:off x="1776" y="1568"/>
                <a:ext cx="1" cy="64"/>
              </a:xfrm>
              <a:prstGeom prst="line">
                <a:avLst/>
              </a:prstGeom>
              <a:ln w="12700" cap="flat" cmpd="sng">
                <a:solidFill>
                  <a:srgbClr val="000000"/>
                </a:solidFill>
                <a:prstDash val="solid"/>
                <a:headEnd type="none" w="med" len="med"/>
                <a:tailEnd type="none" w="med" len="med"/>
              </a:ln>
            </p:spPr>
          </p:sp>
          <p:sp>
            <p:nvSpPr>
              <p:cNvPr id="26751" name="Line 159"/>
              <p:cNvSpPr/>
              <p:nvPr/>
            </p:nvSpPr>
            <p:spPr>
              <a:xfrm flipV="1">
                <a:off x="1776" y="1424"/>
                <a:ext cx="1" cy="64"/>
              </a:xfrm>
              <a:prstGeom prst="line">
                <a:avLst/>
              </a:prstGeom>
              <a:ln w="12700" cap="flat" cmpd="sng">
                <a:solidFill>
                  <a:srgbClr val="000000"/>
                </a:solidFill>
                <a:prstDash val="solid"/>
                <a:headEnd type="none" w="med" len="med"/>
                <a:tailEnd type="none" w="med" len="med"/>
              </a:ln>
            </p:spPr>
          </p:sp>
          <p:sp>
            <p:nvSpPr>
              <p:cNvPr id="26752" name="Line 160"/>
              <p:cNvSpPr/>
              <p:nvPr/>
            </p:nvSpPr>
            <p:spPr>
              <a:xfrm flipV="1">
                <a:off x="1776" y="1280"/>
                <a:ext cx="1" cy="64"/>
              </a:xfrm>
              <a:prstGeom prst="line">
                <a:avLst/>
              </a:prstGeom>
              <a:ln w="12700" cap="flat" cmpd="sng">
                <a:solidFill>
                  <a:srgbClr val="000000"/>
                </a:solidFill>
                <a:prstDash val="solid"/>
                <a:headEnd type="none" w="med" len="med"/>
                <a:tailEnd type="none" w="med" len="med"/>
              </a:ln>
            </p:spPr>
          </p:sp>
          <p:sp>
            <p:nvSpPr>
              <p:cNvPr id="26753" name="Line 161"/>
              <p:cNvSpPr/>
              <p:nvPr/>
            </p:nvSpPr>
            <p:spPr>
              <a:xfrm flipV="1">
                <a:off x="1776" y="1152"/>
                <a:ext cx="1" cy="48"/>
              </a:xfrm>
              <a:prstGeom prst="line">
                <a:avLst/>
              </a:prstGeom>
              <a:ln w="12700" cap="flat" cmpd="sng">
                <a:solidFill>
                  <a:srgbClr val="000000"/>
                </a:solidFill>
                <a:prstDash val="solid"/>
                <a:headEnd type="none" w="med" len="med"/>
                <a:tailEnd type="none" w="med" len="med"/>
              </a:ln>
            </p:spPr>
          </p:sp>
        </p:grpSp>
        <p:grpSp>
          <p:nvGrpSpPr>
            <p:cNvPr id="26689" name="Group 162"/>
            <p:cNvGrpSpPr/>
            <p:nvPr/>
          </p:nvGrpSpPr>
          <p:grpSpPr>
            <a:xfrm>
              <a:off x="3936" y="1008"/>
              <a:ext cx="56" cy="2592"/>
              <a:chOff x="4144" y="1096"/>
              <a:chExt cx="56" cy="2592"/>
            </a:xfrm>
          </p:grpSpPr>
          <p:sp>
            <p:nvSpPr>
              <p:cNvPr id="26716" name="Freeform 163"/>
              <p:cNvSpPr/>
              <p:nvPr>
                <p:custDataLst>
                  <p:tags r:id="rId11"/>
                </p:custDataLst>
              </p:nvPr>
            </p:nvSpPr>
            <p:spPr>
              <a:xfrm>
                <a:off x="4144" y="3568"/>
                <a:ext cx="56" cy="120"/>
              </a:xfrm>
              <a:custGeom>
                <a:avLst/>
                <a:gdLst>
                  <a:gd name="txL" fmla="*/ 0 w 56"/>
                  <a:gd name="txT" fmla="*/ 0 h 120"/>
                  <a:gd name="txR" fmla="*/ 56 w 56"/>
                  <a:gd name="txB" fmla="*/ 120 h 120"/>
                </a:gdLst>
                <a:ahLst/>
                <a:cxnLst>
                  <a:cxn ang="0">
                    <a:pos x="24" y="120"/>
                  </a:cxn>
                  <a:cxn ang="0">
                    <a:pos x="0" y="0"/>
                  </a:cxn>
                  <a:cxn ang="0">
                    <a:pos x="24" y="0"/>
                  </a:cxn>
                  <a:cxn ang="0">
                    <a:pos x="56" y="0"/>
                  </a:cxn>
                  <a:cxn ang="0">
                    <a:pos x="24" y="120"/>
                  </a:cxn>
                </a:cxnLst>
                <a:rect l="txL" t="txT" r="txR" b="txB"/>
                <a:pathLst>
                  <a:path w="56" h="120">
                    <a:moveTo>
                      <a:pt x="24" y="120"/>
                    </a:moveTo>
                    <a:lnTo>
                      <a:pt x="0" y="0"/>
                    </a:lnTo>
                    <a:lnTo>
                      <a:pt x="24" y="0"/>
                    </a:lnTo>
                    <a:lnTo>
                      <a:pt x="56" y="0"/>
                    </a:lnTo>
                    <a:lnTo>
                      <a:pt x="24" y="12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6717" name="Freeform 164"/>
              <p:cNvSpPr/>
              <p:nvPr>
                <p:custDataLst>
                  <p:tags r:id="rId12"/>
                </p:custDataLst>
              </p:nvPr>
            </p:nvSpPr>
            <p:spPr>
              <a:xfrm>
                <a:off x="4144" y="1096"/>
                <a:ext cx="56" cy="112"/>
              </a:xfrm>
              <a:custGeom>
                <a:avLst/>
                <a:gdLst>
                  <a:gd name="txL" fmla="*/ 0 w 56"/>
                  <a:gd name="txT" fmla="*/ 0 h 112"/>
                  <a:gd name="txR" fmla="*/ 56 w 56"/>
                  <a:gd name="txB" fmla="*/ 112 h 112"/>
                </a:gdLst>
                <a:ahLst/>
                <a:cxnLst>
                  <a:cxn ang="0">
                    <a:pos x="24" y="0"/>
                  </a:cxn>
                  <a:cxn ang="0">
                    <a:pos x="56" y="112"/>
                  </a:cxn>
                  <a:cxn ang="0">
                    <a:pos x="24" y="112"/>
                  </a:cxn>
                  <a:cxn ang="0">
                    <a:pos x="0" y="112"/>
                  </a:cxn>
                  <a:cxn ang="0">
                    <a:pos x="24" y="0"/>
                  </a:cxn>
                </a:cxnLst>
                <a:rect l="txL" t="txT" r="txR" b="txB"/>
                <a:pathLst>
                  <a:path w="56" h="112">
                    <a:moveTo>
                      <a:pt x="24" y="0"/>
                    </a:moveTo>
                    <a:lnTo>
                      <a:pt x="56" y="112"/>
                    </a:lnTo>
                    <a:lnTo>
                      <a:pt x="24" y="112"/>
                    </a:lnTo>
                    <a:lnTo>
                      <a:pt x="0" y="112"/>
                    </a:lnTo>
                    <a:lnTo>
                      <a:pt x="24" y="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6718" name="Line 165"/>
              <p:cNvSpPr/>
              <p:nvPr/>
            </p:nvSpPr>
            <p:spPr>
              <a:xfrm flipV="1">
                <a:off x="4168" y="3496"/>
                <a:ext cx="1" cy="64"/>
              </a:xfrm>
              <a:prstGeom prst="line">
                <a:avLst/>
              </a:prstGeom>
              <a:ln w="12700" cap="flat" cmpd="sng">
                <a:solidFill>
                  <a:srgbClr val="000000"/>
                </a:solidFill>
                <a:prstDash val="solid"/>
                <a:headEnd type="none" w="med" len="med"/>
                <a:tailEnd type="none" w="med" len="med"/>
              </a:ln>
            </p:spPr>
          </p:sp>
          <p:sp>
            <p:nvSpPr>
              <p:cNvPr id="26719" name="Line 166"/>
              <p:cNvSpPr/>
              <p:nvPr/>
            </p:nvSpPr>
            <p:spPr>
              <a:xfrm flipV="1">
                <a:off x="4168" y="3352"/>
                <a:ext cx="1" cy="64"/>
              </a:xfrm>
              <a:prstGeom prst="line">
                <a:avLst/>
              </a:prstGeom>
              <a:ln w="12700" cap="flat" cmpd="sng">
                <a:solidFill>
                  <a:srgbClr val="000000"/>
                </a:solidFill>
                <a:prstDash val="solid"/>
                <a:headEnd type="none" w="med" len="med"/>
                <a:tailEnd type="none" w="med" len="med"/>
              </a:ln>
            </p:spPr>
          </p:sp>
          <p:sp>
            <p:nvSpPr>
              <p:cNvPr id="26720" name="Line 167"/>
              <p:cNvSpPr/>
              <p:nvPr/>
            </p:nvSpPr>
            <p:spPr>
              <a:xfrm flipV="1">
                <a:off x="4168" y="3208"/>
                <a:ext cx="1" cy="64"/>
              </a:xfrm>
              <a:prstGeom prst="line">
                <a:avLst/>
              </a:prstGeom>
              <a:ln w="12700" cap="flat" cmpd="sng">
                <a:solidFill>
                  <a:srgbClr val="000000"/>
                </a:solidFill>
                <a:prstDash val="solid"/>
                <a:headEnd type="none" w="med" len="med"/>
                <a:tailEnd type="none" w="med" len="med"/>
              </a:ln>
            </p:spPr>
          </p:sp>
          <p:sp>
            <p:nvSpPr>
              <p:cNvPr id="26721" name="Line 168"/>
              <p:cNvSpPr/>
              <p:nvPr/>
            </p:nvSpPr>
            <p:spPr>
              <a:xfrm flipV="1">
                <a:off x="4168" y="3064"/>
                <a:ext cx="1" cy="64"/>
              </a:xfrm>
              <a:prstGeom prst="line">
                <a:avLst/>
              </a:prstGeom>
              <a:ln w="12700" cap="flat" cmpd="sng">
                <a:solidFill>
                  <a:srgbClr val="000000"/>
                </a:solidFill>
                <a:prstDash val="solid"/>
                <a:headEnd type="none" w="med" len="med"/>
                <a:tailEnd type="none" w="med" len="med"/>
              </a:ln>
            </p:spPr>
          </p:sp>
          <p:sp>
            <p:nvSpPr>
              <p:cNvPr id="26722" name="Line 169"/>
              <p:cNvSpPr/>
              <p:nvPr/>
            </p:nvSpPr>
            <p:spPr>
              <a:xfrm flipV="1">
                <a:off x="4168" y="2920"/>
                <a:ext cx="1" cy="64"/>
              </a:xfrm>
              <a:prstGeom prst="line">
                <a:avLst/>
              </a:prstGeom>
              <a:ln w="12700" cap="flat" cmpd="sng">
                <a:solidFill>
                  <a:srgbClr val="000000"/>
                </a:solidFill>
                <a:prstDash val="solid"/>
                <a:headEnd type="none" w="med" len="med"/>
                <a:tailEnd type="none" w="med" len="med"/>
              </a:ln>
            </p:spPr>
          </p:sp>
          <p:sp>
            <p:nvSpPr>
              <p:cNvPr id="26723" name="Line 170"/>
              <p:cNvSpPr/>
              <p:nvPr/>
            </p:nvSpPr>
            <p:spPr>
              <a:xfrm flipV="1">
                <a:off x="4168" y="2776"/>
                <a:ext cx="1" cy="64"/>
              </a:xfrm>
              <a:prstGeom prst="line">
                <a:avLst/>
              </a:prstGeom>
              <a:ln w="12700" cap="flat" cmpd="sng">
                <a:solidFill>
                  <a:srgbClr val="000000"/>
                </a:solidFill>
                <a:prstDash val="solid"/>
                <a:headEnd type="none" w="med" len="med"/>
                <a:tailEnd type="none" w="med" len="med"/>
              </a:ln>
            </p:spPr>
          </p:sp>
          <p:sp>
            <p:nvSpPr>
              <p:cNvPr id="26724" name="Line 171"/>
              <p:cNvSpPr/>
              <p:nvPr/>
            </p:nvSpPr>
            <p:spPr>
              <a:xfrm flipV="1">
                <a:off x="4168" y="2632"/>
                <a:ext cx="1" cy="64"/>
              </a:xfrm>
              <a:prstGeom prst="line">
                <a:avLst/>
              </a:prstGeom>
              <a:ln w="12700" cap="flat" cmpd="sng">
                <a:solidFill>
                  <a:srgbClr val="000000"/>
                </a:solidFill>
                <a:prstDash val="solid"/>
                <a:headEnd type="none" w="med" len="med"/>
                <a:tailEnd type="none" w="med" len="med"/>
              </a:ln>
            </p:spPr>
          </p:sp>
          <p:sp>
            <p:nvSpPr>
              <p:cNvPr id="26725" name="Line 172"/>
              <p:cNvSpPr/>
              <p:nvPr/>
            </p:nvSpPr>
            <p:spPr>
              <a:xfrm flipV="1">
                <a:off x="4168" y="2488"/>
                <a:ext cx="1" cy="64"/>
              </a:xfrm>
              <a:prstGeom prst="line">
                <a:avLst/>
              </a:prstGeom>
              <a:ln w="12700" cap="flat" cmpd="sng">
                <a:solidFill>
                  <a:srgbClr val="000000"/>
                </a:solidFill>
                <a:prstDash val="solid"/>
                <a:headEnd type="none" w="med" len="med"/>
                <a:tailEnd type="none" w="med" len="med"/>
              </a:ln>
            </p:spPr>
          </p:sp>
          <p:sp>
            <p:nvSpPr>
              <p:cNvPr id="26726" name="Line 173"/>
              <p:cNvSpPr/>
              <p:nvPr/>
            </p:nvSpPr>
            <p:spPr>
              <a:xfrm flipV="1">
                <a:off x="4168" y="2344"/>
                <a:ext cx="1" cy="64"/>
              </a:xfrm>
              <a:prstGeom prst="line">
                <a:avLst/>
              </a:prstGeom>
              <a:ln w="12700" cap="flat" cmpd="sng">
                <a:solidFill>
                  <a:srgbClr val="000000"/>
                </a:solidFill>
                <a:prstDash val="solid"/>
                <a:headEnd type="none" w="med" len="med"/>
                <a:tailEnd type="none" w="med" len="med"/>
              </a:ln>
            </p:spPr>
          </p:sp>
          <p:sp>
            <p:nvSpPr>
              <p:cNvPr id="26727" name="Line 174"/>
              <p:cNvSpPr/>
              <p:nvPr/>
            </p:nvSpPr>
            <p:spPr>
              <a:xfrm flipV="1">
                <a:off x="4168" y="2200"/>
                <a:ext cx="1" cy="64"/>
              </a:xfrm>
              <a:prstGeom prst="line">
                <a:avLst/>
              </a:prstGeom>
              <a:ln w="12700" cap="flat" cmpd="sng">
                <a:solidFill>
                  <a:srgbClr val="000000"/>
                </a:solidFill>
                <a:prstDash val="solid"/>
                <a:headEnd type="none" w="med" len="med"/>
                <a:tailEnd type="none" w="med" len="med"/>
              </a:ln>
            </p:spPr>
          </p:sp>
          <p:sp>
            <p:nvSpPr>
              <p:cNvPr id="26728" name="Line 175"/>
              <p:cNvSpPr/>
              <p:nvPr/>
            </p:nvSpPr>
            <p:spPr>
              <a:xfrm flipV="1">
                <a:off x="4168" y="2056"/>
                <a:ext cx="1" cy="64"/>
              </a:xfrm>
              <a:prstGeom prst="line">
                <a:avLst/>
              </a:prstGeom>
              <a:ln w="12700" cap="flat" cmpd="sng">
                <a:solidFill>
                  <a:srgbClr val="000000"/>
                </a:solidFill>
                <a:prstDash val="solid"/>
                <a:headEnd type="none" w="med" len="med"/>
                <a:tailEnd type="none" w="med" len="med"/>
              </a:ln>
            </p:spPr>
          </p:sp>
          <p:sp>
            <p:nvSpPr>
              <p:cNvPr id="26729" name="Line 176"/>
              <p:cNvSpPr/>
              <p:nvPr/>
            </p:nvSpPr>
            <p:spPr>
              <a:xfrm flipV="1">
                <a:off x="4168" y="1912"/>
                <a:ext cx="1" cy="64"/>
              </a:xfrm>
              <a:prstGeom prst="line">
                <a:avLst/>
              </a:prstGeom>
              <a:ln w="12700" cap="flat" cmpd="sng">
                <a:solidFill>
                  <a:srgbClr val="000000"/>
                </a:solidFill>
                <a:prstDash val="solid"/>
                <a:headEnd type="none" w="med" len="med"/>
                <a:tailEnd type="none" w="med" len="med"/>
              </a:ln>
            </p:spPr>
          </p:sp>
          <p:sp>
            <p:nvSpPr>
              <p:cNvPr id="26730" name="Line 177"/>
              <p:cNvSpPr/>
              <p:nvPr/>
            </p:nvSpPr>
            <p:spPr>
              <a:xfrm flipV="1">
                <a:off x="4168" y="1768"/>
                <a:ext cx="1" cy="64"/>
              </a:xfrm>
              <a:prstGeom prst="line">
                <a:avLst/>
              </a:prstGeom>
              <a:ln w="12700" cap="flat" cmpd="sng">
                <a:solidFill>
                  <a:srgbClr val="000000"/>
                </a:solidFill>
                <a:prstDash val="solid"/>
                <a:headEnd type="none" w="med" len="med"/>
                <a:tailEnd type="none" w="med" len="med"/>
              </a:ln>
            </p:spPr>
          </p:sp>
          <p:sp>
            <p:nvSpPr>
              <p:cNvPr id="26731" name="Line 178"/>
              <p:cNvSpPr/>
              <p:nvPr/>
            </p:nvSpPr>
            <p:spPr>
              <a:xfrm flipV="1">
                <a:off x="4168" y="1624"/>
                <a:ext cx="1" cy="64"/>
              </a:xfrm>
              <a:prstGeom prst="line">
                <a:avLst/>
              </a:prstGeom>
              <a:ln w="12700" cap="flat" cmpd="sng">
                <a:solidFill>
                  <a:srgbClr val="000000"/>
                </a:solidFill>
                <a:prstDash val="solid"/>
                <a:headEnd type="none" w="med" len="med"/>
                <a:tailEnd type="none" w="med" len="med"/>
              </a:ln>
            </p:spPr>
          </p:sp>
          <p:sp>
            <p:nvSpPr>
              <p:cNvPr id="26732" name="Line 179"/>
              <p:cNvSpPr/>
              <p:nvPr/>
            </p:nvSpPr>
            <p:spPr>
              <a:xfrm flipV="1">
                <a:off x="4168" y="1480"/>
                <a:ext cx="1" cy="64"/>
              </a:xfrm>
              <a:prstGeom prst="line">
                <a:avLst/>
              </a:prstGeom>
              <a:ln w="12700" cap="flat" cmpd="sng">
                <a:solidFill>
                  <a:srgbClr val="000000"/>
                </a:solidFill>
                <a:prstDash val="solid"/>
                <a:headEnd type="none" w="med" len="med"/>
                <a:tailEnd type="none" w="med" len="med"/>
              </a:ln>
            </p:spPr>
          </p:sp>
          <p:sp>
            <p:nvSpPr>
              <p:cNvPr id="26733" name="Line 180"/>
              <p:cNvSpPr/>
              <p:nvPr/>
            </p:nvSpPr>
            <p:spPr>
              <a:xfrm flipV="1">
                <a:off x="4168" y="1336"/>
                <a:ext cx="1" cy="64"/>
              </a:xfrm>
              <a:prstGeom prst="line">
                <a:avLst/>
              </a:prstGeom>
              <a:ln w="12700" cap="flat" cmpd="sng">
                <a:solidFill>
                  <a:srgbClr val="000000"/>
                </a:solidFill>
                <a:prstDash val="solid"/>
                <a:headEnd type="none" w="med" len="med"/>
                <a:tailEnd type="none" w="med" len="med"/>
              </a:ln>
            </p:spPr>
          </p:sp>
          <p:sp>
            <p:nvSpPr>
              <p:cNvPr id="26734" name="Line 181"/>
              <p:cNvSpPr/>
              <p:nvPr/>
            </p:nvSpPr>
            <p:spPr>
              <a:xfrm flipV="1">
                <a:off x="4168" y="1208"/>
                <a:ext cx="1" cy="48"/>
              </a:xfrm>
              <a:prstGeom prst="line">
                <a:avLst/>
              </a:prstGeom>
              <a:ln w="12700" cap="flat" cmpd="sng">
                <a:solidFill>
                  <a:srgbClr val="000000"/>
                </a:solidFill>
                <a:prstDash val="solid"/>
                <a:headEnd type="none" w="med" len="med"/>
                <a:tailEnd type="none" w="med" len="med"/>
              </a:ln>
            </p:spPr>
          </p:sp>
        </p:grpSp>
        <p:grpSp>
          <p:nvGrpSpPr>
            <p:cNvPr id="26690" name="Group 182"/>
            <p:cNvGrpSpPr/>
            <p:nvPr/>
          </p:nvGrpSpPr>
          <p:grpSpPr>
            <a:xfrm>
              <a:off x="2920" y="1016"/>
              <a:ext cx="56" cy="2584"/>
              <a:chOff x="3128" y="1016"/>
              <a:chExt cx="56" cy="2584"/>
            </a:xfrm>
          </p:grpSpPr>
          <p:sp>
            <p:nvSpPr>
              <p:cNvPr id="26697" name="Freeform 183"/>
              <p:cNvSpPr/>
              <p:nvPr>
                <p:custDataLst>
                  <p:tags r:id="rId9"/>
                </p:custDataLst>
              </p:nvPr>
            </p:nvSpPr>
            <p:spPr>
              <a:xfrm>
                <a:off x="3128" y="3488"/>
                <a:ext cx="56" cy="112"/>
              </a:xfrm>
              <a:custGeom>
                <a:avLst/>
                <a:gdLst>
                  <a:gd name="txL" fmla="*/ 0 w 56"/>
                  <a:gd name="txT" fmla="*/ 0 h 112"/>
                  <a:gd name="txR" fmla="*/ 56 w 56"/>
                  <a:gd name="txB" fmla="*/ 112 h 112"/>
                </a:gdLst>
                <a:ahLst/>
                <a:cxnLst>
                  <a:cxn ang="0">
                    <a:pos x="24" y="112"/>
                  </a:cxn>
                  <a:cxn ang="0">
                    <a:pos x="0" y="0"/>
                  </a:cxn>
                  <a:cxn ang="0">
                    <a:pos x="24" y="0"/>
                  </a:cxn>
                  <a:cxn ang="0">
                    <a:pos x="56" y="0"/>
                  </a:cxn>
                  <a:cxn ang="0">
                    <a:pos x="24" y="112"/>
                  </a:cxn>
                </a:cxnLst>
                <a:rect l="txL" t="txT" r="txR" b="txB"/>
                <a:pathLst>
                  <a:path w="56" h="112">
                    <a:moveTo>
                      <a:pt x="24" y="112"/>
                    </a:moveTo>
                    <a:lnTo>
                      <a:pt x="0" y="0"/>
                    </a:lnTo>
                    <a:lnTo>
                      <a:pt x="24" y="0"/>
                    </a:lnTo>
                    <a:lnTo>
                      <a:pt x="56" y="0"/>
                    </a:lnTo>
                    <a:lnTo>
                      <a:pt x="24" y="11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6698" name="Freeform 184"/>
              <p:cNvSpPr/>
              <p:nvPr>
                <p:custDataLst>
                  <p:tags r:id="rId10"/>
                </p:custDataLst>
              </p:nvPr>
            </p:nvSpPr>
            <p:spPr>
              <a:xfrm>
                <a:off x="3128" y="1016"/>
                <a:ext cx="56" cy="112"/>
              </a:xfrm>
              <a:custGeom>
                <a:avLst/>
                <a:gdLst>
                  <a:gd name="txL" fmla="*/ 0 w 56"/>
                  <a:gd name="txT" fmla="*/ 0 h 112"/>
                  <a:gd name="txR" fmla="*/ 56 w 56"/>
                  <a:gd name="txB" fmla="*/ 112 h 112"/>
                </a:gdLst>
                <a:ahLst/>
                <a:cxnLst>
                  <a:cxn ang="0">
                    <a:pos x="24" y="0"/>
                  </a:cxn>
                  <a:cxn ang="0">
                    <a:pos x="56" y="112"/>
                  </a:cxn>
                  <a:cxn ang="0">
                    <a:pos x="24" y="112"/>
                  </a:cxn>
                  <a:cxn ang="0">
                    <a:pos x="0" y="112"/>
                  </a:cxn>
                  <a:cxn ang="0">
                    <a:pos x="24" y="0"/>
                  </a:cxn>
                </a:cxnLst>
                <a:rect l="txL" t="txT" r="txR" b="txB"/>
                <a:pathLst>
                  <a:path w="56" h="112">
                    <a:moveTo>
                      <a:pt x="24" y="0"/>
                    </a:moveTo>
                    <a:lnTo>
                      <a:pt x="56" y="112"/>
                    </a:lnTo>
                    <a:lnTo>
                      <a:pt x="24" y="112"/>
                    </a:lnTo>
                    <a:lnTo>
                      <a:pt x="0" y="112"/>
                    </a:lnTo>
                    <a:lnTo>
                      <a:pt x="24" y="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6699" name="Line 185"/>
              <p:cNvSpPr/>
              <p:nvPr/>
            </p:nvSpPr>
            <p:spPr>
              <a:xfrm flipV="1">
                <a:off x="3152" y="3416"/>
                <a:ext cx="1" cy="64"/>
              </a:xfrm>
              <a:prstGeom prst="line">
                <a:avLst/>
              </a:prstGeom>
              <a:ln w="12700" cap="flat" cmpd="sng">
                <a:solidFill>
                  <a:srgbClr val="000000"/>
                </a:solidFill>
                <a:prstDash val="solid"/>
                <a:headEnd type="none" w="med" len="med"/>
                <a:tailEnd type="none" w="med" len="med"/>
              </a:ln>
            </p:spPr>
          </p:sp>
          <p:sp>
            <p:nvSpPr>
              <p:cNvPr id="26700" name="Line 186"/>
              <p:cNvSpPr/>
              <p:nvPr/>
            </p:nvSpPr>
            <p:spPr>
              <a:xfrm flipV="1">
                <a:off x="3152" y="3272"/>
                <a:ext cx="1" cy="64"/>
              </a:xfrm>
              <a:prstGeom prst="line">
                <a:avLst/>
              </a:prstGeom>
              <a:ln w="12700" cap="flat" cmpd="sng">
                <a:solidFill>
                  <a:srgbClr val="000000"/>
                </a:solidFill>
                <a:prstDash val="solid"/>
                <a:headEnd type="none" w="med" len="med"/>
                <a:tailEnd type="none" w="med" len="med"/>
              </a:ln>
            </p:spPr>
          </p:sp>
          <p:sp>
            <p:nvSpPr>
              <p:cNvPr id="26701" name="Line 187"/>
              <p:cNvSpPr/>
              <p:nvPr/>
            </p:nvSpPr>
            <p:spPr>
              <a:xfrm flipV="1">
                <a:off x="3152" y="3128"/>
                <a:ext cx="1" cy="64"/>
              </a:xfrm>
              <a:prstGeom prst="line">
                <a:avLst/>
              </a:prstGeom>
              <a:ln w="12700" cap="flat" cmpd="sng">
                <a:solidFill>
                  <a:srgbClr val="000000"/>
                </a:solidFill>
                <a:prstDash val="solid"/>
                <a:headEnd type="none" w="med" len="med"/>
                <a:tailEnd type="none" w="med" len="med"/>
              </a:ln>
            </p:spPr>
          </p:sp>
          <p:sp>
            <p:nvSpPr>
              <p:cNvPr id="26702" name="Line 188"/>
              <p:cNvSpPr/>
              <p:nvPr/>
            </p:nvSpPr>
            <p:spPr>
              <a:xfrm flipV="1">
                <a:off x="3152" y="2984"/>
                <a:ext cx="1" cy="64"/>
              </a:xfrm>
              <a:prstGeom prst="line">
                <a:avLst/>
              </a:prstGeom>
              <a:ln w="12700" cap="flat" cmpd="sng">
                <a:solidFill>
                  <a:srgbClr val="000000"/>
                </a:solidFill>
                <a:prstDash val="solid"/>
                <a:headEnd type="none" w="med" len="med"/>
                <a:tailEnd type="none" w="med" len="med"/>
              </a:ln>
            </p:spPr>
          </p:sp>
          <p:sp>
            <p:nvSpPr>
              <p:cNvPr id="26703" name="Line 189"/>
              <p:cNvSpPr/>
              <p:nvPr/>
            </p:nvSpPr>
            <p:spPr>
              <a:xfrm flipV="1">
                <a:off x="3152" y="2840"/>
                <a:ext cx="1" cy="64"/>
              </a:xfrm>
              <a:prstGeom prst="line">
                <a:avLst/>
              </a:prstGeom>
              <a:ln w="12700" cap="flat" cmpd="sng">
                <a:solidFill>
                  <a:srgbClr val="000000"/>
                </a:solidFill>
                <a:prstDash val="solid"/>
                <a:headEnd type="none" w="med" len="med"/>
                <a:tailEnd type="none" w="med" len="med"/>
              </a:ln>
            </p:spPr>
          </p:sp>
          <p:sp>
            <p:nvSpPr>
              <p:cNvPr id="26704" name="Line 190"/>
              <p:cNvSpPr/>
              <p:nvPr/>
            </p:nvSpPr>
            <p:spPr>
              <a:xfrm flipV="1">
                <a:off x="3152" y="2696"/>
                <a:ext cx="1" cy="64"/>
              </a:xfrm>
              <a:prstGeom prst="line">
                <a:avLst/>
              </a:prstGeom>
              <a:ln w="12700" cap="flat" cmpd="sng">
                <a:solidFill>
                  <a:srgbClr val="000000"/>
                </a:solidFill>
                <a:prstDash val="solid"/>
                <a:headEnd type="none" w="med" len="med"/>
                <a:tailEnd type="none" w="med" len="med"/>
              </a:ln>
            </p:spPr>
          </p:sp>
          <p:sp>
            <p:nvSpPr>
              <p:cNvPr id="26705" name="Line 191"/>
              <p:cNvSpPr/>
              <p:nvPr/>
            </p:nvSpPr>
            <p:spPr>
              <a:xfrm flipV="1">
                <a:off x="3152" y="2552"/>
                <a:ext cx="1" cy="64"/>
              </a:xfrm>
              <a:prstGeom prst="line">
                <a:avLst/>
              </a:prstGeom>
              <a:ln w="12700" cap="flat" cmpd="sng">
                <a:solidFill>
                  <a:srgbClr val="000000"/>
                </a:solidFill>
                <a:prstDash val="solid"/>
                <a:headEnd type="none" w="med" len="med"/>
                <a:tailEnd type="none" w="med" len="med"/>
              </a:ln>
            </p:spPr>
          </p:sp>
          <p:sp>
            <p:nvSpPr>
              <p:cNvPr id="26706" name="Line 192"/>
              <p:cNvSpPr/>
              <p:nvPr/>
            </p:nvSpPr>
            <p:spPr>
              <a:xfrm flipV="1">
                <a:off x="3152" y="2408"/>
                <a:ext cx="1" cy="64"/>
              </a:xfrm>
              <a:prstGeom prst="line">
                <a:avLst/>
              </a:prstGeom>
              <a:ln w="12700" cap="flat" cmpd="sng">
                <a:solidFill>
                  <a:srgbClr val="000000"/>
                </a:solidFill>
                <a:prstDash val="solid"/>
                <a:headEnd type="none" w="med" len="med"/>
                <a:tailEnd type="none" w="med" len="med"/>
              </a:ln>
            </p:spPr>
          </p:sp>
          <p:sp>
            <p:nvSpPr>
              <p:cNvPr id="26707" name="Line 193"/>
              <p:cNvSpPr/>
              <p:nvPr/>
            </p:nvSpPr>
            <p:spPr>
              <a:xfrm flipV="1">
                <a:off x="3152" y="2264"/>
                <a:ext cx="1" cy="64"/>
              </a:xfrm>
              <a:prstGeom prst="line">
                <a:avLst/>
              </a:prstGeom>
              <a:ln w="12700" cap="flat" cmpd="sng">
                <a:solidFill>
                  <a:srgbClr val="000000"/>
                </a:solidFill>
                <a:prstDash val="solid"/>
                <a:headEnd type="none" w="med" len="med"/>
                <a:tailEnd type="none" w="med" len="med"/>
              </a:ln>
            </p:spPr>
          </p:sp>
          <p:sp>
            <p:nvSpPr>
              <p:cNvPr id="26708" name="Line 194"/>
              <p:cNvSpPr/>
              <p:nvPr/>
            </p:nvSpPr>
            <p:spPr>
              <a:xfrm flipV="1">
                <a:off x="3152" y="2120"/>
                <a:ext cx="1" cy="64"/>
              </a:xfrm>
              <a:prstGeom prst="line">
                <a:avLst/>
              </a:prstGeom>
              <a:ln w="12700" cap="flat" cmpd="sng">
                <a:solidFill>
                  <a:srgbClr val="000000"/>
                </a:solidFill>
                <a:prstDash val="solid"/>
                <a:headEnd type="none" w="med" len="med"/>
                <a:tailEnd type="none" w="med" len="med"/>
              </a:ln>
            </p:spPr>
          </p:sp>
          <p:sp>
            <p:nvSpPr>
              <p:cNvPr id="26709" name="Line 195"/>
              <p:cNvSpPr/>
              <p:nvPr/>
            </p:nvSpPr>
            <p:spPr>
              <a:xfrm flipV="1">
                <a:off x="3152" y="1976"/>
                <a:ext cx="1" cy="64"/>
              </a:xfrm>
              <a:prstGeom prst="line">
                <a:avLst/>
              </a:prstGeom>
              <a:ln w="12700" cap="flat" cmpd="sng">
                <a:solidFill>
                  <a:srgbClr val="000000"/>
                </a:solidFill>
                <a:prstDash val="solid"/>
                <a:headEnd type="none" w="med" len="med"/>
                <a:tailEnd type="none" w="med" len="med"/>
              </a:ln>
            </p:spPr>
          </p:sp>
          <p:sp>
            <p:nvSpPr>
              <p:cNvPr id="26710" name="Line 196"/>
              <p:cNvSpPr/>
              <p:nvPr/>
            </p:nvSpPr>
            <p:spPr>
              <a:xfrm flipV="1">
                <a:off x="3152" y="1832"/>
                <a:ext cx="1" cy="64"/>
              </a:xfrm>
              <a:prstGeom prst="line">
                <a:avLst/>
              </a:prstGeom>
              <a:ln w="12700" cap="flat" cmpd="sng">
                <a:solidFill>
                  <a:srgbClr val="000000"/>
                </a:solidFill>
                <a:prstDash val="solid"/>
                <a:headEnd type="none" w="med" len="med"/>
                <a:tailEnd type="none" w="med" len="med"/>
              </a:ln>
            </p:spPr>
          </p:sp>
          <p:sp>
            <p:nvSpPr>
              <p:cNvPr id="26711" name="Line 197"/>
              <p:cNvSpPr/>
              <p:nvPr/>
            </p:nvSpPr>
            <p:spPr>
              <a:xfrm flipV="1">
                <a:off x="3152" y="1688"/>
                <a:ext cx="1" cy="64"/>
              </a:xfrm>
              <a:prstGeom prst="line">
                <a:avLst/>
              </a:prstGeom>
              <a:ln w="12700" cap="flat" cmpd="sng">
                <a:solidFill>
                  <a:srgbClr val="000000"/>
                </a:solidFill>
                <a:prstDash val="solid"/>
                <a:headEnd type="none" w="med" len="med"/>
                <a:tailEnd type="none" w="med" len="med"/>
              </a:ln>
            </p:spPr>
          </p:sp>
          <p:sp>
            <p:nvSpPr>
              <p:cNvPr id="26712" name="Line 198"/>
              <p:cNvSpPr/>
              <p:nvPr/>
            </p:nvSpPr>
            <p:spPr>
              <a:xfrm flipV="1">
                <a:off x="3152" y="1544"/>
                <a:ext cx="1" cy="64"/>
              </a:xfrm>
              <a:prstGeom prst="line">
                <a:avLst/>
              </a:prstGeom>
              <a:ln w="12700" cap="flat" cmpd="sng">
                <a:solidFill>
                  <a:srgbClr val="000000"/>
                </a:solidFill>
                <a:prstDash val="solid"/>
                <a:headEnd type="none" w="med" len="med"/>
                <a:tailEnd type="none" w="med" len="med"/>
              </a:ln>
            </p:spPr>
          </p:sp>
          <p:sp>
            <p:nvSpPr>
              <p:cNvPr id="26713" name="Line 199"/>
              <p:cNvSpPr/>
              <p:nvPr/>
            </p:nvSpPr>
            <p:spPr>
              <a:xfrm flipV="1">
                <a:off x="3152" y="1400"/>
                <a:ext cx="1" cy="64"/>
              </a:xfrm>
              <a:prstGeom prst="line">
                <a:avLst/>
              </a:prstGeom>
              <a:ln w="12700" cap="flat" cmpd="sng">
                <a:solidFill>
                  <a:srgbClr val="000000"/>
                </a:solidFill>
                <a:prstDash val="solid"/>
                <a:headEnd type="none" w="med" len="med"/>
                <a:tailEnd type="none" w="med" len="med"/>
              </a:ln>
            </p:spPr>
          </p:sp>
          <p:sp>
            <p:nvSpPr>
              <p:cNvPr id="26714" name="Line 200"/>
              <p:cNvSpPr/>
              <p:nvPr/>
            </p:nvSpPr>
            <p:spPr>
              <a:xfrm flipV="1">
                <a:off x="3152" y="1256"/>
                <a:ext cx="1" cy="64"/>
              </a:xfrm>
              <a:prstGeom prst="line">
                <a:avLst/>
              </a:prstGeom>
              <a:ln w="12700" cap="flat" cmpd="sng">
                <a:solidFill>
                  <a:srgbClr val="000000"/>
                </a:solidFill>
                <a:prstDash val="solid"/>
                <a:headEnd type="none" w="med" len="med"/>
                <a:tailEnd type="none" w="med" len="med"/>
              </a:ln>
            </p:spPr>
          </p:sp>
          <p:sp>
            <p:nvSpPr>
              <p:cNvPr id="26715" name="Line 201"/>
              <p:cNvSpPr/>
              <p:nvPr/>
            </p:nvSpPr>
            <p:spPr>
              <a:xfrm flipV="1">
                <a:off x="3152" y="1128"/>
                <a:ext cx="1" cy="48"/>
              </a:xfrm>
              <a:prstGeom prst="line">
                <a:avLst/>
              </a:prstGeom>
              <a:ln w="12700" cap="flat" cmpd="sng">
                <a:solidFill>
                  <a:srgbClr val="000000"/>
                </a:solidFill>
                <a:prstDash val="solid"/>
                <a:headEnd type="none" w="med" len="med"/>
                <a:tailEnd type="none" w="med" len="med"/>
              </a:ln>
            </p:spPr>
          </p:sp>
        </p:grpSp>
        <p:sp>
          <p:nvSpPr>
            <p:cNvPr id="26691" name="Rectangle 202"/>
            <p:cNvSpPr/>
            <p:nvPr/>
          </p:nvSpPr>
          <p:spPr>
            <a:xfrm>
              <a:off x="612" y="2864"/>
              <a:ext cx="146" cy="203"/>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e</a:t>
              </a:r>
            </a:p>
          </p:txBody>
        </p:sp>
        <p:sp>
          <p:nvSpPr>
            <p:cNvPr id="26692" name="Rectangle 203"/>
            <p:cNvSpPr/>
            <p:nvPr/>
          </p:nvSpPr>
          <p:spPr>
            <a:xfrm>
              <a:off x="635" y="1984"/>
              <a:ext cx="102" cy="203"/>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f</a:t>
              </a:r>
            </a:p>
          </p:txBody>
        </p:sp>
        <p:sp>
          <p:nvSpPr>
            <p:cNvPr id="26693" name="Rectangle 204"/>
            <p:cNvSpPr/>
            <p:nvPr/>
          </p:nvSpPr>
          <p:spPr>
            <a:xfrm>
              <a:off x="621" y="1545"/>
              <a:ext cx="166" cy="203"/>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g</a:t>
              </a:r>
            </a:p>
          </p:txBody>
        </p:sp>
        <p:sp>
          <p:nvSpPr>
            <p:cNvPr id="26694" name="Oval 205"/>
            <p:cNvSpPr/>
            <p:nvPr>
              <p:custDataLst>
                <p:tags r:id="rId6"/>
              </p:custDataLst>
            </p:nvPr>
          </p:nvSpPr>
          <p:spPr>
            <a:xfrm>
              <a:off x="2092" y="1684"/>
              <a:ext cx="64" cy="64"/>
            </a:xfrm>
            <a:prstGeom prst="ellipse">
              <a:avLst/>
            </a:prstGeom>
            <a:blipFill rotWithShape="0">
              <a:blip r:embed="rId27"/>
            </a:blip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26695" name="Oval 206"/>
            <p:cNvSpPr/>
            <p:nvPr>
              <p:custDataLst>
                <p:tags r:id="rId7"/>
              </p:custDataLst>
            </p:nvPr>
          </p:nvSpPr>
          <p:spPr>
            <a:xfrm>
              <a:off x="1292" y="2292"/>
              <a:ext cx="64" cy="64"/>
            </a:xfrm>
            <a:prstGeom prst="ellipse">
              <a:avLst/>
            </a:prstGeom>
            <a:blipFill rotWithShape="0">
              <a:blip r:embed="rId27"/>
            </a:blip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26696" name="Oval 207"/>
            <p:cNvSpPr/>
            <p:nvPr>
              <p:custDataLst>
                <p:tags r:id="rId8"/>
              </p:custDataLst>
            </p:nvPr>
          </p:nvSpPr>
          <p:spPr>
            <a:xfrm>
              <a:off x="3260" y="2220"/>
              <a:ext cx="64" cy="64"/>
            </a:xfrm>
            <a:prstGeom prst="ellipse">
              <a:avLst/>
            </a:prstGeom>
            <a:blipFill rotWithShape="0">
              <a:blip r:embed="rId27"/>
            </a:blip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grpSp>
      <p:graphicFrame>
        <p:nvGraphicFramePr>
          <p:cNvPr id="266498" name="Group 258"/>
          <p:cNvGraphicFramePr>
            <a:graphicFrameLocks noGrp="1"/>
          </p:cNvGraphicFramePr>
          <p:nvPr>
            <p:custDataLst>
              <p:tags r:id="rId1"/>
            </p:custDataLst>
          </p:nvPr>
        </p:nvGraphicFramePr>
        <p:xfrm>
          <a:off x="4572000" y="1543050"/>
          <a:ext cx="3086101" cy="1432323"/>
        </p:xfrm>
        <a:graphic>
          <a:graphicData uri="http://schemas.openxmlformats.org/drawingml/2006/table">
            <a:tbl>
              <a:tblPr/>
              <a:tblGrid>
                <a:gridCol w="471488">
                  <a:extLst>
                    <a:ext uri="{9D8B030D-6E8A-4147-A177-3AD203B41FA5}">
                      <a16:colId xmlns:a16="http://schemas.microsoft.com/office/drawing/2014/main" val="20000"/>
                    </a:ext>
                  </a:extLst>
                </a:gridCol>
                <a:gridCol w="2614613">
                  <a:extLst>
                    <a:ext uri="{9D8B030D-6E8A-4147-A177-3AD203B41FA5}">
                      <a16:colId xmlns:a16="http://schemas.microsoft.com/office/drawing/2014/main" val="20001"/>
                    </a:ext>
                  </a:extLst>
                </a:gridCol>
              </a:tblGrid>
              <a:tr h="2286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1500" b="1" i="0" u="none" strike="noStrike" cap="none" normalizeH="0" baseline="0">
                        <a:ln>
                          <a:noFill/>
                        </a:ln>
                        <a:solidFill>
                          <a:srgbClr val="0000FF"/>
                        </a:solidFill>
                        <a:effectLst/>
                        <a:latin typeface="微软雅黑" panose="020B0503020204020204" charset="-122"/>
                        <a:ea typeface="微软雅黑" panose="020B0503020204020204" charset="-122"/>
                      </a:endParaRP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500" b="1" i="0" u="none" strike="noStrike" cap="none" normalizeH="0" baseline="0">
                          <a:ln>
                            <a:noFill/>
                          </a:ln>
                          <a:solidFill>
                            <a:schemeClr val="tx1"/>
                          </a:solidFill>
                          <a:effectLst/>
                          <a:latin typeface="微软雅黑" panose="020B0503020204020204" charset="-122"/>
                          <a:ea typeface="微软雅黑" panose="020B0503020204020204" charset="-122"/>
                        </a:rPr>
                        <a:t>有效等价类</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228600">
                <a:tc rowSpan="3">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200" b="1" i="0" u="none" strike="noStrike" cap="none" normalizeH="0" baseline="0">
                          <a:ln>
                            <a:noFill/>
                          </a:ln>
                          <a:solidFill>
                            <a:schemeClr val="tx1"/>
                          </a:solidFill>
                          <a:effectLst/>
                          <a:latin typeface="微软雅黑" panose="020B0503020204020204" charset="-122"/>
                          <a:ea typeface="微软雅黑" panose="020B0503020204020204" charset="-122"/>
                          <a:cs typeface="微软雅黑" panose="020B0503020204020204" charset="-122"/>
                        </a:rPr>
                        <a:t>对于</a:t>
                      </a:r>
                      <a:r>
                        <a:rPr kumimoji="0" lang="en-US" altLang="zh-CN" sz="1200" b="1" i="0" u="none" strike="noStrike" cap="none" normalizeH="0" baseline="0">
                          <a:ln>
                            <a:noFill/>
                          </a:ln>
                          <a:solidFill>
                            <a:schemeClr val="tx1"/>
                          </a:solidFill>
                          <a:effectLst/>
                          <a:latin typeface="微软雅黑" panose="020B0503020204020204" charset="-122"/>
                          <a:ea typeface="微软雅黑" panose="020B0503020204020204" charset="-122"/>
                          <a:cs typeface="微软雅黑" panose="020B0503020204020204" charset="-122"/>
                        </a:rPr>
                        <a:t>x1</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rPr>
                        <a:t>M1={x1|a&lt;=x1&lt;b}</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28600">
                <a:tc vMerge="1">
                  <a:txBody>
                    <a:bodyPr/>
                    <a:lstStyle/>
                    <a:p>
                      <a:endParaRPr lang="zh-CN"/>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rPr>
                        <a:t>M2={x1|b&lt;=x1&lt;c}</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48841">
                <a:tc vMerge="1">
                  <a:txBody>
                    <a:bodyPr/>
                    <a:lstStyle/>
                    <a:p>
                      <a:endParaRPr lang="zh-CN"/>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rPr>
                        <a:t>M3={x1|c&lt;=x1&lt;=d}</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48841">
                <a:tc row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200" b="1" i="0" u="none" strike="noStrike" cap="none" normalizeH="0" baseline="0">
                          <a:ln>
                            <a:noFill/>
                          </a:ln>
                          <a:solidFill>
                            <a:schemeClr val="tx1"/>
                          </a:solidFill>
                          <a:effectLst/>
                          <a:latin typeface="微软雅黑" panose="020B0503020204020204" charset="-122"/>
                          <a:ea typeface="微软雅黑" panose="020B0503020204020204" charset="-122"/>
                          <a:cs typeface="微软雅黑" panose="020B0503020204020204" charset="-122"/>
                        </a:rPr>
                        <a:t>对于</a:t>
                      </a:r>
                      <a:r>
                        <a:rPr kumimoji="0" lang="en-US" altLang="zh-CN" sz="1200" b="1" i="0" u="none" strike="noStrike" cap="none" normalizeH="0" baseline="0">
                          <a:ln>
                            <a:noFill/>
                          </a:ln>
                          <a:solidFill>
                            <a:schemeClr val="tx1"/>
                          </a:solidFill>
                          <a:effectLst/>
                          <a:latin typeface="微软雅黑" panose="020B0503020204020204" charset="-122"/>
                          <a:ea typeface="微软雅黑" panose="020B0503020204020204" charset="-122"/>
                          <a:cs typeface="微软雅黑" panose="020B0503020204020204" charset="-122"/>
                        </a:rPr>
                        <a:t>x2</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rPr>
                        <a:t>N1={x2|e&lt;=x2&lt;f}</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48841">
                <a:tc vMerge="1">
                  <a:txBody>
                    <a:bodyPr/>
                    <a:lstStyle/>
                    <a:p>
                      <a:endParaRPr lang="zh-CN"/>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rPr>
                        <a:t>N2={x2|f&lt;=x1&lt;=g}</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26650" name="表格 26649"/>
          <p:cNvGraphicFramePr/>
          <p:nvPr>
            <p:custDataLst>
              <p:tags r:id="rId2"/>
            </p:custDataLst>
          </p:nvPr>
        </p:nvGraphicFramePr>
        <p:xfrm>
          <a:off x="4572000" y="3086100"/>
          <a:ext cx="3200400" cy="934641"/>
        </p:xfrm>
        <a:graphic>
          <a:graphicData uri="http://schemas.openxmlformats.org/drawingml/2006/table">
            <a:tbl>
              <a:tblPr/>
              <a:tblGrid>
                <a:gridCol w="800100">
                  <a:extLst>
                    <a:ext uri="{9D8B030D-6E8A-4147-A177-3AD203B41FA5}">
                      <a16:colId xmlns:a16="http://schemas.microsoft.com/office/drawing/2014/main" val="20000"/>
                    </a:ext>
                  </a:extLst>
                </a:gridCol>
                <a:gridCol w="1200150">
                  <a:extLst>
                    <a:ext uri="{9D8B030D-6E8A-4147-A177-3AD203B41FA5}">
                      <a16:colId xmlns:a16="http://schemas.microsoft.com/office/drawing/2014/main" val="20001"/>
                    </a:ext>
                  </a:extLst>
                </a:gridCol>
                <a:gridCol w="1200150">
                  <a:extLst>
                    <a:ext uri="{9D8B030D-6E8A-4147-A177-3AD203B41FA5}">
                      <a16:colId xmlns:a16="http://schemas.microsoft.com/office/drawing/2014/main" val="20002"/>
                    </a:ext>
                  </a:extLst>
                </a:gridCol>
              </a:tblGrid>
              <a:tr h="228600">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zh-CN" altLang="en-US" sz="1400" b="1" dirty="0">
                          <a:solidFill>
                            <a:schemeClr val="tx1"/>
                          </a:solidFill>
                          <a:latin typeface="微软雅黑" panose="020B0503020204020204" charset="-122"/>
                          <a:ea typeface="微软雅黑" panose="020B0503020204020204" charset="-122"/>
                        </a:rPr>
                        <a:t>测试用例</a:t>
                      </a:r>
                    </a:p>
                  </a:txBody>
                  <a:tcPr marL="0" marR="0" marT="0" marB="0"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solid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zh-CN" altLang="en-US" sz="1400" b="1" dirty="0">
                          <a:solidFill>
                            <a:schemeClr val="tx1"/>
                          </a:solidFill>
                          <a:latin typeface="微软雅黑" panose="020B0503020204020204" charset="-122"/>
                          <a:ea typeface="微软雅黑" panose="020B0503020204020204" charset="-122"/>
                        </a:rPr>
                        <a:t>输入等价类</a:t>
                      </a:r>
                    </a:p>
                  </a:txBody>
                  <a:tcPr marL="0" marR="0" marT="0" marB="0"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solid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zh-CN" altLang="en-US" sz="1400" b="1" dirty="0">
                          <a:solidFill>
                            <a:schemeClr val="tx1"/>
                          </a:solidFill>
                          <a:latin typeface="微软雅黑" panose="020B0503020204020204" charset="-122"/>
                          <a:ea typeface="微软雅黑" panose="020B0503020204020204" charset="-122"/>
                        </a:rPr>
                        <a:t>输入等价类</a:t>
                      </a:r>
                    </a:p>
                  </a:txBody>
                  <a:tcPr marL="0" marR="0" marT="0" marB="0"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228600">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1</a:t>
                      </a:r>
                    </a:p>
                  </a:txBody>
                  <a:tcPr marL="0" marR="0" marT="0" marB="0"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M1,N1</a:t>
                      </a:r>
                    </a:p>
                  </a:txBody>
                  <a:tcPr marL="0" marR="0" marT="0" marB="0"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M1,N2</a:t>
                      </a:r>
                    </a:p>
                  </a:txBody>
                  <a:tcPr marL="0" marR="0" marT="0" marB="0"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28600">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0" hangingPunct="0">
                        <a:buNone/>
                      </a:pPr>
                      <a:r>
                        <a:rPr lang="en-US" altLang="zh-CN" sz="1500" b="1" dirty="0">
                          <a:solidFill>
                            <a:srgbClr val="0000FF"/>
                          </a:solidFill>
                          <a:latin typeface="微软雅黑" panose="020B0503020204020204" charset="-122"/>
                          <a:ea typeface="微软雅黑" panose="020B0503020204020204" charset="-122"/>
                        </a:rPr>
                        <a:t>2</a:t>
                      </a:r>
                    </a:p>
                  </a:txBody>
                  <a:tcPr marL="0" marR="0" marT="0" marB="0"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0" hangingPunct="0">
                        <a:buNone/>
                      </a:pPr>
                      <a:r>
                        <a:rPr lang="en-US" altLang="zh-CN" sz="1500" b="1" dirty="0">
                          <a:solidFill>
                            <a:srgbClr val="0000FF"/>
                          </a:solidFill>
                          <a:latin typeface="微软雅黑" panose="020B0503020204020204" charset="-122"/>
                          <a:ea typeface="微软雅黑" panose="020B0503020204020204" charset="-122"/>
                        </a:rPr>
                        <a:t>M2,N2</a:t>
                      </a:r>
                    </a:p>
                  </a:txBody>
                  <a:tcPr marL="0" marR="0" marT="0" marB="0"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0" hangingPunct="0">
                        <a:buNone/>
                      </a:pPr>
                      <a:r>
                        <a:rPr lang="en-US" altLang="zh-CN" sz="1500" b="1" dirty="0">
                          <a:solidFill>
                            <a:srgbClr val="0000FF"/>
                          </a:solidFill>
                          <a:latin typeface="微软雅黑" panose="020B0503020204020204" charset="-122"/>
                          <a:ea typeface="微软雅黑" panose="020B0503020204020204" charset="-122"/>
                        </a:rPr>
                        <a:t>M2,N1</a:t>
                      </a:r>
                    </a:p>
                  </a:txBody>
                  <a:tcPr marL="0" marR="0" marT="0" marB="0"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48841">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0" hangingPunct="0">
                        <a:buNone/>
                      </a:pPr>
                      <a:r>
                        <a:rPr lang="en-US" altLang="zh-CN" sz="1500" b="1" dirty="0">
                          <a:solidFill>
                            <a:srgbClr val="0000FF"/>
                          </a:solidFill>
                          <a:latin typeface="微软雅黑" panose="020B0503020204020204" charset="-122"/>
                          <a:ea typeface="微软雅黑" panose="020B0503020204020204" charset="-122"/>
                        </a:rPr>
                        <a:t>3</a:t>
                      </a:r>
                    </a:p>
                  </a:txBody>
                  <a:tcPr marL="0" marR="0" marT="0" marB="0"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0" hangingPunct="0">
                        <a:buNone/>
                      </a:pPr>
                      <a:r>
                        <a:rPr lang="en-US" altLang="zh-CN" sz="1500" b="1" dirty="0">
                          <a:solidFill>
                            <a:srgbClr val="0000FF"/>
                          </a:solidFill>
                          <a:latin typeface="微软雅黑" panose="020B0503020204020204" charset="-122"/>
                          <a:ea typeface="微软雅黑" panose="020B0503020204020204" charset="-122"/>
                        </a:rPr>
                        <a:t>M3,N1</a:t>
                      </a:r>
                    </a:p>
                  </a:txBody>
                  <a:tcPr marL="0" marR="0" marT="0" marB="0"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0" hangingPunct="0">
                        <a:buNone/>
                      </a:pPr>
                      <a:r>
                        <a:rPr lang="en-US" altLang="zh-CN" sz="1500" b="1" dirty="0">
                          <a:solidFill>
                            <a:srgbClr val="0000FF"/>
                          </a:solidFill>
                          <a:latin typeface="微软雅黑" panose="020B0503020204020204" charset="-122"/>
                          <a:ea typeface="微软雅黑" panose="020B0503020204020204" charset="-122"/>
                        </a:rPr>
                        <a:t>M3,N2</a:t>
                      </a:r>
                    </a:p>
                  </a:txBody>
                  <a:tcPr marL="0" marR="0" marT="0" marB="0"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66490" name="Text Box 250"/>
          <p:cNvSpPr txBox="1"/>
          <p:nvPr>
            <p:custDataLst>
              <p:tags r:id="rId3"/>
            </p:custDataLst>
          </p:nvPr>
        </p:nvSpPr>
        <p:spPr>
          <a:xfrm>
            <a:off x="4629150" y="4171950"/>
            <a:ext cx="3028950" cy="807913"/>
          </a:xfrm>
          <a:prstGeom prst="rect">
            <a:avLst/>
          </a:prstGeom>
          <a:solidFill>
            <a:srgbClr val="CCFFCC"/>
          </a:solidFill>
          <a:ln w="9525" cap="flat" cmpd="sng">
            <a:solidFill>
              <a:schemeClr val="dk1"/>
            </a:solidFill>
            <a:prstDash val="solid"/>
            <a:miter/>
            <a:headEnd type="none" w="med" len="med"/>
            <a:tailEnd type="none" w="med" len="med"/>
          </a:ln>
        </p:spPr>
        <p:txBody>
          <a:bodyPr lIns="54000" tIns="0" rIns="54000" bIns="0" anchor="t" anchorCtr="1">
            <a:spAutoFit/>
          </a:bodyPr>
          <a:lstStyle/>
          <a:p>
            <a:pPr>
              <a:spcBef>
                <a:spcPct val="50000"/>
              </a:spcBef>
            </a:pPr>
            <a:r>
              <a:rPr lang="zh-CN" altLang="en-US" sz="1500" b="1" dirty="0">
                <a:solidFill>
                  <a:srgbClr val="FF0000"/>
                </a:solidFill>
                <a:latin typeface="微软雅黑" panose="020B0503020204020204" charset="-122"/>
                <a:ea typeface="微软雅黑" panose="020B0503020204020204" charset="-122"/>
                <a:cs typeface="微软雅黑" panose="020B0503020204020204" charset="-122"/>
              </a:rPr>
              <a:t>对于</a:t>
            </a:r>
            <a:r>
              <a:rPr lang="en-US" altLang="zh-CN" sz="1500" b="1" dirty="0">
                <a:solidFill>
                  <a:srgbClr val="FF0000"/>
                </a:solidFill>
                <a:latin typeface="微软雅黑" panose="020B0503020204020204" charset="-122"/>
                <a:ea typeface="微软雅黑" panose="020B0503020204020204" charset="-122"/>
                <a:cs typeface="微软雅黑" panose="020B0503020204020204" charset="-122"/>
              </a:rPr>
              <a:t>n</a:t>
            </a:r>
            <a:r>
              <a:rPr lang="zh-CN" altLang="en-US" sz="1500" b="1" dirty="0">
                <a:solidFill>
                  <a:srgbClr val="FF0000"/>
                </a:solidFill>
                <a:latin typeface="微软雅黑" panose="020B0503020204020204" charset="-122"/>
                <a:ea typeface="微软雅黑" panose="020B0503020204020204" charset="-122"/>
                <a:cs typeface="微软雅黑" panose="020B0503020204020204" charset="-122"/>
              </a:rPr>
              <a:t>个变量，设第</a:t>
            </a:r>
            <a:r>
              <a:rPr lang="en-US" altLang="zh-CN" sz="1500" b="1" dirty="0">
                <a:solidFill>
                  <a:srgbClr val="FF0000"/>
                </a:solidFill>
                <a:latin typeface="微软雅黑" panose="020B0503020204020204" charset="-122"/>
                <a:ea typeface="微软雅黑" panose="020B0503020204020204" charset="-122"/>
                <a:cs typeface="微软雅黑" panose="020B0503020204020204" charset="-122"/>
              </a:rPr>
              <a:t>i</a:t>
            </a:r>
            <a:r>
              <a:rPr lang="zh-CN" altLang="en-US" sz="1500" b="1" dirty="0">
                <a:solidFill>
                  <a:srgbClr val="FF0000"/>
                </a:solidFill>
                <a:latin typeface="微软雅黑" panose="020B0503020204020204" charset="-122"/>
                <a:ea typeface="微软雅黑" panose="020B0503020204020204" charset="-122"/>
                <a:cs typeface="微软雅黑" panose="020B0503020204020204" charset="-122"/>
              </a:rPr>
              <a:t>个变量的有效等价类是</a:t>
            </a:r>
            <a:r>
              <a:rPr lang="en-US" altLang="zh-CN" sz="1500" b="1" dirty="0">
                <a:solidFill>
                  <a:srgbClr val="FF0000"/>
                </a:solidFill>
                <a:latin typeface="微软雅黑" panose="020B0503020204020204" charset="-122"/>
                <a:ea typeface="微软雅黑" panose="020B0503020204020204" charset="-122"/>
                <a:cs typeface="微软雅黑" panose="020B0503020204020204" charset="-122"/>
              </a:rPr>
              <a:t>m</a:t>
            </a:r>
            <a:r>
              <a:rPr lang="en-US" altLang="zh-CN" sz="1500" b="1" baseline="-25000" dirty="0">
                <a:solidFill>
                  <a:srgbClr val="FF0000"/>
                </a:solidFill>
                <a:latin typeface="微软雅黑" panose="020B0503020204020204" charset="-122"/>
                <a:ea typeface="微软雅黑" panose="020B0503020204020204" charset="-122"/>
                <a:cs typeface="微软雅黑" panose="020B0503020204020204" charset="-122"/>
              </a:rPr>
              <a:t>i</a:t>
            </a:r>
            <a:r>
              <a:rPr lang="zh-CN" altLang="en-US" sz="1500" b="1" dirty="0">
                <a:solidFill>
                  <a:srgbClr val="FF0000"/>
                </a:solidFill>
                <a:latin typeface="微软雅黑" panose="020B0503020204020204" charset="-122"/>
                <a:ea typeface="微软雅黑" panose="020B0503020204020204" charset="-122"/>
                <a:cs typeface="微软雅黑" panose="020B0503020204020204" charset="-122"/>
              </a:rPr>
              <a:t>个，则测试用例总数：</a:t>
            </a:r>
          </a:p>
          <a:p>
            <a:pPr>
              <a:spcBef>
                <a:spcPct val="50000"/>
              </a:spcBef>
            </a:pPr>
            <a:endParaRPr lang="zh-CN" altLang="en-US" sz="1500" b="1" dirty="0">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266491" name="Text Box 251"/>
          <p:cNvSpPr txBox="1"/>
          <p:nvPr>
            <p:custDataLst>
              <p:tags r:id="rId4"/>
            </p:custDataLst>
          </p:nvPr>
        </p:nvSpPr>
        <p:spPr>
          <a:xfrm>
            <a:off x="4800600" y="4686300"/>
            <a:ext cx="2686050" cy="230832"/>
          </a:xfrm>
          <a:prstGeom prst="rect">
            <a:avLst/>
          </a:prstGeom>
          <a:solidFill>
            <a:srgbClr val="CCFFCC"/>
          </a:solidFill>
          <a:ln w="9525">
            <a:noFill/>
          </a:ln>
        </p:spPr>
        <p:txBody>
          <a:bodyPr lIns="54000" tIns="0" rIns="54000" bIns="0" anchor="t" anchorCtr="1">
            <a:spAutoFit/>
          </a:bodyPr>
          <a:lstStyle/>
          <a:p>
            <a:pPr>
              <a:spcBef>
                <a:spcPct val="50000"/>
              </a:spcBef>
            </a:pPr>
            <a:r>
              <a:rPr lang="en-US" altLang="zh-CN" sz="1500" b="1" dirty="0">
                <a:solidFill>
                  <a:schemeClr val="dk1"/>
                </a:solidFill>
                <a:latin typeface="微软雅黑" panose="020B0503020204020204" charset="-122"/>
                <a:ea typeface="微软雅黑" panose="020B0503020204020204" charset="-122"/>
                <a:cs typeface="微软雅黑" panose="020B0503020204020204" charset="-122"/>
              </a:rPr>
              <a:t>max(m</a:t>
            </a:r>
            <a:r>
              <a:rPr lang="en-US" altLang="zh-CN" sz="1500" b="1" baseline="-25000" dirty="0">
                <a:solidFill>
                  <a:schemeClr val="dk1"/>
                </a:solidFill>
                <a:latin typeface="微软雅黑" panose="020B0503020204020204" charset="-122"/>
                <a:ea typeface="微软雅黑" panose="020B0503020204020204" charset="-122"/>
                <a:cs typeface="微软雅黑" panose="020B0503020204020204" charset="-122"/>
              </a:rPr>
              <a:t>i</a:t>
            </a:r>
            <a:r>
              <a:rPr lang="en-US" altLang="zh-CN" sz="1500" b="1" dirty="0">
                <a:solidFill>
                  <a:schemeClr val="dk1"/>
                </a:solidFill>
                <a:latin typeface="微软雅黑" panose="020B0503020204020204" charset="-122"/>
                <a:ea typeface="微软雅黑" panose="020B0503020204020204" charset="-122"/>
                <a:cs typeface="微软雅黑" panose="020B0503020204020204" charset="-122"/>
              </a:rPr>
              <a:t>)</a:t>
            </a:r>
            <a:r>
              <a:rPr lang="zh-CN" altLang="en-US" sz="1500" b="1" dirty="0">
                <a:solidFill>
                  <a:schemeClr val="dk1"/>
                </a:solidFill>
                <a:latin typeface="微软雅黑" panose="020B0503020204020204" charset="-122"/>
                <a:ea typeface="微软雅黑" panose="020B0503020204020204" charset="-122"/>
                <a:cs typeface="微软雅黑" panose="020B0503020204020204" charset="-122"/>
              </a:rPr>
              <a:t>个。</a:t>
            </a:r>
          </a:p>
        </p:txBody>
      </p:sp>
      <p:sp>
        <p:nvSpPr>
          <p:cNvPr id="264194" name="Rectangle 2"/>
          <p:cNvSpPr>
            <a:spLocks noGrp="1" noChangeArrowheads="1"/>
          </p:cNvSpPr>
          <p:nvPr>
            <p:ph type="title"/>
          </p:nvPr>
        </p:nvSpPr>
        <p:spPr>
          <a:xfrm>
            <a:off x="1439704" y="303848"/>
            <a:ext cx="5617369" cy="756285"/>
          </a:xfrm>
          <a:noFill/>
          <a:ln>
            <a:noFill/>
          </a:ln>
          <a:extLst>
            <a:ext uri="{909E8E84-426E-40DD-AFC4-6F175D3DCCD1}">
              <a14:hiddenFill xmlns:a14="http://schemas.microsoft.com/office/drawing/2010/main">
                <a:solidFill>
                  <a:srgbClr val="FFCC00"/>
                </a:solidFill>
              </a14:hiddenFill>
            </a:ext>
          </a:extLst>
        </p:spPr>
        <p:txBody>
          <a:bodyPr vert="horz" wrap="square" lIns="68580" tIns="34290" rIns="68580" bIns="34290" numCol="1" rtlCol="0" anchor="ctr" anchorCtr="0" compatLnSpc="1">
            <a:normAutofit/>
          </a:bodyPr>
          <a:lstStyle/>
          <a:p>
            <a:pPr algn="just" eaLnBrk="0" fontAlgn="base" hangingPunct="0">
              <a:lnSpc>
                <a:spcPct val="100000"/>
              </a:lnSpc>
              <a:buClrTx/>
            </a:pPr>
            <a:r>
              <a:rPr kumimoji="0" lang="zh-CN" altLang="en-US" sz="2925">
                <a:solidFill>
                  <a:schemeClr val="accent1">
                    <a:lumMod val="75000"/>
                  </a:schemeClr>
                </a:solidFill>
                <a:latin typeface="微软雅黑" panose="020B0503020204020204" charset="-122"/>
                <a:cs typeface="微软雅黑" panose="020B0503020204020204" charset="-122"/>
              </a:rPr>
              <a:t>测试用例设计</a:t>
            </a:r>
            <a:r>
              <a:rPr kumimoji="0" sz="2925">
                <a:solidFill>
                  <a:schemeClr val="accent1">
                    <a:lumMod val="75000"/>
                  </a:schemeClr>
                </a:solidFill>
                <a:latin typeface="微软雅黑" panose="020B0503020204020204" charset="-122"/>
                <a:cs typeface="微软雅黑" panose="020B0503020204020204" charset="-122"/>
              </a:rPr>
              <a:t>--</a:t>
            </a:r>
            <a:r>
              <a:rPr kumimoji="0" lang="zh-CN" altLang="en-US" sz="2925">
                <a:solidFill>
                  <a:schemeClr val="accent1">
                    <a:lumMod val="75000"/>
                  </a:schemeClr>
                </a:solidFill>
                <a:latin typeface="微软雅黑" panose="020B0503020204020204" charset="-122"/>
                <a:cs typeface="微软雅黑" panose="020B0503020204020204" charset="-122"/>
              </a:rPr>
              <a:t>弱一般等价类</a:t>
            </a:r>
          </a:p>
        </p:txBody>
      </p:sp>
      <p:sp>
        <p:nvSpPr>
          <p:cNvPr id="2" name="日期占位符 1"/>
          <p:cNvSpPr>
            <a:spLocks noGrp="1"/>
          </p:cNvSpPr>
          <p:nvPr>
            <p:ph type="dt" sz="half" idx="10"/>
          </p:nvPr>
        </p:nvSpPr>
        <p:spPr/>
        <p:txBody>
          <a:bodyPr/>
          <a:lstStyle/>
          <a:p>
            <a:fld id="{760FBDFE-C587-4B4C-A407-44438C67B59E}" type="datetime1">
              <a:rPr lang="zh-CN" altLang="en-US" smtClean="0">
                <a:latin typeface="微软雅黑" panose="020B0503020204020204" charset="-122"/>
                <a:ea typeface="微软雅黑" panose="020B0503020204020204" charset="-122"/>
              </a:rPr>
              <a:t>2024/3/12</a:t>
            </a:fld>
            <a:endParaRPr lang="zh-CN" altLang="en-US">
              <a:latin typeface="微软雅黑" panose="020B0503020204020204" charset="-122"/>
              <a:ea typeface="微软雅黑" panose="020B0503020204020204" charset="-122"/>
            </a:endParaRPr>
          </a:p>
        </p:txBody>
      </p:sp>
      <p:sp>
        <p:nvSpPr>
          <p:cNvPr id="3" name="灯片编号占位符 2"/>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fld id="{49AE70B2-8BF9-45C0-BB95-33D1B9D3A854}" type="slidenum">
              <a:rPr lang="zh-CN" altLang="en-US" smtClean="0"/>
              <a:pPr/>
              <a:t>91</a:t>
            </a:fld>
            <a:endParaRPr lang="zh-CN" altLang="en-US">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66498"/>
                                        </p:tgtEl>
                                        <p:attrNameLst>
                                          <p:attrName>style.visibility</p:attrName>
                                        </p:attrNameLst>
                                      </p:cBhvr>
                                      <p:to>
                                        <p:strVal val="visible"/>
                                      </p:to>
                                    </p:set>
                                    <p:animEffect transition="in" filter="dissolve">
                                      <p:cBhvr>
                                        <p:cTn id="7" dur="500"/>
                                        <p:tgtEl>
                                          <p:spTgt spid="26649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6650"/>
                                        </p:tgtEl>
                                        <p:attrNameLst>
                                          <p:attrName>style.visibility</p:attrName>
                                        </p:attrNameLst>
                                      </p:cBhvr>
                                      <p:to>
                                        <p:strVal val="visible"/>
                                      </p:to>
                                    </p:set>
                                    <p:animEffect transition="in" filter="dissolve">
                                      <p:cBhvr>
                                        <p:cTn id="12" dur="500"/>
                                        <p:tgtEl>
                                          <p:spTgt spid="26650"/>
                                        </p:tgtEl>
                                      </p:cBhvr>
                                    </p:animEffect>
                                  </p:childTnLst>
                                </p:cTn>
                              </p:par>
                            </p:childTnLst>
                          </p:cTn>
                        </p:par>
                        <p:par>
                          <p:cTn id="13" fill="hold">
                            <p:stCondLst>
                              <p:cond delay="500"/>
                            </p:stCondLst>
                            <p:childTnLst>
                              <p:par>
                                <p:cTn id="14" presetID="2" presetClass="entr" presetSubtype="4" fill="hold" grpId="0" nodeType="afterEffect">
                                  <p:stCondLst>
                                    <p:cond delay="0"/>
                                  </p:stCondLst>
                                  <p:childTnLst>
                                    <p:set>
                                      <p:cBhvr>
                                        <p:cTn id="15" dur="1" fill="hold">
                                          <p:stCondLst>
                                            <p:cond delay="0"/>
                                          </p:stCondLst>
                                        </p:cTn>
                                        <p:tgtEl>
                                          <p:spTgt spid="266490"/>
                                        </p:tgtEl>
                                        <p:attrNameLst>
                                          <p:attrName>style.visibility</p:attrName>
                                        </p:attrNameLst>
                                      </p:cBhvr>
                                      <p:to>
                                        <p:strVal val="visible"/>
                                      </p:to>
                                    </p:set>
                                    <p:anim calcmode="lin" valueType="num">
                                      <p:cBhvr additive="base">
                                        <p:cTn id="16" dur="500" fill="hold"/>
                                        <p:tgtEl>
                                          <p:spTgt spid="266490"/>
                                        </p:tgtEl>
                                        <p:attrNameLst>
                                          <p:attrName>ppt_x</p:attrName>
                                        </p:attrNameLst>
                                      </p:cBhvr>
                                      <p:tavLst>
                                        <p:tav tm="0">
                                          <p:val>
                                            <p:strVal val="#ppt_x"/>
                                          </p:val>
                                        </p:tav>
                                        <p:tav tm="100000">
                                          <p:val>
                                            <p:strVal val="#ppt_x"/>
                                          </p:val>
                                        </p:tav>
                                      </p:tavLst>
                                    </p:anim>
                                    <p:anim calcmode="lin" valueType="num">
                                      <p:cBhvr additive="base">
                                        <p:cTn id="17" dur="500" fill="hold"/>
                                        <p:tgtEl>
                                          <p:spTgt spid="266490"/>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266491"/>
                                        </p:tgtEl>
                                        <p:attrNameLst>
                                          <p:attrName>style.visibility</p:attrName>
                                        </p:attrNameLst>
                                      </p:cBhvr>
                                      <p:to>
                                        <p:strVal val="visible"/>
                                      </p:to>
                                    </p:set>
                                    <p:anim calcmode="lin" valueType="num">
                                      <p:cBhvr additive="base">
                                        <p:cTn id="22" dur="500" fill="hold"/>
                                        <p:tgtEl>
                                          <p:spTgt spid="266491"/>
                                        </p:tgtEl>
                                        <p:attrNameLst>
                                          <p:attrName>ppt_x</p:attrName>
                                        </p:attrNameLst>
                                      </p:cBhvr>
                                      <p:tavLst>
                                        <p:tav tm="0">
                                          <p:val>
                                            <p:strVal val="#ppt_x"/>
                                          </p:val>
                                        </p:tav>
                                        <p:tav tm="100000">
                                          <p:val>
                                            <p:strVal val="#ppt_x"/>
                                          </p:val>
                                        </p:tav>
                                      </p:tavLst>
                                    </p:anim>
                                    <p:anim calcmode="lin" valueType="num">
                                      <p:cBhvr additive="base">
                                        <p:cTn id="23" dur="500" fill="hold"/>
                                        <p:tgtEl>
                                          <p:spTgt spid="26649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490" grpId="0" bldLvl="0" animBg="1"/>
      <p:bldP spid="266491" grpId="0" bldLvl="0" animBg="1"/>
    </p:bldLst>
  </p:timing>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2" name="Rectangle 4"/>
          <p:cNvSpPr>
            <a:spLocks noGrp="1"/>
          </p:cNvSpPr>
          <p:nvPr>
            <p:ph idx="1"/>
          </p:nvPr>
        </p:nvSpPr>
        <p:spPr>
          <a:xfrm>
            <a:off x="1657350" y="1153001"/>
            <a:ext cx="3960495" cy="400050"/>
          </a:xfrm>
        </p:spPr>
        <p:txBody>
          <a:bodyPr vert="horz" wrap="square" lIns="68580" tIns="34290" rIns="68580" bIns="34290" rtlCol="0" anchor="t" anchorCtr="0">
            <a:normAutofit fontScale="85000" lnSpcReduction="20000"/>
          </a:bodyPr>
          <a:lstStyle/>
          <a:p>
            <a:pPr algn="l" eaLnBrk="1" hangingPunct="1">
              <a:buClrTx/>
              <a:buSzTx/>
            </a:pPr>
            <a:r>
              <a:rPr lang="zh-CN" altLang="en-US" b="1" u="sng" dirty="0">
                <a:latin typeface="微软雅黑" panose="020B0503020204020204" charset="-122"/>
              </a:rPr>
              <a:t>基于多缺陷、正常值</a:t>
            </a:r>
            <a:r>
              <a:rPr b="1" u="sng">
                <a:latin typeface="微软雅黑" panose="020B0503020204020204" charset="-122"/>
                <a:sym typeface="+mn-ea"/>
              </a:rPr>
              <a:t>（一般）</a:t>
            </a:r>
            <a:endParaRPr lang="zh-CN" altLang="en-US" b="1" u="sng" dirty="0">
              <a:latin typeface="微软雅黑" panose="020B0503020204020204" charset="-122"/>
            </a:endParaRPr>
          </a:p>
        </p:txBody>
      </p:sp>
      <p:grpSp>
        <p:nvGrpSpPr>
          <p:cNvPr id="27653" name="Group 5"/>
          <p:cNvGrpSpPr/>
          <p:nvPr/>
        </p:nvGrpSpPr>
        <p:grpSpPr>
          <a:xfrm>
            <a:off x="1943101" y="1759744"/>
            <a:ext cx="3993283" cy="2809875"/>
            <a:chOff x="672" y="1478"/>
            <a:chExt cx="3712" cy="2717"/>
          </a:xfrm>
        </p:grpSpPr>
        <p:grpSp>
          <p:nvGrpSpPr>
            <p:cNvPr id="27660" name="Group 6"/>
            <p:cNvGrpSpPr/>
            <p:nvPr/>
          </p:nvGrpSpPr>
          <p:grpSpPr>
            <a:xfrm>
              <a:off x="1288" y="1595"/>
              <a:ext cx="56" cy="2592"/>
              <a:chOff x="1624" y="1016"/>
              <a:chExt cx="56" cy="2592"/>
            </a:xfrm>
          </p:grpSpPr>
          <p:sp>
            <p:nvSpPr>
              <p:cNvPr id="27745" name="Freeform 7"/>
              <p:cNvSpPr/>
              <p:nvPr>
                <p:custDataLst>
                  <p:tags r:id="rId11"/>
                </p:custDataLst>
              </p:nvPr>
            </p:nvSpPr>
            <p:spPr>
              <a:xfrm>
                <a:off x="1624" y="3496"/>
                <a:ext cx="56" cy="112"/>
              </a:xfrm>
              <a:custGeom>
                <a:avLst/>
                <a:gdLst>
                  <a:gd name="txL" fmla="*/ 0 w 56"/>
                  <a:gd name="txT" fmla="*/ 0 h 112"/>
                  <a:gd name="txR" fmla="*/ 56 w 56"/>
                  <a:gd name="txB" fmla="*/ 112 h 112"/>
                </a:gdLst>
                <a:ahLst/>
                <a:cxnLst>
                  <a:cxn ang="0">
                    <a:pos x="24" y="112"/>
                  </a:cxn>
                  <a:cxn ang="0">
                    <a:pos x="0" y="0"/>
                  </a:cxn>
                  <a:cxn ang="0">
                    <a:pos x="24" y="0"/>
                  </a:cxn>
                  <a:cxn ang="0">
                    <a:pos x="56" y="0"/>
                  </a:cxn>
                  <a:cxn ang="0">
                    <a:pos x="24" y="112"/>
                  </a:cxn>
                </a:cxnLst>
                <a:rect l="txL" t="txT" r="txR" b="txB"/>
                <a:pathLst>
                  <a:path w="56" h="112">
                    <a:moveTo>
                      <a:pt x="24" y="112"/>
                    </a:moveTo>
                    <a:lnTo>
                      <a:pt x="0" y="0"/>
                    </a:lnTo>
                    <a:lnTo>
                      <a:pt x="24" y="0"/>
                    </a:lnTo>
                    <a:lnTo>
                      <a:pt x="56" y="0"/>
                    </a:lnTo>
                    <a:lnTo>
                      <a:pt x="24" y="11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7746" name="Freeform 8"/>
              <p:cNvSpPr/>
              <p:nvPr>
                <p:custDataLst>
                  <p:tags r:id="rId12"/>
                </p:custDataLst>
              </p:nvPr>
            </p:nvSpPr>
            <p:spPr>
              <a:xfrm>
                <a:off x="1624" y="1016"/>
                <a:ext cx="56" cy="120"/>
              </a:xfrm>
              <a:custGeom>
                <a:avLst/>
                <a:gdLst>
                  <a:gd name="txL" fmla="*/ 0 w 56"/>
                  <a:gd name="txT" fmla="*/ 0 h 120"/>
                  <a:gd name="txR" fmla="*/ 56 w 56"/>
                  <a:gd name="txB" fmla="*/ 120 h 120"/>
                </a:gdLst>
                <a:ahLst/>
                <a:cxnLst>
                  <a:cxn ang="0">
                    <a:pos x="24" y="0"/>
                  </a:cxn>
                  <a:cxn ang="0">
                    <a:pos x="56" y="120"/>
                  </a:cxn>
                  <a:cxn ang="0">
                    <a:pos x="24" y="120"/>
                  </a:cxn>
                  <a:cxn ang="0">
                    <a:pos x="0" y="120"/>
                  </a:cxn>
                  <a:cxn ang="0">
                    <a:pos x="24" y="0"/>
                  </a:cxn>
                </a:cxnLst>
                <a:rect l="txL" t="txT" r="txR" b="txB"/>
                <a:pathLst>
                  <a:path w="56" h="120">
                    <a:moveTo>
                      <a:pt x="24" y="0"/>
                    </a:moveTo>
                    <a:lnTo>
                      <a:pt x="56" y="120"/>
                    </a:lnTo>
                    <a:lnTo>
                      <a:pt x="24" y="120"/>
                    </a:lnTo>
                    <a:lnTo>
                      <a:pt x="0" y="120"/>
                    </a:lnTo>
                    <a:lnTo>
                      <a:pt x="24" y="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7747" name="Line 9"/>
              <p:cNvSpPr/>
              <p:nvPr/>
            </p:nvSpPr>
            <p:spPr>
              <a:xfrm flipV="1">
                <a:off x="1648" y="3424"/>
                <a:ext cx="1" cy="64"/>
              </a:xfrm>
              <a:prstGeom prst="line">
                <a:avLst/>
              </a:prstGeom>
              <a:ln w="12700" cap="flat" cmpd="sng">
                <a:solidFill>
                  <a:srgbClr val="000000"/>
                </a:solidFill>
                <a:prstDash val="solid"/>
                <a:headEnd type="none" w="med" len="med"/>
                <a:tailEnd type="none" w="med" len="med"/>
              </a:ln>
            </p:spPr>
          </p:sp>
          <p:sp>
            <p:nvSpPr>
              <p:cNvPr id="27748" name="Line 10"/>
              <p:cNvSpPr/>
              <p:nvPr/>
            </p:nvSpPr>
            <p:spPr>
              <a:xfrm flipV="1">
                <a:off x="1648" y="3280"/>
                <a:ext cx="1" cy="64"/>
              </a:xfrm>
              <a:prstGeom prst="line">
                <a:avLst/>
              </a:prstGeom>
              <a:ln w="12700" cap="flat" cmpd="sng">
                <a:solidFill>
                  <a:srgbClr val="000000"/>
                </a:solidFill>
                <a:prstDash val="solid"/>
                <a:headEnd type="none" w="med" len="med"/>
                <a:tailEnd type="none" w="med" len="med"/>
              </a:ln>
            </p:spPr>
          </p:sp>
          <p:sp>
            <p:nvSpPr>
              <p:cNvPr id="27749" name="Line 11"/>
              <p:cNvSpPr/>
              <p:nvPr/>
            </p:nvSpPr>
            <p:spPr>
              <a:xfrm flipV="1">
                <a:off x="1648" y="3136"/>
                <a:ext cx="1" cy="64"/>
              </a:xfrm>
              <a:prstGeom prst="line">
                <a:avLst/>
              </a:prstGeom>
              <a:ln w="12700" cap="flat" cmpd="sng">
                <a:solidFill>
                  <a:srgbClr val="000000"/>
                </a:solidFill>
                <a:prstDash val="solid"/>
                <a:headEnd type="none" w="med" len="med"/>
                <a:tailEnd type="none" w="med" len="med"/>
              </a:ln>
            </p:spPr>
          </p:sp>
          <p:sp>
            <p:nvSpPr>
              <p:cNvPr id="27750" name="Line 12"/>
              <p:cNvSpPr/>
              <p:nvPr/>
            </p:nvSpPr>
            <p:spPr>
              <a:xfrm flipV="1">
                <a:off x="1648" y="2992"/>
                <a:ext cx="1" cy="64"/>
              </a:xfrm>
              <a:prstGeom prst="line">
                <a:avLst/>
              </a:prstGeom>
              <a:ln w="12700" cap="flat" cmpd="sng">
                <a:solidFill>
                  <a:srgbClr val="000000"/>
                </a:solidFill>
                <a:prstDash val="solid"/>
                <a:headEnd type="none" w="med" len="med"/>
                <a:tailEnd type="none" w="med" len="med"/>
              </a:ln>
            </p:spPr>
          </p:sp>
          <p:sp>
            <p:nvSpPr>
              <p:cNvPr id="27751" name="Line 13"/>
              <p:cNvSpPr/>
              <p:nvPr/>
            </p:nvSpPr>
            <p:spPr>
              <a:xfrm flipV="1">
                <a:off x="1648" y="2848"/>
                <a:ext cx="1" cy="64"/>
              </a:xfrm>
              <a:prstGeom prst="line">
                <a:avLst/>
              </a:prstGeom>
              <a:ln w="12700" cap="flat" cmpd="sng">
                <a:solidFill>
                  <a:srgbClr val="000000"/>
                </a:solidFill>
                <a:prstDash val="solid"/>
                <a:headEnd type="none" w="med" len="med"/>
                <a:tailEnd type="none" w="med" len="med"/>
              </a:ln>
            </p:spPr>
          </p:sp>
          <p:sp>
            <p:nvSpPr>
              <p:cNvPr id="27752" name="Line 14"/>
              <p:cNvSpPr/>
              <p:nvPr/>
            </p:nvSpPr>
            <p:spPr>
              <a:xfrm flipV="1">
                <a:off x="1648" y="2704"/>
                <a:ext cx="1" cy="64"/>
              </a:xfrm>
              <a:prstGeom prst="line">
                <a:avLst/>
              </a:prstGeom>
              <a:ln w="12700" cap="flat" cmpd="sng">
                <a:solidFill>
                  <a:srgbClr val="000000"/>
                </a:solidFill>
                <a:prstDash val="solid"/>
                <a:headEnd type="none" w="med" len="med"/>
                <a:tailEnd type="none" w="med" len="med"/>
              </a:ln>
            </p:spPr>
          </p:sp>
          <p:sp>
            <p:nvSpPr>
              <p:cNvPr id="27753" name="Line 15"/>
              <p:cNvSpPr/>
              <p:nvPr/>
            </p:nvSpPr>
            <p:spPr>
              <a:xfrm flipV="1">
                <a:off x="1648" y="2560"/>
                <a:ext cx="1" cy="64"/>
              </a:xfrm>
              <a:prstGeom prst="line">
                <a:avLst/>
              </a:prstGeom>
              <a:ln w="12700" cap="flat" cmpd="sng">
                <a:solidFill>
                  <a:srgbClr val="000000"/>
                </a:solidFill>
                <a:prstDash val="solid"/>
                <a:headEnd type="none" w="med" len="med"/>
                <a:tailEnd type="none" w="med" len="med"/>
              </a:ln>
            </p:spPr>
          </p:sp>
          <p:sp>
            <p:nvSpPr>
              <p:cNvPr id="27754" name="Line 16"/>
              <p:cNvSpPr/>
              <p:nvPr/>
            </p:nvSpPr>
            <p:spPr>
              <a:xfrm flipV="1">
                <a:off x="1648" y="2416"/>
                <a:ext cx="1" cy="64"/>
              </a:xfrm>
              <a:prstGeom prst="line">
                <a:avLst/>
              </a:prstGeom>
              <a:ln w="12700" cap="flat" cmpd="sng">
                <a:solidFill>
                  <a:srgbClr val="000000"/>
                </a:solidFill>
                <a:prstDash val="solid"/>
                <a:headEnd type="none" w="med" len="med"/>
                <a:tailEnd type="none" w="med" len="med"/>
              </a:ln>
            </p:spPr>
          </p:sp>
          <p:sp>
            <p:nvSpPr>
              <p:cNvPr id="27755" name="Line 17"/>
              <p:cNvSpPr/>
              <p:nvPr/>
            </p:nvSpPr>
            <p:spPr>
              <a:xfrm flipV="1">
                <a:off x="1648" y="2272"/>
                <a:ext cx="1" cy="64"/>
              </a:xfrm>
              <a:prstGeom prst="line">
                <a:avLst/>
              </a:prstGeom>
              <a:ln w="12700" cap="flat" cmpd="sng">
                <a:solidFill>
                  <a:srgbClr val="000000"/>
                </a:solidFill>
                <a:prstDash val="solid"/>
                <a:headEnd type="none" w="med" len="med"/>
                <a:tailEnd type="none" w="med" len="med"/>
              </a:ln>
            </p:spPr>
          </p:sp>
          <p:sp>
            <p:nvSpPr>
              <p:cNvPr id="27756" name="Line 18"/>
              <p:cNvSpPr/>
              <p:nvPr/>
            </p:nvSpPr>
            <p:spPr>
              <a:xfrm flipV="1">
                <a:off x="1648" y="2128"/>
                <a:ext cx="1" cy="64"/>
              </a:xfrm>
              <a:prstGeom prst="line">
                <a:avLst/>
              </a:prstGeom>
              <a:ln w="12700" cap="flat" cmpd="sng">
                <a:solidFill>
                  <a:srgbClr val="000000"/>
                </a:solidFill>
                <a:prstDash val="solid"/>
                <a:headEnd type="none" w="med" len="med"/>
                <a:tailEnd type="none" w="med" len="med"/>
              </a:ln>
            </p:spPr>
          </p:sp>
          <p:sp>
            <p:nvSpPr>
              <p:cNvPr id="27757" name="Line 19"/>
              <p:cNvSpPr/>
              <p:nvPr/>
            </p:nvSpPr>
            <p:spPr>
              <a:xfrm flipV="1">
                <a:off x="1648" y="1984"/>
                <a:ext cx="1" cy="64"/>
              </a:xfrm>
              <a:prstGeom prst="line">
                <a:avLst/>
              </a:prstGeom>
              <a:ln w="12700" cap="flat" cmpd="sng">
                <a:solidFill>
                  <a:srgbClr val="000000"/>
                </a:solidFill>
                <a:prstDash val="solid"/>
                <a:headEnd type="none" w="med" len="med"/>
                <a:tailEnd type="none" w="med" len="med"/>
              </a:ln>
            </p:spPr>
          </p:sp>
          <p:sp>
            <p:nvSpPr>
              <p:cNvPr id="27758" name="Line 20"/>
              <p:cNvSpPr/>
              <p:nvPr/>
            </p:nvSpPr>
            <p:spPr>
              <a:xfrm flipV="1">
                <a:off x="1648" y="1840"/>
                <a:ext cx="1" cy="64"/>
              </a:xfrm>
              <a:prstGeom prst="line">
                <a:avLst/>
              </a:prstGeom>
              <a:ln w="12700" cap="flat" cmpd="sng">
                <a:solidFill>
                  <a:srgbClr val="000000"/>
                </a:solidFill>
                <a:prstDash val="solid"/>
                <a:headEnd type="none" w="med" len="med"/>
                <a:tailEnd type="none" w="med" len="med"/>
              </a:ln>
            </p:spPr>
          </p:sp>
          <p:sp>
            <p:nvSpPr>
              <p:cNvPr id="27759" name="Line 21"/>
              <p:cNvSpPr/>
              <p:nvPr/>
            </p:nvSpPr>
            <p:spPr>
              <a:xfrm flipV="1">
                <a:off x="1648" y="1696"/>
                <a:ext cx="1" cy="64"/>
              </a:xfrm>
              <a:prstGeom prst="line">
                <a:avLst/>
              </a:prstGeom>
              <a:ln w="12700" cap="flat" cmpd="sng">
                <a:solidFill>
                  <a:srgbClr val="000000"/>
                </a:solidFill>
                <a:prstDash val="solid"/>
                <a:headEnd type="none" w="med" len="med"/>
                <a:tailEnd type="none" w="med" len="med"/>
              </a:ln>
            </p:spPr>
          </p:sp>
          <p:sp>
            <p:nvSpPr>
              <p:cNvPr id="27760" name="Line 22"/>
              <p:cNvSpPr/>
              <p:nvPr/>
            </p:nvSpPr>
            <p:spPr>
              <a:xfrm flipV="1">
                <a:off x="1648" y="1552"/>
                <a:ext cx="1" cy="64"/>
              </a:xfrm>
              <a:prstGeom prst="line">
                <a:avLst/>
              </a:prstGeom>
              <a:ln w="12700" cap="flat" cmpd="sng">
                <a:solidFill>
                  <a:srgbClr val="000000"/>
                </a:solidFill>
                <a:prstDash val="solid"/>
                <a:headEnd type="none" w="med" len="med"/>
                <a:tailEnd type="none" w="med" len="med"/>
              </a:ln>
            </p:spPr>
          </p:sp>
          <p:sp>
            <p:nvSpPr>
              <p:cNvPr id="27761" name="Line 23"/>
              <p:cNvSpPr/>
              <p:nvPr/>
            </p:nvSpPr>
            <p:spPr>
              <a:xfrm flipV="1">
                <a:off x="1648" y="1408"/>
                <a:ext cx="1" cy="64"/>
              </a:xfrm>
              <a:prstGeom prst="line">
                <a:avLst/>
              </a:prstGeom>
              <a:ln w="12700" cap="flat" cmpd="sng">
                <a:solidFill>
                  <a:srgbClr val="000000"/>
                </a:solidFill>
                <a:prstDash val="solid"/>
                <a:headEnd type="none" w="med" len="med"/>
                <a:tailEnd type="none" w="med" len="med"/>
              </a:ln>
            </p:spPr>
          </p:sp>
          <p:sp>
            <p:nvSpPr>
              <p:cNvPr id="27762" name="Line 24"/>
              <p:cNvSpPr/>
              <p:nvPr/>
            </p:nvSpPr>
            <p:spPr>
              <a:xfrm flipV="1">
                <a:off x="1648" y="1264"/>
                <a:ext cx="1" cy="64"/>
              </a:xfrm>
              <a:prstGeom prst="line">
                <a:avLst/>
              </a:prstGeom>
              <a:ln w="12700" cap="flat" cmpd="sng">
                <a:solidFill>
                  <a:srgbClr val="000000"/>
                </a:solidFill>
                <a:prstDash val="solid"/>
                <a:headEnd type="none" w="med" len="med"/>
                <a:tailEnd type="none" w="med" len="med"/>
              </a:ln>
            </p:spPr>
          </p:sp>
          <p:sp>
            <p:nvSpPr>
              <p:cNvPr id="27763" name="Line 25"/>
              <p:cNvSpPr/>
              <p:nvPr/>
            </p:nvSpPr>
            <p:spPr>
              <a:xfrm flipV="1">
                <a:off x="1648" y="1136"/>
                <a:ext cx="1" cy="48"/>
              </a:xfrm>
              <a:prstGeom prst="line">
                <a:avLst/>
              </a:prstGeom>
              <a:ln w="12700" cap="flat" cmpd="sng">
                <a:solidFill>
                  <a:srgbClr val="000000"/>
                </a:solidFill>
                <a:prstDash val="solid"/>
                <a:headEnd type="none" w="med" len="med"/>
                <a:tailEnd type="none" w="med" len="med"/>
              </a:ln>
            </p:spPr>
          </p:sp>
        </p:grpSp>
        <p:grpSp>
          <p:nvGrpSpPr>
            <p:cNvPr id="27661" name="Group 26"/>
            <p:cNvGrpSpPr/>
            <p:nvPr/>
          </p:nvGrpSpPr>
          <p:grpSpPr>
            <a:xfrm>
              <a:off x="3152" y="1603"/>
              <a:ext cx="56" cy="2592"/>
              <a:chOff x="3488" y="1024"/>
              <a:chExt cx="56" cy="2592"/>
            </a:xfrm>
          </p:grpSpPr>
          <p:sp>
            <p:nvSpPr>
              <p:cNvPr id="27726" name="Freeform 27"/>
              <p:cNvSpPr/>
              <p:nvPr>
                <p:custDataLst>
                  <p:tags r:id="rId9"/>
                </p:custDataLst>
              </p:nvPr>
            </p:nvSpPr>
            <p:spPr>
              <a:xfrm>
                <a:off x="3488" y="3504"/>
                <a:ext cx="56" cy="112"/>
              </a:xfrm>
              <a:custGeom>
                <a:avLst/>
                <a:gdLst>
                  <a:gd name="txL" fmla="*/ 0 w 56"/>
                  <a:gd name="txT" fmla="*/ 0 h 112"/>
                  <a:gd name="txR" fmla="*/ 56 w 56"/>
                  <a:gd name="txB" fmla="*/ 112 h 112"/>
                </a:gdLst>
                <a:ahLst/>
                <a:cxnLst>
                  <a:cxn ang="0">
                    <a:pos x="24" y="112"/>
                  </a:cxn>
                  <a:cxn ang="0">
                    <a:pos x="0" y="0"/>
                  </a:cxn>
                  <a:cxn ang="0">
                    <a:pos x="24" y="0"/>
                  </a:cxn>
                  <a:cxn ang="0">
                    <a:pos x="56" y="0"/>
                  </a:cxn>
                  <a:cxn ang="0">
                    <a:pos x="24" y="112"/>
                  </a:cxn>
                </a:cxnLst>
                <a:rect l="txL" t="txT" r="txR" b="txB"/>
                <a:pathLst>
                  <a:path w="56" h="112">
                    <a:moveTo>
                      <a:pt x="24" y="112"/>
                    </a:moveTo>
                    <a:lnTo>
                      <a:pt x="0" y="0"/>
                    </a:lnTo>
                    <a:lnTo>
                      <a:pt x="24" y="0"/>
                    </a:lnTo>
                    <a:lnTo>
                      <a:pt x="56" y="0"/>
                    </a:lnTo>
                    <a:lnTo>
                      <a:pt x="24" y="11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7727" name="Freeform 28"/>
              <p:cNvSpPr/>
              <p:nvPr>
                <p:custDataLst>
                  <p:tags r:id="rId10"/>
                </p:custDataLst>
              </p:nvPr>
            </p:nvSpPr>
            <p:spPr>
              <a:xfrm>
                <a:off x="3488" y="1024"/>
                <a:ext cx="56" cy="120"/>
              </a:xfrm>
              <a:custGeom>
                <a:avLst/>
                <a:gdLst>
                  <a:gd name="txL" fmla="*/ 0 w 56"/>
                  <a:gd name="txT" fmla="*/ 0 h 120"/>
                  <a:gd name="txR" fmla="*/ 56 w 56"/>
                  <a:gd name="txB" fmla="*/ 120 h 120"/>
                </a:gdLst>
                <a:ahLst/>
                <a:cxnLst>
                  <a:cxn ang="0">
                    <a:pos x="24" y="0"/>
                  </a:cxn>
                  <a:cxn ang="0">
                    <a:pos x="56" y="120"/>
                  </a:cxn>
                  <a:cxn ang="0">
                    <a:pos x="24" y="120"/>
                  </a:cxn>
                  <a:cxn ang="0">
                    <a:pos x="0" y="120"/>
                  </a:cxn>
                  <a:cxn ang="0">
                    <a:pos x="24" y="0"/>
                  </a:cxn>
                </a:cxnLst>
                <a:rect l="txL" t="txT" r="txR" b="txB"/>
                <a:pathLst>
                  <a:path w="56" h="120">
                    <a:moveTo>
                      <a:pt x="24" y="0"/>
                    </a:moveTo>
                    <a:lnTo>
                      <a:pt x="56" y="120"/>
                    </a:lnTo>
                    <a:lnTo>
                      <a:pt x="24" y="120"/>
                    </a:lnTo>
                    <a:lnTo>
                      <a:pt x="0" y="120"/>
                    </a:lnTo>
                    <a:lnTo>
                      <a:pt x="24" y="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7728" name="Line 29"/>
              <p:cNvSpPr/>
              <p:nvPr/>
            </p:nvSpPr>
            <p:spPr>
              <a:xfrm flipV="1">
                <a:off x="3512" y="3432"/>
                <a:ext cx="1" cy="64"/>
              </a:xfrm>
              <a:prstGeom prst="line">
                <a:avLst/>
              </a:prstGeom>
              <a:ln w="12700" cap="flat" cmpd="sng">
                <a:solidFill>
                  <a:srgbClr val="000000"/>
                </a:solidFill>
                <a:prstDash val="solid"/>
                <a:headEnd type="none" w="med" len="med"/>
                <a:tailEnd type="none" w="med" len="med"/>
              </a:ln>
            </p:spPr>
          </p:sp>
          <p:sp>
            <p:nvSpPr>
              <p:cNvPr id="27729" name="Line 30"/>
              <p:cNvSpPr/>
              <p:nvPr/>
            </p:nvSpPr>
            <p:spPr>
              <a:xfrm flipV="1">
                <a:off x="3512" y="3288"/>
                <a:ext cx="1" cy="64"/>
              </a:xfrm>
              <a:prstGeom prst="line">
                <a:avLst/>
              </a:prstGeom>
              <a:ln w="12700" cap="flat" cmpd="sng">
                <a:solidFill>
                  <a:srgbClr val="000000"/>
                </a:solidFill>
                <a:prstDash val="solid"/>
                <a:headEnd type="none" w="med" len="med"/>
                <a:tailEnd type="none" w="med" len="med"/>
              </a:ln>
            </p:spPr>
          </p:sp>
          <p:sp>
            <p:nvSpPr>
              <p:cNvPr id="27730" name="Line 31"/>
              <p:cNvSpPr/>
              <p:nvPr/>
            </p:nvSpPr>
            <p:spPr>
              <a:xfrm flipV="1">
                <a:off x="3512" y="3144"/>
                <a:ext cx="1" cy="64"/>
              </a:xfrm>
              <a:prstGeom prst="line">
                <a:avLst/>
              </a:prstGeom>
              <a:ln w="12700" cap="flat" cmpd="sng">
                <a:solidFill>
                  <a:srgbClr val="000000"/>
                </a:solidFill>
                <a:prstDash val="solid"/>
                <a:headEnd type="none" w="med" len="med"/>
                <a:tailEnd type="none" w="med" len="med"/>
              </a:ln>
            </p:spPr>
          </p:sp>
          <p:sp>
            <p:nvSpPr>
              <p:cNvPr id="27731" name="Line 32"/>
              <p:cNvSpPr/>
              <p:nvPr/>
            </p:nvSpPr>
            <p:spPr>
              <a:xfrm flipV="1">
                <a:off x="3512" y="3000"/>
                <a:ext cx="1" cy="64"/>
              </a:xfrm>
              <a:prstGeom prst="line">
                <a:avLst/>
              </a:prstGeom>
              <a:ln w="12700" cap="flat" cmpd="sng">
                <a:solidFill>
                  <a:srgbClr val="000000"/>
                </a:solidFill>
                <a:prstDash val="solid"/>
                <a:headEnd type="none" w="med" len="med"/>
                <a:tailEnd type="none" w="med" len="med"/>
              </a:ln>
            </p:spPr>
          </p:sp>
          <p:sp>
            <p:nvSpPr>
              <p:cNvPr id="27732" name="Line 33"/>
              <p:cNvSpPr/>
              <p:nvPr/>
            </p:nvSpPr>
            <p:spPr>
              <a:xfrm flipV="1">
                <a:off x="3512" y="2856"/>
                <a:ext cx="1" cy="64"/>
              </a:xfrm>
              <a:prstGeom prst="line">
                <a:avLst/>
              </a:prstGeom>
              <a:ln w="12700" cap="flat" cmpd="sng">
                <a:solidFill>
                  <a:srgbClr val="000000"/>
                </a:solidFill>
                <a:prstDash val="solid"/>
                <a:headEnd type="none" w="med" len="med"/>
                <a:tailEnd type="none" w="med" len="med"/>
              </a:ln>
            </p:spPr>
          </p:sp>
          <p:sp>
            <p:nvSpPr>
              <p:cNvPr id="27733" name="Line 34"/>
              <p:cNvSpPr/>
              <p:nvPr/>
            </p:nvSpPr>
            <p:spPr>
              <a:xfrm flipV="1">
                <a:off x="3512" y="2712"/>
                <a:ext cx="1" cy="64"/>
              </a:xfrm>
              <a:prstGeom prst="line">
                <a:avLst/>
              </a:prstGeom>
              <a:ln w="12700" cap="flat" cmpd="sng">
                <a:solidFill>
                  <a:srgbClr val="000000"/>
                </a:solidFill>
                <a:prstDash val="solid"/>
                <a:headEnd type="none" w="med" len="med"/>
                <a:tailEnd type="none" w="med" len="med"/>
              </a:ln>
            </p:spPr>
          </p:sp>
          <p:sp>
            <p:nvSpPr>
              <p:cNvPr id="27734" name="Line 35"/>
              <p:cNvSpPr/>
              <p:nvPr/>
            </p:nvSpPr>
            <p:spPr>
              <a:xfrm flipV="1">
                <a:off x="3512" y="2568"/>
                <a:ext cx="1" cy="64"/>
              </a:xfrm>
              <a:prstGeom prst="line">
                <a:avLst/>
              </a:prstGeom>
              <a:ln w="12700" cap="flat" cmpd="sng">
                <a:solidFill>
                  <a:srgbClr val="000000"/>
                </a:solidFill>
                <a:prstDash val="solid"/>
                <a:headEnd type="none" w="med" len="med"/>
                <a:tailEnd type="none" w="med" len="med"/>
              </a:ln>
            </p:spPr>
          </p:sp>
          <p:sp>
            <p:nvSpPr>
              <p:cNvPr id="27735" name="Line 36"/>
              <p:cNvSpPr/>
              <p:nvPr/>
            </p:nvSpPr>
            <p:spPr>
              <a:xfrm flipV="1">
                <a:off x="3512" y="2424"/>
                <a:ext cx="1" cy="64"/>
              </a:xfrm>
              <a:prstGeom prst="line">
                <a:avLst/>
              </a:prstGeom>
              <a:ln w="12700" cap="flat" cmpd="sng">
                <a:solidFill>
                  <a:srgbClr val="000000"/>
                </a:solidFill>
                <a:prstDash val="solid"/>
                <a:headEnd type="none" w="med" len="med"/>
                <a:tailEnd type="none" w="med" len="med"/>
              </a:ln>
            </p:spPr>
          </p:sp>
          <p:sp>
            <p:nvSpPr>
              <p:cNvPr id="27736" name="Line 37"/>
              <p:cNvSpPr/>
              <p:nvPr/>
            </p:nvSpPr>
            <p:spPr>
              <a:xfrm flipV="1">
                <a:off x="3512" y="2280"/>
                <a:ext cx="1" cy="64"/>
              </a:xfrm>
              <a:prstGeom prst="line">
                <a:avLst/>
              </a:prstGeom>
              <a:ln w="12700" cap="flat" cmpd="sng">
                <a:solidFill>
                  <a:srgbClr val="000000"/>
                </a:solidFill>
                <a:prstDash val="solid"/>
                <a:headEnd type="none" w="med" len="med"/>
                <a:tailEnd type="none" w="med" len="med"/>
              </a:ln>
            </p:spPr>
          </p:sp>
          <p:sp>
            <p:nvSpPr>
              <p:cNvPr id="27737" name="Line 38"/>
              <p:cNvSpPr/>
              <p:nvPr/>
            </p:nvSpPr>
            <p:spPr>
              <a:xfrm flipV="1">
                <a:off x="3512" y="2136"/>
                <a:ext cx="1" cy="64"/>
              </a:xfrm>
              <a:prstGeom prst="line">
                <a:avLst/>
              </a:prstGeom>
              <a:ln w="12700" cap="flat" cmpd="sng">
                <a:solidFill>
                  <a:srgbClr val="000000"/>
                </a:solidFill>
                <a:prstDash val="solid"/>
                <a:headEnd type="none" w="med" len="med"/>
                <a:tailEnd type="none" w="med" len="med"/>
              </a:ln>
            </p:spPr>
          </p:sp>
          <p:sp>
            <p:nvSpPr>
              <p:cNvPr id="27738" name="Line 39"/>
              <p:cNvSpPr/>
              <p:nvPr/>
            </p:nvSpPr>
            <p:spPr>
              <a:xfrm flipV="1">
                <a:off x="3512" y="1992"/>
                <a:ext cx="1" cy="64"/>
              </a:xfrm>
              <a:prstGeom prst="line">
                <a:avLst/>
              </a:prstGeom>
              <a:ln w="12700" cap="flat" cmpd="sng">
                <a:solidFill>
                  <a:srgbClr val="000000"/>
                </a:solidFill>
                <a:prstDash val="solid"/>
                <a:headEnd type="none" w="med" len="med"/>
                <a:tailEnd type="none" w="med" len="med"/>
              </a:ln>
            </p:spPr>
          </p:sp>
          <p:sp>
            <p:nvSpPr>
              <p:cNvPr id="27739" name="Line 40"/>
              <p:cNvSpPr/>
              <p:nvPr/>
            </p:nvSpPr>
            <p:spPr>
              <a:xfrm flipV="1">
                <a:off x="3512" y="1848"/>
                <a:ext cx="1" cy="64"/>
              </a:xfrm>
              <a:prstGeom prst="line">
                <a:avLst/>
              </a:prstGeom>
              <a:ln w="12700" cap="flat" cmpd="sng">
                <a:solidFill>
                  <a:srgbClr val="000000"/>
                </a:solidFill>
                <a:prstDash val="solid"/>
                <a:headEnd type="none" w="med" len="med"/>
                <a:tailEnd type="none" w="med" len="med"/>
              </a:ln>
            </p:spPr>
          </p:sp>
          <p:sp>
            <p:nvSpPr>
              <p:cNvPr id="27740" name="Line 41"/>
              <p:cNvSpPr/>
              <p:nvPr/>
            </p:nvSpPr>
            <p:spPr>
              <a:xfrm flipV="1">
                <a:off x="3512" y="1704"/>
                <a:ext cx="1" cy="64"/>
              </a:xfrm>
              <a:prstGeom prst="line">
                <a:avLst/>
              </a:prstGeom>
              <a:ln w="12700" cap="flat" cmpd="sng">
                <a:solidFill>
                  <a:srgbClr val="000000"/>
                </a:solidFill>
                <a:prstDash val="solid"/>
                <a:headEnd type="none" w="med" len="med"/>
                <a:tailEnd type="none" w="med" len="med"/>
              </a:ln>
            </p:spPr>
          </p:sp>
          <p:sp>
            <p:nvSpPr>
              <p:cNvPr id="27741" name="Line 42"/>
              <p:cNvSpPr/>
              <p:nvPr/>
            </p:nvSpPr>
            <p:spPr>
              <a:xfrm flipV="1">
                <a:off x="3512" y="1560"/>
                <a:ext cx="1" cy="64"/>
              </a:xfrm>
              <a:prstGeom prst="line">
                <a:avLst/>
              </a:prstGeom>
              <a:ln w="12700" cap="flat" cmpd="sng">
                <a:solidFill>
                  <a:srgbClr val="000000"/>
                </a:solidFill>
                <a:prstDash val="solid"/>
                <a:headEnd type="none" w="med" len="med"/>
                <a:tailEnd type="none" w="med" len="med"/>
              </a:ln>
            </p:spPr>
          </p:sp>
          <p:sp>
            <p:nvSpPr>
              <p:cNvPr id="27742" name="Line 43"/>
              <p:cNvSpPr/>
              <p:nvPr/>
            </p:nvSpPr>
            <p:spPr>
              <a:xfrm flipV="1">
                <a:off x="3512" y="1416"/>
                <a:ext cx="1" cy="64"/>
              </a:xfrm>
              <a:prstGeom prst="line">
                <a:avLst/>
              </a:prstGeom>
              <a:ln w="12700" cap="flat" cmpd="sng">
                <a:solidFill>
                  <a:srgbClr val="000000"/>
                </a:solidFill>
                <a:prstDash val="solid"/>
                <a:headEnd type="none" w="med" len="med"/>
                <a:tailEnd type="none" w="med" len="med"/>
              </a:ln>
            </p:spPr>
          </p:sp>
          <p:sp>
            <p:nvSpPr>
              <p:cNvPr id="27743" name="Line 44"/>
              <p:cNvSpPr/>
              <p:nvPr/>
            </p:nvSpPr>
            <p:spPr>
              <a:xfrm flipV="1">
                <a:off x="3512" y="1272"/>
                <a:ext cx="1" cy="64"/>
              </a:xfrm>
              <a:prstGeom prst="line">
                <a:avLst/>
              </a:prstGeom>
              <a:ln w="12700" cap="flat" cmpd="sng">
                <a:solidFill>
                  <a:srgbClr val="000000"/>
                </a:solidFill>
                <a:prstDash val="solid"/>
                <a:headEnd type="none" w="med" len="med"/>
                <a:tailEnd type="none" w="med" len="med"/>
              </a:ln>
            </p:spPr>
          </p:sp>
          <p:sp>
            <p:nvSpPr>
              <p:cNvPr id="27744" name="Line 45"/>
              <p:cNvSpPr/>
              <p:nvPr/>
            </p:nvSpPr>
            <p:spPr>
              <a:xfrm flipV="1">
                <a:off x="3512" y="1144"/>
                <a:ext cx="1" cy="48"/>
              </a:xfrm>
              <a:prstGeom prst="line">
                <a:avLst/>
              </a:prstGeom>
              <a:ln w="12700" cap="flat" cmpd="sng">
                <a:solidFill>
                  <a:srgbClr val="000000"/>
                </a:solidFill>
                <a:prstDash val="solid"/>
                <a:headEnd type="none" w="med" len="med"/>
                <a:tailEnd type="none" w="med" len="med"/>
              </a:ln>
            </p:spPr>
          </p:sp>
        </p:grpSp>
        <p:grpSp>
          <p:nvGrpSpPr>
            <p:cNvPr id="27662" name="Group 46"/>
            <p:cNvGrpSpPr/>
            <p:nvPr/>
          </p:nvGrpSpPr>
          <p:grpSpPr>
            <a:xfrm>
              <a:off x="944" y="1499"/>
              <a:ext cx="72" cy="2504"/>
              <a:chOff x="1280" y="920"/>
              <a:chExt cx="72" cy="2504"/>
            </a:xfrm>
          </p:grpSpPr>
          <p:sp>
            <p:nvSpPr>
              <p:cNvPr id="27724" name="Freeform 47"/>
              <p:cNvSpPr/>
              <p:nvPr>
                <p:custDataLst>
                  <p:tags r:id="rId8"/>
                </p:custDataLst>
              </p:nvPr>
            </p:nvSpPr>
            <p:spPr>
              <a:xfrm>
                <a:off x="1280" y="920"/>
                <a:ext cx="72" cy="112"/>
              </a:xfrm>
              <a:custGeom>
                <a:avLst/>
                <a:gdLst>
                  <a:gd name="txL" fmla="*/ 0 w 72"/>
                  <a:gd name="txT" fmla="*/ 0 h 112"/>
                  <a:gd name="txR" fmla="*/ 72 w 72"/>
                  <a:gd name="txB" fmla="*/ 112 h 112"/>
                </a:gdLst>
                <a:ahLst/>
                <a:cxnLst>
                  <a:cxn ang="0">
                    <a:pos x="32" y="0"/>
                  </a:cxn>
                  <a:cxn ang="0">
                    <a:pos x="72" y="112"/>
                  </a:cxn>
                  <a:cxn ang="0">
                    <a:pos x="32" y="72"/>
                  </a:cxn>
                  <a:cxn ang="0">
                    <a:pos x="0" y="112"/>
                  </a:cxn>
                  <a:cxn ang="0">
                    <a:pos x="32" y="0"/>
                  </a:cxn>
                </a:cxnLst>
                <a:rect l="txL" t="txT" r="txR" b="txB"/>
                <a:pathLst>
                  <a:path w="72" h="112">
                    <a:moveTo>
                      <a:pt x="32" y="0"/>
                    </a:moveTo>
                    <a:lnTo>
                      <a:pt x="72" y="112"/>
                    </a:lnTo>
                    <a:lnTo>
                      <a:pt x="32" y="72"/>
                    </a:lnTo>
                    <a:lnTo>
                      <a:pt x="0" y="112"/>
                    </a:lnTo>
                    <a:lnTo>
                      <a:pt x="32" y="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7725" name="Line 48"/>
              <p:cNvSpPr/>
              <p:nvPr/>
            </p:nvSpPr>
            <p:spPr>
              <a:xfrm flipV="1">
                <a:off x="1312" y="992"/>
                <a:ext cx="1" cy="2432"/>
              </a:xfrm>
              <a:prstGeom prst="line">
                <a:avLst/>
              </a:prstGeom>
              <a:ln w="12700" cap="flat" cmpd="sng">
                <a:solidFill>
                  <a:srgbClr val="000000"/>
                </a:solidFill>
                <a:prstDash val="solid"/>
                <a:headEnd type="none" w="med" len="med"/>
                <a:tailEnd type="none" w="med" len="med"/>
              </a:ln>
            </p:spPr>
          </p:sp>
        </p:grpSp>
        <p:grpSp>
          <p:nvGrpSpPr>
            <p:cNvPr id="27663" name="Group 49"/>
            <p:cNvGrpSpPr/>
            <p:nvPr/>
          </p:nvGrpSpPr>
          <p:grpSpPr>
            <a:xfrm>
              <a:off x="840" y="3795"/>
              <a:ext cx="3328" cy="80"/>
              <a:chOff x="1176" y="3216"/>
              <a:chExt cx="3328" cy="80"/>
            </a:xfrm>
          </p:grpSpPr>
          <p:sp>
            <p:nvSpPr>
              <p:cNvPr id="27722" name="Freeform 50"/>
              <p:cNvSpPr/>
              <p:nvPr>
                <p:custDataLst>
                  <p:tags r:id="rId7"/>
                </p:custDataLst>
              </p:nvPr>
            </p:nvSpPr>
            <p:spPr>
              <a:xfrm>
                <a:off x="4392" y="3216"/>
                <a:ext cx="112" cy="80"/>
              </a:xfrm>
              <a:custGeom>
                <a:avLst/>
                <a:gdLst>
                  <a:gd name="txL" fmla="*/ 0 w 112"/>
                  <a:gd name="txT" fmla="*/ 0 h 80"/>
                  <a:gd name="txR" fmla="*/ 112 w 112"/>
                  <a:gd name="txB" fmla="*/ 80 h 80"/>
                </a:gdLst>
                <a:ahLst/>
                <a:cxnLst>
                  <a:cxn ang="0">
                    <a:pos x="112" y="40"/>
                  </a:cxn>
                  <a:cxn ang="0">
                    <a:pos x="0" y="80"/>
                  </a:cxn>
                  <a:cxn ang="0">
                    <a:pos x="32" y="40"/>
                  </a:cxn>
                  <a:cxn ang="0">
                    <a:pos x="0" y="0"/>
                  </a:cxn>
                  <a:cxn ang="0">
                    <a:pos x="112" y="40"/>
                  </a:cxn>
                </a:cxnLst>
                <a:rect l="txL" t="txT" r="txR" b="txB"/>
                <a:pathLst>
                  <a:path w="112" h="80">
                    <a:moveTo>
                      <a:pt x="112" y="40"/>
                    </a:moveTo>
                    <a:lnTo>
                      <a:pt x="0" y="80"/>
                    </a:lnTo>
                    <a:lnTo>
                      <a:pt x="32" y="40"/>
                    </a:lnTo>
                    <a:lnTo>
                      <a:pt x="0" y="0"/>
                    </a:lnTo>
                    <a:lnTo>
                      <a:pt x="112" y="4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7723" name="Line 51"/>
              <p:cNvSpPr/>
              <p:nvPr/>
            </p:nvSpPr>
            <p:spPr>
              <a:xfrm>
                <a:off x="1176" y="3256"/>
                <a:ext cx="3248" cy="1"/>
              </a:xfrm>
              <a:prstGeom prst="line">
                <a:avLst/>
              </a:prstGeom>
              <a:ln w="12700" cap="flat" cmpd="sng">
                <a:solidFill>
                  <a:srgbClr val="000000"/>
                </a:solidFill>
                <a:prstDash val="solid"/>
                <a:headEnd type="none" w="med" len="med"/>
                <a:tailEnd type="none" w="med" len="med"/>
              </a:ln>
            </p:spPr>
          </p:sp>
        </p:grpSp>
        <p:grpSp>
          <p:nvGrpSpPr>
            <p:cNvPr id="27664" name="Group 52"/>
            <p:cNvGrpSpPr/>
            <p:nvPr/>
          </p:nvGrpSpPr>
          <p:grpSpPr>
            <a:xfrm>
              <a:off x="672" y="3355"/>
              <a:ext cx="3040" cy="56"/>
              <a:chOff x="1008" y="2776"/>
              <a:chExt cx="3040" cy="56"/>
            </a:xfrm>
          </p:grpSpPr>
          <p:sp>
            <p:nvSpPr>
              <p:cNvPr id="27700" name="Freeform 53"/>
              <p:cNvSpPr/>
              <p:nvPr>
                <p:custDataLst>
                  <p:tags r:id="rId5"/>
                </p:custDataLst>
              </p:nvPr>
            </p:nvSpPr>
            <p:spPr>
              <a:xfrm>
                <a:off x="1008" y="2776"/>
                <a:ext cx="112" cy="56"/>
              </a:xfrm>
              <a:custGeom>
                <a:avLst/>
                <a:gdLst>
                  <a:gd name="txL" fmla="*/ 0 w 112"/>
                  <a:gd name="txT" fmla="*/ 0 h 56"/>
                  <a:gd name="txR" fmla="*/ 112 w 112"/>
                  <a:gd name="txB" fmla="*/ 56 h 56"/>
                </a:gdLst>
                <a:ahLst/>
                <a:cxnLst>
                  <a:cxn ang="0">
                    <a:pos x="0" y="32"/>
                  </a:cxn>
                  <a:cxn ang="0">
                    <a:pos x="112" y="0"/>
                  </a:cxn>
                  <a:cxn ang="0">
                    <a:pos x="112" y="32"/>
                  </a:cxn>
                  <a:cxn ang="0">
                    <a:pos x="112" y="56"/>
                  </a:cxn>
                  <a:cxn ang="0">
                    <a:pos x="0" y="32"/>
                  </a:cxn>
                </a:cxnLst>
                <a:rect l="txL" t="txT" r="txR" b="txB"/>
                <a:pathLst>
                  <a:path w="112" h="56">
                    <a:moveTo>
                      <a:pt x="0" y="32"/>
                    </a:moveTo>
                    <a:lnTo>
                      <a:pt x="112" y="0"/>
                    </a:lnTo>
                    <a:lnTo>
                      <a:pt x="112" y="32"/>
                    </a:lnTo>
                    <a:lnTo>
                      <a:pt x="112" y="56"/>
                    </a:lnTo>
                    <a:lnTo>
                      <a:pt x="0" y="3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7701" name="Freeform 54"/>
              <p:cNvSpPr/>
              <p:nvPr>
                <p:custDataLst>
                  <p:tags r:id="rId6"/>
                </p:custDataLst>
              </p:nvPr>
            </p:nvSpPr>
            <p:spPr>
              <a:xfrm>
                <a:off x="3936" y="2776"/>
                <a:ext cx="112" cy="56"/>
              </a:xfrm>
              <a:custGeom>
                <a:avLst/>
                <a:gdLst>
                  <a:gd name="txL" fmla="*/ 0 w 112"/>
                  <a:gd name="txT" fmla="*/ 0 h 56"/>
                  <a:gd name="txR" fmla="*/ 112 w 112"/>
                  <a:gd name="txB" fmla="*/ 56 h 56"/>
                </a:gdLst>
                <a:ahLst/>
                <a:cxnLst>
                  <a:cxn ang="0">
                    <a:pos x="112" y="32"/>
                  </a:cxn>
                  <a:cxn ang="0">
                    <a:pos x="0" y="56"/>
                  </a:cxn>
                  <a:cxn ang="0">
                    <a:pos x="0" y="32"/>
                  </a:cxn>
                  <a:cxn ang="0">
                    <a:pos x="0" y="0"/>
                  </a:cxn>
                  <a:cxn ang="0">
                    <a:pos x="112" y="32"/>
                  </a:cxn>
                </a:cxnLst>
                <a:rect l="txL" t="txT" r="txR" b="txB"/>
                <a:pathLst>
                  <a:path w="112" h="56">
                    <a:moveTo>
                      <a:pt x="112" y="32"/>
                    </a:moveTo>
                    <a:lnTo>
                      <a:pt x="0" y="56"/>
                    </a:lnTo>
                    <a:lnTo>
                      <a:pt x="0" y="32"/>
                    </a:lnTo>
                    <a:lnTo>
                      <a:pt x="0" y="0"/>
                    </a:lnTo>
                    <a:lnTo>
                      <a:pt x="112" y="3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7702" name="Line 55"/>
              <p:cNvSpPr/>
              <p:nvPr/>
            </p:nvSpPr>
            <p:spPr>
              <a:xfrm>
                <a:off x="1120" y="2808"/>
                <a:ext cx="64" cy="1"/>
              </a:xfrm>
              <a:prstGeom prst="line">
                <a:avLst/>
              </a:prstGeom>
              <a:ln w="12700" cap="flat" cmpd="sng">
                <a:solidFill>
                  <a:srgbClr val="000000"/>
                </a:solidFill>
                <a:prstDash val="solid"/>
                <a:headEnd type="none" w="med" len="med"/>
                <a:tailEnd type="none" w="med" len="med"/>
              </a:ln>
            </p:spPr>
          </p:sp>
          <p:sp>
            <p:nvSpPr>
              <p:cNvPr id="27703" name="Line 56"/>
              <p:cNvSpPr/>
              <p:nvPr/>
            </p:nvSpPr>
            <p:spPr>
              <a:xfrm>
                <a:off x="1264" y="2808"/>
                <a:ext cx="64" cy="1"/>
              </a:xfrm>
              <a:prstGeom prst="line">
                <a:avLst/>
              </a:prstGeom>
              <a:ln w="12700" cap="flat" cmpd="sng">
                <a:solidFill>
                  <a:srgbClr val="000000"/>
                </a:solidFill>
                <a:prstDash val="solid"/>
                <a:headEnd type="none" w="med" len="med"/>
                <a:tailEnd type="none" w="med" len="med"/>
              </a:ln>
            </p:spPr>
          </p:sp>
          <p:sp>
            <p:nvSpPr>
              <p:cNvPr id="27704" name="Line 57"/>
              <p:cNvSpPr/>
              <p:nvPr/>
            </p:nvSpPr>
            <p:spPr>
              <a:xfrm>
                <a:off x="1408" y="2808"/>
                <a:ext cx="64" cy="1"/>
              </a:xfrm>
              <a:prstGeom prst="line">
                <a:avLst/>
              </a:prstGeom>
              <a:ln w="12700" cap="flat" cmpd="sng">
                <a:solidFill>
                  <a:srgbClr val="000000"/>
                </a:solidFill>
                <a:prstDash val="solid"/>
                <a:headEnd type="none" w="med" len="med"/>
                <a:tailEnd type="none" w="med" len="med"/>
              </a:ln>
            </p:spPr>
          </p:sp>
          <p:sp>
            <p:nvSpPr>
              <p:cNvPr id="27705" name="Line 58"/>
              <p:cNvSpPr/>
              <p:nvPr/>
            </p:nvSpPr>
            <p:spPr>
              <a:xfrm>
                <a:off x="1552" y="2808"/>
                <a:ext cx="64" cy="1"/>
              </a:xfrm>
              <a:prstGeom prst="line">
                <a:avLst/>
              </a:prstGeom>
              <a:ln w="12700" cap="flat" cmpd="sng">
                <a:solidFill>
                  <a:srgbClr val="000000"/>
                </a:solidFill>
                <a:prstDash val="solid"/>
                <a:headEnd type="none" w="med" len="med"/>
                <a:tailEnd type="none" w="med" len="med"/>
              </a:ln>
            </p:spPr>
          </p:sp>
          <p:sp>
            <p:nvSpPr>
              <p:cNvPr id="27706" name="Line 59"/>
              <p:cNvSpPr/>
              <p:nvPr/>
            </p:nvSpPr>
            <p:spPr>
              <a:xfrm>
                <a:off x="1696" y="2808"/>
                <a:ext cx="64" cy="1"/>
              </a:xfrm>
              <a:prstGeom prst="line">
                <a:avLst/>
              </a:prstGeom>
              <a:ln w="12700" cap="flat" cmpd="sng">
                <a:solidFill>
                  <a:srgbClr val="000000"/>
                </a:solidFill>
                <a:prstDash val="solid"/>
                <a:headEnd type="none" w="med" len="med"/>
                <a:tailEnd type="none" w="med" len="med"/>
              </a:ln>
            </p:spPr>
          </p:sp>
          <p:sp>
            <p:nvSpPr>
              <p:cNvPr id="27707" name="Line 60"/>
              <p:cNvSpPr/>
              <p:nvPr/>
            </p:nvSpPr>
            <p:spPr>
              <a:xfrm>
                <a:off x="1840" y="2808"/>
                <a:ext cx="64" cy="1"/>
              </a:xfrm>
              <a:prstGeom prst="line">
                <a:avLst/>
              </a:prstGeom>
              <a:ln w="12700" cap="flat" cmpd="sng">
                <a:solidFill>
                  <a:srgbClr val="000000"/>
                </a:solidFill>
                <a:prstDash val="solid"/>
                <a:headEnd type="none" w="med" len="med"/>
                <a:tailEnd type="none" w="med" len="med"/>
              </a:ln>
            </p:spPr>
          </p:sp>
          <p:sp>
            <p:nvSpPr>
              <p:cNvPr id="27708" name="Line 61"/>
              <p:cNvSpPr/>
              <p:nvPr/>
            </p:nvSpPr>
            <p:spPr>
              <a:xfrm>
                <a:off x="1984" y="2808"/>
                <a:ext cx="64" cy="1"/>
              </a:xfrm>
              <a:prstGeom prst="line">
                <a:avLst/>
              </a:prstGeom>
              <a:ln w="12700" cap="flat" cmpd="sng">
                <a:solidFill>
                  <a:srgbClr val="000000"/>
                </a:solidFill>
                <a:prstDash val="solid"/>
                <a:headEnd type="none" w="med" len="med"/>
                <a:tailEnd type="none" w="med" len="med"/>
              </a:ln>
            </p:spPr>
          </p:sp>
          <p:sp>
            <p:nvSpPr>
              <p:cNvPr id="27709" name="Line 62"/>
              <p:cNvSpPr/>
              <p:nvPr/>
            </p:nvSpPr>
            <p:spPr>
              <a:xfrm>
                <a:off x="2128" y="2808"/>
                <a:ext cx="64" cy="1"/>
              </a:xfrm>
              <a:prstGeom prst="line">
                <a:avLst/>
              </a:prstGeom>
              <a:ln w="12700" cap="flat" cmpd="sng">
                <a:solidFill>
                  <a:srgbClr val="000000"/>
                </a:solidFill>
                <a:prstDash val="solid"/>
                <a:headEnd type="none" w="med" len="med"/>
                <a:tailEnd type="none" w="med" len="med"/>
              </a:ln>
            </p:spPr>
          </p:sp>
          <p:sp>
            <p:nvSpPr>
              <p:cNvPr id="27710" name="Line 63"/>
              <p:cNvSpPr/>
              <p:nvPr/>
            </p:nvSpPr>
            <p:spPr>
              <a:xfrm>
                <a:off x="2272" y="2808"/>
                <a:ext cx="64" cy="1"/>
              </a:xfrm>
              <a:prstGeom prst="line">
                <a:avLst/>
              </a:prstGeom>
              <a:ln w="12700" cap="flat" cmpd="sng">
                <a:solidFill>
                  <a:srgbClr val="000000"/>
                </a:solidFill>
                <a:prstDash val="solid"/>
                <a:headEnd type="none" w="med" len="med"/>
                <a:tailEnd type="none" w="med" len="med"/>
              </a:ln>
            </p:spPr>
          </p:sp>
          <p:sp>
            <p:nvSpPr>
              <p:cNvPr id="27711" name="Line 64"/>
              <p:cNvSpPr/>
              <p:nvPr/>
            </p:nvSpPr>
            <p:spPr>
              <a:xfrm>
                <a:off x="2416" y="2808"/>
                <a:ext cx="64" cy="1"/>
              </a:xfrm>
              <a:prstGeom prst="line">
                <a:avLst/>
              </a:prstGeom>
              <a:ln w="12700" cap="flat" cmpd="sng">
                <a:solidFill>
                  <a:srgbClr val="000000"/>
                </a:solidFill>
                <a:prstDash val="solid"/>
                <a:headEnd type="none" w="med" len="med"/>
                <a:tailEnd type="none" w="med" len="med"/>
              </a:ln>
            </p:spPr>
          </p:sp>
          <p:sp>
            <p:nvSpPr>
              <p:cNvPr id="27712" name="Line 65"/>
              <p:cNvSpPr/>
              <p:nvPr/>
            </p:nvSpPr>
            <p:spPr>
              <a:xfrm>
                <a:off x="2560" y="2808"/>
                <a:ext cx="64" cy="1"/>
              </a:xfrm>
              <a:prstGeom prst="line">
                <a:avLst/>
              </a:prstGeom>
              <a:ln w="12700" cap="flat" cmpd="sng">
                <a:solidFill>
                  <a:srgbClr val="000000"/>
                </a:solidFill>
                <a:prstDash val="solid"/>
                <a:headEnd type="none" w="med" len="med"/>
                <a:tailEnd type="none" w="med" len="med"/>
              </a:ln>
            </p:spPr>
          </p:sp>
          <p:sp>
            <p:nvSpPr>
              <p:cNvPr id="27713" name="Line 66"/>
              <p:cNvSpPr/>
              <p:nvPr/>
            </p:nvSpPr>
            <p:spPr>
              <a:xfrm>
                <a:off x="2704" y="2808"/>
                <a:ext cx="64" cy="1"/>
              </a:xfrm>
              <a:prstGeom prst="line">
                <a:avLst/>
              </a:prstGeom>
              <a:ln w="12700" cap="flat" cmpd="sng">
                <a:solidFill>
                  <a:srgbClr val="000000"/>
                </a:solidFill>
                <a:prstDash val="solid"/>
                <a:headEnd type="none" w="med" len="med"/>
                <a:tailEnd type="none" w="med" len="med"/>
              </a:ln>
            </p:spPr>
          </p:sp>
          <p:sp>
            <p:nvSpPr>
              <p:cNvPr id="27714" name="Line 67"/>
              <p:cNvSpPr/>
              <p:nvPr/>
            </p:nvSpPr>
            <p:spPr>
              <a:xfrm>
                <a:off x="2848" y="2808"/>
                <a:ext cx="64" cy="1"/>
              </a:xfrm>
              <a:prstGeom prst="line">
                <a:avLst/>
              </a:prstGeom>
              <a:ln w="12700" cap="flat" cmpd="sng">
                <a:solidFill>
                  <a:srgbClr val="000000"/>
                </a:solidFill>
                <a:prstDash val="solid"/>
                <a:headEnd type="none" w="med" len="med"/>
                <a:tailEnd type="none" w="med" len="med"/>
              </a:ln>
            </p:spPr>
          </p:sp>
          <p:sp>
            <p:nvSpPr>
              <p:cNvPr id="27715" name="Line 68"/>
              <p:cNvSpPr/>
              <p:nvPr/>
            </p:nvSpPr>
            <p:spPr>
              <a:xfrm>
                <a:off x="2992" y="2808"/>
                <a:ext cx="64" cy="1"/>
              </a:xfrm>
              <a:prstGeom prst="line">
                <a:avLst/>
              </a:prstGeom>
              <a:ln w="12700" cap="flat" cmpd="sng">
                <a:solidFill>
                  <a:srgbClr val="000000"/>
                </a:solidFill>
                <a:prstDash val="solid"/>
                <a:headEnd type="none" w="med" len="med"/>
                <a:tailEnd type="none" w="med" len="med"/>
              </a:ln>
            </p:spPr>
          </p:sp>
          <p:sp>
            <p:nvSpPr>
              <p:cNvPr id="27716" name="Line 69"/>
              <p:cNvSpPr/>
              <p:nvPr/>
            </p:nvSpPr>
            <p:spPr>
              <a:xfrm>
                <a:off x="3136" y="2808"/>
                <a:ext cx="64" cy="1"/>
              </a:xfrm>
              <a:prstGeom prst="line">
                <a:avLst/>
              </a:prstGeom>
              <a:ln w="12700" cap="flat" cmpd="sng">
                <a:solidFill>
                  <a:srgbClr val="000000"/>
                </a:solidFill>
                <a:prstDash val="solid"/>
                <a:headEnd type="none" w="med" len="med"/>
                <a:tailEnd type="none" w="med" len="med"/>
              </a:ln>
            </p:spPr>
          </p:sp>
          <p:sp>
            <p:nvSpPr>
              <p:cNvPr id="27717" name="Line 70"/>
              <p:cNvSpPr/>
              <p:nvPr/>
            </p:nvSpPr>
            <p:spPr>
              <a:xfrm>
                <a:off x="3280" y="2808"/>
                <a:ext cx="64" cy="1"/>
              </a:xfrm>
              <a:prstGeom prst="line">
                <a:avLst/>
              </a:prstGeom>
              <a:ln w="12700" cap="flat" cmpd="sng">
                <a:solidFill>
                  <a:srgbClr val="000000"/>
                </a:solidFill>
                <a:prstDash val="solid"/>
                <a:headEnd type="none" w="med" len="med"/>
                <a:tailEnd type="none" w="med" len="med"/>
              </a:ln>
            </p:spPr>
          </p:sp>
          <p:sp>
            <p:nvSpPr>
              <p:cNvPr id="27718" name="Line 71"/>
              <p:cNvSpPr/>
              <p:nvPr/>
            </p:nvSpPr>
            <p:spPr>
              <a:xfrm>
                <a:off x="3424" y="2808"/>
                <a:ext cx="64" cy="1"/>
              </a:xfrm>
              <a:prstGeom prst="line">
                <a:avLst/>
              </a:prstGeom>
              <a:ln w="12700" cap="flat" cmpd="sng">
                <a:solidFill>
                  <a:srgbClr val="000000"/>
                </a:solidFill>
                <a:prstDash val="solid"/>
                <a:headEnd type="none" w="med" len="med"/>
                <a:tailEnd type="none" w="med" len="med"/>
              </a:ln>
            </p:spPr>
          </p:sp>
          <p:sp>
            <p:nvSpPr>
              <p:cNvPr id="27719" name="Line 72"/>
              <p:cNvSpPr/>
              <p:nvPr/>
            </p:nvSpPr>
            <p:spPr>
              <a:xfrm>
                <a:off x="3568" y="2808"/>
                <a:ext cx="64" cy="1"/>
              </a:xfrm>
              <a:prstGeom prst="line">
                <a:avLst/>
              </a:prstGeom>
              <a:ln w="12700" cap="flat" cmpd="sng">
                <a:solidFill>
                  <a:srgbClr val="000000"/>
                </a:solidFill>
                <a:prstDash val="solid"/>
                <a:headEnd type="none" w="med" len="med"/>
                <a:tailEnd type="none" w="med" len="med"/>
              </a:ln>
            </p:spPr>
          </p:sp>
          <p:sp>
            <p:nvSpPr>
              <p:cNvPr id="27720" name="Line 73"/>
              <p:cNvSpPr/>
              <p:nvPr/>
            </p:nvSpPr>
            <p:spPr>
              <a:xfrm>
                <a:off x="3712" y="2808"/>
                <a:ext cx="64" cy="1"/>
              </a:xfrm>
              <a:prstGeom prst="line">
                <a:avLst/>
              </a:prstGeom>
              <a:ln w="12700" cap="flat" cmpd="sng">
                <a:solidFill>
                  <a:srgbClr val="000000"/>
                </a:solidFill>
                <a:prstDash val="solid"/>
                <a:headEnd type="none" w="med" len="med"/>
                <a:tailEnd type="none" w="med" len="med"/>
              </a:ln>
            </p:spPr>
          </p:sp>
          <p:sp>
            <p:nvSpPr>
              <p:cNvPr id="27721" name="Line 74"/>
              <p:cNvSpPr/>
              <p:nvPr/>
            </p:nvSpPr>
            <p:spPr>
              <a:xfrm>
                <a:off x="3856" y="2808"/>
                <a:ext cx="64" cy="1"/>
              </a:xfrm>
              <a:prstGeom prst="line">
                <a:avLst/>
              </a:prstGeom>
              <a:ln w="12700" cap="flat" cmpd="sng">
                <a:solidFill>
                  <a:srgbClr val="000000"/>
                </a:solidFill>
                <a:prstDash val="solid"/>
                <a:headEnd type="none" w="med" len="med"/>
                <a:tailEnd type="none" w="med" len="med"/>
              </a:ln>
            </p:spPr>
          </p:sp>
        </p:grpSp>
        <p:grpSp>
          <p:nvGrpSpPr>
            <p:cNvPr id="27665" name="Group 75"/>
            <p:cNvGrpSpPr/>
            <p:nvPr/>
          </p:nvGrpSpPr>
          <p:grpSpPr>
            <a:xfrm>
              <a:off x="672" y="2067"/>
              <a:ext cx="3048" cy="56"/>
              <a:chOff x="1008" y="1488"/>
              <a:chExt cx="3048" cy="56"/>
            </a:xfrm>
          </p:grpSpPr>
          <p:sp>
            <p:nvSpPr>
              <p:cNvPr id="27678" name="Freeform 76"/>
              <p:cNvSpPr/>
              <p:nvPr>
                <p:custDataLst>
                  <p:tags r:id="rId3"/>
                </p:custDataLst>
              </p:nvPr>
            </p:nvSpPr>
            <p:spPr>
              <a:xfrm>
                <a:off x="1008" y="1488"/>
                <a:ext cx="112" cy="56"/>
              </a:xfrm>
              <a:custGeom>
                <a:avLst/>
                <a:gdLst>
                  <a:gd name="txL" fmla="*/ 0 w 112"/>
                  <a:gd name="txT" fmla="*/ 0 h 56"/>
                  <a:gd name="txR" fmla="*/ 112 w 112"/>
                  <a:gd name="txB" fmla="*/ 56 h 56"/>
                </a:gdLst>
                <a:ahLst/>
                <a:cxnLst>
                  <a:cxn ang="0">
                    <a:pos x="0" y="32"/>
                  </a:cxn>
                  <a:cxn ang="0">
                    <a:pos x="112" y="0"/>
                  </a:cxn>
                  <a:cxn ang="0">
                    <a:pos x="112" y="32"/>
                  </a:cxn>
                  <a:cxn ang="0">
                    <a:pos x="112" y="56"/>
                  </a:cxn>
                  <a:cxn ang="0">
                    <a:pos x="0" y="32"/>
                  </a:cxn>
                </a:cxnLst>
                <a:rect l="txL" t="txT" r="txR" b="txB"/>
                <a:pathLst>
                  <a:path w="112" h="56">
                    <a:moveTo>
                      <a:pt x="0" y="32"/>
                    </a:moveTo>
                    <a:lnTo>
                      <a:pt x="112" y="0"/>
                    </a:lnTo>
                    <a:lnTo>
                      <a:pt x="112" y="32"/>
                    </a:lnTo>
                    <a:lnTo>
                      <a:pt x="112" y="56"/>
                    </a:lnTo>
                    <a:lnTo>
                      <a:pt x="0" y="3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7679" name="Freeform 77"/>
              <p:cNvSpPr/>
              <p:nvPr>
                <p:custDataLst>
                  <p:tags r:id="rId4"/>
                </p:custDataLst>
              </p:nvPr>
            </p:nvSpPr>
            <p:spPr>
              <a:xfrm>
                <a:off x="3944" y="1488"/>
                <a:ext cx="112" cy="56"/>
              </a:xfrm>
              <a:custGeom>
                <a:avLst/>
                <a:gdLst>
                  <a:gd name="txL" fmla="*/ 0 w 112"/>
                  <a:gd name="txT" fmla="*/ 0 h 56"/>
                  <a:gd name="txR" fmla="*/ 112 w 112"/>
                  <a:gd name="txB" fmla="*/ 56 h 56"/>
                </a:gdLst>
                <a:ahLst/>
                <a:cxnLst>
                  <a:cxn ang="0">
                    <a:pos x="112" y="32"/>
                  </a:cxn>
                  <a:cxn ang="0">
                    <a:pos x="0" y="56"/>
                  </a:cxn>
                  <a:cxn ang="0">
                    <a:pos x="0" y="32"/>
                  </a:cxn>
                  <a:cxn ang="0">
                    <a:pos x="0" y="0"/>
                  </a:cxn>
                  <a:cxn ang="0">
                    <a:pos x="112" y="32"/>
                  </a:cxn>
                </a:cxnLst>
                <a:rect l="txL" t="txT" r="txR" b="txB"/>
                <a:pathLst>
                  <a:path w="112" h="56">
                    <a:moveTo>
                      <a:pt x="112" y="32"/>
                    </a:moveTo>
                    <a:lnTo>
                      <a:pt x="0" y="56"/>
                    </a:lnTo>
                    <a:lnTo>
                      <a:pt x="0" y="32"/>
                    </a:lnTo>
                    <a:lnTo>
                      <a:pt x="0" y="0"/>
                    </a:lnTo>
                    <a:lnTo>
                      <a:pt x="112" y="3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7680" name="Line 78"/>
              <p:cNvSpPr/>
              <p:nvPr/>
            </p:nvSpPr>
            <p:spPr>
              <a:xfrm>
                <a:off x="1120" y="1520"/>
                <a:ext cx="64" cy="1"/>
              </a:xfrm>
              <a:prstGeom prst="line">
                <a:avLst/>
              </a:prstGeom>
              <a:ln w="12700" cap="flat" cmpd="sng">
                <a:solidFill>
                  <a:srgbClr val="000000"/>
                </a:solidFill>
                <a:prstDash val="solid"/>
                <a:headEnd type="none" w="med" len="med"/>
                <a:tailEnd type="none" w="med" len="med"/>
              </a:ln>
            </p:spPr>
          </p:sp>
          <p:sp>
            <p:nvSpPr>
              <p:cNvPr id="27681" name="Line 79"/>
              <p:cNvSpPr/>
              <p:nvPr/>
            </p:nvSpPr>
            <p:spPr>
              <a:xfrm>
                <a:off x="1264" y="1520"/>
                <a:ext cx="64" cy="1"/>
              </a:xfrm>
              <a:prstGeom prst="line">
                <a:avLst/>
              </a:prstGeom>
              <a:ln w="12700" cap="flat" cmpd="sng">
                <a:solidFill>
                  <a:srgbClr val="000000"/>
                </a:solidFill>
                <a:prstDash val="solid"/>
                <a:headEnd type="none" w="med" len="med"/>
                <a:tailEnd type="none" w="med" len="med"/>
              </a:ln>
            </p:spPr>
          </p:sp>
          <p:sp>
            <p:nvSpPr>
              <p:cNvPr id="27682" name="Line 80"/>
              <p:cNvSpPr/>
              <p:nvPr/>
            </p:nvSpPr>
            <p:spPr>
              <a:xfrm>
                <a:off x="1408" y="1520"/>
                <a:ext cx="64" cy="1"/>
              </a:xfrm>
              <a:prstGeom prst="line">
                <a:avLst/>
              </a:prstGeom>
              <a:ln w="12700" cap="flat" cmpd="sng">
                <a:solidFill>
                  <a:srgbClr val="000000"/>
                </a:solidFill>
                <a:prstDash val="solid"/>
                <a:headEnd type="none" w="med" len="med"/>
                <a:tailEnd type="none" w="med" len="med"/>
              </a:ln>
            </p:spPr>
          </p:sp>
          <p:sp>
            <p:nvSpPr>
              <p:cNvPr id="27683" name="Line 81"/>
              <p:cNvSpPr/>
              <p:nvPr/>
            </p:nvSpPr>
            <p:spPr>
              <a:xfrm>
                <a:off x="1552" y="1520"/>
                <a:ext cx="64" cy="1"/>
              </a:xfrm>
              <a:prstGeom prst="line">
                <a:avLst/>
              </a:prstGeom>
              <a:ln w="12700" cap="flat" cmpd="sng">
                <a:solidFill>
                  <a:srgbClr val="000000"/>
                </a:solidFill>
                <a:prstDash val="solid"/>
                <a:headEnd type="none" w="med" len="med"/>
                <a:tailEnd type="none" w="med" len="med"/>
              </a:ln>
            </p:spPr>
          </p:sp>
          <p:sp>
            <p:nvSpPr>
              <p:cNvPr id="27684" name="Line 82"/>
              <p:cNvSpPr/>
              <p:nvPr/>
            </p:nvSpPr>
            <p:spPr>
              <a:xfrm>
                <a:off x="1696" y="1520"/>
                <a:ext cx="64" cy="1"/>
              </a:xfrm>
              <a:prstGeom prst="line">
                <a:avLst/>
              </a:prstGeom>
              <a:ln w="12700" cap="flat" cmpd="sng">
                <a:solidFill>
                  <a:srgbClr val="000000"/>
                </a:solidFill>
                <a:prstDash val="solid"/>
                <a:headEnd type="none" w="med" len="med"/>
                <a:tailEnd type="none" w="med" len="med"/>
              </a:ln>
            </p:spPr>
          </p:sp>
          <p:sp>
            <p:nvSpPr>
              <p:cNvPr id="27685" name="Line 83"/>
              <p:cNvSpPr/>
              <p:nvPr/>
            </p:nvSpPr>
            <p:spPr>
              <a:xfrm>
                <a:off x="1840" y="1520"/>
                <a:ext cx="64" cy="1"/>
              </a:xfrm>
              <a:prstGeom prst="line">
                <a:avLst/>
              </a:prstGeom>
              <a:ln w="12700" cap="flat" cmpd="sng">
                <a:solidFill>
                  <a:srgbClr val="000000"/>
                </a:solidFill>
                <a:prstDash val="solid"/>
                <a:headEnd type="none" w="med" len="med"/>
                <a:tailEnd type="none" w="med" len="med"/>
              </a:ln>
            </p:spPr>
          </p:sp>
          <p:sp>
            <p:nvSpPr>
              <p:cNvPr id="27686" name="Line 84"/>
              <p:cNvSpPr/>
              <p:nvPr/>
            </p:nvSpPr>
            <p:spPr>
              <a:xfrm>
                <a:off x="1984" y="1520"/>
                <a:ext cx="64" cy="1"/>
              </a:xfrm>
              <a:prstGeom prst="line">
                <a:avLst/>
              </a:prstGeom>
              <a:ln w="12700" cap="flat" cmpd="sng">
                <a:solidFill>
                  <a:srgbClr val="000000"/>
                </a:solidFill>
                <a:prstDash val="solid"/>
                <a:headEnd type="none" w="med" len="med"/>
                <a:tailEnd type="none" w="med" len="med"/>
              </a:ln>
            </p:spPr>
          </p:sp>
          <p:sp>
            <p:nvSpPr>
              <p:cNvPr id="27687" name="Line 85"/>
              <p:cNvSpPr/>
              <p:nvPr/>
            </p:nvSpPr>
            <p:spPr>
              <a:xfrm>
                <a:off x="2128" y="1520"/>
                <a:ext cx="64" cy="1"/>
              </a:xfrm>
              <a:prstGeom prst="line">
                <a:avLst/>
              </a:prstGeom>
              <a:ln w="12700" cap="flat" cmpd="sng">
                <a:solidFill>
                  <a:srgbClr val="000000"/>
                </a:solidFill>
                <a:prstDash val="solid"/>
                <a:headEnd type="none" w="med" len="med"/>
                <a:tailEnd type="none" w="med" len="med"/>
              </a:ln>
            </p:spPr>
          </p:sp>
          <p:sp>
            <p:nvSpPr>
              <p:cNvPr id="27688" name="Line 86"/>
              <p:cNvSpPr/>
              <p:nvPr/>
            </p:nvSpPr>
            <p:spPr>
              <a:xfrm>
                <a:off x="2272" y="1520"/>
                <a:ext cx="64" cy="1"/>
              </a:xfrm>
              <a:prstGeom prst="line">
                <a:avLst/>
              </a:prstGeom>
              <a:ln w="12700" cap="flat" cmpd="sng">
                <a:solidFill>
                  <a:srgbClr val="000000"/>
                </a:solidFill>
                <a:prstDash val="solid"/>
                <a:headEnd type="none" w="med" len="med"/>
                <a:tailEnd type="none" w="med" len="med"/>
              </a:ln>
            </p:spPr>
          </p:sp>
          <p:sp>
            <p:nvSpPr>
              <p:cNvPr id="27689" name="Line 87"/>
              <p:cNvSpPr/>
              <p:nvPr/>
            </p:nvSpPr>
            <p:spPr>
              <a:xfrm>
                <a:off x="2416" y="1520"/>
                <a:ext cx="64" cy="1"/>
              </a:xfrm>
              <a:prstGeom prst="line">
                <a:avLst/>
              </a:prstGeom>
              <a:ln w="12700" cap="flat" cmpd="sng">
                <a:solidFill>
                  <a:srgbClr val="000000"/>
                </a:solidFill>
                <a:prstDash val="solid"/>
                <a:headEnd type="none" w="med" len="med"/>
                <a:tailEnd type="none" w="med" len="med"/>
              </a:ln>
            </p:spPr>
          </p:sp>
          <p:sp>
            <p:nvSpPr>
              <p:cNvPr id="27690" name="Line 88"/>
              <p:cNvSpPr/>
              <p:nvPr/>
            </p:nvSpPr>
            <p:spPr>
              <a:xfrm>
                <a:off x="2560" y="1520"/>
                <a:ext cx="64" cy="1"/>
              </a:xfrm>
              <a:prstGeom prst="line">
                <a:avLst/>
              </a:prstGeom>
              <a:ln w="12700" cap="flat" cmpd="sng">
                <a:solidFill>
                  <a:srgbClr val="000000"/>
                </a:solidFill>
                <a:prstDash val="solid"/>
                <a:headEnd type="none" w="med" len="med"/>
                <a:tailEnd type="none" w="med" len="med"/>
              </a:ln>
            </p:spPr>
          </p:sp>
          <p:sp>
            <p:nvSpPr>
              <p:cNvPr id="27691" name="Line 89"/>
              <p:cNvSpPr/>
              <p:nvPr/>
            </p:nvSpPr>
            <p:spPr>
              <a:xfrm>
                <a:off x="2704" y="1520"/>
                <a:ext cx="64" cy="1"/>
              </a:xfrm>
              <a:prstGeom prst="line">
                <a:avLst/>
              </a:prstGeom>
              <a:ln w="12700" cap="flat" cmpd="sng">
                <a:solidFill>
                  <a:srgbClr val="000000"/>
                </a:solidFill>
                <a:prstDash val="solid"/>
                <a:headEnd type="none" w="med" len="med"/>
                <a:tailEnd type="none" w="med" len="med"/>
              </a:ln>
            </p:spPr>
          </p:sp>
          <p:sp>
            <p:nvSpPr>
              <p:cNvPr id="27692" name="Line 90"/>
              <p:cNvSpPr/>
              <p:nvPr/>
            </p:nvSpPr>
            <p:spPr>
              <a:xfrm>
                <a:off x="2848" y="1520"/>
                <a:ext cx="64" cy="1"/>
              </a:xfrm>
              <a:prstGeom prst="line">
                <a:avLst/>
              </a:prstGeom>
              <a:ln w="12700" cap="flat" cmpd="sng">
                <a:solidFill>
                  <a:srgbClr val="000000"/>
                </a:solidFill>
                <a:prstDash val="solid"/>
                <a:headEnd type="none" w="med" len="med"/>
                <a:tailEnd type="none" w="med" len="med"/>
              </a:ln>
            </p:spPr>
          </p:sp>
          <p:sp>
            <p:nvSpPr>
              <p:cNvPr id="27693" name="Line 91"/>
              <p:cNvSpPr/>
              <p:nvPr/>
            </p:nvSpPr>
            <p:spPr>
              <a:xfrm>
                <a:off x="2992" y="1520"/>
                <a:ext cx="64" cy="1"/>
              </a:xfrm>
              <a:prstGeom prst="line">
                <a:avLst/>
              </a:prstGeom>
              <a:ln w="12700" cap="flat" cmpd="sng">
                <a:solidFill>
                  <a:srgbClr val="000000"/>
                </a:solidFill>
                <a:prstDash val="solid"/>
                <a:headEnd type="none" w="med" len="med"/>
                <a:tailEnd type="none" w="med" len="med"/>
              </a:ln>
            </p:spPr>
          </p:sp>
          <p:sp>
            <p:nvSpPr>
              <p:cNvPr id="27694" name="Line 92"/>
              <p:cNvSpPr/>
              <p:nvPr/>
            </p:nvSpPr>
            <p:spPr>
              <a:xfrm>
                <a:off x="3136" y="1520"/>
                <a:ext cx="64" cy="1"/>
              </a:xfrm>
              <a:prstGeom prst="line">
                <a:avLst/>
              </a:prstGeom>
              <a:ln w="12700" cap="flat" cmpd="sng">
                <a:solidFill>
                  <a:srgbClr val="000000"/>
                </a:solidFill>
                <a:prstDash val="solid"/>
                <a:headEnd type="none" w="med" len="med"/>
                <a:tailEnd type="none" w="med" len="med"/>
              </a:ln>
            </p:spPr>
          </p:sp>
          <p:sp>
            <p:nvSpPr>
              <p:cNvPr id="27695" name="Line 93"/>
              <p:cNvSpPr/>
              <p:nvPr/>
            </p:nvSpPr>
            <p:spPr>
              <a:xfrm>
                <a:off x="3280" y="1520"/>
                <a:ext cx="64" cy="1"/>
              </a:xfrm>
              <a:prstGeom prst="line">
                <a:avLst/>
              </a:prstGeom>
              <a:ln w="12700" cap="flat" cmpd="sng">
                <a:solidFill>
                  <a:srgbClr val="000000"/>
                </a:solidFill>
                <a:prstDash val="solid"/>
                <a:headEnd type="none" w="med" len="med"/>
                <a:tailEnd type="none" w="med" len="med"/>
              </a:ln>
            </p:spPr>
          </p:sp>
          <p:sp>
            <p:nvSpPr>
              <p:cNvPr id="27696" name="Line 94"/>
              <p:cNvSpPr/>
              <p:nvPr/>
            </p:nvSpPr>
            <p:spPr>
              <a:xfrm>
                <a:off x="3424" y="1520"/>
                <a:ext cx="64" cy="1"/>
              </a:xfrm>
              <a:prstGeom prst="line">
                <a:avLst/>
              </a:prstGeom>
              <a:ln w="12700" cap="flat" cmpd="sng">
                <a:solidFill>
                  <a:srgbClr val="000000"/>
                </a:solidFill>
                <a:prstDash val="solid"/>
                <a:headEnd type="none" w="med" len="med"/>
                <a:tailEnd type="none" w="med" len="med"/>
              </a:ln>
            </p:spPr>
          </p:sp>
          <p:sp>
            <p:nvSpPr>
              <p:cNvPr id="27697" name="Line 95"/>
              <p:cNvSpPr/>
              <p:nvPr/>
            </p:nvSpPr>
            <p:spPr>
              <a:xfrm>
                <a:off x="3568" y="1520"/>
                <a:ext cx="64" cy="1"/>
              </a:xfrm>
              <a:prstGeom prst="line">
                <a:avLst/>
              </a:prstGeom>
              <a:ln w="12700" cap="flat" cmpd="sng">
                <a:solidFill>
                  <a:srgbClr val="000000"/>
                </a:solidFill>
                <a:prstDash val="solid"/>
                <a:headEnd type="none" w="med" len="med"/>
                <a:tailEnd type="none" w="med" len="med"/>
              </a:ln>
            </p:spPr>
          </p:sp>
          <p:sp>
            <p:nvSpPr>
              <p:cNvPr id="27698" name="Line 96"/>
              <p:cNvSpPr/>
              <p:nvPr/>
            </p:nvSpPr>
            <p:spPr>
              <a:xfrm>
                <a:off x="3712" y="1520"/>
                <a:ext cx="64" cy="1"/>
              </a:xfrm>
              <a:prstGeom prst="line">
                <a:avLst/>
              </a:prstGeom>
              <a:ln w="12700" cap="flat" cmpd="sng">
                <a:solidFill>
                  <a:srgbClr val="000000"/>
                </a:solidFill>
                <a:prstDash val="solid"/>
                <a:headEnd type="none" w="med" len="med"/>
                <a:tailEnd type="none" w="med" len="med"/>
              </a:ln>
            </p:spPr>
          </p:sp>
          <p:sp>
            <p:nvSpPr>
              <p:cNvPr id="27699" name="Line 97"/>
              <p:cNvSpPr/>
              <p:nvPr/>
            </p:nvSpPr>
            <p:spPr>
              <a:xfrm>
                <a:off x="3856" y="1520"/>
                <a:ext cx="64" cy="1"/>
              </a:xfrm>
              <a:prstGeom prst="line">
                <a:avLst/>
              </a:prstGeom>
              <a:ln w="12700" cap="flat" cmpd="sng">
                <a:solidFill>
                  <a:srgbClr val="000000"/>
                </a:solidFill>
                <a:prstDash val="solid"/>
                <a:headEnd type="none" w="med" len="med"/>
                <a:tailEnd type="none" w="med" len="med"/>
              </a:ln>
            </p:spPr>
          </p:sp>
        </p:grpSp>
        <p:sp>
          <p:nvSpPr>
            <p:cNvPr id="27666" name="Rectangle 98"/>
            <p:cNvSpPr/>
            <p:nvPr/>
          </p:nvSpPr>
          <p:spPr>
            <a:xfrm>
              <a:off x="1400" y="3971"/>
              <a:ext cx="92" cy="201"/>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a</a:t>
              </a:r>
            </a:p>
          </p:txBody>
        </p:sp>
        <p:sp>
          <p:nvSpPr>
            <p:cNvPr id="27667" name="Rectangle 99"/>
            <p:cNvSpPr/>
            <p:nvPr/>
          </p:nvSpPr>
          <p:spPr>
            <a:xfrm>
              <a:off x="3272" y="3915"/>
              <a:ext cx="107" cy="201"/>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b</a:t>
              </a:r>
            </a:p>
          </p:txBody>
        </p:sp>
        <p:sp>
          <p:nvSpPr>
            <p:cNvPr id="27668" name="Rectangle 100"/>
            <p:cNvSpPr/>
            <p:nvPr/>
          </p:nvSpPr>
          <p:spPr>
            <a:xfrm>
              <a:off x="768" y="3275"/>
              <a:ext cx="83" cy="201"/>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c</a:t>
              </a:r>
            </a:p>
          </p:txBody>
        </p:sp>
        <p:sp>
          <p:nvSpPr>
            <p:cNvPr id="27669" name="Rectangle 101"/>
            <p:cNvSpPr/>
            <p:nvPr/>
          </p:nvSpPr>
          <p:spPr>
            <a:xfrm>
              <a:off x="793" y="1955"/>
              <a:ext cx="107" cy="201"/>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d</a:t>
              </a:r>
            </a:p>
          </p:txBody>
        </p:sp>
        <p:grpSp>
          <p:nvGrpSpPr>
            <p:cNvPr id="27670" name="Group 102"/>
            <p:cNvGrpSpPr/>
            <p:nvPr/>
          </p:nvGrpSpPr>
          <p:grpSpPr>
            <a:xfrm>
              <a:off x="753" y="1478"/>
              <a:ext cx="176" cy="249"/>
              <a:chOff x="1285" y="808"/>
              <a:chExt cx="176" cy="249"/>
            </a:xfrm>
          </p:grpSpPr>
          <p:sp>
            <p:nvSpPr>
              <p:cNvPr id="27676" name="Rectangle 103"/>
              <p:cNvSpPr/>
              <p:nvPr/>
            </p:nvSpPr>
            <p:spPr>
              <a:xfrm>
                <a:off x="1285" y="808"/>
                <a:ext cx="94" cy="201"/>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x</a:t>
                </a:r>
              </a:p>
            </p:txBody>
          </p:sp>
          <p:sp>
            <p:nvSpPr>
              <p:cNvPr id="27677" name="Rectangle 104"/>
              <p:cNvSpPr/>
              <p:nvPr/>
            </p:nvSpPr>
            <p:spPr>
              <a:xfrm>
                <a:off x="1361" y="856"/>
                <a:ext cx="100" cy="201"/>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2</a:t>
                </a:r>
              </a:p>
            </p:txBody>
          </p:sp>
        </p:grpSp>
        <p:grpSp>
          <p:nvGrpSpPr>
            <p:cNvPr id="27671" name="Group 105"/>
            <p:cNvGrpSpPr/>
            <p:nvPr/>
          </p:nvGrpSpPr>
          <p:grpSpPr>
            <a:xfrm>
              <a:off x="4209" y="3763"/>
              <a:ext cx="175" cy="249"/>
              <a:chOff x="4701" y="3320"/>
              <a:chExt cx="175" cy="249"/>
            </a:xfrm>
          </p:grpSpPr>
          <p:sp>
            <p:nvSpPr>
              <p:cNvPr id="27674" name="Rectangle 106"/>
              <p:cNvSpPr/>
              <p:nvPr/>
            </p:nvSpPr>
            <p:spPr>
              <a:xfrm>
                <a:off x="4701" y="3320"/>
                <a:ext cx="94" cy="201"/>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x</a:t>
                </a:r>
              </a:p>
            </p:txBody>
          </p:sp>
          <p:sp>
            <p:nvSpPr>
              <p:cNvPr id="27675" name="Rectangle 107"/>
              <p:cNvSpPr/>
              <p:nvPr/>
            </p:nvSpPr>
            <p:spPr>
              <a:xfrm>
                <a:off x="4776" y="3368"/>
                <a:ext cx="100" cy="201"/>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1</a:t>
                </a:r>
              </a:p>
            </p:txBody>
          </p:sp>
        </p:grpSp>
        <p:sp>
          <p:nvSpPr>
            <p:cNvPr id="27672" name="Rectangle 108"/>
            <p:cNvSpPr/>
            <p:nvPr>
              <p:custDataLst>
                <p:tags r:id="rId1"/>
              </p:custDataLst>
            </p:nvPr>
          </p:nvSpPr>
          <p:spPr>
            <a:xfrm>
              <a:off x="1344" y="2123"/>
              <a:ext cx="1824" cy="1248"/>
            </a:xfrm>
            <a:prstGeom prst="rect">
              <a:avLst/>
            </a:prstGeom>
            <a:blipFill rotWithShape="0">
              <a:blip r:embed="rId14"/>
            </a:blipFill>
            <a:ln w="9525">
              <a:noFill/>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27673" name="Oval 109"/>
            <p:cNvSpPr>
              <a:spLocks noChangeAspect="1"/>
            </p:cNvSpPr>
            <p:nvPr>
              <p:custDataLst>
                <p:tags r:id="rId2"/>
              </p:custDataLst>
            </p:nvPr>
          </p:nvSpPr>
          <p:spPr>
            <a:xfrm>
              <a:off x="1872" y="2640"/>
              <a:ext cx="96" cy="96"/>
            </a:xfrm>
            <a:prstGeom prst="ellipse">
              <a:avLst/>
            </a:prstGeom>
            <a:solidFill>
              <a:schemeClr val="dk1"/>
            </a:solidFill>
            <a:ln w="9525" cap="flat" cmpd="sng">
              <a:solidFill>
                <a:schemeClr val="dk1"/>
              </a:solidFill>
              <a:prstDash val="solid"/>
              <a:headEnd type="none" w="med" len="med"/>
              <a:tailEnd type="none" w="med" len="med"/>
            </a:ln>
          </p:spPr>
          <p:txBody>
            <a:bodyPr wrap="none" lIns="0" tIns="0" rIns="0" bIns="0" anchor="ctr" anchorCtr="0"/>
            <a:lstStyle/>
            <a:p>
              <a:endParaRPr lang="zh-CN" altLang="en-US" sz="1350" dirty="0">
                <a:solidFill>
                  <a:schemeClr val="dk1"/>
                </a:solidFill>
                <a:latin typeface="微软雅黑" panose="020B0503020204020204" charset="-122"/>
                <a:ea typeface="微软雅黑" panose="020B0503020204020204" charset="-122"/>
              </a:endParaRPr>
            </a:p>
          </p:txBody>
        </p:sp>
      </p:grpSp>
      <p:grpSp>
        <p:nvGrpSpPr>
          <p:cNvPr id="11" name="Group 110"/>
          <p:cNvGrpSpPr/>
          <p:nvPr/>
        </p:nvGrpSpPr>
        <p:grpSpPr>
          <a:xfrm>
            <a:off x="5943599" y="2197893"/>
            <a:ext cx="1926431" cy="946547"/>
            <a:chOff x="4032" y="1846"/>
            <a:chExt cx="1618" cy="795"/>
          </a:xfrm>
        </p:grpSpPr>
        <p:sp>
          <p:nvSpPr>
            <p:cNvPr id="27656" name="Rectangle 111"/>
            <p:cNvSpPr/>
            <p:nvPr/>
          </p:nvSpPr>
          <p:spPr>
            <a:xfrm>
              <a:off x="4032" y="1846"/>
              <a:ext cx="1379" cy="174"/>
            </a:xfrm>
            <a:prstGeom prst="rect">
              <a:avLst/>
            </a:prstGeom>
            <a:noFill/>
            <a:ln w="9525">
              <a:noFill/>
            </a:ln>
          </p:spPr>
          <p:txBody>
            <a:bodyPr wrap="none" lIns="0" tIns="0" rIns="0" bIns="0">
              <a:spAutoFit/>
            </a:bodyPr>
            <a:lstStyle/>
            <a:p>
              <a:r>
                <a:rPr lang="zh-CN" altLang="en-US" sz="1350" b="1" dirty="0">
                  <a:solidFill>
                    <a:srgbClr val="0000FF"/>
                  </a:solidFill>
                  <a:latin typeface="微软雅黑" panose="020B0503020204020204" charset="-122"/>
                  <a:ea typeface="微软雅黑" panose="020B0503020204020204" charset="-122"/>
                  <a:cs typeface="微软雅黑" panose="020B0503020204020204" charset="-122"/>
                </a:rPr>
                <a:t>有效值：</a:t>
              </a:r>
              <a:r>
                <a:rPr lang="en-US" altLang="zh-CN" sz="1350" b="1" dirty="0">
                  <a:solidFill>
                    <a:srgbClr val="0000FF"/>
                  </a:solidFill>
                  <a:latin typeface="微软雅黑" panose="020B0503020204020204" charset="-122"/>
                  <a:ea typeface="微软雅黑" panose="020B0503020204020204" charset="-122"/>
                  <a:cs typeface="微软雅黑" panose="020B0503020204020204" charset="-122"/>
                </a:rPr>
                <a:t>a&lt;=x1&lt;=b</a:t>
              </a:r>
            </a:p>
          </p:txBody>
        </p:sp>
        <p:sp>
          <p:nvSpPr>
            <p:cNvPr id="27657" name="Rectangle 112"/>
            <p:cNvSpPr/>
            <p:nvPr/>
          </p:nvSpPr>
          <p:spPr>
            <a:xfrm>
              <a:off x="4032" y="2267"/>
              <a:ext cx="1618" cy="174"/>
            </a:xfrm>
            <a:prstGeom prst="rect">
              <a:avLst/>
            </a:prstGeom>
            <a:noFill/>
            <a:ln w="9525">
              <a:noFill/>
            </a:ln>
          </p:spPr>
          <p:txBody>
            <a:bodyPr wrap="none" lIns="0" tIns="0" rIns="0" bIns="0">
              <a:spAutoFit/>
            </a:bodyPr>
            <a:lstStyle/>
            <a:p>
              <a:r>
                <a:rPr lang="zh-CN" altLang="en-US" sz="1350" b="1" dirty="0">
                  <a:solidFill>
                    <a:srgbClr val="0000FF"/>
                  </a:solidFill>
                  <a:latin typeface="微软雅黑" panose="020B0503020204020204" charset="-122"/>
                  <a:ea typeface="微软雅黑" panose="020B0503020204020204" charset="-122"/>
                  <a:cs typeface="微软雅黑" panose="020B0503020204020204" charset="-122"/>
                </a:rPr>
                <a:t>无效值：</a:t>
              </a:r>
              <a:r>
                <a:rPr lang="en-US" altLang="zh-CN" sz="1350" b="1" dirty="0">
                  <a:solidFill>
                    <a:srgbClr val="0000FF"/>
                  </a:solidFill>
                  <a:latin typeface="微软雅黑" panose="020B0503020204020204" charset="-122"/>
                  <a:ea typeface="微软雅黑" panose="020B0503020204020204" charset="-122"/>
                  <a:cs typeface="微软雅黑" panose="020B0503020204020204" charset="-122"/>
                </a:rPr>
                <a:t>x1&lt;a, or x1&gt;b</a:t>
              </a:r>
            </a:p>
          </p:txBody>
        </p:sp>
        <p:sp>
          <p:nvSpPr>
            <p:cNvPr id="27658" name="Rectangle 113"/>
            <p:cNvSpPr/>
            <p:nvPr/>
          </p:nvSpPr>
          <p:spPr>
            <a:xfrm>
              <a:off x="4032" y="2046"/>
              <a:ext cx="1371" cy="174"/>
            </a:xfrm>
            <a:prstGeom prst="rect">
              <a:avLst/>
            </a:prstGeom>
            <a:noFill/>
            <a:ln w="9525">
              <a:noFill/>
            </a:ln>
          </p:spPr>
          <p:txBody>
            <a:bodyPr wrap="none" lIns="0" tIns="0" rIns="0" bIns="0">
              <a:spAutoFit/>
            </a:bodyPr>
            <a:lstStyle/>
            <a:p>
              <a:r>
                <a:rPr lang="zh-CN" altLang="en-US" sz="1350" b="1" dirty="0">
                  <a:solidFill>
                    <a:srgbClr val="0000FF"/>
                  </a:solidFill>
                  <a:latin typeface="微软雅黑" panose="020B0503020204020204" charset="-122"/>
                  <a:ea typeface="微软雅黑" panose="020B0503020204020204" charset="-122"/>
                  <a:cs typeface="微软雅黑" panose="020B0503020204020204" charset="-122"/>
                </a:rPr>
                <a:t>有效值：</a:t>
              </a:r>
              <a:r>
                <a:rPr lang="en-US" altLang="zh-CN" sz="1350" b="1" dirty="0">
                  <a:solidFill>
                    <a:srgbClr val="0000FF"/>
                  </a:solidFill>
                  <a:latin typeface="微软雅黑" panose="020B0503020204020204" charset="-122"/>
                  <a:ea typeface="微软雅黑" panose="020B0503020204020204" charset="-122"/>
                  <a:cs typeface="微软雅黑" panose="020B0503020204020204" charset="-122"/>
                </a:rPr>
                <a:t>c&lt;=x2&lt;=d</a:t>
              </a:r>
            </a:p>
          </p:txBody>
        </p:sp>
        <p:sp>
          <p:nvSpPr>
            <p:cNvPr id="27659" name="Rectangle 114"/>
            <p:cNvSpPr/>
            <p:nvPr/>
          </p:nvSpPr>
          <p:spPr>
            <a:xfrm>
              <a:off x="4032" y="2467"/>
              <a:ext cx="1610" cy="174"/>
            </a:xfrm>
            <a:prstGeom prst="rect">
              <a:avLst/>
            </a:prstGeom>
            <a:noFill/>
            <a:ln w="9525">
              <a:noFill/>
            </a:ln>
          </p:spPr>
          <p:txBody>
            <a:bodyPr wrap="none" lIns="0" tIns="0" rIns="0" bIns="0">
              <a:spAutoFit/>
            </a:bodyPr>
            <a:lstStyle/>
            <a:p>
              <a:r>
                <a:rPr lang="zh-CN" altLang="en-US" sz="1350" b="1" dirty="0">
                  <a:solidFill>
                    <a:srgbClr val="0000FF"/>
                  </a:solidFill>
                  <a:latin typeface="微软雅黑" panose="020B0503020204020204" charset="-122"/>
                  <a:ea typeface="微软雅黑" panose="020B0503020204020204" charset="-122"/>
                  <a:cs typeface="微软雅黑" panose="020B0503020204020204" charset="-122"/>
                </a:rPr>
                <a:t>无效值：</a:t>
              </a:r>
              <a:r>
                <a:rPr lang="en-US" altLang="zh-CN" sz="1350" b="1" dirty="0">
                  <a:solidFill>
                    <a:srgbClr val="0000FF"/>
                  </a:solidFill>
                  <a:latin typeface="微软雅黑" panose="020B0503020204020204" charset="-122"/>
                  <a:ea typeface="微软雅黑" panose="020B0503020204020204" charset="-122"/>
                  <a:cs typeface="微软雅黑" panose="020B0503020204020204" charset="-122"/>
                </a:rPr>
                <a:t>x2&lt;c, or x2&gt;d</a:t>
              </a:r>
            </a:p>
          </p:txBody>
        </p:sp>
      </p:grpSp>
      <p:sp>
        <p:nvSpPr>
          <p:cNvPr id="267379" name="Rectangle 115"/>
          <p:cNvSpPr/>
          <p:nvPr/>
        </p:nvSpPr>
        <p:spPr>
          <a:xfrm>
            <a:off x="5748338" y="1653541"/>
            <a:ext cx="2077492" cy="276999"/>
          </a:xfrm>
          <a:prstGeom prst="rect">
            <a:avLst/>
          </a:prstGeom>
          <a:noFill/>
          <a:ln w="9525">
            <a:noFill/>
          </a:ln>
        </p:spPr>
        <p:txBody>
          <a:bodyPr wrap="none" lIns="0" tIns="0" rIns="0" bIns="0">
            <a:spAutoFit/>
          </a:bodyPr>
          <a:lstStyle/>
          <a:p>
            <a:r>
              <a:rPr lang="zh-CN" altLang="en-US" b="1" dirty="0">
                <a:solidFill>
                  <a:srgbClr val="0000FF"/>
                </a:solidFill>
                <a:latin typeface="微软雅黑" panose="020B0503020204020204" charset="-122"/>
                <a:ea typeface="微软雅黑" panose="020B0503020204020204" charset="-122"/>
              </a:rPr>
              <a:t>与弱一般等价类相同</a:t>
            </a:r>
          </a:p>
        </p:txBody>
      </p:sp>
      <p:sp>
        <p:nvSpPr>
          <p:cNvPr id="264194" name="Rectangle 2"/>
          <p:cNvSpPr>
            <a:spLocks noGrp="1" noChangeArrowheads="1"/>
          </p:cNvSpPr>
          <p:nvPr>
            <p:ph type="title"/>
          </p:nvPr>
        </p:nvSpPr>
        <p:spPr>
          <a:xfrm>
            <a:off x="1439704" y="303848"/>
            <a:ext cx="5617369" cy="756285"/>
          </a:xfrm>
          <a:noFill/>
          <a:ln>
            <a:noFill/>
          </a:ln>
          <a:extLst>
            <a:ext uri="{909E8E84-426E-40DD-AFC4-6F175D3DCCD1}">
              <a14:hiddenFill xmlns:a14="http://schemas.microsoft.com/office/drawing/2010/main">
                <a:solidFill>
                  <a:srgbClr val="FFCC00"/>
                </a:solidFill>
              </a14:hiddenFill>
            </a:ext>
          </a:extLst>
        </p:spPr>
        <p:txBody>
          <a:bodyPr vert="horz" wrap="square" lIns="68580" tIns="34290" rIns="68580" bIns="34290" numCol="1" rtlCol="0" anchor="ctr" anchorCtr="0" compatLnSpc="1">
            <a:normAutofit/>
          </a:bodyPr>
          <a:lstStyle/>
          <a:p>
            <a:pPr algn="just" eaLnBrk="0" fontAlgn="base" hangingPunct="0">
              <a:lnSpc>
                <a:spcPct val="100000"/>
              </a:lnSpc>
              <a:buClrTx/>
            </a:pPr>
            <a:r>
              <a:rPr kumimoji="0" lang="zh-CN" altLang="en-US" sz="2925">
                <a:solidFill>
                  <a:schemeClr val="accent1">
                    <a:lumMod val="75000"/>
                  </a:schemeClr>
                </a:solidFill>
                <a:latin typeface="微软雅黑" panose="020B0503020204020204" charset="-122"/>
                <a:cs typeface="微软雅黑" panose="020B0503020204020204" charset="-122"/>
              </a:rPr>
              <a:t>测试用例设计</a:t>
            </a:r>
            <a:r>
              <a:rPr kumimoji="0" sz="2925">
                <a:solidFill>
                  <a:schemeClr val="accent1">
                    <a:lumMod val="75000"/>
                  </a:schemeClr>
                </a:solidFill>
                <a:latin typeface="微软雅黑" panose="020B0503020204020204" charset="-122"/>
                <a:cs typeface="微软雅黑" panose="020B0503020204020204" charset="-122"/>
              </a:rPr>
              <a:t>--</a:t>
            </a:r>
            <a:r>
              <a:rPr kumimoji="0" lang="zh-CN" altLang="en-US" sz="2925">
                <a:solidFill>
                  <a:schemeClr val="accent1">
                    <a:lumMod val="75000"/>
                  </a:schemeClr>
                </a:solidFill>
                <a:latin typeface="微软雅黑" panose="020B0503020204020204" charset="-122"/>
                <a:cs typeface="微软雅黑" panose="020B0503020204020204" charset="-122"/>
              </a:rPr>
              <a:t>强一般等价类</a:t>
            </a:r>
          </a:p>
        </p:txBody>
      </p:sp>
      <p:sp>
        <p:nvSpPr>
          <p:cNvPr id="2" name="日期占位符 1"/>
          <p:cNvSpPr>
            <a:spLocks noGrp="1"/>
          </p:cNvSpPr>
          <p:nvPr>
            <p:ph type="dt" sz="half" idx="10"/>
          </p:nvPr>
        </p:nvSpPr>
        <p:spPr/>
        <p:txBody>
          <a:bodyPr/>
          <a:lstStyle/>
          <a:p>
            <a:fld id="{760FBDFE-C587-4B4C-A407-44438C67B59E}" type="datetime1">
              <a:rPr lang="zh-CN" altLang="en-US" smtClean="0">
                <a:latin typeface="微软雅黑" panose="020B0503020204020204" charset="-122"/>
                <a:ea typeface="微软雅黑" panose="020B0503020204020204" charset="-122"/>
              </a:rPr>
              <a:t>2024/3/12</a:t>
            </a:fld>
            <a:endParaRPr lang="zh-CN" altLang="en-US">
              <a:latin typeface="微软雅黑" panose="020B0503020204020204" charset="-122"/>
              <a:ea typeface="微软雅黑" panose="020B0503020204020204" charset="-122"/>
            </a:endParaRPr>
          </a:p>
        </p:txBody>
      </p:sp>
      <p:sp>
        <p:nvSpPr>
          <p:cNvPr id="3" name="灯片编号占位符 2"/>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fld id="{49AE70B2-8BF9-45C0-BB95-33D1B9D3A854}" type="slidenum">
              <a:rPr lang="zh-CN" altLang="en-US" smtClean="0"/>
              <a:pPr/>
              <a:t>92</a:t>
            </a:fld>
            <a:endParaRPr lang="zh-CN" altLang="en-US">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267379"/>
                                        </p:tgtEl>
                                        <p:attrNameLst>
                                          <p:attrName>style.visibility</p:attrName>
                                        </p:attrNameLst>
                                      </p:cBhvr>
                                      <p:to>
                                        <p:strVal val="visible"/>
                                      </p:to>
                                    </p:set>
                                    <p:anim calcmode="lin" valueType="num">
                                      <p:cBhvr>
                                        <p:cTn id="7" dur="500" fill="hold"/>
                                        <p:tgtEl>
                                          <p:spTgt spid="267379"/>
                                        </p:tgtEl>
                                        <p:attrNameLst>
                                          <p:attrName>ppt_w</p:attrName>
                                        </p:attrNameLst>
                                      </p:cBhvr>
                                      <p:tavLst>
                                        <p:tav tm="0">
                                          <p:val>
                                            <p:fltVal val="0"/>
                                          </p:val>
                                        </p:tav>
                                        <p:tav tm="100000">
                                          <p:val>
                                            <p:strVal val="#ppt_w"/>
                                          </p:val>
                                        </p:tav>
                                      </p:tavLst>
                                    </p:anim>
                                    <p:anim calcmode="lin" valueType="num">
                                      <p:cBhvr>
                                        <p:cTn id="8" dur="500" fill="hold"/>
                                        <p:tgtEl>
                                          <p:spTgt spid="267379"/>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12" presetClass="entr" presetSubtype="4" fill="hold" nodeType="after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slide(fromBottom)">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7379" grpId="0"/>
    </p:bldLst>
  </p:timing>
</p:sld>
</file>

<file path=ppt/slides/slide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676" name="Rectangle 12"/>
          <p:cNvSpPr>
            <a:spLocks noGrp="1"/>
          </p:cNvSpPr>
          <p:nvPr>
            <p:ph idx="1"/>
          </p:nvPr>
        </p:nvSpPr>
        <p:spPr>
          <a:xfrm>
            <a:off x="1657350" y="1136809"/>
            <a:ext cx="5829300" cy="3263741"/>
          </a:xfrm>
        </p:spPr>
        <p:txBody>
          <a:bodyPr vert="horz" wrap="square" lIns="68580" tIns="34290" rIns="68580" bIns="34290" rtlCol="0" anchor="t" anchorCtr="0">
            <a:normAutofit/>
          </a:bodyPr>
          <a:lstStyle/>
          <a:p>
            <a:pPr algn="l" eaLnBrk="1" hangingPunct="1">
              <a:buClrTx/>
              <a:buSzTx/>
            </a:pPr>
            <a:r>
              <a:rPr lang="zh-CN" altLang="en-US" b="1" u="sng" dirty="0">
                <a:latin typeface="微软雅黑" panose="020B0503020204020204" charset="-122"/>
              </a:rPr>
              <a:t>基于多缺陷、正常值（一般）</a:t>
            </a:r>
          </a:p>
        </p:txBody>
      </p:sp>
      <p:grpSp>
        <p:nvGrpSpPr>
          <p:cNvPr id="28677" name="Group 13"/>
          <p:cNvGrpSpPr/>
          <p:nvPr/>
        </p:nvGrpSpPr>
        <p:grpSpPr>
          <a:xfrm>
            <a:off x="1543050" y="1590675"/>
            <a:ext cx="4998244" cy="3381375"/>
            <a:chOff x="336" y="1336"/>
            <a:chExt cx="4198" cy="2840"/>
          </a:xfrm>
        </p:grpSpPr>
        <p:grpSp>
          <p:nvGrpSpPr>
            <p:cNvPr id="28685" name="Group 14"/>
            <p:cNvGrpSpPr/>
            <p:nvPr/>
          </p:nvGrpSpPr>
          <p:grpSpPr>
            <a:xfrm>
              <a:off x="616" y="1400"/>
              <a:ext cx="72" cy="2504"/>
              <a:chOff x="616" y="688"/>
              <a:chExt cx="72" cy="2504"/>
            </a:xfrm>
          </p:grpSpPr>
          <p:sp>
            <p:nvSpPr>
              <p:cNvPr id="28888" name="Freeform 15"/>
              <p:cNvSpPr/>
              <p:nvPr>
                <p:custDataLst>
                  <p:tags r:id="rId23"/>
                </p:custDataLst>
              </p:nvPr>
            </p:nvSpPr>
            <p:spPr>
              <a:xfrm>
                <a:off x="616" y="688"/>
                <a:ext cx="72" cy="112"/>
              </a:xfrm>
              <a:custGeom>
                <a:avLst/>
                <a:gdLst>
                  <a:gd name="txL" fmla="*/ 0 w 72"/>
                  <a:gd name="txT" fmla="*/ 0 h 112"/>
                  <a:gd name="txR" fmla="*/ 72 w 72"/>
                  <a:gd name="txB" fmla="*/ 112 h 112"/>
                </a:gdLst>
                <a:ahLst/>
                <a:cxnLst>
                  <a:cxn ang="0">
                    <a:pos x="32" y="0"/>
                  </a:cxn>
                  <a:cxn ang="0">
                    <a:pos x="72" y="112"/>
                  </a:cxn>
                  <a:cxn ang="0">
                    <a:pos x="32" y="72"/>
                  </a:cxn>
                  <a:cxn ang="0">
                    <a:pos x="0" y="112"/>
                  </a:cxn>
                  <a:cxn ang="0">
                    <a:pos x="32" y="0"/>
                  </a:cxn>
                </a:cxnLst>
                <a:rect l="txL" t="txT" r="txR" b="txB"/>
                <a:pathLst>
                  <a:path w="72" h="112">
                    <a:moveTo>
                      <a:pt x="32" y="0"/>
                    </a:moveTo>
                    <a:lnTo>
                      <a:pt x="72" y="112"/>
                    </a:lnTo>
                    <a:lnTo>
                      <a:pt x="32" y="72"/>
                    </a:lnTo>
                    <a:lnTo>
                      <a:pt x="0" y="112"/>
                    </a:lnTo>
                    <a:lnTo>
                      <a:pt x="32" y="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8889" name="Line 16"/>
              <p:cNvSpPr/>
              <p:nvPr/>
            </p:nvSpPr>
            <p:spPr>
              <a:xfrm flipV="1">
                <a:off x="648" y="760"/>
                <a:ext cx="1" cy="2432"/>
              </a:xfrm>
              <a:prstGeom prst="line">
                <a:avLst/>
              </a:prstGeom>
              <a:ln w="12700" cap="flat" cmpd="sng">
                <a:solidFill>
                  <a:srgbClr val="000000"/>
                </a:solidFill>
                <a:prstDash val="solid"/>
                <a:headEnd type="none" w="med" len="med"/>
                <a:tailEnd type="none" w="med" len="med"/>
              </a:ln>
            </p:spPr>
          </p:sp>
        </p:grpSp>
        <p:grpSp>
          <p:nvGrpSpPr>
            <p:cNvPr id="28686" name="Group 17"/>
            <p:cNvGrpSpPr/>
            <p:nvPr/>
          </p:nvGrpSpPr>
          <p:grpSpPr>
            <a:xfrm>
              <a:off x="512" y="3696"/>
              <a:ext cx="3952" cy="47"/>
              <a:chOff x="512" y="2984"/>
              <a:chExt cx="4928" cy="72"/>
            </a:xfrm>
          </p:grpSpPr>
          <p:sp>
            <p:nvSpPr>
              <p:cNvPr id="28886" name="Freeform 18"/>
              <p:cNvSpPr/>
              <p:nvPr>
                <p:custDataLst>
                  <p:tags r:id="rId22"/>
                </p:custDataLst>
              </p:nvPr>
            </p:nvSpPr>
            <p:spPr>
              <a:xfrm>
                <a:off x="5328" y="2984"/>
                <a:ext cx="112" cy="72"/>
              </a:xfrm>
              <a:custGeom>
                <a:avLst/>
                <a:gdLst>
                  <a:gd name="txL" fmla="*/ 0 w 112"/>
                  <a:gd name="txT" fmla="*/ 0 h 72"/>
                  <a:gd name="txR" fmla="*/ 112 w 112"/>
                  <a:gd name="txB" fmla="*/ 72 h 72"/>
                </a:gdLst>
                <a:ahLst/>
                <a:cxnLst>
                  <a:cxn ang="0">
                    <a:pos x="112" y="32"/>
                  </a:cxn>
                  <a:cxn ang="0">
                    <a:pos x="0" y="72"/>
                  </a:cxn>
                  <a:cxn ang="0">
                    <a:pos x="40" y="32"/>
                  </a:cxn>
                  <a:cxn ang="0">
                    <a:pos x="0" y="0"/>
                  </a:cxn>
                  <a:cxn ang="0">
                    <a:pos x="112" y="32"/>
                  </a:cxn>
                </a:cxnLst>
                <a:rect l="txL" t="txT" r="txR" b="txB"/>
                <a:pathLst>
                  <a:path w="112" h="72">
                    <a:moveTo>
                      <a:pt x="112" y="32"/>
                    </a:moveTo>
                    <a:lnTo>
                      <a:pt x="0" y="72"/>
                    </a:lnTo>
                    <a:lnTo>
                      <a:pt x="40" y="32"/>
                    </a:lnTo>
                    <a:lnTo>
                      <a:pt x="0" y="0"/>
                    </a:lnTo>
                    <a:lnTo>
                      <a:pt x="112" y="3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8887" name="Line 19"/>
              <p:cNvSpPr/>
              <p:nvPr/>
            </p:nvSpPr>
            <p:spPr>
              <a:xfrm>
                <a:off x="512" y="3016"/>
                <a:ext cx="4856" cy="1"/>
              </a:xfrm>
              <a:prstGeom prst="line">
                <a:avLst/>
              </a:prstGeom>
              <a:ln w="12700" cap="flat" cmpd="sng">
                <a:solidFill>
                  <a:srgbClr val="000000"/>
                </a:solidFill>
                <a:prstDash val="solid"/>
                <a:headEnd type="none" w="med" len="med"/>
                <a:tailEnd type="none" w="med" len="med"/>
              </a:ln>
            </p:spPr>
          </p:sp>
        </p:grpSp>
        <p:grpSp>
          <p:nvGrpSpPr>
            <p:cNvPr id="28687" name="Group 20"/>
            <p:cNvGrpSpPr/>
            <p:nvPr/>
          </p:nvGrpSpPr>
          <p:grpSpPr>
            <a:xfrm>
              <a:off x="336" y="3256"/>
              <a:ext cx="3888" cy="48"/>
              <a:chOff x="336" y="2544"/>
              <a:chExt cx="4520" cy="56"/>
            </a:xfrm>
          </p:grpSpPr>
          <p:sp>
            <p:nvSpPr>
              <p:cNvPr id="28854" name="Freeform 21"/>
              <p:cNvSpPr/>
              <p:nvPr>
                <p:custDataLst>
                  <p:tags r:id="rId20"/>
                </p:custDataLst>
              </p:nvPr>
            </p:nvSpPr>
            <p:spPr>
              <a:xfrm>
                <a:off x="336" y="2544"/>
                <a:ext cx="112" cy="56"/>
              </a:xfrm>
              <a:custGeom>
                <a:avLst/>
                <a:gdLst>
                  <a:gd name="txL" fmla="*/ 0 w 112"/>
                  <a:gd name="txT" fmla="*/ 0 h 56"/>
                  <a:gd name="txR" fmla="*/ 112 w 112"/>
                  <a:gd name="txB" fmla="*/ 56 h 56"/>
                </a:gdLst>
                <a:ahLst/>
                <a:cxnLst>
                  <a:cxn ang="0">
                    <a:pos x="0" y="32"/>
                  </a:cxn>
                  <a:cxn ang="0">
                    <a:pos x="112" y="0"/>
                  </a:cxn>
                  <a:cxn ang="0">
                    <a:pos x="112" y="32"/>
                  </a:cxn>
                  <a:cxn ang="0">
                    <a:pos x="112" y="56"/>
                  </a:cxn>
                  <a:cxn ang="0">
                    <a:pos x="0" y="32"/>
                  </a:cxn>
                </a:cxnLst>
                <a:rect l="txL" t="txT" r="txR" b="txB"/>
                <a:pathLst>
                  <a:path w="112" h="56">
                    <a:moveTo>
                      <a:pt x="0" y="32"/>
                    </a:moveTo>
                    <a:lnTo>
                      <a:pt x="112" y="0"/>
                    </a:lnTo>
                    <a:lnTo>
                      <a:pt x="112" y="32"/>
                    </a:lnTo>
                    <a:lnTo>
                      <a:pt x="112" y="56"/>
                    </a:lnTo>
                    <a:lnTo>
                      <a:pt x="0" y="3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8855" name="Freeform 22"/>
              <p:cNvSpPr/>
              <p:nvPr>
                <p:custDataLst>
                  <p:tags r:id="rId21"/>
                </p:custDataLst>
              </p:nvPr>
            </p:nvSpPr>
            <p:spPr>
              <a:xfrm>
                <a:off x="4744" y="2544"/>
                <a:ext cx="112" cy="56"/>
              </a:xfrm>
              <a:custGeom>
                <a:avLst/>
                <a:gdLst>
                  <a:gd name="txL" fmla="*/ 0 w 112"/>
                  <a:gd name="txT" fmla="*/ 0 h 56"/>
                  <a:gd name="txR" fmla="*/ 112 w 112"/>
                  <a:gd name="txB" fmla="*/ 56 h 56"/>
                </a:gdLst>
                <a:ahLst/>
                <a:cxnLst>
                  <a:cxn ang="0">
                    <a:pos x="112" y="32"/>
                  </a:cxn>
                  <a:cxn ang="0">
                    <a:pos x="0" y="56"/>
                  </a:cxn>
                  <a:cxn ang="0">
                    <a:pos x="0" y="32"/>
                  </a:cxn>
                  <a:cxn ang="0">
                    <a:pos x="0" y="0"/>
                  </a:cxn>
                  <a:cxn ang="0">
                    <a:pos x="112" y="32"/>
                  </a:cxn>
                </a:cxnLst>
                <a:rect l="txL" t="txT" r="txR" b="txB"/>
                <a:pathLst>
                  <a:path w="112" h="56">
                    <a:moveTo>
                      <a:pt x="112" y="32"/>
                    </a:moveTo>
                    <a:lnTo>
                      <a:pt x="0" y="56"/>
                    </a:lnTo>
                    <a:lnTo>
                      <a:pt x="0" y="32"/>
                    </a:lnTo>
                    <a:lnTo>
                      <a:pt x="0" y="0"/>
                    </a:lnTo>
                    <a:lnTo>
                      <a:pt x="112" y="3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8856" name="Line 23"/>
              <p:cNvSpPr/>
              <p:nvPr/>
            </p:nvSpPr>
            <p:spPr>
              <a:xfrm>
                <a:off x="448" y="2576"/>
                <a:ext cx="64" cy="1"/>
              </a:xfrm>
              <a:prstGeom prst="line">
                <a:avLst/>
              </a:prstGeom>
              <a:ln w="12700" cap="flat" cmpd="sng">
                <a:solidFill>
                  <a:srgbClr val="000000"/>
                </a:solidFill>
                <a:prstDash val="solid"/>
                <a:headEnd type="none" w="med" len="med"/>
                <a:tailEnd type="none" w="med" len="med"/>
              </a:ln>
            </p:spPr>
          </p:sp>
          <p:sp>
            <p:nvSpPr>
              <p:cNvPr id="28857" name="Line 24"/>
              <p:cNvSpPr/>
              <p:nvPr/>
            </p:nvSpPr>
            <p:spPr>
              <a:xfrm>
                <a:off x="592" y="2576"/>
                <a:ext cx="64" cy="1"/>
              </a:xfrm>
              <a:prstGeom prst="line">
                <a:avLst/>
              </a:prstGeom>
              <a:ln w="12700" cap="flat" cmpd="sng">
                <a:solidFill>
                  <a:srgbClr val="000000"/>
                </a:solidFill>
                <a:prstDash val="solid"/>
                <a:headEnd type="none" w="med" len="med"/>
                <a:tailEnd type="none" w="med" len="med"/>
              </a:ln>
            </p:spPr>
          </p:sp>
          <p:sp>
            <p:nvSpPr>
              <p:cNvPr id="28858" name="Line 25"/>
              <p:cNvSpPr/>
              <p:nvPr/>
            </p:nvSpPr>
            <p:spPr>
              <a:xfrm>
                <a:off x="736" y="2576"/>
                <a:ext cx="64" cy="1"/>
              </a:xfrm>
              <a:prstGeom prst="line">
                <a:avLst/>
              </a:prstGeom>
              <a:ln w="12700" cap="flat" cmpd="sng">
                <a:solidFill>
                  <a:srgbClr val="000000"/>
                </a:solidFill>
                <a:prstDash val="solid"/>
                <a:headEnd type="none" w="med" len="med"/>
                <a:tailEnd type="none" w="med" len="med"/>
              </a:ln>
            </p:spPr>
          </p:sp>
          <p:sp>
            <p:nvSpPr>
              <p:cNvPr id="28859" name="Line 26"/>
              <p:cNvSpPr/>
              <p:nvPr/>
            </p:nvSpPr>
            <p:spPr>
              <a:xfrm>
                <a:off x="880" y="2576"/>
                <a:ext cx="64" cy="1"/>
              </a:xfrm>
              <a:prstGeom prst="line">
                <a:avLst/>
              </a:prstGeom>
              <a:ln w="12700" cap="flat" cmpd="sng">
                <a:solidFill>
                  <a:srgbClr val="000000"/>
                </a:solidFill>
                <a:prstDash val="solid"/>
                <a:headEnd type="none" w="med" len="med"/>
                <a:tailEnd type="none" w="med" len="med"/>
              </a:ln>
            </p:spPr>
          </p:sp>
          <p:sp>
            <p:nvSpPr>
              <p:cNvPr id="28860" name="Line 27"/>
              <p:cNvSpPr/>
              <p:nvPr/>
            </p:nvSpPr>
            <p:spPr>
              <a:xfrm>
                <a:off x="1024" y="2576"/>
                <a:ext cx="64" cy="1"/>
              </a:xfrm>
              <a:prstGeom prst="line">
                <a:avLst/>
              </a:prstGeom>
              <a:ln w="12700" cap="flat" cmpd="sng">
                <a:solidFill>
                  <a:srgbClr val="000000"/>
                </a:solidFill>
                <a:prstDash val="solid"/>
                <a:headEnd type="none" w="med" len="med"/>
                <a:tailEnd type="none" w="med" len="med"/>
              </a:ln>
            </p:spPr>
          </p:sp>
          <p:sp>
            <p:nvSpPr>
              <p:cNvPr id="28861" name="Line 28"/>
              <p:cNvSpPr/>
              <p:nvPr/>
            </p:nvSpPr>
            <p:spPr>
              <a:xfrm>
                <a:off x="1168" y="2576"/>
                <a:ext cx="64" cy="1"/>
              </a:xfrm>
              <a:prstGeom prst="line">
                <a:avLst/>
              </a:prstGeom>
              <a:ln w="12700" cap="flat" cmpd="sng">
                <a:solidFill>
                  <a:srgbClr val="000000"/>
                </a:solidFill>
                <a:prstDash val="solid"/>
                <a:headEnd type="none" w="med" len="med"/>
                <a:tailEnd type="none" w="med" len="med"/>
              </a:ln>
            </p:spPr>
          </p:sp>
          <p:sp>
            <p:nvSpPr>
              <p:cNvPr id="28862" name="Line 29"/>
              <p:cNvSpPr/>
              <p:nvPr/>
            </p:nvSpPr>
            <p:spPr>
              <a:xfrm>
                <a:off x="1312" y="2576"/>
                <a:ext cx="64" cy="1"/>
              </a:xfrm>
              <a:prstGeom prst="line">
                <a:avLst/>
              </a:prstGeom>
              <a:ln w="12700" cap="flat" cmpd="sng">
                <a:solidFill>
                  <a:srgbClr val="000000"/>
                </a:solidFill>
                <a:prstDash val="solid"/>
                <a:headEnd type="none" w="med" len="med"/>
                <a:tailEnd type="none" w="med" len="med"/>
              </a:ln>
            </p:spPr>
          </p:sp>
          <p:sp>
            <p:nvSpPr>
              <p:cNvPr id="28863" name="Line 30"/>
              <p:cNvSpPr/>
              <p:nvPr/>
            </p:nvSpPr>
            <p:spPr>
              <a:xfrm>
                <a:off x="1456" y="2576"/>
                <a:ext cx="64" cy="1"/>
              </a:xfrm>
              <a:prstGeom prst="line">
                <a:avLst/>
              </a:prstGeom>
              <a:ln w="12700" cap="flat" cmpd="sng">
                <a:solidFill>
                  <a:srgbClr val="000000"/>
                </a:solidFill>
                <a:prstDash val="solid"/>
                <a:headEnd type="none" w="med" len="med"/>
                <a:tailEnd type="none" w="med" len="med"/>
              </a:ln>
            </p:spPr>
          </p:sp>
          <p:sp>
            <p:nvSpPr>
              <p:cNvPr id="28864" name="Line 31"/>
              <p:cNvSpPr/>
              <p:nvPr/>
            </p:nvSpPr>
            <p:spPr>
              <a:xfrm>
                <a:off x="1600" y="2576"/>
                <a:ext cx="64" cy="1"/>
              </a:xfrm>
              <a:prstGeom prst="line">
                <a:avLst/>
              </a:prstGeom>
              <a:ln w="12700" cap="flat" cmpd="sng">
                <a:solidFill>
                  <a:srgbClr val="000000"/>
                </a:solidFill>
                <a:prstDash val="solid"/>
                <a:headEnd type="none" w="med" len="med"/>
                <a:tailEnd type="none" w="med" len="med"/>
              </a:ln>
            </p:spPr>
          </p:sp>
          <p:sp>
            <p:nvSpPr>
              <p:cNvPr id="28865" name="Line 32"/>
              <p:cNvSpPr/>
              <p:nvPr/>
            </p:nvSpPr>
            <p:spPr>
              <a:xfrm>
                <a:off x="1744" y="2576"/>
                <a:ext cx="64" cy="1"/>
              </a:xfrm>
              <a:prstGeom prst="line">
                <a:avLst/>
              </a:prstGeom>
              <a:ln w="12700" cap="flat" cmpd="sng">
                <a:solidFill>
                  <a:srgbClr val="000000"/>
                </a:solidFill>
                <a:prstDash val="solid"/>
                <a:headEnd type="none" w="med" len="med"/>
                <a:tailEnd type="none" w="med" len="med"/>
              </a:ln>
            </p:spPr>
          </p:sp>
          <p:sp>
            <p:nvSpPr>
              <p:cNvPr id="28866" name="Line 33"/>
              <p:cNvSpPr/>
              <p:nvPr/>
            </p:nvSpPr>
            <p:spPr>
              <a:xfrm>
                <a:off x="1888" y="2576"/>
                <a:ext cx="64" cy="1"/>
              </a:xfrm>
              <a:prstGeom prst="line">
                <a:avLst/>
              </a:prstGeom>
              <a:ln w="12700" cap="flat" cmpd="sng">
                <a:solidFill>
                  <a:srgbClr val="000000"/>
                </a:solidFill>
                <a:prstDash val="solid"/>
                <a:headEnd type="none" w="med" len="med"/>
                <a:tailEnd type="none" w="med" len="med"/>
              </a:ln>
            </p:spPr>
          </p:sp>
          <p:sp>
            <p:nvSpPr>
              <p:cNvPr id="28867" name="Line 34"/>
              <p:cNvSpPr/>
              <p:nvPr/>
            </p:nvSpPr>
            <p:spPr>
              <a:xfrm>
                <a:off x="2032" y="2576"/>
                <a:ext cx="64" cy="1"/>
              </a:xfrm>
              <a:prstGeom prst="line">
                <a:avLst/>
              </a:prstGeom>
              <a:ln w="12700" cap="flat" cmpd="sng">
                <a:solidFill>
                  <a:srgbClr val="000000"/>
                </a:solidFill>
                <a:prstDash val="solid"/>
                <a:headEnd type="none" w="med" len="med"/>
                <a:tailEnd type="none" w="med" len="med"/>
              </a:ln>
            </p:spPr>
          </p:sp>
          <p:sp>
            <p:nvSpPr>
              <p:cNvPr id="28868" name="Line 35"/>
              <p:cNvSpPr/>
              <p:nvPr/>
            </p:nvSpPr>
            <p:spPr>
              <a:xfrm>
                <a:off x="2176" y="2576"/>
                <a:ext cx="64" cy="1"/>
              </a:xfrm>
              <a:prstGeom prst="line">
                <a:avLst/>
              </a:prstGeom>
              <a:ln w="12700" cap="flat" cmpd="sng">
                <a:solidFill>
                  <a:srgbClr val="000000"/>
                </a:solidFill>
                <a:prstDash val="solid"/>
                <a:headEnd type="none" w="med" len="med"/>
                <a:tailEnd type="none" w="med" len="med"/>
              </a:ln>
            </p:spPr>
          </p:sp>
          <p:sp>
            <p:nvSpPr>
              <p:cNvPr id="28869" name="Line 36"/>
              <p:cNvSpPr/>
              <p:nvPr/>
            </p:nvSpPr>
            <p:spPr>
              <a:xfrm>
                <a:off x="2320" y="2576"/>
                <a:ext cx="64" cy="1"/>
              </a:xfrm>
              <a:prstGeom prst="line">
                <a:avLst/>
              </a:prstGeom>
              <a:ln w="12700" cap="flat" cmpd="sng">
                <a:solidFill>
                  <a:srgbClr val="000000"/>
                </a:solidFill>
                <a:prstDash val="solid"/>
                <a:headEnd type="none" w="med" len="med"/>
                <a:tailEnd type="none" w="med" len="med"/>
              </a:ln>
            </p:spPr>
          </p:sp>
          <p:sp>
            <p:nvSpPr>
              <p:cNvPr id="28870" name="Line 37"/>
              <p:cNvSpPr/>
              <p:nvPr/>
            </p:nvSpPr>
            <p:spPr>
              <a:xfrm>
                <a:off x="2464" y="2576"/>
                <a:ext cx="64" cy="1"/>
              </a:xfrm>
              <a:prstGeom prst="line">
                <a:avLst/>
              </a:prstGeom>
              <a:ln w="12700" cap="flat" cmpd="sng">
                <a:solidFill>
                  <a:srgbClr val="000000"/>
                </a:solidFill>
                <a:prstDash val="solid"/>
                <a:headEnd type="none" w="med" len="med"/>
                <a:tailEnd type="none" w="med" len="med"/>
              </a:ln>
            </p:spPr>
          </p:sp>
          <p:sp>
            <p:nvSpPr>
              <p:cNvPr id="28871" name="Line 38"/>
              <p:cNvSpPr/>
              <p:nvPr/>
            </p:nvSpPr>
            <p:spPr>
              <a:xfrm>
                <a:off x="2608" y="2576"/>
                <a:ext cx="64" cy="1"/>
              </a:xfrm>
              <a:prstGeom prst="line">
                <a:avLst/>
              </a:prstGeom>
              <a:ln w="12700" cap="flat" cmpd="sng">
                <a:solidFill>
                  <a:srgbClr val="000000"/>
                </a:solidFill>
                <a:prstDash val="solid"/>
                <a:headEnd type="none" w="med" len="med"/>
                <a:tailEnd type="none" w="med" len="med"/>
              </a:ln>
            </p:spPr>
          </p:sp>
          <p:sp>
            <p:nvSpPr>
              <p:cNvPr id="28872" name="Line 39"/>
              <p:cNvSpPr/>
              <p:nvPr/>
            </p:nvSpPr>
            <p:spPr>
              <a:xfrm>
                <a:off x="2752" y="2576"/>
                <a:ext cx="64" cy="1"/>
              </a:xfrm>
              <a:prstGeom prst="line">
                <a:avLst/>
              </a:prstGeom>
              <a:ln w="12700" cap="flat" cmpd="sng">
                <a:solidFill>
                  <a:srgbClr val="000000"/>
                </a:solidFill>
                <a:prstDash val="solid"/>
                <a:headEnd type="none" w="med" len="med"/>
                <a:tailEnd type="none" w="med" len="med"/>
              </a:ln>
            </p:spPr>
          </p:sp>
          <p:sp>
            <p:nvSpPr>
              <p:cNvPr id="28873" name="Line 40"/>
              <p:cNvSpPr/>
              <p:nvPr/>
            </p:nvSpPr>
            <p:spPr>
              <a:xfrm>
                <a:off x="2896" y="2576"/>
                <a:ext cx="64" cy="1"/>
              </a:xfrm>
              <a:prstGeom prst="line">
                <a:avLst/>
              </a:prstGeom>
              <a:ln w="12700" cap="flat" cmpd="sng">
                <a:solidFill>
                  <a:srgbClr val="000000"/>
                </a:solidFill>
                <a:prstDash val="solid"/>
                <a:headEnd type="none" w="med" len="med"/>
                <a:tailEnd type="none" w="med" len="med"/>
              </a:ln>
            </p:spPr>
          </p:sp>
          <p:sp>
            <p:nvSpPr>
              <p:cNvPr id="28874" name="Line 41"/>
              <p:cNvSpPr/>
              <p:nvPr/>
            </p:nvSpPr>
            <p:spPr>
              <a:xfrm>
                <a:off x="3040" y="2576"/>
                <a:ext cx="64" cy="1"/>
              </a:xfrm>
              <a:prstGeom prst="line">
                <a:avLst/>
              </a:prstGeom>
              <a:ln w="12700" cap="flat" cmpd="sng">
                <a:solidFill>
                  <a:srgbClr val="000000"/>
                </a:solidFill>
                <a:prstDash val="solid"/>
                <a:headEnd type="none" w="med" len="med"/>
                <a:tailEnd type="none" w="med" len="med"/>
              </a:ln>
            </p:spPr>
          </p:sp>
          <p:sp>
            <p:nvSpPr>
              <p:cNvPr id="28875" name="Line 42"/>
              <p:cNvSpPr/>
              <p:nvPr/>
            </p:nvSpPr>
            <p:spPr>
              <a:xfrm>
                <a:off x="3184" y="2576"/>
                <a:ext cx="64" cy="1"/>
              </a:xfrm>
              <a:prstGeom prst="line">
                <a:avLst/>
              </a:prstGeom>
              <a:ln w="12700" cap="flat" cmpd="sng">
                <a:solidFill>
                  <a:srgbClr val="000000"/>
                </a:solidFill>
                <a:prstDash val="solid"/>
                <a:headEnd type="none" w="med" len="med"/>
                <a:tailEnd type="none" w="med" len="med"/>
              </a:ln>
            </p:spPr>
          </p:sp>
          <p:sp>
            <p:nvSpPr>
              <p:cNvPr id="28876" name="Line 43"/>
              <p:cNvSpPr/>
              <p:nvPr/>
            </p:nvSpPr>
            <p:spPr>
              <a:xfrm>
                <a:off x="3328" y="2576"/>
                <a:ext cx="64" cy="1"/>
              </a:xfrm>
              <a:prstGeom prst="line">
                <a:avLst/>
              </a:prstGeom>
              <a:ln w="12700" cap="flat" cmpd="sng">
                <a:solidFill>
                  <a:srgbClr val="000000"/>
                </a:solidFill>
                <a:prstDash val="solid"/>
                <a:headEnd type="none" w="med" len="med"/>
                <a:tailEnd type="none" w="med" len="med"/>
              </a:ln>
            </p:spPr>
          </p:sp>
          <p:sp>
            <p:nvSpPr>
              <p:cNvPr id="28877" name="Line 44"/>
              <p:cNvSpPr/>
              <p:nvPr/>
            </p:nvSpPr>
            <p:spPr>
              <a:xfrm>
                <a:off x="3472" y="2576"/>
                <a:ext cx="64" cy="1"/>
              </a:xfrm>
              <a:prstGeom prst="line">
                <a:avLst/>
              </a:prstGeom>
              <a:ln w="12700" cap="flat" cmpd="sng">
                <a:solidFill>
                  <a:srgbClr val="000000"/>
                </a:solidFill>
                <a:prstDash val="solid"/>
                <a:headEnd type="none" w="med" len="med"/>
                <a:tailEnd type="none" w="med" len="med"/>
              </a:ln>
            </p:spPr>
          </p:sp>
          <p:sp>
            <p:nvSpPr>
              <p:cNvPr id="28878" name="Line 45"/>
              <p:cNvSpPr/>
              <p:nvPr/>
            </p:nvSpPr>
            <p:spPr>
              <a:xfrm>
                <a:off x="3616" y="2576"/>
                <a:ext cx="64" cy="1"/>
              </a:xfrm>
              <a:prstGeom prst="line">
                <a:avLst/>
              </a:prstGeom>
              <a:ln w="12700" cap="flat" cmpd="sng">
                <a:solidFill>
                  <a:srgbClr val="000000"/>
                </a:solidFill>
                <a:prstDash val="solid"/>
                <a:headEnd type="none" w="med" len="med"/>
                <a:tailEnd type="none" w="med" len="med"/>
              </a:ln>
            </p:spPr>
          </p:sp>
          <p:sp>
            <p:nvSpPr>
              <p:cNvPr id="28879" name="Line 46"/>
              <p:cNvSpPr/>
              <p:nvPr/>
            </p:nvSpPr>
            <p:spPr>
              <a:xfrm>
                <a:off x="3760" y="2576"/>
                <a:ext cx="64" cy="1"/>
              </a:xfrm>
              <a:prstGeom prst="line">
                <a:avLst/>
              </a:prstGeom>
              <a:ln w="12700" cap="flat" cmpd="sng">
                <a:solidFill>
                  <a:srgbClr val="000000"/>
                </a:solidFill>
                <a:prstDash val="solid"/>
                <a:headEnd type="none" w="med" len="med"/>
                <a:tailEnd type="none" w="med" len="med"/>
              </a:ln>
            </p:spPr>
          </p:sp>
          <p:sp>
            <p:nvSpPr>
              <p:cNvPr id="28880" name="Line 47"/>
              <p:cNvSpPr/>
              <p:nvPr/>
            </p:nvSpPr>
            <p:spPr>
              <a:xfrm>
                <a:off x="3904" y="2576"/>
                <a:ext cx="64" cy="1"/>
              </a:xfrm>
              <a:prstGeom prst="line">
                <a:avLst/>
              </a:prstGeom>
              <a:ln w="12700" cap="flat" cmpd="sng">
                <a:solidFill>
                  <a:srgbClr val="000000"/>
                </a:solidFill>
                <a:prstDash val="solid"/>
                <a:headEnd type="none" w="med" len="med"/>
                <a:tailEnd type="none" w="med" len="med"/>
              </a:ln>
            </p:spPr>
          </p:sp>
          <p:sp>
            <p:nvSpPr>
              <p:cNvPr id="28881" name="Line 48"/>
              <p:cNvSpPr/>
              <p:nvPr/>
            </p:nvSpPr>
            <p:spPr>
              <a:xfrm>
                <a:off x="4048" y="2576"/>
                <a:ext cx="64" cy="1"/>
              </a:xfrm>
              <a:prstGeom prst="line">
                <a:avLst/>
              </a:prstGeom>
              <a:ln w="12700" cap="flat" cmpd="sng">
                <a:solidFill>
                  <a:srgbClr val="000000"/>
                </a:solidFill>
                <a:prstDash val="solid"/>
                <a:headEnd type="none" w="med" len="med"/>
                <a:tailEnd type="none" w="med" len="med"/>
              </a:ln>
            </p:spPr>
          </p:sp>
          <p:sp>
            <p:nvSpPr>
              <p:cNvPr id="28882" name="Line 49"/>
              <p:cNvSpPr/>
              <p:nvPr/>
            </p:nvSpPr>
            <p:spPr>
              <a:xfrm>
                <a:off x="4192" y="2576"/>
                <a:ext cx="64" cy="1"/>
              </a:xfrm>
              <a:prstGeom prst="line">
                <a:avLst/>
              </a:prstGeom>
              <a:ln w="12700" cap="flat" cmpd="sng">
                <a:solidFill>
                  <a:srgbClr val="000000"/>
                </a:solidFill>
                <a:prstDash val="solid"/>
                <a:headEnd type="none" w="med" len="med"/>
                <a:tailEnd type="none" w="med" len="med"/>
              </a:ln>
            </p:spPr>
          </p:sp>
          <p:sp>
            <p:nvSpPr>
              <p:cNvPr id="28883" name="Line 50"/>
              <p:cNvSpPr/>
              <p:nvPr/>
            </p:nvSpPr>
            <p:spPr>
              <a:xfrm>
                <a:off x="4336" y="2576"/>
                <a:ext cx="64" cy="1"/>
              </a:xfrm>
              <a:prstGeom prst="line">
                <a:avLst/>
              </a:prstGeom>
              <a:ln w="12700" cap="flat" cmpd="sng">
                <a:solidFill>
                  <a:srgbClr val="000000"/>
                </a:solidFill>
                <a:prstDash val="solid"/>
                <a:headEnd type="none" w="med" len="med"/>
                <a:tailEnd type="none" w="med" len="med"/>
              </a:ln>
            </p:spPr>
          </p:sp>
          <p:sp>
            <p:nvSpPr>
              <p:cNvPr id="28884" name="Line 51"/>
              <p:cNvSpPr/>
              <p:nvPr/>
            </p:nvSpPr>
            <p:spPr>
              <a:xfrm>
                <a:off x="4480" y="2576"/>
                <a:ext cx="64" cy="1"/>
              </a:xfrm>
              <a:prstGeom prst="line">
                <a:avLst/>
              </a:prstGeom>
              <a:ln w="12700" cap="flat" cmpd="sng">
                <a:solidFill>
                  <a:srgbClr val="000000"/>
                </a:solidFill>
                <a:prstDash val="solid"/>
                <a:headEnd type="none" w="med" len="med"/>
                <a:tailEnd type="none" w="med" len="med"/>
              </a:ln>
            </p:spPr>
          </p:sp>
          <p:sp>
            <p:nvSpPr>
              <p:cNvPr id="28885" name="Line 52"/>
              <p:cNvSpPr/>
              <p:nvPr/>
            </p:nvSpPr>
            <p:spPr>
              <a:xfrm>
                <a:off x="4624" y="2576"/>
                <a:ext cx="64" cy="1"/>
              </a:xfrm>
              <a:prstGeom prst="line">
                <a:avLst/>
              </a:prstGeom>
              <a:ln w="12700" cap="flat" cmpd="sng">
                <a:solidFill>
                  <a:srgbClr val="000000"/>
                </a:solidFill>
                <a:prstDash val="solid"/>
                <a:headEnd type="none" w="med" len="med"/>
                <a:tailEnd type="none" w="med" len="med"/>
              </a:ln>
            </p:spPr>
          </p:sp>
        </p:grpSp>
        <p:grpSp>
          <p:nvGrpSpPr>
            <p:cNvPr id="28688" name="Group 53"/>
            <p:cNvGrpSpPr/>
            <p:nvPr/>
          </p:nvGrpSpPr>
          <p:grpSpPr>
            <a:xfrm>
              <a:off x="960" y="1496"/>
              <a:ext cx="56" cy="2584"/>
              <a:chOff x="960" y="784"/>
              <a:chExt cx="56" cy="2584"/>
            </a:xfrm>
          </p:grpSpPr>
          <p:sp>
            <p:nvSpPr>
              <p:cNvPr id="28835" name="Freeform 54"/>
              <p:cNvSpPr/>
              <p:nvPr>
                <p:custDataLst>
                  <p:tags r:id="rId18"/>
                </p:custDataLst>
              </p:nvPr>
            </p:nvSpPr>
            <p:spPr>
              <a:xfrm>
                <a:off x="960" y="3256"/>
                <a:ext cx="56" cy="112"/>
              </a:xfrm>
              <a:custGeom>
                <a:avLst/>
                <a:gdLst>
                  <a:gd name="txL" fmla="*/ 0 w 56"/>
                  <a:gd name="txT" fmla="*/ 0 h 112"/>
                  <a:gd name="txR" fmla="*/ 56 w 56"/>
                  <a:gd name="txB" fmla="*/ 112 h 112"/>
                </a:gdLst>
                <a:ahLst/>
                <a:cxnLst>
                  <a:cxn ang="0">
                    <a:pos x="24" y="112"/>
                  </a:cxn>
                  <a:cxn ang="0">
                    <a:pos x="0" y="0"/>
                  </a:cxn>
                  <a:cxn ang="0">
                    <a:pos x="24" y="0"/>
                  </a:cxn>
                  <a:cxn ang="0">
                    <a:pos x="56" y="0"/>
                  </a:cxn>
                  <a:cxn ang="0">
                    <a:pos x="24" y="112"/>
                  </a:cxn>
                </a:cxnLst>
                <a:rect l="txL" t="txT" r="txR" b="txB"/>
                <a:pathLst>
                  <a:path w="56" h="112">
                    <a:moveTo>
                      <a:pt x="24" y="112"/>
                    </a:moveTo>
                    <a:lnTo>
                      <a:pt x="0" y="0"/>
                    </a:lnTo>
                    <a:lnTo>
                      <a:pt x="24" y="0"/>
                    </a:lnTo>
                    <a:lnTo>
                      <a:pt x="56" y="0"/>
                    </a:lnTo>
                    <a:lnTo>
                      <a:pt x="24" y="11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8836" name="Freeform 55"/>
              <p:cNvSpPr/>
              <p:nvPr>
                <p:custDataLst>
                  <p:tags r:id="rId19"/>
                </p:custDataLst>
              </p:nvPr>
            </p:nvSpPr>
            <p:spPr>
              <a:xfrm>
                <a:off x="960" y="784"/>
                <a:ext cx="56" cy="112"/>
              </a:xfrm>
              <a:custGeom>
                <a:avLst/>
                <a:gdLst>
                  <a:gd name="txL" fmla="*/ 0 w 56"/>
                  <a:gd name="txT" fmla="*/ 0 h 112"/>
                  <a:gd name="txR" fmla="*/ 56 w 56"/>
                  <a:gd name="txB" fmla="*/ 112 h 112"/>
                </a:gdLst>
                <a:ahLst/>
                <a:cxnLst>
                  <a:cxn ang="0">
                    <a:pos x="24" y="0"/>
                  </a:cxn>
                  <a:cxn ang="0">
                    <a:pos x="56" y="112"/>
                  </a:cxn>
                  <a:cxn ang="0">
                    <a:pos x="24" y="112"/>
                  </a:cxn>
                  <a:cxn ang="0">
                    <a:pos x="0" y="112"/>
                  </a:cxn>
                  <a:cxn ang="0">
                    <a:pos x="24" y="0"/>
                  </a:cxn>
                </a:cxnLst>
                <a:rect l="txL" t="txT" r="txR" b="txB"/>
                <a:pathLst>
                  <a:path w="56" h="112">
                    <a:moveTo>
                      <a:pt x="24" y="0"/>
                    </a:moveTo>
                    <a:lnTo>
                      <a:pt x="56" y="112"/>
                    </a:lnTo>
                    <a:lnTo>
                      <a:pt x="24" y="112"/>
                    </a:lnTo>
                    <a:lnTo>
                      <a:pt x="0" y="112"/>
                    </a:lnTo>
                    <a:lnTo>
                      <a:pt x="24" y="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8837" name="Line 56"/>
              <p:cNvSpPr/>
              <p:nvPr/>
            </p:nvSpPr>
            <p:spPr>
              <a:xfrm flipV="1">
                <a:off x="984" y="3184"/>
                <a:ext cx="1" cy="64"/>
              </a:xfrm>
              <a:prstGeom prst="line">
                <a:avLst/>
              </a:prstGeom>
              <a:ln w="12700" cap="flat" cmpd="sng">
                <a:solidFill>
                  <a:srgbClr val="000000"/>
                </a:solidFill>
                <a:prstDash val="solid"/>
                <a:headEnd type="none" w="med" len="med"/>
                <a:tailEnd type="none" w="med" len="med"/>
              </a:ln>
            </p:spPr>
          </p:sp>
          <p:sp>
            <p:nvSpPr>
              <p:cNvPr id="28838" name="Line 57"/>
              <p:cNvSpPr/>
              <p:nvPr/>
            </p:nvSpPr>
            <p:spPr>
              <a:xfrm flipV="1">
                <a:off x="984" y="3040"/>
                <a:ext cx="1" cy="64"/>
              </a:xfrm>
              <a:prstGeom prst="line">
                <a:avLst/>
              </a:prstGeom>
              <a:ln w="12700" cap="flat" cmpd="sng">
                <a:solidFill>
                  <a:srgbClr val="000000"/>
                </a:solidFill>
                <a:prstDash val="solid"/>
                <a:headEnd type="none" w="med" len="med"/>
                <a:tailEnd type="none" w="med" len="med"/>
              </a:ln>
            </p:spPr>
          </p:sp>
          <p:sp>
            <p:nvSpPr>
              <p:cNvPr id="28839" name="Line 58"/>
              <p:cNvSpPr/>
              <p:nvPr/>
            </p:nvSpPr>
            <p:spPr>
              <a:xfrm flipV="1">
                <a:off x="984" y="2896"/>
                <a:ext cx="1" cy="64"/>
              </a:xfrm>
              <a:prstGeom prst="line">
                <a:avLst/>
              </a:prstGeom>
              <a:ln w="12700" cap="flat" cmpd="sng">
                <a:solidFill>
                  <a:srgbClr val="000000"/>
                </a:solidFill>
                <a:prstDash val="solid"/>
                <a:headEnd type="none" w="med" len="med"/>
                <a:tailEnd type="none" w="med" len="med"/>
              </a:ln>
            </p:spPr>
          </p:sp>
          <p:sp>
            <p:nvSpPr>
              <p:cNvPr id="28840" name="Line 59"/>
              <p:cNvSpPr/>
              <p:nvPr/>
            </p:nvSpPr>
            <p:spPr>
              <a:xfrm flipV="1">
                <a:off x="984" y="2752"/>
                <a:ext cx="1" cy="64"/>
              </a:xfrm>
              <a:prstGeom prst="line">
                <a:avLst/>
              </a:prstGeom>
              <a:ln w="12700" cap="flat" cmpd="sng">
                <a:solidFill>
                  <a:srgbClr val="000000"/>
                </a:solidFill>
                <a:prstDash val="solid"/>
                <a:headEnd type="none" w="med" len="med"/>
                <a:tailEnd type="none" w="med" len="med"/>
              </a:ln>
            </p:spPr>
          </p:sp>
          <p:sp>
            <p:nvSpPr>
              <p:cNvPr id="28841" name="Line 60"/>
              <p:cNvSpPr/>
              <p:nvPr/>
            </p:nvSpPr>
            <p:spPr>
              <a:xfrm flipV="1">
                <a:off x="984" y="2608"/>
                <a:ext cx="1" cy="64"/>
              </a:xfrm>
              <a:prstGeom prst="line">
                <a:avLst/>
              </a:prstGeom>
              <a:ln w="12700" cap="flat" cmpd="sng">
                <a:solidFill>
                  <a:srgbClr val="000000"/>
                </a:solidFill>
                <a:prstDash val="solid"/>
                <a:headEnd type="none" w="med" len="med"/>
                <a:tailEnd type="none" w="med" len="med"/>
              </a:ln>
            </p:spPr>
          </p:sp>
          <p:sp>
            <p:nvSpPr>
              <p:cNvPr id="28842" name="Line 61"/>
              <p:cNvSpPr/>
              <p:nvPr/>
            </p:nvSpPr>
            <p:spPr>
              <a:xfrm flipV="1">
                <a:off x="984" y="2464"/>
                <a:ext cx="1" cy="64"/>
              </a:xfrm>
              <a:prstGeom prst="line">
                <a:avLst/>
              </a:prstGeom>
              <a:ln w="12700" cap="flat" cmpd="sng">
                <a:solidFill>
                  <a:srgbClr val="000000"/>
                </a:solidFill>
                <a:prstDash val="solid"/>
                <a:headEnd type="none" w="med" len="med"/>
                <a:tailEnd type="none" w="med" len="med"/>
              </a:ln>
            </p:spPr>
          </p:sp>
          <p:sp>
            <p:nvSpPr>
              <p:cNvPr id="28843" name="Line 62"/>
              <p:cNvSpPr/>
              <p:nvPr/>
            </p:nvSpPr>
            <p:spPr>
              <a:xfrm flipV="1">
                <a:off x="984" y="2320"/>
                <a:ext cx="1" cy="64"/>
              </a:xfrm>
              <a:prstGeom prst="line">
                <a:avLst/>
              </a:prstGeom>
              <a:ln w="12700" cap="flat" cmpd="sng">
                <a:solidFill>
                  <a:srgbClr val="000000"/>
                </a:solidFill>
                <a:prstDash val="solid"/>
                <a:headEnd type="none" w="med" len="med"/>
                <a:tailEnd type="none" w="med" len="med"/>
              </a:ln>
            </p:spPr>
          </p:sp>
          <p:sp>
            <p:nvSpPr>
              <p:cNvPr id="28844" name="Line 63"/>
              <p:cNvSpPr/>
              <p:nvPr/>
            </p:nvSpPr>
            <p:spPr>
              <a:xfrm flipV="1">
                <a:off x="984" y="2176"/>
                <a:ext cx="1" cy="64"/>
              </a:xfrm>
              <a:prstGeom prst="line">
                <a:avLst/>
              </a:prstGeom>
              <a:ln w="12700" cap="flat" cmpd="sng">
                <a:solidFill>
                  <a:srgbClr val="000000"/>
                </a:solidFill>
                <a:prstDash val="solid"/>
                <a:headEnd type="none" w="med" len="med"/>
                <a:tailEnd type="none" w="med" len="med"/>
              </a:ln>
            </p:spPr>
          </p:sp>
          <p:sp>
            <p:nvSpPr>
              <p:cNvPr id="28845" name="Line 64"/>
              <p:cNvSpPr/>
              <p:nvPr/>
            </p:nvSpPr>
            <p:spPr>
              <a:xfrm flipV="1">
                <a:off x="984" y="2032"/>
                <a:ext cx="1" cy="64"/>
              </a:xfrm>
              <a:prstGeom prst="line">
                <a:avLst/>
              </a:prstGeom>
              <a:ln w="12700" cap="flat" cmpd="sng">
                <a:solidFill>
                  <a:srgbClr val="000000"/>
                </a:solidFill>
                <a:prstDash val="solid"/>
                <a:headEnd type="none" w="med" len="med"/>
                <a:tailEnd type="none" w="med" len="med"/>
              </a:ln>
            </p:spPr>
          </p:sp>
          <p:sp>
            <p:nvSpPr>
              <p:cNvPr id="28846" name="Line 65"/>
              <p:cNvSpPr/>
              <p:nvPr/>
            </p:nvSpPr>
            <p:spPr>
              <a:xfrm flipV="1">
                <a:off x="984" y="1888"/>
                <a:ext cx="1" cy="64"/>
              </a:xfrm>
              <a:prstGeom prst="line">
                <a:avLst/>
              </a:prstGeom>
              <a:ln w="12700" cap="flat" cmpd="sng">
                <a:solidFill>
                  <a:srgbClr val="000000"/>
                </a:solidFill>
                <a:prstDash val="solid"/>
                <a:headEnd type="none" w="med" len="med"/>
                <a:tailEnd type="none" w="med" len="med"/>
              </a:ln>
            </p:spPr>
          </p:sp>
          <p:sp>
            <p:nvSpPr>
              <p:cNvPr id="28847" name="Line 66"/>
              <p:cNvSpPr/>
              <p:nvPr/>
            </p:nvSpPr>
            <p:spPr>
              <a:xfrm flipV="1">
                <a:off x="984" y="1744"/>
                <a:ext cx="1" cy="64"/>
              </a:xfrm>
              <a:prstGeom prst="line">
                <a:avLst/>
              </a:prstGeom>
              <a:ln w="12700" cap="flat" cmpd="sng">
                <a:solidFill>
                  <a:srgbClr val="000000"/>
                </a:solidFill>
                <a:prstDash val="solid"/>
                <a:headEnd type="none" w="med" len="med"/>
                <a:tailEnd type="none" w="med" len="med"/>
              </a:ln>
            </p:spPr>
          </p:sp>
          <p:sp>
            <p:nvSpPr>
              <p:cNvPr id="28848" name="Line 67"/>
              <p:cNvSpPr/>
              <p:nvPr/>
            </p:nvSpPr>
            <p:spPr>
              <a:xfrm flipV="1">
                <a:off x="984" y="1600"/>
                <a:ext cx="1" cy="64"/>
              </a:xfrm>
              <a:prstGeom prst="line">
                <a:avLst/>
              </a:prstGeom>
              <a:ln w="12700" cap="flat" cmpd="sng">
                <a:solidFill>
                  <a:srgbClr val="000000"/>
                </a:solidFill>
                <a:prstDash val="solid"/>
                <a:headEnd type="none" w="med" len="med"/>
                <a:tailEnd type="none" w="med" len="med"/>
              </a:ln>
            </p:spPr>
          </p:sp>
          <p:sp>
            <p:nvSpPr>
              <p:cNvPr id="28849" name="Line 68"/>
              <p:cNvSpPr/>
              <p:nvPr/>
            </p:nvSpPr>
            <p:spPr>
              <a:xfrm flipV="1">
                <a:off x="984" y="1456"/>
                <a:ext cx="1" cy="64"/>
              </a:xfrm>
              <a:prstGeom prst="line">
                <a:avLst/>
              </a:prstGeom>
              <a:ln w="12700" cap="flat" cmpd="sng">
                <a:solidFill>
                  <a:srgbClr val="000000"/>
                </a:solidFill>
                <a:prstDash val="solid"/>
                <a:headEnd type="none" w="med" len="med"/>
                <a:tailEnd type="none" w="med" len="med"/>
              </a:ln>
            </p:spPr>
          </p:sp>
          <p:sp>
            <p:nvSpPr>
              <p:cNvPr id="28850" name="Line 69"/>
              <p:cNvSpPr/>
              <p:nvPr/>
            </p:nvSpPr>
            <p:spPr>
              <a:xfrm flipV="1">
                <a:off x="984" y="1312"/>
                <a:ext cx="1" cy="64"/>
              </a:xfrm>
              <a:prstGeom prst="line">
                <a:avLst/>
              </a:prstGeom>
              <a:ln w="12700" cap="flat" cmpd="sng">
                <a:solidFill>
                  <a:srgbClr val="000000"/>
                </a:solidFill>
                <a:prstDash val="solid"/>
                <a:headEnd type="none" w="med" len="med"/>
                <a:tailEnd type="none" w="med" len="med"/>
              </a:ln>
            </p:spPr>
          </p:sp>
          <p:sp>
            <p:nvSpPr>
              <p:cNvPr id="28851" name="Line 70"/>
              <p:cNvSpPr/>
              <p:nvPr/>
            </p:nvSpPr>
            <p:spPr>
              <a:xfrm flipV="1">
                <a:off x="984" y="1168"/>
                <a:ext cx="1" cy="64"/>
              </a:xfrm>
              <a:prstGeom prst="line">
                <a:avLst/>
              </a:prstGeom>
              <a:ln w="12700" cap="flat" cmpd="sng">
                <a:solidFill>
                  <a:srgbClr val="000000"/>
                </a:solidFill>
                <a:prstDash val="solid"/>
                <a:headEnd type="none" w="med" len="med"/>
                <a:tailEnd type="none" w="med" len="med"/>
              </a:ln>
            </p:spPr>
          </p:sp>
          <p:sp>
            <p:nvSpPr>
              <p:cNvPr id="28852" name="Line 71"/>
              <p:cNvSpPr/>
              <p:nvPr/>
            </p:nvSpPr>
            <p:spPr>
              <a:xfrm flipV="1">
                <a:off x="984" y="1024"/>
                <a:ext cx="1" cy="64"/>
              </a:xfrm>
              <a:prstGeom prst="line">
                <a:avLst/>
              </a:prstGeom>
              <a:ln w="12700" cap="flat" cmpd="sng">
                <a:solidFill>
                  <a:srgbClr val="000000"/>
                </a:solidFill>
                <a:prstDash val="solid"/>
                <a:headEnd type="none" w="med" len="med"/>
                <a:tailEnd type="none" w="med" len="med"/>
              </a:ln>
            </p:spPr>
          </p:sp>
          <p:sp>
            <p:nvSpPr>
              <p:cNvPr id="28853" name="Line 72"/>
              <p:cNvSpPr/>
              <p:nvPr/>
            </p:nvSpPr>
            <p:spPr>
              <a:xfrm flipV="1">
                <a:off x="984" y="896"/>
                <a:ext cx="1" cy="48"/>
              </a:xfrm>
              <a:prstGeom prst="line">
                <a:avLst/>
              </a:prstGeom>
              <a:ln w="12700" cap="flat" cmpd="sng">
                <a:solidFill>
                  <a:srgbClr val="000000"/>
                </a:solidFill>
                <a:prstDash val="solid"/>
                <a:headEnd type="none" w="med" len="med"/>
                <a:tailEnd type="none" w="med" len="med"/>
              </a:ln>
            </p:spPr>
          </p:sp>
        </p:grpSp>
        <p:grpSp>
          <p:nvGrpSpPr>
            <p:cNvPr id="28689" name="Group 73"/>
            <p:cNvGrpSpPr/>
            <p:nvPr/>
          </p:nvGrpSpPr>
          <p:grpSpPr>
            <a:xfrm>
              <a:off x="336" y="1968"/>
              <a:ext cx="3936" cy="47"/>
              <a:chOff x="336" y="1256"/>
              <a:chExt cx="4512" cy="56"/>
            </a:xfrm>
          </p:grpSpPr>
          <p:sp>
            <p:nvSpPr>
              <p:cNvPr id="28803" name="Freeform 74"/>
              <p:cNvSpPr/>
              <p:nvPr>
                <p:custDataLst>
                  <p:tags r:id="rId16"/>
                </p:custDataLst>
              </p:nvPr>
            </p:nvSpPr>
            <p:spPr>
              <a:xfrm>
                <a:off x="336" y="1256"/>
                <a:ext cx="112" cy="56"/>
              </a:xfrm>
              <a:custGeom>
                <a:avLst/>
                <a:gdLst>
                  <a:gd name="txL" fmla="*/ 0 w 112"/>
                  <a:gd name="txT" fmla="*/ 0 h 56"/>
                  <a:gd name="txR" fmla="*/ 112 w 112"/>
                  <a:gd name="txB" fmla="*/ 56 h 56"/>
                </a:gdLst>
                <a:ahLst/>
                <a:cxnLst>
                  <a:cxn ang="0">
                    <a:pos x="0" y="24"/>
                  </a:cxn>
                  <a:cxn ang="0">
                    <a:pos x="112" y="0"/>
                  </a:cxn>
                  <a:cxn ang="0">
                    <a:pos x="112" y="24"/>
                  </a:cxn>
                  <a:cxn ang="0">
                    <a:pos x="112" y="56"/>
                  </a:cxn>
                  <a:cxn ang="0">
                    <a:pos x="0" y="24"/>
                  </a:cxn>
                </a:cxnLst>
                <a:rect l="txL" t="txT" r="txR" b="txB"/>
                <a:pathLst>
                  <a:path w="112" h="56">
                    <a:moveTo>
                      <a:pt x="0" y="24"/>
                    </a:moveTo>
                    <a:lnTo>
                      <a:pt x="112" y="0"/>
                    </a:lnTo>
                    <a:lnTo>
                      <a:pt x="112" y="24"/>
                    </a:lnTo>
                    <a:lnTo>
                      <a:pt x="112" y="56"/>
                    </a:lnTo>
                    <a:lnTo>
                      <a:pt x="0" y="24"/>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8804" name="Freeform 75"/>
              <p:cNvSpPr/>
              <p:nvPr>
                <p:custDataLst>
                  <p:tags r:id="rId17"/>
                </p:custDataLst>
              </p:nvPr>
            </p:nvSpPr>
            <p:spPr>
              <a:xfrm>
                <a:off x="4736" y="1256"/>
                <a:ext cx="112" cy="56"/>
              </a:xfrm>
              <a:custGeom>
                <a:avLst/>
                <a:gdLst>
                  <a:gd name="txL" fmla="*/ 0 w 112"/>
                  <a:gd name="txT" fmla="*/ 0 h 56"/>
                  <a:gd name="txR" fmla="*/ 112 w 112"/>
                  <a:gd name="txB" fmla="*/ 56 h 56"/>
                </a:gdLst>
                <a:ahLst/>
                <a:cxnLst>
                  <a:cxn ang="0">
                    <a:pos x="112" y="24"/>
                  </a:cxn>
                  <a:cxn ang="0">
                    <a:pos x="0" y="56"/>
                  </a:cxn>
                  <a:cxn ang="0">
                    <a:pos x="0" y="24"/>
                  </a:cxn>
                  <a:cxn ang="0">
                    <a:pos x="0" y="0"/>
                  </a:cxn>
                  <a:cxn ang="0">
                    <a:pos x="112" y="24"/>
                  </a:cxn>
                </a:cxnLst>
                <a:rect l="txL" t="txT" r="txR" b="txB"/>
                <a:pathLst>
                  <a:path w="112" h="56">
                    <a:moveTo>
                      <a:pt x="112" y="24"/>
                    </a:moveTo>
                    <a:lnTo>
                      <a:pt x="0" y="56"/>
                    </a:lnTo>
                    <a:lnTo>
                      <a:pt x="0" y="24"/>
                    </a:lnTo>
                    <a:lnTo>
                      <a:pt x="0" y="0"/>
                    </a:lnTo>
                    <a:lnTo>
                      <a:pt x="112" y="24"/>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8805" name="Line 76"/>
              <p:cNvSpPr/>
              <p:nvPr/>
            </p:nvSpPr>
            <p:spPr>
              <a:xfrm>
                <a:off x="448" y="1280"/>
                <a:ext cx="64" cy="1"/>
              </a:xfrm>
              <a:prstGeom prst="line">
                <a:avLst/>
              </a:prstGeom>
              <a:ln w="12700" cap="flat" cmpd="sng">
                <a:solidFill>
                  <a:srgbClr val="000000"/>
                </a:solidFill>
                <a:prstDash val="solid"/>
                <a:headEnd type="none" w="med" len="med"/>
                <a:tailEnd type="none" w="med" len="med"/>
              </a:ln>
            </p:spPr>
          </p:sp>
          <p:sp>
            <p:nvSpPr>
              <p:cNvPr id="28806" name="Line 77"/>
              <p:cNvSpPr/>
              <p:nvPr/>
            </p:nvSpPr>
            <p:spPr>
              <a:xfrm>
                <a:off x="592" y="1280"/>
                <a:ext cx="64" cy="1"/>
              </a:xfrm>
              <a:prstGeom prst="line">
                <a:avLst/>
              </a:prstGeom>
              <a:ln w="12700" cap="flat" cmpd="sng">
                <a:solidFill>
                  <a:srgbClr val="000000"/>
                </a:solidFill>
                <a:prstDash val="solid"/>
                <a:headEnd type="none" w="med" len="med"/>
                <a:tailEnd type="none" w="med" len="med"/>
              </a:ln>
            </p:spPr>
          </p:sp>
          <p:sp>
            <p:nvSpPr>
              <p:cNvPr id="28807" name="Line 78"/>
              <p:cNvSpPr/>
              <p:nvPr/>
            </p:nvSpPr>
            <p:spPr>
              <a:xfrm>
                <a:off x="736" y="1280"/>
                <a:ext cx="64" cy="1"/>
              </a:xfrm>
              <a:prstGeom prst="line">
                <a:avLst/>
              </a:prstGeom>
              <a:ln w="12700" cap="flat" cmpd="sng">
                <a:solidFill>
                  <a:srgbClr val="000000"/>
                </a:solidFill>
                <a:prstDash val="solid"/>
                <a:headEnd type="none" w="med" len="med"/>
                <a:tailEnd type="none" w="med" len="med"/>
              </a:ln>
            </p:spPr>
          </p:sp>
          <p:sp>
            <p:nvSpPr>
              <p:cNvPr id="28808" name="Line 79"/>
              <p:cNvSpPr/>
              <p:nvPr/>
            </p:nvSpPr>
            <p:spPr>
              <a:xfrm>
                <a:off x="880" y="1280"/>
                <a:ext cx="64" cy="1"/>
              </a:xfrm>
              <a:prstGeom prst="line">
                <a:avLst/>
              </a:prstGeom>
              <a:ln w="12700" cap="flat" cmpd="sng">
                <a:solidFill>
                  <a:srgbClr val="000000"/>
                </a:solidFill>
                <a:prstDash val="solid"/>
                <a:headEnd type="none" w="med" len="med"/>
                <a:tailEnd type="none" w="med" len="med"/>
              </a:ln>
            </p:spPr>
          </p:sp>
          <p:sp>
            <p:nvSpPr>
              <p:cNvPr id="28809" name="Line 80"/>
              <p:cNvSpPr/>
              <p:nvPr/>
            </p:nvSpPr>
            <p:spPr>
              <a:xfrm>
                <a:off x="1024" y="1280"/>
                <a:ext cx="64" cy="1"/>
              </a:xfrm>
              <a:prstGeom prst="line">
                <a:avLst/>
              </a:prstGeom>
              <a:ln w="12700" cap="flat" cmpd="sng">
                <a:solidFill>
                  <a:srgbClr val="000000"/>
                </a:solidFill>
                <a:prstDash val="solid"/>
                <a:headEnd type="none" w="med" len="med"/>
                <a:tailEnd type="none" w="med" len="med"/>
              </a:ln>
            </p:spPr>
          </p:sp>
          <p:sp>
            <p:nvSpPr>
              <p:cNvPr id="28810" name="Line 81"/>
              <p:cNvSpPr/>
              <p:nvPr/>
            </p:nvSpPr>
            <p:spPr>
              <a:xfrm>
                <a:off x="1168" y="1280"/>
                <a:ext cx="64" cy="1"/>
              </a:xfrm>
              <a:prstGeom prst="line">
                <a:avLst/>
              </a:prstGeom>
              <a:ln w="12700" cap="flat" cmpd="sng">
                <a:solidFill>
                  <a:srgbClr val="000000"/>
                </a:solidFill>
                <a:prstDash val="solid"/>
                <a:headEnd type="none" w="med" len="med"/>
                <a:tailEnd type="none" w="med" len="med"/>
              </a:ln>
            </p:spPr>
          </p:sp>
          <p:sp>
            <p:nvSpPr>
              <p:cNvPr id="28811" name="Line 82"/>
              <p:cNvSpPr/>
              <p:nvPr/>
            </p:nvSpPr>
            <p:spPr>
              <a:xfrm>
                <a:off x="1312" y="1280"/>
                <a:ext cx="64" cy="1"/>
              </a:xfrm>
              <a:prstGeom prst="line">
                <a:avLst/>
              </a:prstGeom>
              <a:ln w="12700" cap="flat" cmpd="sng">
                <a:solidFill>
                  <a:srgbClr val="000000"/>
                </a:solidFill>
                <a:prstDash val="solid"/>
                <a:headEnd type="none" w="med" len="med"/>
                <a:tailEnd type="none" w="med" len="med"/>
              </a:ln>
            </p:spPr>
          </p:sp>
          <p:sp>
            <p:nvSpPr>
              <p:cNvPr id="28812" name="Line 83"/>
              <p:cNvSpPr/>
              <p:nvPr/>
            </p:nvSpPr>
            <p:spPr>
              <a:xfrm>
                <a:off x="1456" y="1280"/>
                <a:ext cx="64" cy="1"/>
              </a:xfrm>
              <a:prstGeom prst="line">
                <a:avLst/>
              </a:prstGeom>
              <a:ln w="12700" cap="flat" cmpd="sng">
                <a:solidFill>
                  <a:srgbClr val="000000"/>
                </a:solidFill>
                <a:prstDash val="solid"/>
                <a:headEnd type="none" w="med" len="med"/>
                <a:tailEnd type="none" w="med" len="med"/>
              </a:ln>
            </p:spPr>
          </p:sp>
          <p:sp>
            <p:nvSpPr>
              <p:cNvPr id="28813" name="Line 84"/>
              <p:cNvSpPr/>
              <p:nvPr/>
            </p:nvSpPr>
            <p:spPr>
              <a:xfrm>
                <a:off x="1600" y="1280"/>
                <a:ext cx="64" cy="1"/>
              </a:xfrm>
              <a:prstGeom prst="line">
                <a:avLst/>
              </a:prstGeom>
              <a:ln w="12700" cap="flat" cmpd="sng">
                <a:solidFill>
                  <a:srgbClr val="000000"/>
                </a:solidFill>
                <a:prstDash val="solid"/>
                <a:headEnd type="none" w="med" len="med"/>
                <a:tailEnd type="none" w="med" len="med"/>
              </a:ln>
            </p:spPr>
          </p:sp>
          <p:sp>
            <p:nvSpPr>
              <p:cNvPr id="28814" name="Line 85"/>
              <p:cNvSpPr/>
              <p:nvPr/>
            </p:nvSpPr>
            <p:spPr>
              <a:xfrm>
                <a:off x="1744" y="1280"/>
                <a:ext cx="64" cy="1"/>
              </a:xfrm>
              <a:prstGeom prst="line">
                <a:avLst/>
              </a:prstGeom>
              <a:ln w="12700" cap="flat" cmpd="sng">
                <a:solidFill>
                  <a:srgbClr val="000000"/>
                </a:solidFill>
                <a:prstDash val="solid"/>
                <a:headEnd type="none" w="med" len="med"/>
                <a:tailEnd type="none" w="med" len="med"/>
              </a:ln>
            </p:spPr>
          </p:sp>
          <p:sp>
            <p:nvSpPr>
              <p:cNvPr id="28815" name="Line 86"/>
              <p:cNvSpPr/>
              <p:nvPr/>
            </p:nvSpPr>
            <p:spPr>
              <a:xfrm>
                <a:off x="1888" y="1280"/>
                <a:ext cx="64" cy="1"/>
              </a:xfrm>
              <a:prstGeom prst="line">
                <a:avLst/>
              </a:prstGeom>
              <a:ln w="12700" cap="flat" cmpd="sng">
                <a:solidFill>
                  <a:srgbClr val="000000"/>
                </a:solidFill>
                <a:prstDash val="solid"/>
                <a:headEnd type="none" w="med" len="med"/>
                <a:tailEnd type="none" w="med" len="med"/>
              </a:ln>
            </p:spPr>
          </p:sp>
          <p:sp>
            <p:nvSpPr>
              <p:cNvPr id="28816" name="Line 87"/>
              <p:cNvSpPr/>
              <p:nvPr/>
            </p:nvSpPr>
            <p:spPr>
              <a:xfrm>
                <a:off x="2032" y="1280"/>
                <a:ext cx="64" cy="1"/>
              </a:xfrm>
              <a:prstGeom prst="line">
                <a:avLst/>
              </a:prstGeom>
              <a:ln w="12700" cap="flat" cmpd="sng">
                <a:solidFill>
                  <a:srgbClr val="000000"/>
                </a:solidFill>
                <a:prstDash val="solid"/>
                <a:headEnd type="none" w="med" len="med"/>
                <a:tailEnd type="none" w="med" len="med"/>
              </a:ln>
            </p:spPr>
          </p:sp>
          <p:sp>
            <p:nvSpPr>
              <p:cNvPr id="28817" name="Line 88"/>
              <p:cNvSpPr/>
              <p:nvPr/>
            </p:nvSpPr>
            <p:spPr>
              <a:xfrm>
                <a:off x="2176" y="1280"/>
                <a:ext cx="64" cy="1"/>
              </a:xfrm>
              <a:prstGeom prst="line">
                <a:avLst/>
              </a:prstGeom>
              <a:ln w="12700" cap="flat" cmpd="sng">
                <a:solidFill>
                  <a:srgbClr val="000000"/>
                </a:solidFill>
                <a:prstDash val="solid"/>
                <a:headEnd type="none" w="med" len="med"/>
                <a:tailEnd type="none" w="med" len="med"/>
              </a:ln>
            </p:spPr>
          </p:sp>
          <p:sp>
            <p:nvSpPr>
              <p:cNvPr id="28818" name="Line 89"/>
              <p:cNvSpPr/>
              <p:nvPr/>
            </p:nvSpPr>
            <p:spPr>
              <a:xfrm>
                <a:off x="2320" y="1280"/>
                <a:ext cx="64" cy="1"/>
              </a:xfrm>
              <a:prstGeom prst="line">
                <a:avLst/>
              </a:prstGeom>
              <a:ln w="12700" cap="flat" cmpd="sng">
                <a:solidFill>
                  <a:srgbClr val="000000"/>
                </a:solidFill>
                <a:prstDash val="solid"/>
                <a:headEnd type="none" w="med" len="med"/>
                <a:tailEnd type="none" w="med" len="med"/>
              </a:ln>
            </p:spPr>
          </p:sp>
          <p:sp>
            <p:nvSpPr>
              <p:cNvPr id="28819" name="Line 90"/>
              <p:cNvSpPr/>
              <p:nvPr/>
            </p:nvSpPr>
            <p:spPr>
              <a:xfrm>
                <a:off x="2464" y="1280"/>
                <a:ext cx="64" cy="1"/>
              </a:xfrm>
              <a:prstGeom prst="line">
                <a:avLst/>
              </a:prstGeom>
              <a:ln w="12700" cap="flat" cmpd="sng">
                <a:solidFill>
                  <a:srgbClr val="000000"/>
                </a:solidFill>
                <a:prstDash val="solid"/>
                <a:headEnd type="none" w="med" len="med"/>
                <a:tailEnd type="none" w="med" len="med"/>
              </a:ln>
            </p:spPr>
          </p:sp>
          <p:sp>
            <p:nvSpPr>
              <p:cNvPr id="28820" name="Line 91"/>
              <p:cNvSpPr/>
              <p:nvPr/>
            </p:nvSpPr>
            <p:spPr>
              <a:xfrm>
                <a:off x="2608" y="1280"/>
                <a:ext cx="64" cy="1"/>
              </a:xfrm>
              <a:prstGeom prst="line">
                <a:avLst/>
              </a:prstGeom>
              <a:ln w="12700" cap="flat" cmpd="sng">
                <a:solidFill>
                  <a:srgbClr val="000000"/>
                </a:solidFill>
                <a:prstDash val="solid"/>
                <a:headEnd type="none" w="med" len="med"/>
                <a:tailEnd type="none" w="med" len="med"/>
              </a:ln>
            </p:spPr>
          </p:sp>
          <p:sp>
            <p:nvSpPr>
              <p:cNvPr id="28821" name="Line 92"/>
              <p:cNvSpPr/>
              <p:nvPr/>
            </p:nvSpPr>
            <p:spPr>
              <a:xfrm>
                <a:off x="2752" y="1280"/>
                <a:ext cx="64" cy="1"/>
              </a:xfrm>
              <a:prstGeom prst="line">
                <a:avLst/>
              </a:prstGeom>
              <a:ln w="12700" cap="flat" cmpd="sng">
                <a:solidFill>
                  <a:srgbClr val="000000"/>
                </a:solidFill>
                <a:prstDash val="solid"/>
                <a:headEnd type="none" w="med" len="med"/>
                <a:tailEnd type="none" w="med" len="med"/>
              </a:ln>
            </p:spPr>
          </p:sp>
          <p:sp>
            <p:nvSpPr>
              <p:cNvPr id="28822" name="Line 93"/>
              <p:cNvSpPr/>
              <p:nvPr/>
            </p:nvSpPr>
            <p:spPr>
              <a:xfrm>
                <a:off x="2896" y="1280"/>
                <a:ext cx="64" cy="1"/>
              </a:xfrm>
              <a:prstGeom prst="line">
                <a:avLst/>
              </a:prstGeom>
              <a:ln w="12700" cap="flat" cmpd="sng">
                <a:solidFill>
                  <a:srgbClr val="000000"/>
                </a:solidFill>
                <a:prstDash val="solid"/>
                <a:headEnd type="none" w="med" len="med"/>
                <a:tailEnd type="none" w="med" len="med"/>
              </a:ln>
            </p:spPr>
          </p:sp>
          <p:sp>
            <p:nvSpPr>
              <p:cNvPr id="28823" name="Line 94"/>
              <p:cNvSpPr/>
              <p:nvPr/>
            </p:nvSpPr>
            <p:spPr>
              <a:xfrm>
                <a:off x="3040" y="1280"/>
                <a:ext cx="64" cy="1"/>
              </a:xfrm>
              <a:prstGeom prst="line">
                <a:avLst/>
              </a:prstGeom>
              <a:ln w="12700" cap="flat" cmpd="sng">
                <a:solidFill>
                  <a:srgbClr val="000000"/>
                </a:solidFill>
                <a:prstDash val="solid"/>
                <a:headEnd type="none" w="med" len="med"/>
                <a:tailEnd type="none" w="med" len="med"/>
              </a:ln>
            </p:spPr>
          </p:sp>
          <p:sp>
            <p:nvSpPr>
              <p:cNvPr id="28824" name="Line 95"/>
              <p:cNvSpPr/>
              <p:nvPr/>
            </p:nvSpPr>
            <p:spPr>
              <a:xfrm>
                <a:off x="3184" y="1280"/>
                <a:ext cx="64" cy="1"/>
              </a:xfrm>
              <a:prstGeom prst="line">
                <a:avLst/>
              </a:prstGeom>
              <a:ln w="12700" cap="flat" cmpd="sng">
                <a:solidFill>
                  <a:srgbClr val="000000"/>
                </a:solidFill>
                <a:prstDash val="solid"/>
                <a:headEnd type="none" w="med" len="med"/>
                <a:tailEnd type="none" w="med" len="med"/>
              </a:ln>
            </p:spPr>
          </p:sp>
          <p:sp>
            <p:nvSpPr>
              <p:cNvPr id="28825" name="Line 96"/>
              <p:cNvSpPr/>
              <p:nvPr/>
            </p:nvSpPr>
            <p:spPr>
              <a:xfrm>
                <a:off x="3328" y="1280"/>
                <a:ext cx="64" cy="1"/>
              </a:xfrm>
              <a:prstGeom prst="line">
                <a:avLst/>
              </a:prstGeom>
              <a:ln w="12700" cap="flat" cmpd="sng">
                <a:solidFill>
                  <a:srgbClr val="000000"/>
                </a:solidFill>
                <a:prstDash val="solid"/>
                <a:headEnd type="none" w="med" len="med"/>
                <a:tailEnd type="none" w="med" len="med"/>
              </a:ln>
            </p:spPr>
          </p:sp>
          <p:sp>
            <p:nvSpPr>
              <p:cNvPr id="28826" name="Line 97"/>
              <p:cNvSpPr/>
              <p:nvPr/>
            </p:nvSpPr>
            <p:spPr>
              <a:xfrm>
                <a:off x="3472" y="1280"/>
                <a:ext cx="64" cy="1"/>
              </a:xfrm>
              <a:prstGeom prst="line">
                <a:avLst/>
              </a:prstGeom>
              <a:ln w="12700" cap="flat" cmpd="sng">
                <a:solidFill>
                  <a:srgbClr val="000000"/>
                </a:solidFill>
                <a:prstDash val="solid"/>
                <a:headEnd type="none" w="med" len="med"/>
                <a:tailEnd type="none" w="med" len="med"/>
              </a:ln>
            </p:spPr>
          </p:sp>
          <p:sp>
            <p:nvSpPr>
              <p:cNvPr id="28827" name="Line 98"/>
              <p:cNvSpPr/>
              <p:nvPr/>
            </p:nvSpPr>
            <p:spPr>
              <a:xfrm>
                <a:off x="3616" y="1280"/>
                <a:ext cx="64" cy="1"/>
              </a:xfrm>
              <a:prstGeom prst="line">
                <a:avLst/>
              </a:prstGeom>
              <a:ln w="12700" cap="flat" cmpd="sng">
                <a:solidFill>
                  <a:srgbClr val="000000"/>
                </a:solidFill>
                <a:prstDash val="solid"/>
                <a:headEnd type="none" w="med" len="med"/>
                <a:tailEnd type="none" w="med" len="med"/>
              </a:ln>
            </p:spPr>
          </p:sp>
          <p:sp>
            <p:nvSpPr>
              <p:cNvPr id="28828" name="Line 99"/>
              <p:cNvSpPr/>
              <p:nvPr/>
            </p:nvSpPr>
            <p:spPr>
              <a:xfrm>
                <a:off x="3760" y="1280"/>
                <a:ext cx="64" cy="1"/>
              </a:xfrm>
              <a:prstGeom prst="line">
                <a:avLst/>
              </a:prstGeom>
              <a:ln w="12700" cap="flat" cmpd="sng">
                <a:solidFill>
                  <a:srgbClr val="000000"/>
                </a:solidFill>
                <a:prstDash val="solid"/>
                <a:headEnd type="none" w="med" len="med"/>
                <a:tailEnd type="none" w="med" len="med"/>
              </a:ln>
            </p:spPr>
          </p:sp>
          <p:sp>
            <p:nvSpPr>
              <p:cNvPr id="28829" name="Line 100"/>
              <p:cNvSpPr/>
              <p:nvPr/>
            </p:nvSpPr>
            <p:spPr>
              <a:xfrm>
                <a:off x="3904" y="1280"/>
                <a:ext cx="64" cy="1"/>
              </a:xfrm>
              <a:prstGeom prst="line">
                <a:avLst/>
              </a:prstGeom>
              <a:ln w="12700" cap="flat" cmpd="sng">
                <a:solidFill>
                  <a:srgbClr val="000000"/>
                </a:solidFill>
                <a:prstDash val="solid"/>
                <a:headEnd type="none" w="med" len="med"/>
                <a:tailEnd type="none" w="med" len="med"/>
              </a:ln>
            </p:spPr>
          </p:sp>
          <p:sp>
            <p:nvSpPr>
              <p:cNvPr id="28830" name="Line 101"/>
              <p:cNvSpPr/>
              <p:nvPr/>
            </p:nvSpPr>
            <p:spPr>
              <a:xfrm>
                <a:off x="4048" y="1280"/>
                <a:ext cx="64" cy="1"/>
              </a:xfrm>
              <a:prstGeom prst="line">
                <a:avLst/>
              </a:prstGeom>
              <a:ln w="12700" cap="flat" cmpd="sng">
                <a:solidFill>
                  <a:srgbClr val="000000"/>
                </a:solidFill>
                <a:prstDash val="solid"/>
                <a:headEnd type="none" w="med" len="med"/>
                <a:tailEnd type="none" w="med" len="med"/>
              </a:ln>
            </p:spPr>
          </p:sp>
          <p:sp>
            <p:nvSpPr>
              <p:cNvPr id="28831" name="Line 102"/>
              <p:cNvSpPr/>
              <p:nvPr/>
            </p:nvSpPr>
            <p:spPr>
              <a:xfrm>
                <a:off x="4192" y="1280"/>
                <a:ext cx="64" cy="1"/>
              </a:xfrm>
              <a:prstGeom prst="line">
                <a:avLst/>
              </a:prstGeom>
              <a:ln w="12700" cap="flat" cmpd="sng">
                <a:solidFill>
                  <a:srgbClr val="000000"/>
                </a:solidFill>
                <a:prstDash val="solid"/>
                <a:headEnd type="none" w="med" len="med"/>
                <a:tailEnd type="none" w="med" len="med"/>
              </a:ln>
            </p:spPr>
          </p:sp>
          <p:sp>
            <p:nvSpPr>
              <p:cNvPr id="28832" name="Line 103"/>
              <p:cNvSpPr/>
              <p:nvPr/>
            </p:nvSpPr>
            <p:spPr>
              <a:xfrm>
                <a:off x="4336" y="1280"/>
                <a:ext cx="64" cy="1"/>
              </a:xfrm>
              <a:prstGeom prst="line">
                <a:avLst/>
              </a:prstGeom>
              <a:ln w="12700" cap="flat" cmpd="sng">
                <a:solidFill>
                  <a:srgbClr val="000000"/>
                </a:solidFill>
                <a:prstDash val="solid"/>
                <a:headEnd type="none" w="med" len="med"/>
                <a:tailEnd type="none" w="med" len="med"/>
              </a:ln>
            </p:spPr>
          </p:sp>
          <p:sp>
            <p:nvSpPr>
              <p:cNvPr id="28833" name="Line 104"/>
              <p:cNvSpPr/>
              <p:nvPr/>
            </p:nvSpPr>
            <p:spPr>
              <a:xfrm>
                <a:off x="4480" y="1280"/>
                <a:ext cx="64" cy="1"/>
              </a:xfrm>
              <a:prstGeom prst="line">
                <a:avLst/>
              </a:prstGeom>
              <a:ln w="12700" cap="flat" cmpd="sng">
                <a:solidFill>
                  <a:srgbClr val="000000"/>
                </a:solidFill>
                <a:prstDash val="solid"/>
                <a:headEnd type="none" w="med" len="med"/>
                <a:tailEnd type="none" w="med" len="med"/>
              </a:ln>
            </p:spPr>
          </p:sp>
          <p:sp>
            <p:nvSpPr>
              <p:cNvPr id="28834" name="Line 105"/>
              <p:cNvSpPr/>
              <p:nvPr/>
            </p:nvSpPr>
            <p:spPr>
              <a:xfrm>
                <a:off x="4624" y="1280"/>
                <a:ext cx="64" cy="1"/>
              </a:xfrm>
              <a:prstGeom prst="line">
                <a:avLst/>
              </a:prstGeom>
              <a:ln w="12700" cap="flat" cmpd="sng">
                <a:solidFill>
                  <a:srgbClr val="000000"/>
                </a:solidFill>
                <a:prstDash val="solid"/>
                <a:headEnd type="none" w="med" len="med"/>
                <a:tailEnd type="none" w="med" len="med"/>
              </a:ln>
            </p:spPr>
          </p:sp>
        </p:grpSp>
        <p:sp>
          <p:nvSpPr>
            <p:cNvPr id="28690" name="Rectangle 106"/>
            <p:cNvSpPr/>
            <p:nvPr/>
          </p:nvSpPr>
          <p:spPr>
            <a:xfrm>
              <a:off x="1076" y="3872"/>
              <a:ext cx="83" cy="174"/>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a</a:t>
              </a:r>
            </a:p>
          </p:txBody>
        </p:sp>
        <p:sp>
          <p:nvSpPr>
            <p:cNvPr id="28691" name="Rectangle 107"/>
            <p:cNvSpPr/>
            <p:nvPr/>
          </p:nvSpPr>
          <p:spPr>
            <a:xfrm>
              <a:off x="1612" y="3856"/>
              <a:ext cx="97" cy="174"/>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b</a:t>
              </a:r>
            </a:p>
          </p:txBody>
        </p:sp>
        <p:sp>
          <p:nvSpPr>
            <p:cNvPr id="28692" name="Rectangle 108"/>
            <p:cNvSpPr/>
            <p:nvPr/>
          </p:nvSpPr>
          <p:spPr>
            <a:xfrm>
              <a:off x="2972" y="3856"/>
              <a:ext cx="75" cy="174"/>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c</a:t>
              </a:r>
            </a:p>
          </p:txBody>
        </p:sp>
        <p:sp>
          <p:nvSpPr>
            <p:cNvPr id="28693" name="Rectangle 109"/>
            <p:cNvSpPr/>
            <p:nvPr/>
          </p:nvSpPr>
          <p:spPr>
            <a:xfrm>
              <a:off x="3980" y="3848"/>
              <a:ext cx="97" cy="174"/>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d</a:t>
              </a:r>
            </a:p>
          </p:txBody>
        </p:sp>
        <p:grpSp>
          <p:nvGrpSpPr>
            <p:cNvPr id="28694" name="Group 110"/>
            <p:cNvGrpSpPr/>
            <p:nvPr/>
          </p:nvGrpSpPr>
          <p:grpSpPr>
            <a:xfrm>
              <a:off x="424" y="1336"/>
              <a:ext cx="166" cy="222"/>
              <a:chOff x="624" y="352"/>
              <a:chExt cx="166" cy="222"/>
            </a:xfrm>
          </p:grpSpPr>
          <p:sp>
            <p:nvSpPr>
              <p:cNvPr id="28801" name="Rectangle 111"/>
              <p:cNvSpPr/>
              <p:nvPr/>
            </p:nvSpPr>
            <p:spPr>
              <a:xfrm>
                <a:off x="624" y="352"/>
                <a:ext cx="85" cy="174"/>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x</a:t>
                </a:r>
              </a:p>
            </p:txBody>
          </p:sp>
          <p:sp>
            <p:nvSpPr>
              <p:cNvPr id="28802" name="Rectangle 112"/>
              <p:cNvSpPr/>
              <p:nvPr/>
            </p:nvSpPr>
            <p:spPr>
              <a:xfrm>
                <a:off x="700" y="400"/>
                <a:ext cx="90" cy="174"/>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2</a:t>
                </a:r>
              </a:p>
            </p:txBody>
          </p:sp>
        </p:grpSp>
        <p:grpSp>
          <p:nvGrpSpPr>
            <p:cNvPr id="28695" name="Group 113"/>
            <p:cNvGrpSpPr/>
            <p:nvPr/>
          </p:nvGrpSpPr>
          <p:grpSpPr>
            <a:xfrm>
              <a:off x="4368" y="3824"/>
              <a:ext cx="166" cy="222"/>
              <a:chOff x="4544" y="3112"/>
              <a:chExt cx="166" cy="222"/>
            </a:xfrm>
          </p:grpSpPr>
          <p:sp>
            <p:nvSpPr>
              <p:cNvPr id="28799" name="Rectangle 114"/>
              <p:cNvSpPr/>
              <p:nvPr/>
            </p:nvSpPr>
            <p:spPr>
              <a:xfrm>
                <a:off x="4544" y="3112"/>
                <a:ext cx="85" cy="174"/>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x</a:t>
                </a:r>
              </a:p>
            </p:txBody>
          </p:sp>
          <p:sp>
            <p:nvSpPr>
              <p:cNvPr id="28800" name="Rectangle 115"/>
              <p:cNvSpPr/>
              <p:nvPr/>
            </p:nvSpPr>
            <p:spPr>
              <a:xfrm>
                <a:off x="4620" y="3160"/>
                <a:ext cx="90" cy="174"/>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1</a:t>
                </a:r>
              </a:p>
            </p:txBody>
          </p:sp>
        </p:grpSp>
        <p:sp>
          <p:nvSpPr>
            <p:cNvPr id="28696" name="Rectangle 116"/>
            <p:cNvSpPr/>
            <p:nvPr>
              <p:custDataLst>
                <p:tags r:id="rId1"/>
              </p:custDataLst>
            </p:nvPr>
          </p:nvSpPr>
          <p:spPr>
            <a:xfrm>
              <a:off x="1016" y="2024"/>
              <a:ext cx="2848" cy="1248"/>
            </a:xfrm>
            <a:prstGeom prst="rect">
              <a:avLst/>
            </a:prstGeom>
            <a:blipFill rotWithShape="0">
              <a:blip r:embed="rId25"/>
            </a:blipFill>
            <a:ln w="9525">
              <a:noFill/>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grpSp>
          <p:nvGrpSpPr>
            <p:cNvPr id="28697" name="Group 117"/>
            <p:cNvGrpSpPr/>
            <p:nvPr/>
          </p:nvGrpSpPr>
          <p:grpSpPr>
            <a:xfrm>
              <a:off x="368" y="2392"/>
              <a:ext cx="3856" cy="56"/>
              <a:chOff x="368" y="1680"/>
              <a:chExt cx="4520" cy="56"/>
            </a:xfrm>
          </p:grpSpPr>
          <p:sp>
            <p:nvSpPr>
              <p:cNvPr id="28767" name="Freeform 118"/>
              <p:cNvSpPr/>
              <p:nvPr>
                <p:custDataLst>
                  <p:tags r:id="rId14"/>
                </p:custDataLst>
              </p:nvPr>
            </p:nvSpPr>
            <p:spPr>
              <a:xfrm>
                <a:off x="368" y="1680"/>
                <a:ext cx="112" cy="56"/>
              </a:xfrm>
              <a:custGeom>
                <a:avLst/>
                <a:gdLst>
                  <a:gd name="txL" fmla="*/ 0 w 112"/>
                  <a:gd name="txT" fmla="*/ 0 h 56"/>
                  <a:gd name="txR" fmla="*/ 112 w 112"/>
                  <a:gd name="txB" fmla="*/ 56 h 56"/>
                </a:gdLst>
                <a:ahLst/>
                <a:cxnLst>
                  <a:cxn ang="0">
                    <a:pos x="0" y="24"/>
                  </a:cxn>
                  <a:cxn ang="0">
                    <a:pos x="112" y="0"/>
                  </a:cxn>
                  <a:cxn ang="0">
                    <a:pos x="112" y="24"/>
                  </a:cxn>
                  <a:cxn ang="0">
                    <a:pos x="112" y="56"/>
                  </a:cxn>
                  <a:cxn ang="0">
                    <a:pos x="0" y="24"/>
                  </a:cxn>
                </a:cxnLst>
                <a:rect l="txL" t="txT" r="txR" b="txB"/>
                <a:pathLst>
                  <a:path w="112" h="56">
                    <a:moveTo>
                      <a:pt x="0" y="24"/>
                    </a:moveTo>
                    <a:lnTo>
                      <a:pt x="112" y="0"/>
                    </a:lnTo>
                    <a:lnTo>
                      <a:pt x="112" y="24"/>
                    </a:lnTo>
                    <a:lnTo>
                      <a:pt x="112" y="56"/>
                    </a:lnTo>
                    <a:lnTo>
                      <a:pt x="0" y="24"/>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8768" name="Freeform 119"/>
              <p:cNvSpPr/>
              <p:nvPr>
                <p:custDataLst>
                  <p:tags r:id="rId15"/>
                </p:custDataLst>
              </p:nvPr>
            </p:nvSpPr>
            <p:spPr>
              <a:xfrm>
                <a:off x="4776" y="1680"/>
                <a:ext cx="112" cy="56"/>
              </a:xfrm>
              <a:custGeom>
                <a:avLst/>
                <a:gdLst>
                  <a:gd name="txL" fmla="*/ 0 w 112"/>
                  <a:gd name="txT" fmla="*/ 0 h 56"/>
                  <a:gd name="txR" fmla="*/ 112 w 112"/>
                  <a:gd name="txB" fmla="*/ 56 h 56"/>
                </a:gdLst>
                <a:ahLst/>
                <a:cxnLst>
                  <a:cxn ang="0">
                    <a:pos x="112" y="24"/>
                  </a:cxn>
                  <a:cxn ang="0">
                    <a:pos x="0" y="56"/>
                  </a:cxn>
                  <a:cxn ang="0">
                    <a:pos x="0" y="24"/>
                  </a:cxn>
                  <a:cxn ang="0">
                    <a:pos x="0" y="0"/>
                  </a:cxn>
                  <a:cxn ang="0">
                    <a:pos x="112" y="24"/>
                  </a:cxn>
                </a:cxnLst>
                <a:rect l="txL" t="txT" r="txR" b="txB"/>
                <a:pathLst>
                  <a:path w="112" h="56">
                    <a:moveTo>
                      <a:pt x="112" y="24"/>
                    </a:moveTo>
                    <a:lnTo>
                      <a:pt x="0" y="56"/>
                    </a:lnTo>
                    <a:lnTo>
                      <a:pt x="0" y="24"/>
                    </a:lnTo>
                    <a:lnTo>
                      <a:pt x="0" y="0"/>
                    </a:lnTo>
                    <a:lnTo>
                      <a:pt x="112" y="24"/>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8769" name="Line 120"/>
              <p:cNvSpPr/>
              <p:nvPr/>
            </p:nvSpPr>
            <p:spPr>
              <a:xfrm>
                <a:off x="480" y="1704"/>
                <a:ext cx="64" cy="1"/>
              </a:xfrm>
              <a:prstGeom prst="line">
                <a:avLst/>
              </a:prstGeom>
              <a:ln w="12700" cap="flat" cmpd="sng">
                <a:solidFill>
                  <a:srgbClr val="000000"/>
                </a:solidFill>
                <a:prstDash val="solid"/>
                <a:headEnd type="none" w="med" len="med"/>
                <a:tailEnd type="none" w="med" len="med"/>
              </a:ln>
            </p:spPr>
          </p:sp>
          <p:sp>
            <p:nvSpPr>
              <p:cNvPr id="28770" name="Line 121"/>
              <p:cNvSpPr/>
              <p:nvPr/>
            </p:nvSpPr>
            <p:spPr>
              <a:xfrm>
                <a:off x="624" y="1704"/>
                <a:ext cx="64" cy="1"/>
              </a:xfrm>
              <a:prstGeom prst="line">
                <a:avLst/>
              </a:prstGeom>
              <a:ln w="12700" cap="flat" cmpd="sng">
                <a:solidFill>
                  <a:srgbClr val="000000"/>
                </a:solidFill>
                <a:prstDash val="solid"/>
                <a:headEnd type="none" w="med" len="med"/>
                <a:tailEnd type="none" w="med" len="med"/>
              </a:ln>
            </p:spPr>
          </p:sp>
          <p:sp>
            <p:nvSpPr>
              <p:cNvPr id="28771" name="Line 122"/>
              <p:cNvSpPr/>
              <p:nvPr/>
            </p:nvSpPr>
            <p:spPr>
              <a:xfrm>
                <a:off x="768" y="1704"/>
                <a:ext cx="64" cy="1"/>
              </a:xfrm>
              <a:prstGeom prst="line">
                <a:avLst/>
              </a:prstGeom>
              <a:ln w="12700" cap="flat" cmpd="sng">
                <a:solidFill>
                  <a:srgbClr val="000000"/>
                </a:solidFill>
                <a:prstDash val="solid"/>
                <a:headEnd type="none" w="med" len="med"/>
                <a:tailEnd type="none" w="med" len="med"/>
              </a:ln>
            </p:spPr>
          </p:sp>
          <p:sp>
            <p:nvSpPr>
              <p:cNvPr id="28772" name="Line 123"/>
              <p:cNvSpPr/>
              <p:nvPr/>
            </p:nvSpPr>
            <p:spPr>
              <a:xfrm>
                <a:off x="912" y="1704"/>
                <a:ext cx="64" cy="1"/>
              </a:xfrm>
              <a:prstGeom prst="line">
                <a:avLst/>
              </a:prstGeom>
              <a:ln w="12700" cap="flat" cmpd="sng">
                <a:solidFill>
                  <a:srgbClr val="000000"/>
                </a:solidFill>
                <a:prstDash val="solid"/>
                <a:headEnd type="none" w="med" len="med"/>
                <a:tailEnd type="none" w="med" len="med"/>
              </a:ln>
            </p:spPr>
          </p:sp>
          <p:sp>
            <p:nvSpPr>
              <p:cNvPr id="28773" name="Line 124"/>
              <p:cNvSpPr/>
              <p:nvPr/>
            </p:nvSpPr>
            <p:spPr>
              <a:xfrm>
                <a:off x="1056" y="1704"/>
                <a:ext cx="64" cy="1"/>
              </a:xfrm>
              <a:prstGeom prst="line">
                <a:avLst/>
              </a:prstGeom>
              <a:ln w="12700" cap="flat" cmpd="sng">
                <a:solidFill>
                  <a:srgbClr val="000000"/>
                </a:solidFill>
                <a:prstDash val="solid"/>
                <a:headEnd type="none" w="med" len="med"/>
                <a:tailEnd type="none" w="med" len="med"/>
              </a:ln>
            </p:spPr>
          </p:sp>
          <p:sp>
            <p:nvSpPr>
              <p:cNvPr id="28774" name="Line 125"/>
              <p:cNvSpPr/>
              <p:nvPr/>
            </p:nvSpPr>
            <p:spPr>
              <a:xfrm>
                <a:off x="1200" y="1704"/>
                <a:ext cx="64" cy="1"/>
              </a:xfrm>
              <a:prstGeom prst="line">
                <a:avLst/>
              </a:prstGeom>
              <a:ln w="12700" cap="flat" cmpd="sng">
                <a:solidFill>
                  <a:srgbClr val="000000"/>
                </a:solidFill>
                <a:prstDash val="solid"/>
                <a:headEnd type="none" w="med" len="med"/>
                <a:tailEnd type="none" w="med" len="med"/>
              </a:ln>
            </p:spPr>
          </p:sp>
          <p:sp>
            <p:nvSpPr>
              <p:cNvPr id="28775" name="Line 126"/>
              <p:cNvSpPr/>
              <p:nvPr/>
            </p:nvSpPr>
            <p:spPr>
              <a:xfrm>
                <a:off x="1344" y="1704"/>
                <a:ext cx="64" cy="1"/>
              </a:xfrm>
              <a:prstGeom prst="line">
                <a:avLst/>
              </a:prstGeom>
              <a:ln w="12700" cap="flat" cmpd="sng">
                <a:solidFill>
                  <a:srgbClr val="000000"/>
                </a:solidFill>
                <a:prstDash val="solid"/>
                <a:headEnd type="none" w="med" len="med"/>
                <a:tailEnd type="none" w="med" len="med"/>
              </a:ln>
            </p:spPr>
          </p:sp>
          <p:sp>
            <p:nvSpPr>
              <p:cNvPr id="28776" name="Line 127"/>
              <p:cNvSpPr/>
              <p:nvPr/>
            </p:nvSpPr>
            <p:spPr>
              <a:xfrm>
                <a:off x="1488" y="1704"/>
                <a:ext cx="64" cy="1"/>
              </a:xfrm>
              <a:prstGeom prst="line">
                <a:avLst/>
              </a:prstGeom>
              <a:ln w="12700" cap="flat" cmpd="sng">
                <a:solidFill>
                  <a:srgbClr val="000000"/>
                </a:solidFill>
                <a:prstDash val="solid"/>
                <a:headEnd type="none" w="med" len="med"/>
                <a:tailEnd type="none" w="med" len="med"/>
              </a:ln>
            </p:spPr>
          </p:sp>
          <p:sp>
            <p:nvSpPr>
              <p:cNvPr id="28777" name="Line 128"/>
              <p:cNvSpPr/>
              <p:nvPr/>
            </p:nvSpPr>
            <p:spPr>
              <a:xfrm>
                <a:off x="1632" y="1704"/>
                <a:ext cx="64" cy="1"/>
              </a:xfrm>
              <a:prstGeom prst="line">
                <a:avLst/>
              </a:prstGeom>
              <a:ln w="12700" cap="flat" cmpd="sng">
                <a:solidFill>
                  <a:srgbClr val="000000"/>
                </a:solidFill>
                <a:prstDash val="solid"/>
                <a:headEnd type="none" w="med" len="med"/>
                <a:tailEnd type="none" w="med" len="med"/>
              </a:ln>
            </p:spPr>
          </p:sp>
          <p:sp>
            <p:nvSpPr>
              <p:cNvPr id="28778" name="Line 129"/>
              <p:cNvSpPr/>
              <p:nvPr/>
            </p:nvSpPr>
            <p:spPr>
              <a:xfrm>
                <a:off x="1776" y="1704"/>
                <a:ext cx="64" cy="1"/>
              </a:xfrm>
              <a:prstGeom prst="line">
                <a:avLst/>
              </a:prstGeom>
              <a:ln w="12700" cap="flat" cmpd="sng">
                <a:solidFill>
                  <a:srgbClr val="000000"/>
                </a:solidFill>
                <a:prstDash val="solid"/>
                <a:headEnd type="none" w="med" len="med"/>
                <a:tailEnd type="none" w="med" len="med"/>
              </a:ln>
            </p:spPr>
          </p:sp>
          <p:sp>
            <p:nvSpPr>
              <p:cNvPr id="28779" name="Line 130"/>
              <p:cNvSpPr/>
              <p:nvPr/>
            </p:nvSpPr>
            <p:spPr>
              <a:xfrm>
                <a:off x="1920" y="1704"/>
                <a:ext cx="64" cy="1"/>
              </a:xfrm>
              <a:prstGeom prst="line">
                <a:avLst/>
              </a:prstGeom>
              <a:ln w="12700" cap="flat" cmpd="sng">
                <a:solidFill>
                  <a:srgbClr val="000000"/>
                </a:solidFill>
                <a:prstDash val="solid"/>
                <a:headEnd type="none" w="med" len="med"/>
                <a:tailEnd type="none" w="med" len="med"/>
              </a:ln>
            </p:spPr>
          </p:sp>
          <p:sp>
            <p:nvSpPr>
              <p:cNvPr id="28780" name="Line 131"/>
              <p:cNvSpPr/>
              <p:nvPr/>
            </p:nvSpPr>
            <p:spPr>
              <a:xfrm>
                <a:off x="2064" y="1704"/>
                <a:ext cx="64" cy="1"/>
              </a:xfrm>
              <a:prstGeom prst="line">
                <a:avLst/>
              </a:prstGeom>
              <a:ln w="12700" cap="flat" cmpd="sng">
                <a:solidFill>
                  <a:srgbClr val="000000"/>
                </a:solidFill>
                <a:prstDash val="solid"/>
                <a:headEnd type="none" w="med" len="med"/>
                <a:tailEnd type="none" w="med" len="med"/>
              </a:ln>
            </p:spPr>
          </p:sp>
          <p:sp>
            <p:nvSpPr>
              <p:cNvPr id="28781" name="Line 132"/>
              <p:cNvSpPr/>
              <p:nvPr/>
            </p:nvSpPr>
            <p:spPr>
              <a:xfrm>
                <a:off x="2208" y="1704"/>
                <a:ext cx="64" cy="1"/>
              </a:xfrm>
              <a:prstGeom prst="line">
                <a:avLst/>
              </a:prstGeom>
              <a:ln w="12700" cap="flat" cmpd="sng">
                <a:solidFill>
                  <a:srgbClr val="000000"/>
                </a:solidFill>
                <a:prstDash val="solid"/>
                <a:headEnd type="none" w="med" len="med"/>
                <a:tailEnd type="none" w="med" len="med"/>
              </a:ln>
            </p:spPr>
          </p:sp>
          <p:sp>
            <p:nvSpPr>
              <p:cNvPr id="28782" name="Line 133"/>
              <p:cNvSpPr/>
              <p:nvPr/>
            </p:nvSpPr>
            <p:spPr>
              <a:xfrm>
                <a:off x="2352" y="1704"/>
                <a:ext cx="64" cy="1"/>
              </a:xfrm>
              <a:prstGeom prst="line">
                <a:avLst/>
              </a:prstGeom>
              <a:ln w="12700" cap="flat" cmpd="sng">
                <a:solidFill>
                  <a:srgbClr val="000000"/>
                </a:solidFill>
                <a:prstDash val="solid"/>
                <a:headEnd type="none" w="med" len="med"/>
                <a:tailEnd type="none" w="med" len="med"/>
              </a:ln>
            </p:spPr>
          </p:sp>
          <p:sp>
            <p:nvSpPr>
              <p:cNvPr id="28783" name="Line 134"/>
              <p:cNvSpPr/>
              <p:nvPr/>
            </p:nvSpPr>
            <p:spPr>
              <a:xfrm>
                <a:off x="2496" y="1704"/>
                <a:ext cx="64" cy="1"/>
              </a:xfrm>
              <a:prstGeom prst="line">
                <a:avLst/>
              </a:prstGeom>
              <a:ln w="12700" cap="flat" cmpd="sng">
                <a:solidFill>
                  <a:srgbClr val="000000"/>
                </a:solidFill>
                <a:prstDash val="solid"/>
                <a:headEnd type="none" w="med" len="med"/>
                <a:tailEnd type="none" w="med" len="med"/>
              </a:ln>
            </p:spPr>
          </p:sp>
          <p:sp>
            <p:nvSpPr>
              <p:cNvPr id="28784" name="Line 135"/>
              <p:cNvSpPr/>
              <p:nvPr/>
            </p:nvSpPr>
            <p:spPr>
              <a:xfrm>
                <a:off x="2640" y="1704"/>
                <a:ext cx="64" cy="1"/>
              </a:xfrm>
              <a:prstGeom prst="line">
                <a:avLst/>
              </a:prstGeom>
              <a:ln w="12700" cap="flat" cmpd="sng">
                <a:solidFill>
                  <a:srgbClr val="000000"/>
                </a:solidFill>
                <a:prstDash val="solid"/>
                <a:headEnd type="none" w="med" len="med"/>
                <a:tailEnd type="none" w="med" len="med"/>
              </a:ln>
            </p:spPr>
          </p:sp>
          <p:sp>
            <p:nvSpPr>
              <p:cNvPr id="28785" name="Line 136"/>
              <p:cNvSpPr/>
              <p:nvPr/>
            </p:nvSpPr>
            <p:spPr>
              <a:xfrm>
                <a:off x="2784" y="1704"/>
                <a:ext cx="64" cy="1"/>
              </a:xfrm>
              <a:prstGeom prst="line">
                <a:avLst/>
              </a:prstGeom>
              <a:ln w="12700" cap="flat" cmpd="sng">
                <a:solidFill>
                  <a:srgbClr val="000000"/>
                </a:solidFill>
                <a:prstDash val="solid"/>
                <a:headEnd type="none" w="med" len="med"/>
                <a:tailEnd type="none" w="med" len="med"/>
              </a:ln>
            </p:spPr>
          </p:sp>
          <p:sp>
            <p:nvSpPr>
              <p:cNvPr id="28786" name="Line 137"/>
              <p:cNvSpPr/>
              <p:nvPr/>
            </p:nvSpPr>
            <p:spPr>
              <a:xfrm>
                <a:off x="2928" y="1704"/>
                <a:ext cx="64" cy="1"/>
              </a:xfrm>
              <a:prstGeom prst="line">
                <a:avLst/>
              </a:prstGeom>
              <a:ln w="12700" cap="flat" cmpd="sng">
                <a:solidFill>
                  <a:srgbClr val="000000"/>
                </a:solidFill>
                <a:prstDash val="solid"/>
                <a:headEnd type="none" w="med" len="med"/>
                <a:tailEnd type="none" w="med" len="med"/>
              </a:ln>
            </p:spPr>
          </p:sp>
          <p:sp>
            <p:nvSpPr>
              <p:cNvPr id="28787" name="Line 138"/>
              <p:cNvSpPr/>
              <p:nvPr/>
            </p:nvSpPr>
            <p:spPr>
              <a:xfrm>
                <a:off x="3072" y="1704"/>
                <a:ext cx="64" cy="1"/>
              </a:xfrm>
              <a:prstGeom prst="line">
                <a:avLst/>
              </a:prstGeom>
              <a:ln w="12700" cap="flat" cmpd="sng">
                <a:solidFill>
                  <a:srgbClr val="000000"/>
                </a:solidFill>
                <a:prstDash val="solid"/>
                <a:headEnd type="none" w="med" len="med"/>
                <a:tailEnd type="none" w="med" len="med"/>
              </a:ln>
            </p:spPr>
          </p:sp>
          <p:sp>
            <p:nvSpPr>
              <p:cNvPr id="28788" name="Line 139"/>
              <p:cNvSpPr/>
              <p:nvPr/>
            </p:nvSpPr>
            <p:spPr>
              <a:xfrm>
                <a:off x="3216" y="1704"/>
                <a:ext cx="64" cy="1"/>
              </a:xfrm>
              <a:prstGeom prst="line">
                <a:avLst/>
              </a:prstGeom>
              <a:ln w="12700" cap="flat" cmpd="sng">
                <a:solidFill>
                  <a:srgbClr val="000000"/>
                </a:solidFill>
                <a:prstDash val="solid"/>
                <a:headEnd type="none" w="med" len="med"/>
                <a:tailEnd type="none" w="med" len="med"/>
              </a:ln>
            </p:spPr>
          </p:sp>
          <p:sp>
            <p:nvSpPr>
              <p:cNvPr id="28789" name="Line 140"/>
              <p:cNvSpPr/>
              <p:nvPr/>
            </p:nvSpPr>
            <p:spPr>
              <a:xfrm>
                <a:off x="3360" y="1704"/>
                <a:ext cx="64" cy="1"/>
              </a:xfrm>
              <a:prstGeom prst="line">
                <a:avLst/>
              </a:prstGeom>
              <a:ln w="12700" cap="flat" cmpd="sng">
                <a:solidFill>
                  <a:srgbClr val="000000"/>
                </a:solidFill>
                <a:prstDash val="solid"/>
                <a:headEnd type="none" w="med" len="med"/>
                <a:tailEnd type="none" w="med" len="med"/>
              </a:ln>
            </p:spPr>
          </p:sp>
          <p:sp>
            <p:nvSpPr>
              <p:cNvPr id="28790" name="Line 141"/>
              <p:cNvSpPr/>
              <p:nvPr/>
            </p:nvSpPr>
            <p:spPr>
              <a:xfrm>
                <a:off x="3504" y="1704"/>
                <a:ext cx="64" cy="1"/>
              </a:xfrm>
              <a:prstGeom prst="line">
                <a:avLst/>
              </a:prstGeom>
              <a:ln w="12700" cap="flat" cmpd="sng">
                <a:solidFill>
                  <a:srgbClr val="000000"/>
                </a:solidFill>
                <a:prstDash val="solid"/>
                <a:headEnd type="none" w="med" len="med"/>
                <a:tailEnd type="none" w="med" len="med"/>
              </a:ln>
            </p:spPr>
          </p:sp>
          <p:sp>
            <p:nvSpPr>
              <p:cNvPr id="28791" name="Line 142"/>
              <p:cNvSpPr/>
              <p:nvPr/>
            </p:nvSpPr>
            <p:spPr>
              <a:xfrm>
                <a:off x="3648" y="1704"/>
                <a:ext cx="64" cy="1"/>
              </a:xfrm>
              <a:prstGeom prst="line">
                <a:avLst/>
              </a:prstGeom>
              <a:ln w="12700" cap="flat" cmpd="sng">
                <a:solidFill>
                  <a:srgbClr val="000000"/>
                </a:solidFill>
                <a:prstDash val="solid"/>
                <a:headEnd type="none" w="med" len="med"/>
                <a:tailEnd type="none" w="med" len="med"/>
              </a:ln>
            </p:spPr>
          </p:sp>
          <p:sp>
            <p:nvSpPr>
              <p:cNvPr id="28792" name="Line 143"/>
              <p:cNvSpPr/>
              <p:nvPr/>
            </p:nvSpPr>
            <p:spPr>
              <a:xfrm>
                <a:off x="3792" y="1704"/>
                <a:ext cx="64" cy="1"/>
              </a:xfrm>
              <a:prstGeom prst="line">
                <a:avLst/>
              </a:prstGeom>
              <a:ln w="12700" cap="flat" cmpd="sng">
                <a:solidFill>
                  <a:srgbClr val="000000"/>
                </a:solidFill>
                <a:prstDash val="solid"/>
                <a:headEnd type="none" w="med" len="med"/>
                <a:tailEnd type="none" w="med" len="med"/>
              </a:ln>
            </p:spPr>
          </p:sp>
          <p:sp>
            <p:nvSpPr>
              <p:cNvPr id="28793" name="Line 144"/>
              <p:cNvSpPr/>
              <p:nvPr/>
            </p:nvSpPr>
            <p:spPr>
              <a:xfrm>
                <a:off x="3936" y="1704"/>
                <a:ext cx="64" cy="1"/>
              </a:xfrm>
              <a:prstGeom prst="line">
                <a:avLst/>
              </a:prstGeom>
              <a:ln w="12700" cap="flat" cmpd="sng">
                <a:solidFill>
                  <a:srgbClr val="000000"/>
                </a:solidFill>
                <a:prstDash val="solid"/>
                <a:headEnd type="none" w="med" len="med"/>
                <a:tailEnd type="none" w="med" len="med"/>
              </a:ln>
            </p:spPr>
          </p:sp>
          <p:sp>
            <p:nvSpPr>
              <p:cNvPr id="28794" name="Line 145"/>
              <p:cNvSpPr/>
              <p:nvPr/>
            </p:nvSpPr>
            <p:spPr>
              <a:xfrm>
                <a:off x="4080" y="1704"/>
                <a:ext cx="64" cy="1"/>
              </a:xfrm>
              <a:prstGeom prst="line">
                <a:avLst/>
              </a:prstGeom>
              <a:ln w="12700" cap="flat" cmpd="sng">
                <a:solidFill>
                  <a:srgbClr val="000000"/>
                </a:solidFill>
                <a:prstDash val="solid"/>
                <a:headEnd type="none" w="med" len="med"/>
                <a:tailEnd type="none" w="med" len="med"/>
              </a:ln>
            </p:spPr>
          </p:sp>
          <p:sp>
            <p:nvSpPr>
              <p:cNvPr id="28795" name="Line 146"/>
              <p:cNvSpPr/>
              <p:nvPr/>
            </p:nvSpPr>
            <p:spPr>
              <a:xfrm>
                <a:off x="4224" y="1704"/>
                <a:ext cx="64" cy="1"/>
              </a:xfrm>
              <a:prstGeom prst="line">
                <a:avLst/>
              </a:prstGeom>
              <a:ln w="12700" cap="flat" cmpd="sng">
                <a:solidFill>
                  <a:srgbClr val="000000"/>
                </a:solidFill>
                <a:prstDash val="solid"/>
                <a:headEnd type="none" w="med" len="med"/>
                <a:tailEnd type="none" w="med" len="med"/>
              </a:ln>
            </p:spPr>
          </p:sp>
          <p:sp>
            <p:nvSpPr>
              <p:cNvPr id="28796" name="Line 147"/>
              <p:cNvSpPr/>
              <p:nvPr/>
            </p:nvSpPr>
            <p:spPr>
              <a:xfrm>
                <a:off x="4368" y="1704"/>
                <a:ext cx="64" cy="1"/>
              </a:xfrm>
              <a:prstGeom prst="line">
                <a:avLst/>
              </a:prstGeom>
              <a:ln w="12700" cap="flat" cmpd="sng">
                <a:solidFill>
                  <a:srgbClr val="000000"/>
                </a:solidFill>
                <a:prstDash val="solid"/>
                <a:headEnd type="none" w="med" len="med"/>
                <a:tailEnd type="none" w="med" len="med"/>
              </a:ln>
            </p:spPr>
          </p:sp>
          <p:sp>
            <p:nvSpPr>
              <p:cNvPr id="28797" name="Line 148"/>
              <p:cNvSpPr/>
              <p:nvPr/>
            </p:nvSpPr>
            <p:spPr>
              <a:xfrm>
                <a:off x="4512" y="1704"/>
                <a:ext cx="64" cy="1"/>
              </a:xfrm>
              <a:prstGeom prst="line">
                <a:avLst/>
              </a:prstGeom>
              <a:ln w="12700" cap="flat" cmpd="sng">
                <a:solidFill>
                  <a:srgbClr val="000000"/>
                </a:solidFill>
                <a:prstDash val="solid"/>
                <a:headEnd type="none" w="med" len="med"/>
                <a:tailEnd type="none" w="med" len="med"/>
              </a:ln>
            </p:spPr>
          </p:sp>
          <p:sp>
            <p:nvSpPr>
              <p:cNvPr id="28798" name="Line 149"/>
              <p:cNvSpPr/>
              <p:nvPr/>
            </p:nvSpPr>
            <p:spPr>
              <a:xfrm>
                <a:off x="4656" y="1704"/>
                <a:ext cx="64" cy="1"/>
              </a:xfrm>
              <a:prstGeom prst="line">
                <a:avLst/>
              </a:prstGeom>
              <a:ln w="12700" cap="flat" cmpd="sng">
                <a:solidFill>
                  <a:srgbClr val="000000"/>
                </a:solidFill>
                <a:prstDash val="solid"/>
                <a:headEnd type="none" w="med" len="med"/>
                <a:tailEnd type="none" w="med" len="med"/>
              </a:ln>
            </p:spPr>
          </p:sp>
        </p:grpSp>
        <p:grpSp>
          <p:nvGrpSpPr>
            <p:cNvPr id="28698" name="Group 150"/>
            <p:cNvGrpSpPr/>
            <p:nvPr/>
          </p:nvGrpSpPr>
          <p:grpSpPr>
            <a:xfrm>
              <a:off x="1448" y="1528"/>
              <a:ext cx="56" cy="2584"/>
              <a:chOff x="1448" y="816"/>
              <a:chExt cx="56" cy="2584"/>
            </a:xfrm>
          </p:grpSpPr>
          <p:sp>
            <p:nvSpPr>
              <p:cNvPr id="28748" name="Freeform 151"/>
              <p:cNvSpPr/>
              <p:nvPr>
                <p:custDataLst>
                  <p:tags r:id="rId12"/>
                </p:custDataLst>
              </p:nvPr>
            </p:nvSpPr>
            <p:spPr>
              <a:xfrm>
                <a:off x="1448" y="3288"/>
                <a:ext cx="56" cy="112"/>
              </a:xfrm>
              <a:custGeom>
                <a:avLst/>
                <a:gdLst>
                  <a:gd name="txL" fmla="*/ 0 w 56"/>
                  <a:gd name="txT" fmla="*/ 0 h 112"/>
                  <a:gd name="txR" fmla="*/ 56 w 56"/>
                  <a:gd name="txB" fmla="*/ 112 h 112"/>
                </a:gdLst>
                <a:ahLst/>
                <a:cxnLst>
                  <a:cxn ang="0">
                    <a:pos x="24" y="112"/>
                  </a:cxn>
                  <a:cxn ang="0">
                    <a:pos x="0" y="0"/>
                  </a:cxn>
                  <a:cxn ang="0">
                    <a:pos x="24" y="0"/>
                  </a:cxn>
                  <a:cxn ang="0">
                    <a:pos x="56" y="0"/>
                  </a:cxn>
                  <a:cxn ang="0">
                    <a:pos x="24" y="112"/>
                  </a:cxn>
                </a:cxnLst>
                <a:rect l="txL" t="txT" r="txR" b="txB"/>
                <a:pathLst>
                  <a:path w="56" h="112">
                    <a:moveTo>
                      <a:pt x="24" y="112"/>
                    </a:moveTo>
                    <a:lnTo>
                      <a:pt x="0" y="0"/>
                    </a:lnTo>
                    <a:lnTo>
                      <a:pt x="24" y="0"/>
                    </a:lnTo>
                    <a:lnTo>
                      <a:pt x="56" y="0"/>
                    </a:lnTo>
                    <a:lnTo>
                      <a:pt x="24" y="11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8749" name="Freeform 152"/>
              <p:cNvSpPr/>
              <p:nvPr>
                <p:custDataLst>
                  <p:tags r:id="rId13"/>
                </p:custDataLst>
              </p:nvPr>
            </p:nvSpPr>
            <p:spPr>
              <a:xfrm>
                <a:off x="1448" y="816"/>
                <a:ext cx="56" cy="112"/>
              </a:xfrm>
              <a:custGeom>
                <a:avLst/>
                <a:gdLst>
                  <a:gd name="txL" fmla="*/ 0 w 56"/>
                  <a:gd name="txT" fmla="*/ 0 h 112"/>
                  <a:gd name="txR" fmla="*/ 56 w 56"/>
                  <a:gd name="txB" fmla="*/ 112 h 112"/>
                </a:gdLst>
                <a:ahLst/>
                <a:cxnLst>
                  <a:cxn ang="0">
                    <a:pos x="24" y="0"/>
                  </a:cxn>
                  <a:cxn ang="0">
                    <a:pos x="56" y="112"/>
                  </a:cxn>
                  <a:cxn ang="0">
                    <a:pos x="24" y="112"/>
                  </a:cxn>
                  <a:cxn ang="0">
                    <a:pos x="0" y="112"/>
                  </a:cxn>
                  <a:cxn ang="0">
                    <a:pos x="24" y="0"/>
                  </a:cxn>
                </a:cxnLst>
                <a:rect l="txL" t="txT" r="txR" b="txB"/>
                <a:pathLst>
                  <a:path w="56" h="112">
                    <a:moveTo>
                      <a:pt x="24" y="0"/>
                    </a:moveTo>
                    <a:lnTo>
                      <a:pt x="56" y="112"/>
                    </a:lnTo>
                    <a:lnTo>
                      <a:pt x="24" y="112"/>
                    </a:lnTo>
                    <a:lnTo>
                      <a:pt x="0" y="112"/>
                    </a:lnTo>
                    <a:lnTo>
                      <a:pt x="24" y="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8750" name="Line 153"/>
              <p:cNvSpPr/>
              <p:nvPr/>
            </p:nvSpPr>
            <p:spPr>
              <a:xfrm flipV="1">
                <a:off x="1472" y="3216"/>
                <a:ext cx="1" cy="64"/>
              </a:xfrm>
              <a:prstGeom prst="line">
                <a:avLst/>
              </a:prstGeom>
              <a:ln w="12700" cap="flat" cmpd="sng">
                <a:solidFill>
                  <a:srgbClr val="000000"/>
                </a:solidFill>
                <a:prstDash val="solid"/>
                <a:headEnd type="none" w="med" len="med"/>
                <a:tailEnd type="none" w="med" len="med"/>
              </a:ln>
            </p:spPr>
          </p:sp>
          <p:sp>
            <p:nvSpPr>
              <p:cNvPr id="28751" name="Line 154"/>
              <p:cNvSpPr/>
              <p:nvPr/>
            </p:nvSpPr>
            <p:spPr>
              <a:xfrm flipV="1">
                <a:off x="1472" y="3072"/>
                <a:ext cx="1" cy="64"/>
              </a:xfrm>
              <a:prstGeom prst="line">
                <a:avLst/>
              </a:prstGeom>
              <a:ln w="12700" cap="flat" cmpd="sng">
                <a:solidFill>
                  <a:srgbClr val="000000"/>
                </a:solidFill>
                <a:prstDash val="solid"/>
                <a:headEnd type="none" w="med" len="med"/>
                <a:tailEnd type="none" w="med" len="med"/>
              </a:ln>
            </p:spPr>
          </p:sp>
          <p:sp>
            <p:nvSpPr>
              <p:cNvPr id="28752" name="Line 155"/>
              <p:cNvSpPr/>
              <p:nvPr/>
            </p:nvSpPr>
            <p:spPr>
              <a:xfrm flipV="1">
                <a:off x="1472" y="2928"/>
                <a:ext cx="1" cy="64"/>
              </a:xfrm>
              <a:prstGeom prst="line">
                <a:avLst/>
              </a:prstGeom>
              <a:ln w="12700" cap="flat" cmpd="sng">
                <a:solidFill>
                  <a:srgbClr val="000000"/>
                </a:solidFill>
                <a:prstDash val="solid"/>
                <a:headEnd type="none" w="med" len="med"/>
                <a:tailEnd type="none" w="med" len="med"/>
              </a:ln>
            </p:spPr>
          </p:sp>
          <p:sp>
            <p:nvSpPr>
              <p:cNvPr id="28753" name="Line 156"/>
              <p:cNvSpPr/>
              <p:nvPr/>
            </p:nvSpPr>
            <p:spPr>
              <a:xfrm flipV="1">
                <a:off x="1472" y="2784"/>
                <a:ext cx="1" cy="64"/>
              </a:xfrm>
              <a:prstGeom prst="line">
                <a:avLst/>
              </a:prstGeom>
              <a:ln w="12700" cap="flat" cmpd="sng">
                <a:solidFill>
                  <a:srgbClr val="000000"/>
                </a:solidFill>
                <a:prstDash val="solid"/>
                <a:headEnd type="none" w="med" len="med"/>
                <a:tailEnd type="none" w="med" len="med"/>
              </a:ln>
            </p:spPr>
          </p:sp>
          <p:sp>
            <p:nvSpPr>
              <p:cNvPr id="28754" name="Line 157"/>
              <p:cNvSpPr/>
              <p:nvPr/>
            </p:nvSpPr>
            <p:spPr>
              <a:xfrm flipV="1">
                <a:off x="1472" y="2640"/>
                <a:ext cx="1" cy="64"/>
              </a:xfrm>
              <a:prstGeom prst="line">
                <a:avLst/>
              </a:prstGeom>
              <a:ln w="12700" cap="flat" cmpd="sng">
                <a:solidFill>
                  <a:srgbClr val="000000"/>
                </a:solidFill>
                <a:prstDash val="solid"/>
                <a:headEnd type="none" w="med" len="med"/>
                <a:tailEnd type="none" w="med" len="med"/>
              </a:ln>
            </p:spPr>
          </p:sp>
          <p:sp>
            <p:nvSpPr>
              <p:cNvPr id="28755" name="Line 158"/>
              <p:cNvSpPr/>
              <p:nvPr/>
            </p:nvSpPr>
            <p:spPr>
              <a:xfrm flipV="1">
                <a:off x="1472" y="2496"/>
                <a:ext cx="1" cy="64"/>
              </a:xfrm>
              <a:prstGeom prst="line">
                <a:avLst/>
              </a:prstGeom>
              <a:ln w="12700" cap="flat" cmpd="sng">
                <a:solidFill>
                  <a:srgbClr val="000000"/>
                </a:solidFill>
                <a:prstDash val="solid"/>
                <a:headEnd type="none" w="med" len="med"/>
                <a:tailEnd type="none" w="med" len="med"/>
              </a:ln>
            </p:spPr>
          </p:sp>
          <p:sp>
            <p:nvSpPr>
              <p:cNvPr id="28756" name="Line 159"/>
              <p:cNvSpPr/>
              <p:nvPr/>
            </p:nvSpPr>
            <p:spPr>
              <a:xfrm flipV="1">
                <a:off x="1472" y="2352"/>
                <a:ext cx="1" cy="64"/>
              </a:xfrm>
              <a:prstGeom prst="line">
                <a:avLst/>
              </a:prstGeom>
              <a:ln w="12700" cap="flat" cmpd="sng">
                <a:solidFill>
                  <a:srgbClr val="000000"/>
                </a:solidFill>
                <a:prstDash val="solid"/>
                <a:headEnd type="none" w="med" len="med"/>
                <a:tailEnd type="none" w="med" len="med"/>
              </a:ln>
            </p:spPr>
          </p:sp>
          <p:sp>
            <p:nvSpPr>
              <p:cNvPr id="28757" name="Line 160"/>
              <p:cNvSpPr/>
              <p:nvPr/>
            </p:nvSpPr>
            <p:spPr>
              <a:xfrm flipV="1">
                <a:off x="1472" y="2208"/>
                <a:ext cx="1" cy="64"/>
              </a:xfrm>
              <a:prstGeom prst="line">
                <a:avLst/>
              </a:prstGeom>
              <a:ln w="12700" cap="flat" cmpd="sng">
                <a:solidFill>
                  <a:srgbClr val="000000"/>
                </a:solidFill>
                <a:prstDash val="solid"/>
                <a:headEnd type="none" w="med" len="med"/>
                <a:tailEnd type="none" w="med" len="med"/>
              </a:ln>
            </p:spPr>
          </p:sp>
          <p:sp>
            <p:nvSpPr>
              <p:cNvPr id="28758" name="Line 161"/>
              <p:cNvSpPr/>
              <p:nvPr/>
            </p:nvSpPr>
            <p:spPr>
              <a:xfrm flipV="1">
                <a:off x="1472" y="2064"/>
                <a:ext cx="1" cy="64"/>
              </a:xfrm>
              <a:prstGeom prst="line">
                <a:avLst/>
              </a:prstGeom>
              <a:ln w="12700" cap="flat" cmpd="sng">
                <a:solidFill>
                  <a:srgbClr val="000000"/>
                </a:solidFill>
                <a:prstDash val="solid"/>
                <a:headEnd type="none" w="med" len="med"/>
                <a:tailEnd type="none" w="med" len="med"/>
              </a:ln>
            </p:spPr>
          </p:sp>
          <p:sp>
            <p:nvSpPr>
              <p:cNvPr id="28759" name="Line 162"/>
              <p:cNvSpPr/>
              <p:nvPr/>
            </p:nvSpPr>
            <p:spPr>
              <a:xfrm flipV="1">
                <a:off x="1472" y="1920"/>
                <a:ext cx="1" cy="64"/>
              </a:xfrm>
              <a:prstGeom prst="line">
                <a:avLst/>
              </a:prstGeom>
              <a:ln w="12700" cap="flat" cmpd="sng">
                <a:solidFill>
                  <a:srgbClr val="000000"/>
                </a:solidFill>
                <a:prstDash val="solid"/>
                <a:headEnd type="none" w="med" len="med"/>
                <a:tailEnd type="none" w="med" len="med"/>
              </a:ln>
            </p:spPr>
          </p:sp>
          <p:sp>
            <p:nvSpPr>
              <p:cNvPr id="28760" name="Line 163"/>
              <p:cNvSpPr/>
              <p:nvPr/>
            </p:nvSpPr>
            <p:spPr>
              <a:xfrm flipV="1">
                <a:off x="1472" y="1776"/>
                <a:ext cx="1" cy="64"/>
              </a:xfrm>
              <a:prstGeom prst="line">
                <a:avLst/>
              </a:prstGeom>
              <a:ln w="12700" cap="flat" cmpd="sng">
                <a:solidFill>
                  <a:srgbClr val="000000"/>
                </a:solidFill>
                <a:prstDash val="solid"/>
                <a:headEnd type="none" w="med" len="med"/>
                <a:tailEnd type="none" w="med" len="med"/>
              </a:ln>
            </p:spPr>
          </p:sp>
          <p:sp>
            <p:nvSpPr>
              <p:cNvPr id="28761" name="Line 164"/>
              <p:cNvSpPr/>
              <p:nvPr/>
            </p:nvSpPr>
            <p:spPr>
              <a:xfrm flipV="1">
                <a:off x="1472" y="1632"/>
                <a:ext cx="1" cy="64"/>
              </a:xfrm>
              <a:prstGeom prst="line">
                <a:avLst/>
              </a:prstGeom>
              <a:ln w="12700" cap="flat" cmpd="sng">
                <a:solidFill>
                  <a:srgbClr val="000000"/>
                </a:solidFill>
                <a:prstDash val="solid"/>
                <a:headEnd type="none" w="med" len="med"/>
                <a:tailEnd type="none" w="med" len="med"/>
              </a:ln>
            </p:spPr>
          </p:sp>
          <p:sp>
            <p:nvSpPr>
              <p:cNvPr id="28762" name="Line 165"/>
              <p:cNvSpPr/>
              <p:nvPr/>
            </p:nvSpPr>
            <p:spPr>
              <a:xfrm flipV="1">
                <a:off x="1472" y="1488"/>
                <a:ext cx="1" cy="64"/>
              </a:xfrm>
              <a:prstGeom prst="line">
                <a:avLst/>
              </a:prstGeom>
              <a:ln w="12700" cap="flat" cmpd="sng">
                <a:solidFill>
                  <a:srgbClr val="000000"/>
                </a:solidFill>
                <a:prstDash val="solid"/>
                <a:headEnd type="none" w="med" len="med"/>
                <a:tailEnd type="none" w="med" len="med"/>
              </a:ln>
            </p:spPr>
          </p:sp>
          <p:sp>
            <p:nvSpPr>
              <p:cNvPr id="28763" name="Line 166"/>
              <p:cNvSpPr/>
              <p:nvPr/>
            </p:nvSpPr>
            <p:spPr>
              <a:xfrm flipV="1">
                <a:off x="1472" y="1344"/>
                <a:ext cx="1" cy="64"/>
              </a:xfrm>
              <a:prstGeom prst="line">
                <a:avLst/>
              </a:prstGeom>
              <a:ln w="12700" cap="flat" cmpd="sng">
                <a:solidFill>
                  <a:srgbClr val="000000"/>
                </a:solidFill>
                <a:prstDash val="solid"/>
                <a:headEnd type="none" w="med" len="med"/>
                <a:tailEnd type="none" w="med" len="med"/>
              </a:ln>
            </p:spPr>
          </p:sp>
          <p:sp>
            <p:nvSpPr>
              <p:cNvPr id="28764" name="Line 167"/>
              <p:cNvSpPr/>
              <p:nvPr/>
            </p:nvSpPr>
            <p:spPr>
              <a:xfrm flipV="1">
                <a:off x="1472" y="1200"/>
                <a:ext cx="1" cy="64"/>
              </a:xfrm>
              <a:prstGeom prst="line">
                <a:avLst/>
              </a:prstGeom>
              <a:ln w="12700" cap="flat" cmpd="sng">
                <a:solidFill>
                  <a:srgbClr val="000000"/>
                </a:solidFill>
                <a:prstDash val="solid"/>
                <a:headEnd type="none" w="med" len="med"/>
                <a:tailEnd type="none" w="med" len="med"/>
              </a:ln>
            </p:spPr>
          </p:sp>
          <p:sp>
            <p:nvSpPr>
              <p:cNvPr id="28765" name="Line 168"/>
              <p:cNvSpPr/>
              <p:nvPr/>
            </p:nvSpPr>
            <p:spPr>
              <a:xfrm flipV="1">
                <a:off x="1472" y="1056"/>
                <a:ext cx="1" cy="64"/>
              </a:xfrm>
              <a:prstGeom prst="line">
                <a:avLst/>
              </a:prstGeom>
              <a:ln w="12700" cap="flat" cmpd="sng">
                <a:solidFill>
                  <a:srgbClr val="000000"/>
                </a:solidFill>
                <a:prstDash val="solid"/>
                <a:headEnd type="none" w="med" len="med"/>
                <a:tailEnd type="none" w="med" len="med"/>
              </a:ln>
            </p:spPr>
          </p:sp>
          <p:sp>
            <p:nvSpPr>
              <p:cNvPr id="28766" name="Line 169"/>
              <p:cNvSpPr/>
              <p:nvPr/>
            </p:nvSpPr>
            <p:spPr>
              <a:xfrm flipV="1">
                <a:off x="1472" y="928"/>
                <a:ext cx="1" cy="48"/>
              </a:xfrm>
              <a:prstGeom prst="line">
                <a:avLst/>
              </a:prstGeom>
              <a:ln w="12700" cap="flat" cmpd="sng">
                <a:solidFill>
                  <a:srgbClr val="000000"/>
                </a:solidFill>
                <a:prstDash val="solid"/>
                <a:headEnd type="none" w="med" len="med"/>
                <a:tailEnd type="none" w="med" len="med"/>
              </a:ln>
            </p:spPr>
          </p:sp>
        </p:grpSp>
        <p:grpSp>
          <p:nvGrpSpPr>
            <p:cNvPr id="28699" name="Group 170"/>
            <p:cNvGrpSpPr/>
            <p:nvPr/>
          </p:nvGrpSpPr>
          <p:grpSpPr>
            <a:xfrm>
              <a:off x="3840" y="1584"/>
              <a:ext cx="56" cy="2592"/>
              <a:chOff x="3840" y="872"/>
              <a:chExt cx="56" cy="2592"/>
            </a:xfrm>
          </p:grpSpPr>
          <p:sp>
            <p:nvSpPr>
              <p:cNvPr id="28729" name="Freeform 171"/>
              <p:cNvSpPr/>
              <p:nvPr>
                <p:custDataLst>
                  <p:tags r:id="rId10"/>
                </p:custDataLst>
              </p:nvPr>
            </p:nvSpPr>
            <p:spPr>
              <a:xfrm>
                <a:off x="3840" y="3344"/>
                <a:ext cx="56" cy="120"/>
              </a:xfrm>
              <a:custGeom>
                <a:avLst/>
                <a:gdLst>
                  <a:gd name="txL" fmla="*/ 0 w 56"/>
                  <a:gd name="txT" fmla="*/ 0 h 120"/>
                  <a:gd name="txR" fmla="*/ 56 w 56"/>
                  <a:gd name="txB" fmla="*/ 120 h 120"/>
                </a:gdLst>
                <a:ahLst/>
                <a:cxnLst>
                  <a:cxn ang="0">
                    <a:pos x="24" y="120"/>
                  </a:cxn>
                  <a:cxn ang="0">
                    <a:pos x="0" y="0"/>
                  </a:cxn>
                  <a:cxn ang="0">
                    <a:pos x="24" y="0"/>
                  </a:cxn>
                  <a:cxn ang="0">
                    <a:pos x="56" y="0"/>
                  </a:cxn>
                  <a:cxn ang="0">
                    <a:pos x="24" y="120"/>
                  </a:cxn>
                </a:cxnLst>
                <a:rect l="txL" t="txT" r="txR" b="txB"/>
                <a:pathLst>
                  <a:path w="56" h="120">
                    <a:moveTo>
                      <a:pt x="24" y="120"/>
                    </a:moveTo>
                    <a:lnTo>
                      <a:pt x="0" y="0"/>
                    </a:lnTo>
                    <a:lnTo>
                      <a:pt x="24" y="0"/>
                    </a:lnTo>
                    <a:lnTo>
                      <a:pt x="56" y="0"/>
                    </a:lnTo>
                    <a:lnTo>
                      <a:pt x="24" y="12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8730" name="Freeform 172"/>
              <p:cNvSpPr/>
              <p:nvPr>
                <p:custDataLst>
                  <p:tags r:id="rId11"/>
                </p:custDataLst>
              </p:nvPr>
            </p:nvSpPr>
            <p:spPr>
              <a:xfrm>
                <a:off x="3840" y="872"/>
                <a:ext cx="56" cy="112"/>
              </a:xfrm>
              <a:custGeom>
                <a:avLst/>
                <a:gdLst>
                  <a:gd name="txL" fmla="*/ 0 w 56"/>
                  <a:gd name="txT" fmla="*/ 0 h 112"/>
                  <a:gd name="txR" fmla="*/ 56 w 56"/>
                  <a:gd name="txB" fmla="*/ 112 h 112"/>
                </a:gdLst>
                <a:ahLst/>
                <a:cxnLst>
                  <a:cxn ang="0">
                    <a:pos x="24" y="0"/>
                  </a:cxn>
                  <a:cxn ang="0">
                    <a:pos x="56" y="112"/>
                  </a:cxn>
                  <a:cxn ang="0">
                    <a:pos x="24" y="112"/>
                  </a:cxn>
                  <a:cxn ang="0">
                    <a:pos x="0" y="112"/>
                  </a:cxn>
                  <a:cxn ang="0">
                    <a:pos x="24" y="0"/>
                  </a:cxn>
                </a:cxnLst>
                <a:rect l="txL" t="txT" r="txR" b="txB"/>
                <a:pathLst>
                  <a:path w="56" h="112">
                    <a:moveTo>
                      <a:pt x="24" y="0"/>
                    </a:moveTo>
                    <a:lnTo>
                      <a:pt x="56" y="112"/>
                    </a:lnTo>
                    <a:lnTo>
                      <a:pt x="24" y="112"/>
                    </a:lnTo>
                    <a:lnTo>
                      <a:pt x="0" y="112"/>
                    </a:lnTo>
                    <a:lnTo>
                      <a:pt x="24" y="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8731" name="Line 173"/>
              <p:cNvSpPr/>
              <p:nvPr/>
            </p:nvSpPr>
            <p:spPr>
              <a:xfrm flipV="1">
                <a:off x="3864" y="3272"/>
                <a:ext cx="1" cy="64"/>
              </a:xfrm>
              <a:prstGeom prst="line">
                <a:avLst/>
              </a:prstGeom>
              <a:ln w="12700" cap="flat" cmpd="sng">
                <a:solidFill>
                  <a:srgbClr val="000000"/>
                </a:solidFill>
                <a:prstDash val="solid"/>
                <a:headEnd type="none" w="med" len="med"/>
                <a:tailEnd type="none" w="med" len="med"/>
              </a:ln>
            </p:spPr>
          </p:sp>
          <p:sp>
            <p:nvSpPr>
              <p:cNvPr id="28732" name="Line 174"/>
              <p:cNvSpPr/>
              <p:nvPr/>
            </p:nvSpPr>
            <p:spPr>
              <a:xfrm flipV="1">
                <a:off x="3864" y="3128"/>
                <a:ext cx="1" cy="64"/>
              </a:xfrm>
              <a:prstGeom prst="line">
                <a:avLst/>
              </a:prstGeom>
              <a:ln w="12700" cap="flat" cmpd="sng">
                <a:solidFill>
                  <a:srgbClr val="000000"/>
                </a:solidFill>
                <a:prstDash val="solid"/>
                <a:headEnd type="none" w="med" len="med"/>
                <a:tailEnd type="none" w="med" len="med"/>
              </a:ln>
            </p:spPr>
          </p:sp>
          <p:sp>
            <p:nvSpPr>
              <p:cNvPr id="28733" name="Line 175"/>
              <p:cNvSpPr/>
              <p:nvPr/>
            </p:nvSpPr>
            <p:spPr>
              <a:xfrm flipV="1">
                <a:off x="3864" y="2984"/>
                <a:ext cx="1" cy="64"/>
              </a:xfrm>
              <a:prstGeom prst="line">
                <a:avLst/>
              </a:prstGeom>
              <a:ln w="12700" cap="flat" cmpd="sng">
                <a:solidFill>
                  <a:srgbClr val="000000"/>
                </a:solidFill>
                <a:prstDash val="solid"/>
                <a:headEnd type="none" w="med" len="med"/>
                <a:tailEnd type="none" w="med" len="med"/>
              </a:ln>
            </p:spPr>
          </p:sp>
          <p:sp>
            <p:nvSpPr>
              <p:cNvPr id="28734" name="Line 176"/>
              <p:cNvSpPr/>
              <p:nvPr/>
            </p:nvSpPr>
            <p:spPr>
              <a:xfrm flipV="1">
                <a:off x="3864" y="2840"/>
                <a:ext cx="1" cy="64"/>
              </a:xfrm>
              <a:prstGeom prst="line">
                <a:avLst/>
              </a:prstGeom>
              <a:ln w="12700" cap="flat" cmpd="sng">
                <a:solidFill>
                  <a:srgbClr val="000000"/>
                </a:solidFill>
                <a:prstDash val="solid"/>
                <a:headEnd type="none" w="med" len="med"/>
                <a:tailEnd type="none" w="med" len="med"/>
              </a:ln>
            </p:spPr>
          </p:sp>
          <p:sp>
            <p:nvSpPr>
              <p:cNvPr id="28735" name="Line 177"/>
              <p:cNvSpPr/>
              <p:nvPr/>
            </p:nvSpPr>
            <p:spPr>
              <a:xfrm flipV="1">
                <a:off x="3864" y="2696"/>
                <a:ext cx="1" cy="64"/>
              </a:xfrm>
              <a:prstGeom prst="line">
                <a:avLst/>
              </a:prstGeom>
              <a:ln w="12700" cap="flat" cmpd="sng">
                <a:solidFill>
                  <a:srgbClr val="000000"/>
                </a:solidFill>
                <a:prstDash val="solid"/>
                <a:headEnd type="none" w="med" len="med"/>
                <a:tailEnd type="none" w="med" len="med"/>
              </a:ln>
            </p:spPr>
          </p:sp>
          <p:sp>
            <p:nvSpPr>
              <p:cNvPr id="28736" name="Line 178"/>
              <p:cNvSpPr/>
              <p:nvPr/>
            </p:nvSpPr>
            <p:spPr>
              <a:xfrm flipV="1">
                <a:off x="3864" y="2552"/>
                <a:ext cx="1" cy="64"/>
              </a:xfrm>
              <a:prstGeom prst="line">
                <a:avLst/>
              </a:prstGeom>
              <a:ln w="12700" cap="flat" cmpd="sng">
                <a:solidFill>
                  <a:srgbClr val="000000"/>
                </a:solidFill>
                <a:prstDash val="solid"/>
                <a:headEnd type="none" w="med" len="med"/>
                <a:tailEnd type="none" w="med" len="med"/>
              </a:ln>
            </p:spPr>
          </p:sp>
          <p:sp>
            <p:nvSpPr>
              <p:cNvPr id="28737" name="Line 179"/>
              <p:cNvSpPr/>
              <p:nvPr/>
            </p:nvSpPr>
            <p:spPr>
              <a:xfrm flipV="1">
                <a:off x="3864" y="2408"/>
                <a:ext cx="1" cy="64"/>
              </a:xfrm>
              <a:prstGeom prst="line">
                <a:avLst/>
              </a:prstGeom>
              <a:ln w="12700" cap="flat" cmpd="sng">
                <a:solidFill>
                  <a:srgbClr val="000000"/>
                </a:solidFill>
                <a:prstDash val="solid"/>
                <a:headEnd type="none" w="med" len="med"/>
                <a:tailEnd type="none" w="med" len="med"/>
              </a:ln>
            </p:spPr>
          </p:sp>
          <p:sp>
            <p:nvSpPr>
              <p:cNvPr id="28738" name="Line 180"/>
              <p:cNvSpPr/>
              <p:nvPr/>
            </p:nvSpPr>
            <p:spPr>
              <a:xfrm flipV="1">
                <a:off x="3864" y="2264"/>
                <a:ext cx="1" cy="64"/>
              </a:xfrm>
              <a:prstGeom prst="line">
                <a:avLst/>
              </a:prstGeom>
              <a:ln w="12700" cap="flat" cmpd="sng">
                <a:solidFill>
                  <a:srgbClr val="000000"/>
                </a:solidFill>
                <a:prstDash val="solid"/>
                <a:headEnd type="none" w="med" len="med"/>
                <a:tailEnd type="none" w="med" len="med"/>
              </a:ln>
            </p:spPr>
          </p:sp>
          <p:sp>
            <p:nvSpPr>
              <p:cNvPr id="28739" name="Line 181"/>
              <p:cNvSpPr/>
              <p:nvPr/>
            </p:nvSpPr>
            <p:spPr>
              <a:xfrm flipV="1">
                <a:off x="3864" y="2120"/>
                <a:ext cx="1" cy="64"/>
              </a:xfrm>
              <a:prstGeom prst="line">
                <a:avLst/>
              </a:prstGeom>
              <a:ln w="12700" cap="flat" cmpd="sng">
                <a:solidFill>
                  <a:srgbClr val="000000"/>
                </a:solidFill>
                <a:prstDash val="solid"/>
                <a:headEnd type="none" w="med" len="med"/>
                <a:tailEnd type="none" w="med" len="med"/>
              </a:ln>
            </p:spPr>
          </p:sp>
          <p:sp>
            <p:nvSpPr>
              <p:cNvPr id="28740" name="Line 182"/>
              <p:cNvSpPr/>
              <p:nvPr/>
            </p:nvSpPr>
            <p:spPr>
              <a:xfrm flipV="1">
                <a:off x="3864" y="1976"/>
                <a:ext cx="1" cy="64"/>
              </a:xfrm>
              <a:prstGeom prst="line">
                <a:avLst/>
              </a:prstGeom>
              <a:ln w="12700" cap="flat" cmpd="sng">
                <a:solidFill>
                  <a:srgbClr val="000000"/>
                </a:solidFill>
                <a:prstDash val="solid"/>
                <a:headEnd type="none" w="med" len="med"/>
                <a:tailEnd type="none" w="med" len="med"/>
              </a:ln>
            </p:spPr>
          </p:sp>
          <p:sp>
            <p:nvSpPr>
              <p:cNvPr id="28741" name="Line 183"/>
              <p:cNvSpPr/>
              <p:nvPr/>
            </p:nvSpPr>
            <p:spPr>
              <a:xfrm flipV="1">
                <a:off x="3864" y="1832"/>
                <a:ext cx="1" cy="64"/>
              </a:xfrm>
              <a:prstGeom prst="line">
                <a:avLst/>
              </a:prstGeom>
              <a:ln w="12700" cap="flat" cmpd="sng">
                <a:solidFill>
                  <a:srgbClr val="000000"/>
                </a:solidFill>
                <a:prstDash val="solid"/>
                <a:headEnd type="none" w="med" len="med"/>
                <a:tailEnd type="none" w="med" len="med"/>
              </a:ln>
            </p:spPr>
          </p:sp>
          <p:sp>
            <p:nvSpPr>
              <p:cNvPr id="28742" name="Line 184"/>
              <p:cNvSpPr/>
              <p:nvPr/>
            </p:nvSpPr>
            <p:spPr>
              <a:xfrm flipV="1">
                <a:off x="3864" y="1688"/>
                <a:ext cx="1" cy="64"/>
              </a:xfrm>
              <a:prstGeom prst="line">
                <a:avLst/>
              </a:prstGeom>
              <a:ln w="12700" cap="flat" cmpd="sng">
                <a:solidFill>
                  <a:srgbClr val="000000"/>
                </a:solidFill>
                <a:prstDash val="solid"/>
                <a:headEnd type="none" w="med" len="med"/>
                <a:tailEnd type="none" w="med" len="med"/>
              </a:ln>
            </p:spPr>
          </p:sp>
          <p:sp>
            <p:nvSpPr>
              <p:cNvPr id="28743" name="Line 185"/>
              <p:cNvSpPr/>
              <p:nvPr/>
            </p:nvSpPr>
            <p:spPr>
              <a:xfrm flipV="1">
                <a:off x="3864" y="1544"/>
                <a:ext cx="1" cy="64"/>
              </a:xfrm>
              <a:prstGeom prst="line">
                <a:avLst/>
              </a:prstGeom>
              <a:ln w="12700" cap="flat" cmpd="sng">
                <a:solidFill>
                  <a:srgbClr val="000000"/>
                </a:solidFill>
                <a:prstDash val="solid"/>
                <a:headEnd type="none" w="med" len="med"/>
                <a:tailEnd type="none" w="med" len="med"/>
              </a:ln>
            </p:spPr>
          </p:sp>
          <p:sp>
            <p:nvSpPr>
              <p:cNvPr id="28744" name="Line 186"/>
              <p:cNvSpPr/>
              <p:nvPr/>
            </p:nvSpPr>
            <p:spPr>
              <a:xfrm flipV="1">
                <a:off x="3864" y="1400"/>
                <a:ext cx="1" cy="64"/>
              </a:xfrm>
              <a:prstGeom prst="line">
                <a:avLst/>
              </a:prstGeom>
              <a:ln w="12700" cap="flat" cmpd="sng">
                <a:solidFill>
                  <a:srgbClr val="000000"/>
                </a:solidFill>
                <a:prstDash val="solid"/>
                <a:headEnd type="none" w="med" len="med"/>
                <a:tailEnd type="none" w="med" len="med"/>
              </a:ln>
            </p:spPr>
          </p:sp>
          <p:sp>
            <p:nvSpPr>
              <p:cNvPr id="28745" name="Line 187"/>
              <p:cNvSpPr/>
              <p:nvPr/>
            </p:nvSpPr>
            <p:spPr>
              <a:xfrm flipV="1">
                <a:off x="3864" y="1256"/>
                <a:ext cx="1" cy="64"/>
              </a:xfrm>
              <a:prstGeom prst="line">
                <a:avLst/>
              </a:prstGeom>
              <a:ln w="12700" cap="flat" cmpd="sng">
                <a:solidFill>
                  <a:srgbClr val="000000"/>
                </a:solidFill>
                <a:prstDash val="solid"/>
                <a:headEnd type="none" w="med" len="med"/>
                <a:tailEnd type="none" w="med" len="med"/>
              </a:ln>
            </p:spPr>
          </p:sp>
          <p:sp>
            <p:nvSpPr>
              <p:cNvPr id="28746" name="Line 188"/>
              <p:cNvSpPr/>
              <p:nvPr/>
            </p:nvSpPr>
            <p:spPr>
              <a:xfrm flipV="1">
                <a:off x="3864" y="1112"/>
                <a:ext cx="1" cy="64"/>
              </a:xfrm>
              <a:prstGeom prst="line">
                <a:avLst/>
              </a:prstGeom>
              <a:ln w="12700" cap="flat" cmpd="sng">
                <a:solidFill>
                  <a:srgbClr val="000000"/>
                </a:solidFill>
                <a:prstDash val="solid"/>
                <a:headEnd type="none" w="med" len="med"/>
                <a:tailEnd type="none" w="med" len="med"/>
              </a:ln>
            </p:spPr>
          </p:sp>
          <p:sp>
            <p:nvSpPr>
              <p:cNvPr id="28747" name="Line 189"/>
              <p:cNvSpPr/>
              <p:nvPr/>
            </p:nvSpPr>
            <p:spPr>
              <a:xfrm flipV="1">
                <a:off x="3864" y="984"/>
                <a:ext cx="1" cy="48"/>
              </a:xfrm>
              <a:prstGeom prst="line">
                <a:avLst/>
              </a:prstGeom>
              <a:ln w="12700" cap="flat" cmpd="sng">
                <a:solidFill>
                  <a:srgbClr val="000000"/>
                </a:solidFill>
                <a:prstDash val="solid"/>
                <a:headEnd type="none" w="med" len="med"/>
                <a:tailEnd type="none" w="med" len="med"/>
              </a:ln>
            </p:spPr>
          </p:sp>
        </p:grpSp>
        <p:grpSp>
          <p:nvGrpSpPr>
            <p:cNvPr id="28700" name="Group 190"/>
            <p:cNvGrpSpPr/>
            <p:nvPr/>
          </p:nvGrpSpPr>
          <p:grpSpPr>
            <a:xfrm>
              <a:off x="2824" y="1504"/>
              <a:ext cx="56" cy="2584"/>
              <a:chOff x="2824" y="792"/>
              <a:chExt cx="56" cy="2584"/>
            </a:xfrm>
          </p:grpSpPr>
          <p:sp>
            <p:nvSpPr>
              <p:cNvPr id="28710" name="Freeform 191"/>
              <p:cNvSpPr/>
              <p:nvPr>
                <p:custDataLst>
                  <p:tags r:id="rId8"/>
                </p:custDataLst>
              </p:nvPr>
            </p:nvSpPr>
            <p:spPr>
              <a:xfrm>
                <a:off x="2824" y="3264"/>
                <a:ext cx="56" cy="112"/>
              </a:xfrm>
              <a:custGeom>
                <a:avLst/>
                <a:gdLst>
                  <a:gd name="txL" fmla="*/ 0 w 56"/>
                  <a:gd name="txT" fmla="*/ 0 h 112"/>
                  <a:gd name="txR" fmla="*/ 56 w 56"/>
                  <a:gd name="txB" fmla="*/ 112 h 112"/>
                </a:gdLst>
                <a:ahLst/>
                <a:cxnLst>
                  <a:cxn ang="0">
                    <a:pos x="24" y="112"/>
                  </a:cxn>
                  <a:cxn ang="0">
                    <a:pos x="0" y="0"/>
                  </a:cxn>
                  <a:cxn ang="0">
                    <a:pos x="24" y="0"/>
                  </a:cxn>
                  <a:cxn ang="0">
                    <a:pos x="56" y="0"/>
                  </a:cxn>
                  <a:cxn ang="0">
                    <a:pos x="24" y="112"/>
                  </a:cxn>
                </a:cxnLst>
                <a:rect l="txL" t="txT" r="txR" b="txB"/>
                <a:pathLst>
                  <a:path w="56" h="112">
                    <a:moveTo>
                      <a:pt x="24" y="112"/>
                    </a:moveTo>
                    <a:lnTo>
                      <a:pt x="0" y="0"/>
                    </a:lnTo>
                    <a:lnTo>
                      <a:pt x="24" y="0"/>
                    </a:lnTo>
                    <a:lnTo>
                      <a:pt x="56" y="0"/>
                    </a:lnTo>
                    <a:lnTo>
                      <a:pt x="24" y="11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8711" name="Freeform 192"/>
              <p:cNvSpPr/>
              <p:nvPr>
                <p:custDataLst>
                  <p:tags r:id="rId9"/>
                </p:custDataLst>
              </p:nvPr>
            </p:nvSpPr>
            <p:spPr>
              <a:xfrm>
                <a:off x="2824" y="792"/>
                <a:ext cx="56" cy="112"/>
              </a:xfrm>
              <a:custGeom>
                <a:avLst/>
                <a:gdLst>
                  <a:gd name="txL" fmla="*/ 0 w 56"/>
                  <a:gd name="txT" fmla="*/ 0 h 112"/>
                  <a:gd name="txR" fmla="*/ 56 w 56"/>
                  <a:gd name="txB" fmla="*/ 112 h 112"/>
                </a:gdLst>
                <a:ahLst/>
                <a:cxnLst>
                  <a:cxn ang="0">
                    <a:pos x="24" y="0"/>
                  </a:cxn>
                  <a:cxn ang="0">
                    <a:pos x="56" y="112"/>
                  </a:cxn>
                  <a:cxn ang="0">
                    <a:pos x="24" y="112"/>
                  </a:cxn>
                  <a:cxn ang="0">
                    <a:pos x="0" y="112"/>
                  </a:cxn>
                  <a:cxn ang="0">
                    <a:pos x="24" y="0"/>
                  </a:cxn>
                </a:cxnLst>
                <a:rect l="txL" t="txT" r="txR" b="txB"/>
                <a:pathLst>
                  <a:path w="56" h="112">
                    <a:moveTo>
                      <a:pt x="24" y="0"/>
                    </a:moveTo>
                    <a:lnTo>
                      <a:pt x="56" y="112"/>
                    </a:lnTo>
                    <a:lnTo>
                      <a:pt x="24" y="112"/>
                    </a:lnTo>
                    <a:lnTo>
                      <a:pt x="0" y="112"/>
                    </a:lnTo>
                    <a:lnTo>
                      <a:pt x="24" y="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8712" name="Line 193"/>
              <p:cNvSpPr/>
              <p:nvPr/>
            </p:nvSpPr>
            <p:spPr>
              <a:xfrm flipV="1">
                <a:off x="2848" y="3192"/>
                <a:ext cx="1" cy="64"/>
              </a:xfrm>
              <a:prstGeom prst="line">
                <a:avLst/>
              </a:prstGeom>
              <a:ln w="12700" cap="flat" cmpd="sng">
                <a:solidFill>
                  <a:srgbClr val="000000"/>
                </a:solidFill>
                <a:prstDash val="solid"/>
                <a:headEnd type="none" w="med" len="med"/>
                <a:tailEnd type="none" w="med" len="med"/>
              </a:ln>
            </p:spPr>
          </p:sp>
          <p:sp>
            <p:nvSpPr>
              <p:cNvPr id="28713" name="Line 194"/>
              <p:cNvSpPr/>
              <p:nvPr/>
            </p:nvSpPr>
            <p:spPr>
              <a:xfrm flipV="1">
                <a:off x="2848" y="3048"/>
                <a:ext cx="1" cy="64"/>
              </a:xfrm>
              <a:prstGeom prst="line">
                <a:avLst/>
              </a:prstGeom>
              <a:ln w="12700" cap="flat" cmpd="sng">
                <a:solidFill>
                  <a:srgbClr val="000000"/>
                </a:solidFill>
                <a:prstDash val="solid"/>
                <a:headEnd type="none" w="med" len="med"/>
                <a:tailEnd type="none" w="med" len="med"/>
              </a:ln>
            </p:spPr>
          </p:sp>
          <p:sp>
            <p:nvSpPr>
              <p:cNvPr id="28714" name="Line 195"/>
              <p:cNvSpPr/>
              <p:nvPr/>
            </p:nvSpPr>
            <p:spPr>
              <a:xfrm flipV="1">
                <a:off x="2848" y="2904"/>
                <a:ext cx="1" cy="64"/>
              </a:xfrm>
              <a:prstGeom prst="line">
                <a:avLst/>
              </a:prstGeom>
              <a:ln w="12700" cap="flat" cmpd="sng">
                <a:solidFill>
                  <a:srgbClr val="000000"/>
                </a:solidFill>
                <a:prstDash val="solid"/>
                <a:headEnd type="none" w="med" len="med"/>
                <a:tailEnd type="none" w="med" len="med"/>
              </a:ln>
            </p:spPr>
          </p:sp>
          <p:sp>
            <p:nvSpPr>
              <p:cNvPr id="28715" name="Line 196"/>
              <p:cNvSpPr/>
              <p:nvPr/>
            </p:nvSpPr>
            <p:spPr>
              <a:xfrm flipV="1">
                <a:off x="2848" y="2760"/>
                <a:ext cx="1" cy="64"/>
              </a:xfrm>
              <a:prstGeom prst="line">
                <a:avLst/>
              </a:prstGeom>
              <a:ln w="12700" cap="flat" cmpd="sng">
                <a:solidFill>
                  <a:srgbClr val="000000"/>
                </a:solidFill>
                <a:prstDash val="solid"/>
                <a:headEnd type="none" w="med" len="med"/>
                <a:tailEnd type="none" w="med" len="med"/>
              </a:ln>
            </p:spPr>
          </p:sp>
          <p:sp>
            <p:nvSpPr>
              <p:cNvPr id="28716" name="Line 197"/>
              <p:cNvSpPr/>
              <p:nvPr/>
            </p:nvSpPr>
            <p:spPr>
              <a:xfrm flipV="1">
                <a:off x="2848" y="2616"/>
                <a:ext cx="1" cy="64"/>
              </a:xfrm>
              <a:prstGeom prst="line">
                <a:avLst/>
              </a:prstGeom>
              <a:ln w="12700" cap="flat" cmpd="sng">
                <a:solidFill>
                  <a:srgbClr val="000000"/>
                </a:solidFill>
                <a:prstDash val="solid"/>
                <a:headEnd type="none" w="med" len="med"/>
                <a:tailEnd type="none" w="med" len="med"/>
              </a:ln>
            </p:spPr>
          </p:sp>
          <p:sp>
            <p:nvSpPr>
              <p:cNvPr id="28717" name="Line 198"/>
              <p:cNvSpPr/>
              <p:nvPr/>
            </p:nvSpPr>
            <p:spPr>
              <a:xfrm flipV="1">
                <a:off x="2848" y="2472"/>
                <a:ext cx="1" cy="64"/>
              </a:xfrm>
              <a:prstGeom prst="line">
                <a:avLst/>
              </a:prstGeom>
              <a:ln w="12700" cap="flat" cmpd="sng">
                <a:solidFill>
                  <a:srgbClr val="000000"/>
                </a:solidFill>
                <a:prstDash val="solid"/>
                <a:headEnd type="none" w="med" len="med"/>
                <a:tailEnd type="none" w="med" len="med"/>
              </a:ln>
            </p:spPr>
          </p:sp>
          <p:sp>
            <p:nvSpPr>
              <p:cNvPr id="28718" name="Line 199"/>
              <p:cNvSpPr/>
              <p:nvPr/>
            </p:nvSpPr>
            <p:spPr>
              <a:xfrm flipV="1">
                <a:off x="2848" y="2328"/>
                <a:ext cx="1" cy="64"/>
              </a:xfrm>
              <a:prstGeom prst="line">
                <a:avLst/>
              </a:prstGeom>
              <a:ln w="12700" cap="flat" cmpd="sng">
                <a:solidFill>
                  <a:srgbClr val="000000"/>
                </a:solidFill>
                <a:prstDash val="solid"/>
                <a:headEnd type="none" w="med" len="med"/>
                <a:tailEnd type="none" w="med" len="med"/>
              </a:ln>
            </p:spPr>
          </p:sp>
          <p:sp>
            <p:nvSpPr>
              <p:cNvPr id="28719" name="Line 200"/>
              <p:cNvSpPr/>
              <p:nvPr/>
            </p:nvSpPr>
            <p:spPr>
              <a:xfrm flipV="1">
                <a:off x="2848" y="2184"/>
                <a:ext cx="1" cy="64"/>
              </a:xfrm>
              <a:prstGeom prst="line">
                <a:avLst/>
              </a:prstGeom>
              <a:ln w="12700" cap="flat" cmpd="sng">
                <a:solidFill>
                  <a:srgbClr val="000000"/>
                </a:solidFill>
                <a:prstDash val="solid"/>
                <a:headEnd type="none" w="med" len="med"/>
                <a:tailEnd type="none" w="med" len="med"/>
              </a:ln>
            </p:spPr>
          </p:sp>
          <p:sp>
            <p:nvSpPr>
              <p:cNvPr id="28720" name="Line 201"/>
              <p:cNvSpPr/>
              <p:nvPr/>
            </p:nvSpPr>
            <p:spPr>
              <a:xfrm flipV="1">
                <a:off x="2848" y="2040"/>
                <a:ext cx="1" cy="64"/>
              </a:xfrm>
              <a:prstGeom prst="line">
                <a:avLst/>
              </a:prstGeom>
              <a:ln w="12700" cap="flat" cmpd="sng">
                <a:solidFill>
                  <a:srgbClr val="000000"/>
                </a:solidFill>
                <a:prstDash val="solid"/>
                <a:headEnd type="none" w="med" len="med"/>
                <a:tailEnd type="none" w="med" len="med"/>
              </a:ln>
            </p:spPr>
          </p:sp>
          <p:sp>
            <p:nvSpPr>
              <p:cNvPr id="28721" name="Line 202"/>
              <p:cNvSpPr/>
              <p:nvPr/>
            </p:nvSpPr>
            <p:spPr>
              <a:xfrm flipV="1">
                <a:off x="2848" y="1896"/>
                <a:ext cx="1" cy="64"/>
              </a:xfrm>
              <a:prstGeom prst="line">
                <a:avLst/>
              </a:prstGeom>
              <a:ln w="12700" cap="flat" cmpd="sng">
                <a:solidFill>
                  <a:srgbClr val="000000"/>
                </a:solidFill>
                <a:prstDash val="solid"/>
                <a:headEnd type="none" w="med" len="med"/>
                <a:tailEnd type="none" w="med" len="med"/>
              </a:ln>
            </p:spPr>
          </p:sp>
          <p:sp>
            <p:nvSpPr>
              <p:cNvPr id="28722" name="Line 203"/>
              <p:cNvSpPr/>
              <p:nvPr/>
            </p:nvSpPr>
            <p:spPr>
              <a:xfrm flipV="1">
                <a:off x="2848" y="1752"/>
                <a:ext cx="1" cy="64"/>
              </a:xfrm>
              <a:prstGeom prst="line">
                <a:avLst/>
              </a:prstGeom>
              <a:ln w="12700" cap="flat" cmpd="sng">
                <a:solidFill>
                  <a:srgbClr val="000000"/>
                </a:solidFill>
                <a:prstDash val="solid"/>
                <a:headEnd type="none" w="med" len="med"/>
                <a:tailEnd type="none" w="med" len="med"/>
              </a:ln>
            </p:spPr>
          </p:sp>
          <p:sp>
            <p:nvSpPr>
              <p:cNvPr id="28723" name="Line 204"/>
              <p:cNvSpPr/>
              <p:nvPr/>
            </p:nvSpPr>
            <p:spPr>
              <a:xfrm flipV="1">
                <a:off x="2848" y="1608"/>
                <a:ext cx="1" cy="64"/>
              </a:xfrm>
              <a:prstGeom prst="line">
                <a:avLst/>
              </a:prstGeom>
              <a:ln w="12700" cap="flat" cmpd="sng">
                <a:solidFill>
                  <a:srgbClr val="000000"/>
                </a:solidFill>
                <a:prstDash val="solid"/>
                <a:headEnd type="none" w="med" len="med"/>
                <a:tailEnd type="none" w="med" len="med"/>
              </a:ln>
            </p:spPr>
          </p:sp>
          <p:sp>
            <p:nvSpPr>
              <p:cNvPr id="28724" name="Line 205"/>
              <p:cNvSpPr/>
              <p:nvPr/>
            </p:nvSpPr>
            <p:spPr>
              <a:xfrm flipV="1">
                <a:off x="2848" y="1464"/>
                <a:ext cx="1" cy="64"/>
              </a:xfrm>
              <a:prstGeom prst="line">
                <a:avLst/>
              </a:prstGeom>
              <a:ln w="12700" cap="flat" cmpd="sng">
                <a:solidFill>
                  <a:srgbClr val="000000"/>
                </a:solidFill>
                <a:prstDash val="solid"/>
                <a:headEnd type="none" w="med" len="med"/>
                <a:tailEnd type="none" w="med" len="med"/>
              </a:ln>
            </p:spPr>
          </p:sp>
          <p:sp>
            <p:nvSpPr>
              <p:cNvPr id="28725" name="Line 206"/>
              <p:cNvSpPr/>
              <p:nvPr/>
            </p:nvSpPr>
            <p:spPr>
              <a:xfrm flipV="1">
                <a:off x="2848" y="1320"/>
                <a:ext cx="1" cy="64"/>
              </a:xfrm>
              <a:prstGeom prst="line">
                <a:avLst/>
              </a:prstGeom>
              <a:ln w="12700" cap="flat" cmpd="sng">
                <a:solidFill>
                  <a:srgbClr val="000000"/>
                </a:solidFill>
                <a:prstDash val="solid"/>
                <a:headEnd type="none" w="med" len="med"/>
                <a:tailEnd type="none" w="med" len="med"/>
              </a:ln>
            </p:spPr>
          </p:sp>
          <p:sp>
            <p:nvSpPr>
              <p:cNvPr id="28726" name="Line 207"/>
              <p:cNvSpPr/>
              <p:nvPr/>
            </p:nvSpPr>
            <p:spPr>
              <a:xfrm flipV="1">
                <a:off x="2848" y="1176"/>
                <a:ext cx="1" cy="64"/>
              </a:xfrm>
              <a:prstGeom prst="line">
                <a:avLst/>
              </a:prstGeom>
              <a:ln w="12700" cap="flat" cmpd="sng">
                <a:solidFill>
                  <a:srgbClr val="000000"/>
                </a:solidFill>
                <a:prstDash val="solid"/>
                <a:headEnd type="none" w="med" len="med"/>
                <a:tailEnd type="none" w="med" len="med"/>
              </a:ln>
            </p:spPr>
          </p:sp>
          <p:sp>
            <p:nvSpPr>
              <p:cNvPr id="28727" name="Line 208"/>
              <p:cNvSpPr/>
              <p:nvPr/>
            </p:nvSpPr>
            <p:spPr>
              <a:xfrm flipV="1">
                <a:off x="2848" y="1032"/>
                <a:ext cx="1" cy="64"/>
              </a:xfrm>
              <a:prstGeom prst="line">
                <a:avLst/>
              </a:prstGeom>
              <a:ln w="12700" cap="flat" cmpd="sng">
                <a:solidFill>
                  <a:srgbClr val="000000"/>
                </a:solidFill>
                <a:prstDash val="solid"/>
                <a:headEnd type="none" w="med" len="med"/>
                <a:tailEnd type="none" w="med" len="med"/>
              </a:ln>
            </p:spPr>
          </p:sp>
          <p:sp>
            <p:nvSpPr>
              <p:cNvPr id="28728" name="Line 209"/>
              <p:cNvSpPr/>
              <p:nvPr/>
            </p:nvSpPr>
            <p:spPr>
              <a:xfrm flipV="1">
                <a:off x="2848" y="904"/>
                <a:ext cx="1" cy="48"/>
              </a:xfrm>
              <a:prstGeom prst="line">
                <a:avLst/>
              </a:prstGeom>
              <a:ln w="12700" cap="flat" cmpd="sng">
                <a:solidFill>
                  <a:srgbClr val="000000"/>
                </a:solidFill>
                <a:prstDash val="solid"/>
                <a:headEnd type="none" w="med" len="med"/>
                <a:tailEnd type="none" w="med" len="med"/>
              </a:ln>
            </p:spPr>
          </p:sp>
        </p:grpSp>
        <p:sp>
          <p:nvSpPr>
            <p:cNvPr id="28701" name="Rectangle 210"/>
            <p:cNvSpPr/>
            <p:nvPr/>
          </p:nvSpPr>
          <p:spPr>
            <a:xfrm>
              <a:off x="544" y="3352"/>
              <a:ext cx="85" cy="174"/>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e</a:t>
              </a:r>
            </a:p>
          </p:txBody>
        </p:sp>
        <p:sp>
          <p:nvSpPr>
            <p:cNvPr id="28702" name="Rectangle 211"/>
            <p:cNvSpPr/>
            <p:nvPr/>
          </p:nvSpPr>
          <p:spPr>
            <a:xfrm>
              <a:off x="556" y="2472"/>
              <a:ext cx="59" cy="174"/>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f</a:t>
              </a:r>
            </a:p>
          </p:txBody>
        </p:sp>
        <p:sp>
          <p:nvSpPr>
            <p:cNvPr id="28703" name="Rectangle 212"/>
            <p:cNvSpPr/>
            <p:nvPr/>
          </p:nvSpPr>
          <p:spPr>
            <a:xfrm>
              <a:off x="556" y="2032"/>
              <a:ext cx="97" cy="174"/>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g</a:t>
              </a:r>
            </a:p>
          </p:txBody>
        </p:sp>
        <p:sp>
          <p:nvSpPr>
            <p:cNvPr id="28704" name="Oval 213"/>
            <p:cNvSpPr/>
            <p:nvPr>
              <p:custDataLst>
                <p:tags r:id="rId2"/>
              </p:custDataLst>
            </p:nvPr>
          </p:nvSpPr>
          <p:spPr>
            <a:xfrm>
              <a:off x="1996" y="2172"/>
              <a:ext cx="64" cy="64"/>
            </a:xfrm>
            <a:prstGeom prst="ellipse">
              <a:avLst/>
            </a:prstGeom>
            <a:blipFill rotWithShape="0">
              <a:blip r:embed="rId26"/>
            </a:blip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28705" name="Oval 214"/>
            <p:cNvSpPr/>
            <p:nvPr>
              <p:custDataLst>
                <p:tags r:id="rId3"/>
              </p:custDataLst>
            </p:nvPr>
          </p:nvSpPr>
          <p:spPr>
            <a:xfrm>
              <a:off x="1196" y="2780"/>
              <a:ext cx="64" cy="64"/>
            </a:xfrm>
            <a:prstGeom prst="ellipse">
              <a:avLst/>
            </a:prstGeom>
            <a:blipFill rotWithShape="0">
              <a:blip r:embed="rId26"/>
            </a:blip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28706" name="Oval 215"/>
            <p:cNvSpPr/>
            <p:nvPr>
              <p:custDataLst>
                <p:tags r:id="rId4"/>
              </p:custDataLst>
            </p:nvPr>
          </p:nvSpPr>
          <p:spPr>
            <a:xfrm>
              <a:off x="3500" y="2908"/>
              <a:ext cx="64" cy="64"/>
            </a:xfrm>
            <a:prstGeom prst="ellipse">
              <a:avLst/>
            </a:prstGeom>
            <a:blipFill rotWithShape="0">
              <a:blip r:embed="rId26"/>
            </a:blip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28707" name="Oval 216"/>
            <p:cNvSpPr/>
            <p:nvPr>
              <p:custDataLst>
                <p:tags r:id="rId5"/>
              </p:custDataLst>
            </p:nvPr>
          </p:nvSpPr>
          <p:spPr>
            <a:xfrm>
              <a:off x="3516" y="2124"/>
              <a:ext cx="64" cy="64"/>
            </a:xfrm>
            <a:prstGeom prst="ellipse">
              <a:avLst/>
            </a:prstGeom>
            <a:solidFill>
              <a:srgbClr val="00FF00"/>
            </a:solid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28708" name="Oval 217"/>
            <p:cNvSpPr/>
            <p:nvPr>
              <p:custDataLst>
                <p:tags r:id="rId6"/>
              </p:custDataLst>
            </p:nvPr>
          </p:nvSpPr>
          <p:spPr>
            <a:xfrm>
              <a:off x="2460" y="2740"/>
              <a:ext cx="64" cy="64"/>
            </a:xfrm>
            <a:prstGeom prst="ellipse">
              <a:avLst/>
            </a:prstGeom>
            <a:solidFill>
              <a:srgbClr val="00FF00"/>
            </a:solid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28709" name="Oval 218"/>
            <p:cNvSpPr/>
            <p:nvPr>
              <p:custDataLst>
                <p:tags r:id="rId7"/>
              </p:custDataLst>
            </p:nvPr>
          </p:nvSpPr>
          <p:spPr>
            <a:xfrm>
              <a:off x="1276" y="2156"/>
              <a:ext cx="64" cy="64"/>
            </a:xfrm>
            <a:prstGeom prst="ellipse">
              <a:avLst/>
            </a:prstGeom>
            <a:solidFill>
              <a:srgbClr val="00FF00"/>
            </a:solid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grpSp>
      <p:sp>
        <p:nvSpPr>
          <p:cNvPr id="28678" name="Rectangle 219"/>
          <p:cNvSpPr/>
          <p:nvPr/>
        </p:nvSpPr>
        <p:spPr>
          <a:xfrm>
            <a:off x="6454140" y="2526269"/>
            <a:ext cx="692497" cy="207749"/>
          </a:xfrm>
          <a:prstGeom prst="rect">
            <a:avLst/>
          </a:prstGeom>
          <a:noFill/>
          <a:ln w="9525">
            <a:noFill/>
          </a:ln>
        </p:spPr>
        <p:txBody>
          <a:bodyPr wrap="none" lIns="0" tIns="0" rIns="0" bIns="0">
            <a:spAutoFit/>
          </a:bodyPr>
          <a:lstStyle/>
          <a:p>
            <a:r>
              <a:rPr lang="zh-CN" altLang="en-US" sz="1350" b="1" dirty="0">
                <a:solidFill>
                  <a:srgbClr val="0000FF"/>
                </a:solidFill>
                <a:latin typeface="微软雅黑" panose="020B0503020204020204" charset="-122"/>
                <a:ea typeface="微软雅黑" panose="020B0503020204020204" charset="-122"/>
              </a:rPr>
              <a:t>取值区间</a:t>
            </a:r>
          </a:p>
        </p:txBody>
      </p:sp>
      <p:grpSp>
        <p:nvGrpSpPr>
          <p:cNvPr id="14" name="Group 220"/>
          <p:cNvGrpSpPr/>
          <p:nvPr/>
        </p:nvGrpSpPr>
        <p:grpSpPr>
          <a:xfrm>
            <a:off x="6011228" y="2802495"/>
            <a:ext cx="1928813" cy="959644"/>
            <a:chOff x="4128" y="2843"/>
            <a:chExt cx="1620" cy="806"/>
          </a:xfrm>
        </p:grpSpPr>
        <p:sp>
          <p:nvSpPr>
            <p:cNvPr id="28681" name="Rectangle 221"/>
            <p:cNvSpPr/>
            <p:nvPr/>
          </p:nvSpPr>
          <p:spPr>
            <a:xfrm>
              <a:off x="4416" y="2843"/>
              <a:ext cx="1290" cy="174"/>
            </a:xfrm>
            <a:prstGeom prst="rect">
              <a:avLst/>
            </a:prstGeom>
            <a:noFill/>
            <a:ln w="9525">
              <a:noFill/>
            </a:ln>
          </p:spPr>
          <p:txBody>
            <a:bodyPr wrap="none" lIns="0" tIns="0" rIns="0" bIns="0">
              <a:spAutoFit/>
            </a:bodyPr>
            <a:lstStyle/>
            <a:p>
              <a:r>
                <a:rPr lang="en-US" altLang="zh-CN" sz="1350" b="1" dirty="0">
                  <a:solidFill>
                    <a:srgbClr val="0000FF"/>
                  </a:solidFill>
                  <a:latin typeface="微软雅黑" panose="020B0503020204020204" charset="-122"/>
                  <a:ea typeface="微软雅黑" panose="020B0503020204020204" charset="-122"/>
                </a:rPr>
                <a:t>x1:[a,b),[b,c),[c,d]</a:t>
              </a:r>
            </a:p>
          </p:txBody>
        </p:sp>
        <p:sp>
          <p:nvSpPr>
            <p:cNvPr id="28682" name="Rectangle 222"/>
            <p:cNvSpPr/>
            <p:nvPr/>
          </p:nvSpPr>
          <p:spPr>
            <a:xfrm>
              <a:off x="4416" y="3043"/>
              <a:ext cx="867" cy="174"/>
            </a:xfrm>
            <a:prstGeom prst="rect">
              <a:avLst/>
            </a:prstGeom>
            <a:noFill/>
            <a:ln w="9525">
              <a:noFill/>
            </a:ln>
          </p:spPr>
          <p:txBody>
            <a:bodyPr wrap="none" lIns="0" tIns="0" rIns="0" bIns="0">
              <a:spAutoFit/>
            </a:bodyPr>
            <a:lstStyle/>
            <a:p>
              <a:r>
                <a:rPr lang="en-US" altLang="zh-CN" sz="1350" b="1" dirty="0">
                  <a:solidFill>
                    <a:srgbClr val="0000FF"/>
                  </a:solidFill>
                  <a:latin typeface="微软雅黑" panose="020B0503020204020204" charset="-122"/>
                  <a:ea typeface="微软雅黑" panose="020B0503020204020204" charset="-122"/>
                </a:rPr>
                <a:t>x2:[e,f),[f,g]</a:t>
              </a:r>
            </a:p>
          </p:txBody>
        </p:sp>
        <p:sp>
          <p:nvSpPr>
            <p:cNvPr id="28683" name="Rectangle 223"/>
            <p:cNvSpPr/>
            <p:nvPr/>
          </p:nvSpPr>
          <p:spPr>
            <a:xfrm>
              <a:off x="4128" y="3275"/>
              <a:ext cx="1618" cy="174"/>
            </a:xfrm>
            <a:prstGeom prst="rect">
              <a:avLst/>
            </a:prstGeom>
            <a:noFill/>
            <a:ln w="9525">
              <a:noFill/>
            </a:ln>
          </p:spPr>
          <p:txBody>
            <a:bodyPr wrap="none" lIns="0" tIns="0" rIns="0" bIns="0">
              <a:spAutoFit/>
            </a:bodyPr>
            <a:lstStyle/>
            <a:p>
              <a:r>
                <a:rPr lang="zh-CN" altLang="en-US" sz="1350" b="1" dirty="0">
                  <a:solidFill>
                    <a:srgbClr val="0000FF"/>
                  </a:solidFill>
                  <a:latin typeface="微软雅黑" panose="020B0503020204020204" charset="-122"/>
                  <a:ea typeface="微软雅黑" panose="020B0503020204020204" charset="-122"/>
                  <a:cs typeface="微软雅黑" panose="020B0503020204020204" charset="-122"/>
                </a:rPr>
                <a:t>无效值：</a:t>
              </a:r>
              <a:r>
                <a:rPr lang="en-US" altLang="zh-CN" sz="1350" b="1" dirty="0">
                  <a:solidFill>
                    <a:srgbClr val="0000FF"/>
                  </a:solidFill>
                  <a:latin typeface="微软雅黑" panose="020B0503020204020204" charset="-122"/>
                  <a:ea typeface="微软雅黑" panose="020B0503020204020204" charset="-122"/>
                  <a:cs typeface="微软雅黑" panose="020B0503020204020204" charset="-122"/>
                </a:rPr>
                <a:t>x1&lt;a, or x1&gt;d</a:t>
              </a:r>
            </a:p>
          </p:txBody>
        </p:sp>
        <p:sp>
          <p:nvSpPr>
            <p:cNvPr id="28684" name="Rectangle 224"/>
            <p:cNvSpPr/>
            <p:nvPr/>
          </p:nvSpPr>
          <p:spPr>
            <a:xfrm>
              <a:off x="4128" y="3475"/>
              <a:ext cx="1620" cy="174"/>
            </a:xfrm>
            <a:prstGeom prst="rect">
              <a:avLst/>
            </a:prstGeom>
            <a:noFill/>
            <a:ln w="9525">
              <a:noFill/>
            </a:ln>
          </p:spPr>
          <p:txBody>
            <a:bodyPr wrap="none" lIns="0" tIns="0" rIns="0" bIns="0">
              <a:spAutoFit/>
            </a:bodyPr>
            <a:lstStyle/>
            <a:p>
              <a:r>
                <a:rPr lang="zh-CN" altLang="en-US" sz="1350" b="1" dirty="0">
                  <a:solidFill>
                    <a:srgbClr val="0000FF"/>
                  </a:solidFill>
                  <a:latin typeface="微软雅黑" panose="020B0503020204020204" charset="-122"/>
                  <a:ea typeface="微软雅黑" panose="020B0503020204020204" charset="-122"/>
                  <a:cs typeface="微软雅黑" panose="020B0503020204020204" charset="-122"/>
                </a:rPr>
                <a:t>无效值：</a:t>
              </a:r>
              <a:r>
                <a:rPr lang="en-US" altLang="zh-CN" sz="1350" b="1" dirty="0">
                  <a:solidFill>
                    <a:srgbClr val="0000FF"/>
                  </a:solidFill>
                  <a:latin typeface="微软雅黑" panose="020B0503020204020204" charset="-122"/>
                  <a:ea typeface="微软雅黑" panose="020B0503020204020204" charset="-122"/>
                  <a:cs typeface="微软雅黑" panose="020B0503020204020204" charset="-122"/>
                </a:rPr>
                <a:t>x2&lt;e, or x2&gt;g</a:t>
              </a:r>
            </a:p>
          </p:txBody>
        </p:sp>
      </p:grpSp>
      <p:sp>
        <p:nvSpPr>
          <p:cNvPr id="268513" name="Rectangle 225"/>
          <p:cNvSpPr/>
          <p:nvPr/>
        </p:nvSpPr>
        <p:spPr>
          <a:xfrm>
            <a:off x="5934552" y="1059657"/>
            <a:ext cx="1900714" cy="1107996"/>
          </a:xfrm>
          <a:prstGeom prst="rect">
            <a:avLst/>
          </a:prstGeom>
          <a:noFill/>
          <a:ln w="9525">
            <a:noFill/>
          </a:ln>
        </p:spPr>
        <p:txBody>
          <a:bodyPr wrap="square" lIns="0" tIns="0" rIns="0" bIns="0">
            <a:spAutoFit/>
          </a:bodyPr>
          <a:lstStyle/>
          <a:p>
            <a:r>
              <a:rPr lang="zh-CN" altLang="en-US" b="1" dirty="0">
                <a:solidFill>
                  <a:srgbClr val="FF0000"/>
                </a:solidFill>
                <a:latin typeface="微软雅黑" panose="020B0503020204020204" charset="-122"/>
                <a:ea typeface="微软雅黑" panose="020B0503020204020204" charset="-122"/>
                <a:cs typeface="微软雅黑" panose="020B0503020204020204" charset="-122"/>
              </a:rPr>
              <a:t>如果整个坐标轴均为</a:t>
            </a:r>
            <a:r>
              <a:rPr lang="en-US" altLang="zh-CN" b="1" dirty="0">
                <a:solidFill>
                  <a:srgbClr val="FF0000"/>
                </a:solidFill>
                <a:latin typeface="微软雅黑" panose="020B0503020204020204" charset="-122"/>
                <a:ea typeface="微软雅黑" panose="020B0503020204020204" charset="-122"/>
                <a:cs typeface="微软雅黑" panose="020B0503020204020204" charset="-122"/>
              </a:rPr>
              <a:t>x1</a:t>
            </a:r>
            <a:r>
              <a:rPr lang="zh-CN" altLang="en-US" b="1" dirty="0">
                <a:solidFill>
                  <a:srgbClr val="FF0000"/>
                </a:solidFill>
                <a:latin typeface="微软雅黑" panose="020B0503020204020204" charset="-122"/>
                <a:ea typeface="微软雅黑" panose="020B0503020204020204" charset="-122"/>
                <a:cs typeface="微软雅黑" panose="020B0503020204020204" charset="-122"/>
              </a:rPr>
              <a:t>的有效值，则强、弱等价类的测试用例是一样的。</a:t>
            </a:r>
          </a:p>
        </p:txBody>
      </p:sp>
      <p:sp>
        <p:nvSpPr>
          <p:cNvPr id="264194" name="Rectangle 2"/>
          <p:cNvSpPr>
            <a:spLocks noGrp="1" noChangeArrowheads="1"/>
          </p:cNvSpPr>
          <p:nvPr>
            <p:ph type="title"/>
          </p:nvPr>
        </p:nvSpPr>
        <p:spPr>
          <a:xfrm>
            <a:off x="1439704" y="303848"/>
            <a:ext cx="5617369" cy="756285"/>
          </a:xfrm>
          <a:noFill/>
          <a:ln>
            <a:noFill/>
          </a:ln>
          <a:extLst>
            <a:ext uri="{909E8E84-426E-40DD-AFC4-6F175D3DCCD1}">
              <a14:hiddenFill xmlns:a14="http://schemas.microsoft.com/office/drawing/2010/main">
                <a:solidFill>
                  <a:srgbClr val="FFCC00"/>
                </a:solidFill>
              </a14:hiddenFill>
            </a:ext>
          </a:extLst>
        </p:spPr>
        <p:txBody>
          <a:bodyPr vert="horz" wrap="square" lIns="68580" tIns="34290" rIns="68580" bIns="34290" numCol="1" rtlCol="0" anchor="ctr" anchorCtr="0" compatLnSpc="1">
            <a:normAutofit/>
          </a:bodyPr>
          <a:lstStyle/>
          <a:p>
            <a:pPr algn="just" eaLnBrk="0" fontAlgn="base" hangingPunct="0">
              <a:lnSpc>
                <a:spcPct val="100000"/>
              </a:lnSpc>
              <a:buClrTx/>
            </a:pPr>
            <a:r>
              <a:rPr kumimoji="0" lang="zh-CN" altLang="en-US" sz="2925">
                <a:solidFill>
                  <a:schemeClr val="accent1">
                    <a:lumMod val="75000"/>
                  </a:schemeClr>
                </a:solidFill>
                <a:latin typeface="微软雅黑" panose="020B0503020204020204" charset="-122"/>
                <a:cs typeface="微软雅黑" panose="020B0503020204020204" charset="-122"/>
              </a:rPr>
              <a:t>测试用例设计</a:t>
            </a:r>
            <a:r>
              <a:rPr kumimoji="0" sz="2925">
                <a:solidFill>
                  <a:schemeClr val="accent1">
                    <a:lumMod val="75000"/>
                  </a:schemeClr>
                </a:solidFill>
                <a:latin typeface="微软雅黑" panose="020B0503020204020204" charset="-122"/>
                <a:cs typeface="微软雅黑" panose="020B0503020204020204" charset="-122"/>
              </a:rPr>
              <a:t>--</a:t>
            </a:r>
            <a:r>
              <a:rPr kumimoji="0" lang="zh-CN" altLang="en-US" sz="2925">
                <a:solidFill>
                  <a:schemeClr val="accent1">
                    <a:lumMod val="75000"/>
                  </a:schemeClr>
                </a:solidFill>
                <a:latin typeface="微软雅黑" panose="020B0503020204020204" charset="-122"/>
                <a:cs typeface="微软雅黑" panose="020B0503020204020204" charset="-122"/>
              </a:rPr>
              <a:t>强一般等价类</a:t>
            </a:r>
          </a:p>
        </p:txBody>
      </p:sp>
      <p:sp>
        <p:nvSpPr>
          <p:cNvPr id="2" name="日期占位符 1"/>
          <p:cNvSpPr>
            <a:spLocks noGrp="1"/>
          </p:cNvSpPr>
          <p:nvPr>
            <p:ph type="dt" sz="half" idx="10"/>
          </p:nvPr>
        </p:nvSpPr>
        <p:spPr/>
        <p:txBody>
          <a:bodyPr/>
          <a:lstStyle/>
          <a:p>
            <a:fld id="{760FBDFE-C587-4B4C-A407-44438C67B59E}" type="datetime1">
              <a:rPr lang="zh-CN" altLang="en-US" smtClean="0">
                <a:latin typeface="微软雅黑" panose="020B0503020204020204" charset="-122"/>
                <a:ea typeface="微软雅黑" panose="020B0503020204020204" charset="-122"/>
              </a:rPr>
              <a:t>2024/3/12</a:t>
            </a:fld>
            <a:endParaRPr lang="zh-CN" altLang="en-US">
              <a:latin typeface="微软雅黑" panose="020B0503020204020204" charset="-122"/>
              <a:ea typeface="微软雅黑" panose="020B0503020204020204" charset="-122"/>
            </a:endParaRPr>
          </a:p>
        </p:txBody>
      </p:sp>
      <p:sp>
        <p:nvSpPr>
          <p:cNvPr id="3" name="灯片编号占位符 2"/>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fld id="{49AE70B2-8BF9-45C0-BB95-33D1B9D3A854}" type="slidenum">
              <a:rPr lang="zh-CN" altLang="en-US" smtClean="0"/>
              <a:pPr/>
              <a:t>93</a:t>
            </a:fld>
            <a:endParaRPr lang="zh-CN" altLang="en-US">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slide(fromBottom)">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528" fill="hold" grpId="0" nodeType="clickEffect">
                                  <p:stCondLst>
                                    <p:cond delay="0"/>
                                  </p:stCondLst>
                                  <p:childTnLst>
                                    <p:set>
                                      <p:cBhvr>
                                        <p:cTn id="11" dur="1" fill="hold">
                                          <p:stCondLst>
                                            <p:cond delay="0"/>
                                          </p:stCondLst>
                                        </p:cTn>
                                        <p:tgtEl>
                                          <p:spTgt spid="268513"/>
                                        </p:tgtEl>
                                        <p:attrNameLst>
                                          <p:attrName>style.visibility</p:attrName>
                                        </p:attrNameLst>
                                      </p:cBhvr>
                                      <p:to>
                                        <p:strVal val="visible"/>
                                      </p:to>
                                    </p:set>
                                    <p:anim calcmode="lin" valueType="num">
                                      <p:cBhvr>
                                        <p:cTn id="12" dur="500" fill="hold"/>
                                        <p:tgtEl>
                                          <p:spTgt spid="268513"/>
                                        </p:tgtEl>
                                        <p:attrNameLst>
                                          <p:attrName>ppt_w</p:attrName>
                                        </p:attrNameLst>
                                      </p:cBhvr>
                                      <p:tavLst>
                                        <p:tav tm="0">
                                          <p:val>
                                            <p:fltVal val="0"/>
                                          </p:val>
                                        </p:tav>
                                        <p:tav tm="100000">
                                          <p:val>
                                            <p:strVal val="#ppt_w"/>
                                          </p:val>
                                        </p:tav>
                                      </p:tavLst>
                                    </p:anim>
                                    <p:anim calcmode="lin" valueType="num">
                                      <p:cBhvr>
                                        <p:cTn id="13" dur="500" fill="hold"/>
                                        <p:tgtEl>
                                          <p:spTgt spid="268513"/>
                                        </p:tgtEl>
                                        <p:attrNameLst>
                                          <p:attrName>ppt_h</p:attrName>
                                        </p:attrNameLst>
                                      </p:cBhvr>
                                      <p:tavLst>
                                        <p:tav tm="0">
                                          <p:val>
                                            <p:fltVal val="0"/>
                                          </p:val>
                                        </p:tav>
                                        <p:tav tm="100000">
                                          <p:val>
                                            <p:strVal val="#ppt_h"/>
                                          </p:val>
                                        </p:tav>
                                      </p:tavLst>
                                    </p:anim>
                                    <p:anim calcmode="lin" valueType="num">
                                      <p:cBhvr>
                                        <p:cTn id="14" dur="500" fill="hold"/>
                                        <p:tgtEl>
                                          <p:spTgt spid="268513"/>
                                        </p:tgtEl>
                                        <p:attrNameLst>
                                          <p:attrName>ppt_x</p:attrName>
                                        </p:attrNameLst>
                                      </p:cBhvr>
                                      <p:tavLst>
                                        <p:tav tm="0">
                                          <p:val>
                                            <p:fltVal val="0.5"/>
                                          </p:val>
                                        </p:tav>
                                        <p:tav tm="100000">
                                          <p:val>
                                            <p:strVal val="#ppt_x"/>
                                          </p:val>
                                        </p:tav>
                                      </p:tavLst>
                                    </p:anim>
                                    <p:anim calcmode="lin" valueType="num">
                                      <p:cBhvr>
                                        <p:cTn id="15" dur="500" fill="hold"/>
                                        <p:tgtEl>
                                          <p:spTgt spid="268513"/>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8513" grpId="0"/>
    </p:bldLst>
  </p:timing>
</p:sld>
</file>

<file path=ppt/slides/slide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9700" name="Rectangle 4"/>
          <p:cNvSpPr>
            <a:spLocks noGrp="1"/>
          </p:cNvSpPr>
          <p:nvPr>
            <p:ph idx="1"/>
          </p:nvPr>
        </p:nvSpPr>
        <p:spPr>
          <a:xfrm>
            <a:off x="1564958" y="1061562"/>
            <a:ext cx="5829300" cy="547211"/>
          </a:xfrm>
        </p:spPr>
        <p:txBody>
          <a:bodyPr vert="horz" wrap="square" lIns="68580" tIns="34290" rIns="68580" bIns="34290" rtlCol="0" anchor="t" anchorCtr="0">
            <a:normAutofit/>
          </a:bodyPr>
          <a:lstStyle/>
          <a:p>
            <a:pPr eaLnBrk="1" hangingPunct="1"/>
            <a:r>
              <a:rPr lang="zh-CN" altLang="en-US" b="1" u="sng" dirty="0">
                <a:latin typeface="微软雅黑" panose="020B0503020204020204" charset="-122"/>
              </a:rPr>
              <a:t>基于多缺陷、正常值（一般）</a:t>
            </a:r>
          </a:p>
        </p:txBody>
      </p:sp>
      <p:grpSp>
        <p:nvGrpSpPr>
          <p:cNvPr id="29701" name="Group 5"/>
          <p:cNvGrpSpPr/>
          <p:nvPr/>
        </p:nvGrpSpPr>
        <p:grpSpPr>
          <a:xfrm>
            <a:off x="1564957" y="1537811"/>
            <a:ext cx="3908978" cy="3152775"/>
            <a:chOff x="336" y="1336"/>
            <a:chExt cx="4213" cy="2840"/>
          </a:xfrm>
        </p:grpSpPr>
        <p:grpSp>
          <p:nvGrpSpPr>
            <p:cNvPr id="29731" name="Group 6"/>
            <p:cNvGrpSpPr/>
            <p:nvPr/>
          </p:nvGrpSpPr>
          <p:grpSpPr>
            <a:xfrm>
              <a:off x="616" y="1400"/>
              <a:ext cx="72" cy="2504"/>
              <a:chOff x="616" y="688"/>
              <a:chExt cx="72" cy="2504"/>
            </a:xfrm>
          </p:grpSpPr>
          <p:sp>
            <p:nvSpPr>
              <p:cNvPr id="29934" name="Freeform 7"/>
              <p:cNvSpPr/>
              <p:nvPr>
                <p:custDataLst>
                  <p:tags r:id="rId26"/>
                </p:custDataLst>
              </p:nvPr>
            </p:nvSpPr>
            <p:spPr>
              <a:xfrm>
                <a:off x="616" y="688"/>
                <a:ext cx="72" cy="112"/>
              </a:xfrm>
              <a:custGeom>
                <a:avLst/>
                <a:gdLst>
                  <a:gd name="txL" fmla="*/ 0 w 72"/>
                  <a:gd name="txT" fmla="*/ 0 h 112"/>
                  <a:gd name="txR" fmla="*/ 72 w 72"/>
                  <a:gd name="txB" fmla="*/ 112 h 112"/>
                </a:gdLst>
                <a:ahLst/>
                <a:cxnLst>
                  <a:cxn ang="0">
                    <a:pos x="32" y="0"/>
                  </a:cxn>
                  <a:cxn ang="0">
                    <a:pos x="72" y="112"/>
                  </a:cxn>
                  <a:cxn ang="0">
                    <a:pos x="32" y="72"/>
                  </a:cxn>
                  <a:cxn ang="0">
                    <a:pos x="0" y="112"/>
                  </a:cxn>
                  <a:cxn ang="0">
                    <a:pos x="32" y="0"/>
                  </a:cxn>
                </a:cxnLst>
                <a:rect l="txL" t="txT" r="txR" b="txB"/>
                <a:pathLst>
                  <a:path w="72" h="112">
                    <a:moveTo>
                      <a:pt x="32" y="0"/>
                    </a:moveTo>
                    <a:lnTo>
                      <a:pt x="72" y="112"/>
                    </a:lnTo>
                    <a:lnTo>
                      <a:pt x="32" y="72"/>
                    </a:lnTo>
                    <a:lnTo>
                      <a:pt x="0" y="112"/>
                    </a:lnTo>
                    <a:lnTo>
                      <a:pt x="32" y="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9935" name="Line 8"/>
              <p:cNvSpPr/>
              <p:nvPr/>
            </p:nvSpPr>
            <p:spPr>
              <a:xfrm flipV="1">
                <a:off x="648" y="760"/>
                <a:ext cx="1" cy="2432"/>
              </a:xfrm>
              <a:prstGeom prst="line">
                <a:avLst/>
              </a:prstGeom>
              <a:ln w="12700" cap="flat" cmpd="sng">
                <a:solidFill>
                  <a:srgbClr val="000000"/>
                </a:solidFill>
                <a:prstDash val="solid"/>
                <a:headEnd type="none" w="med" len="med"/>
                <a:tailEnd type="none" w="med" len="med"/>
              </a:ln>
            </p:spPr>
          </p:sp>
        </p:grpSp>
        <p:grpSp>
          <p:nvGrpSpPr>
            <p:cNvPr id="29732" name="Group 9"/>
            <p:cNvGrpSpPr/>
            <p:nvPr/>
          </p:nvGrpSpPr>
          <p:grpSpPr>
            <a:xfrm>
              <a:off x="512" y="3696"/>
              <a:ext cx="3952" cy="47"/>
              <a:chOff x="512" y="2984"/>
              <a:chExt cx="4928" cy="72"/>
            </a:xfrm>
          </p:grpSpPr>
          <p:sp>
            <p:nvSpPr>
              <p:cNvPr id="29932" name="Freeform 10"/>
              <p:cNvSpPr/>
              <p:nvPr>
                <p:custDataLst>
                  <p:tags r:id="rId25"/>
                </p:custDataLst>
              </p:nvPr>
            </p:nvSpPr>
            <p:spPr>
              <a:xfrm>
                <a:off x="5328" y="2984"/>
                <a:ext cx="112" cy="72"/>
              </a:xfrm>
              <a:custGeom>
                <a:avLst/>
                <a:gdLst>
                  <a:gd name="txL" fmla="*/ 0 w 112"/>
                  <a:gd name="txT" fmla="*/ 0 h 72"/>
                  <a:gd name="txR" fmla="*/ 112 w 112"/>
                  <a:gd name="txB" fmla="*/ 72 h 72"/>
                </a:gdLst>
                <a:ahLst/>
                <a:cxnLst>
                  <a:cxn ang="0">
                    <a:pos x="112" y="32"/>
                  </a:cxn>
                  <a:cxn ang="0">
                    <a:pos x="0" y="72"/>
                  </a:cxn>
                  <a:cxn ang="0">
                    <a:pos x="40" y="32"/>
                  </a:cxn>
                  <a:cxn ang="0">
                    <a:pos x="0" y="0"/>
                  </a:cxn>
                  <a:cxn ang="0">
                    <a:pos x="112" y="32"/>
                  </a:cxn>
                </a:cxnLst>
                <a:rect l="txL" t="txT" r="txR" b="txB"/>
                <a:pathLst>
                  <a:path w="112" h="72">
                    <a:moveTo>
                      <a:pt x="112" y="32"/>
                    </a:moveTo>
                    <a:lnTo>
                      <a:pt x="0" y="72"/>
                    </a:lnTo>
                    <a:lnTo>
                      <a:pt x="40" y="32"/>
                    </a:lnTo>
                    <a:lnTo>
                      <a:pt x="0" y="0"/>
                    </a:lnTo>
                    <a:lnTo>
                      <a:pt x="112" y="3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9933" name="Line 11"/>
              <p:cNvSpPr/>
              <p:nvPr/>
            </p:nvSpPr>
            <p:spPr>
              <a:xfrm>
                <a:off x="512" y="3016"/>
                <a:ext cx="4856" cy="1"/>
              </a:xfrm>
              <a:prstGeom prst="line">
                <a:avLst/>
              </a:prstGeom>
              <a:ln w="12700" cap="flat" cmpd="sng">
                <a:solidFill>
                  <a:srgbClr val="000000"/>
                </a:solidFill>
                <a:prstDash val="solid"/>
                <a:headEnd type="none" w="med" len="med"/>
                <a:tailEnd type="none" w="med" len="med"/>
              </a:ln>
            </p:spPr>
          </p:sp>
        </p:grpSp>
        <p:grpSp>
          <p:nvGrpSpPr>
            <p:cNvPr id="29733" name="Group 12"/>
            <p:cNvGrpSpPr/>
            <p:nvPr/>
          </p:nvGrpSpPr>
          <p:grpSpPr>
            <a:xfrm>
              <a:off x="336" y="3256"/>
              <a:ext cx="3888" cy="48"/>
              <a:chOff x="336" y="2544"/>
              <a:chExt cx="4520" cy="56"/>
            </a:xfrm>
          </p:grpSpPr>
          <p:sp>
            <p:nvSpPr>
              <p:cNvPr id="29900" name="Freeform 13"/>
              <p:cNvSpPr/>
              <p:nvPr>
                <p:custDataLst>
                  <p:tags r:id="rId23"/>
                </p:custDataLst>
              </p:nvPr>
            </p:nvSpPr>
            <p:spPr>
              <a:xfrm>
                <a:off x="336" y="2544"/>
                <a:ext cx="112" cy="56"/>
              </a:xfrm>
              <a:custGeom>
                <a:avLst/>
                <a:gdLst>
                  <a:gd name="txL" fmla="*/ 0 w 112"/>
                  <a:gd name="txT" fmla="*/ 0 h 56"/>
                  <a:gd name="txR" fmla="*/ 112 w 112"/>
                  <a:gd name="txB" fmla="*/ 56 h 56"/>
                </a:gdLst>
                <a:ahLst/>
                <a:cxnLst>
                  <a:cxn ang="0">
                    <a:pos x="0" y="32"/>
                  </a:cxn>
                  <a:cxn ang="0">
                    <a:pos x="112" y="0"/>
                  </a:cxn>
                  <a:cxn ang="0">
                    <a:pos x="112" y="32"/>
                  </a:cxn>
                  <a:cxn ang="0">
                    <a:pos x="112" y="56"/>
                  </a:cxn>
                  <a:cxn ang="0">
                    <a:pos x="0" y="32"/>
                  </a:cxn>
                </a:cxnLst>
                <a:rect l="txL" t="txT" r="txR" b="txB"/>
                <a:pathLst>
                  <a:path w="112" h="56">
                    <a:moveTo>
                      <a:pt x="0" y="32"/>
                    </a:moveTo>
                    <a:lnTo>
                      <a:pt x="112" y="0"/>
                    </a:lnTo>
                    <a:lnTo>
                      <a:pt x="112" y="32"/>
                    </a:lnTo>
                    <a:lnTo>
                      <a:pt x="112" y="56"/>
                    </a:lnTo>
                    <a:lnTo>
                      <a:pt x="0" y="3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9901" name="Freeform 14"/>
              <p:cNvSpPr/>
              <p:nvPr>
                <p:custDataLst>
                  <p:tags r:id="rId24"/>
                </p:custDataLst>
              </p:nvPr>
            </p:nvSpPr>
            <p:spPr>
              <a:xfrm>
                <a:off x="4744" y="2544"/>
                <a:ext cx="112" cy="56"/>
              </a:xfrm>
              <a:custGeom>
                <a:avLst/>
                <a:gdLst>
                  <a:gd name="txL" fmla="*/ 0 w 112"/>
                  <a:gd name="txT" fmla="*/ 0 h 56"/>
                  <a:gd name="txR" fmla="*/ 112 w 112"/>
                  <a:gd name="txB" fmla="*/ 56 h 56"/>
                </a:gdLst>
                <a:ahLst/>
                <a:cxnLst>
                  <a:cxn ang="0">
                    <a:pos x="112" y="32"/>
                  </a:cxn>
                  <a:cxn ang="0">
                    <a:pos x="0" y="56"/>
                  </a:cxn>
                  <a:cxn ang="0">
                    <a:pos x="0" y="32"/>
                  </a:cxn>
                  <a:cxn ang="0">
                    <a:pos x="0" y="0"/>
                  </a:cxn>
                  <a:cxn ang="0">
                    <a:pos x="112" y="32"/>
                  </a:cxn>
                </a:cxnLst>
                <a:rect l="txL" t="txT" r="txR" b="txB"/>
                <a:pathLst>
                  <a:path w="112" h="56">
                    <a:moveTo>
                      <a:pt x="112" y="32"/>
                    </a:moveTo>
                    <a:lnTo>
                      <a:pt x="0" y="56"/>
                    </a:lnTo>
                    <a:lnTo>
                      <a:pt x="0" y="32"/>
                    </a:lnTo>
                    <a:lnTo>
                      <a:pt x="0" y="0"/>
                    </a:lnTo>
                    <a:lnTo>
                      <a:pt x="112" y="3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9902" name="Line 15"/>
              <p:cNvSpPr/>
              <p:nvPr/>
            </p:nvSpPr>
            <p:spPr>
              <a:xfrm>
                <a:off x="448" y="2576"/>
                <a:ext cx="64" cy="1"/>
              </a:xfrm>
              <a:prstGeom prst="line">
                <a:avLst/>
              </a:prstGeom>
              <a:ln w="12700" cap="flat" cmpd="sng">
                <a:solidFill>
                  <a:srgbClr val="000000"/>
                </a:solidFill>
                <a:prstDash val="solid"/>
                <a:headEnd type="none" w="med" len="med"/>
                <a:tailEnd type="none" w="med" len="med"/>
              </a:ln>
            </p:spPr>
          </p:sp>
          <p:sp>
            <p:nvSpPr>
              <p:cNvPr id="29903" name="Line 16"/>
              <p:cNvSpPr/>
              <p:nvPr/>
            </p:nvSpPr>
            <p:spPr>
              <a:xfrm>
                <a:off x="592" y="2576"/>
                <a:ext cx="64" cy="1"/>
              </a:xfrm>
              <a:prstGeom prst="line">
                <a:avLst/>
              </a:prstGeom>
              <a:ln w="12700" cap="flat" cmpd="sng">
                <a:solidFill>
                  <a:srgbClr val="000000"/>
                </a:solidFill>
                <a:prstDash val="solid"/>
                <a:headEnd type="none" w="med" len="med"/>
                <a:tailEnd type="none" w="med" len="med"/>
              </a:ln>
            </p:spPr>
          </p:sp>
          <p:sp>
            <p:nvSpPr>
              <p:cNvPr id="29904" name="Line 17"/>
              <p:cNvSpPr/>
              <p:nvPr/>
            </p:nvSpPr>
            <p:spPr>
              <a:xfrm>
                <a:off x="736" y="2576"/>
                <a:ext cx="64" cy="1"/>
              </a:xfrm>
              <a:prstGeom prst="line">
                <a:avLst/>
              </a:prstGeom>
              <a:ln w="12700" cap="flat" cmpd="sng">
                <a:solidFill>
                  <a:srgbClr val="000000"/>
                </a:solidFill>
                <a:prstDash val="solid"/>
                <a:headEnd type="none" w="med" len="med"/>
                <a:tailEnd type="none" w="med" len="med"/>
              </a:ln>
            </p:spPr>
          </p:sp>
          <p:sp>
            <p:nvSpPr>
              <p:cNvPr id="29905" name="Line 18"/>
              <p:cNvSpPr/>
              <p:nvPr/>
            </p:nvSpPr>
            <p:spPr>
              <a:xfrm>
                <a:off x="880" y="2576"/>
                <a:ext cx="64" cy="1"/>
              </a:xfrm>
              <a:prstGeom prst="line">
                <a:avLst/>
              </a:prstGeom>
              <a:ln w="12700" cap="flat" cmpd="sng">
                <a:solidFill>
                  <a:srgbClr val="000000"/>
                </a:solidFill>
                <a:prstDash val="solid"/>
                <a:headEnd type="none" w="med" len="med"/>
                <a:tailEnd type="none" w="med" len="med"/>
              </a:ln>
            </p:spPr>
          </p:sp>
          <p:sp>
            <p:nvSpPr>
              <p:cNvPr id="29906" name="Line 19"/>
              <p:cNvSpPr/>
              <p:nvPr/>
            </p:nvSpPr>
            <p:spPr>
              <a:xfrm>
                <a:off x="1024" y="2576"/>
                <a:ext cx="64" cy="1"/>
              </a:xfrm>
              <a:prstGeom prst="line">
                <a:avLst/>
              </a:prstGeom>
              <a:ln w="12700" cap="flat" cmpd="sng">
                <a:solidFill>
                  <a:srgbClr val="000000"/>
                </a:solidFill>
                <a:prstDash val="solid"/>
                <a:headEnd type="none" w="med" len="med"/>
                <a:tailEnd type="none" w="med" len="med"/>
              </a:ln>
            </p:spPr>
          </p:sp>
          <p:sp>
            <p:nvSpPr>
              <p:cNvPr id="29907" name="Line 20"/>
              <p:cNvSpPr/>
              <p:nvPr/>
            </p:nvSpPr>
            <p:spPr>
              <a:xfrm>
                <a:off x="1168" y="2576"/>
                <a:ext cx="64" cy="1"/>
              </a:xfrm>
              <a:prstGeom prst="line">
                <a:avLst/>
              </a:prstGeom>
              <a:ln w="12700" cap="flat" cmpd="sng">
                <a:solidFill>
                  <a:srgbClr val="000000"/>
                </a:solidFill>
                <a:prstDash val="solid"/>
                <a:headEnd type="none" w="med" len="med"/>
                <a:tailEnd type="none" w="med" len="med"/>
              </a:ln>
            </p:spPr>
          </p:sp>
          <p:sp>
            <p:nvSpPr>
              <p:cNvPr id="29908" name="Line 21"/>
              <p:cNvSpPr/>
              <p:nvPr/>
            </p:nvSpPr>
            <p:spPr>
              <a:xfrm>
                <a:off x="1312" y="2576"/>
                <a:ext cx="64" cy="1"/>
              </a:xfrm>
              <a:prstGeom prst="line">
                <a:avLst/>
              </a:prstGeom>
              <a:ln w="12700" cap="flat" cmpd="sng">
                <a:solidFill>
                  <a:srgbClr val="000000"/>
                </a:solidFill>
                <a:prstDash val="solid"/>
                <a:headEnd type="none" w="med" len="med"/>
                <a:tailEnd type="none" w="med" len="med"/>
              </a:ln>
            </p:spPr>
          </p:sp>
          <p:sp>
            <p:nvSpPr>
              <p:cNvPr id="29909" name="Line 22"/>
              <p:cNvSpPr/>
              <p:nvPr/>
            </p:nvSpPr>
            <p:spPr>
              <a:xfrm>
                <a:off x="1456" y="2576"/>
                <a:ext cx="64" cy="1"/>
              </a:xfrm>
              <a:prstGeom prst="line">
                <a:avLst/>
              </a:prstGeom>
              <a:ln w="12700" cap="flat" cmpd="sng">
                <a:solidFill>
                  <a:srgbClr val="000000"/>
                </a:solidFill>
                <a:prstDash val="solid"/>
                <a:headEnd type="none" w="med" len="med"/>
                <a:tailEnd type="none" w="med" len="med"/>
              </a:ln>
            </p:spPr>
          </p:sp>
          <p:sp>
            <p:nvSpPr>
              <p:cNvPr id="29910" name="Line 23"/>
              <p:cNvSpPr/>
              <p:nvPr/>
            </p:nvSpPr>
            <p:spPr>
              <a:xfrm>
                <a:off x="1600" y="2576"/>
                <a:ext cx="64" cy="1"/>
              </a:xfrm>
              <a:prstGeom prst="line">
                <a:avLst/>
              </a:prstGeom>
              <a:ln w="12700" cap="flat" cmpd="sng">
                <a:solidFill>
                  <a:srgbClr val="000000"/>
                </a:solidFill>
                <a:prstDash val="solid"/>
                <a:headEnd type="none" w="med" len="med"/>
                <a:tailEnd type="none" w="med" len="med"/>
              </a:ln>
            </p:spPr>
          </p:sp>
          <p:sp>
            <p:nvSpPr>
              <p:cNvPr id="29911" name="Line 24"/>
              <p:cNvSpPr/>
              <p:nvPr/>
            </p:nvSpPr>
            <p:spPr>
              <a:xfrm>
                <a:off x="1744" y="2576"/>
                <a:ext cx="64" cy="1"/>
              </a:xfrm>
              <a:prstGeom prst="line">
                <a:avLst/>
              </a:prstGeom>
              <a:ln w="12700" cap="flat" cmpd="sng">
                <a:solidFill>
                  <a:srgbClr val="000000"/>
                </a:solidFill>
                <a:prstDash val="solid"/>
                <a:headEnd type="none" w="med" len="med"/>
                <a:tailEnd type="none" w="med" len="med"/>
              </a:ln>
            </p:spPr>
          </p:sp>
          <p:sp>
            <p:nvSpPr>
              <p:cNvPr id="29912" name="Line 25"/>
              <p:cNvSpPr/>
              <p:nvPr/>
            </p:nvSpPr>
            <p:spPr>
              <a:xfrm>
                <a:off x="1888" y="2576"/>
                <a:ext cx="64" cy="1"/>
              </a:xfrm>
              <a:prstGeom prst="line">
                <a:avLst/>
              </a:prstGeom>
              <a:ln w="12700" cap="flat" cmpd="sng">
                <a:solidFill>
                  <a:srgbClr val="000000"/>
                </a:solidFill>
                <a:prstDash val="solid"/>
                <a:headEnd type="none" w="med" len="med"/>
                <a:tailEnd type="none" w="med" len="med"/>
              </a:ln>
            </p:spPr>
          </p:sp>
          <p:sp>
            <p:nvSpPr>
              <p:cNvPr id="29913" name="Line 26"/>
              <p:cNvSpPr/>
              <p:nvPr/>
            </p:nvSpPr>
            <p:spPr>
              <a:xfrm>
                <a:off x="2032" y="2576"/>
                <a:ext cx="64" cy="1"/>
              </a:xfrm>
              <a:prstGeom prst="line">
                <a:avLst/>
              </a:prstGeom>
              <a:ln w="12700" cap="flat" cmpd="sng">
                <a:solidFill>
                  <a:srgbClr val="000000"/>
                </a:solidFill>
                <a:prstDash val="solid"/>
                <a:headEnd type="none" w="med" len="med"/>
                <a:tailEnd type="none" w="med" len="med"/>
              </a:ln>
            </p:spPr>
          </p:sp>
          <p:sp>
            <p:nvSpPr>
              <p:cNvPr id="29914" name="Line 27"/>
              <p:cNvSpPr/>
              <p:nvPr/>
            </p:nvSpPr>
            <p:spPr>
              <a:xfrm>
                <a:off x="2176" y="2576"/>
                <a:ext cx="64" cy="1"/>
              </a:xfrm>
              <a:prstGeom prst="line">
                <a:avLst/>
              </a:prstGeom>
              <a:ln w="12700" cap="flat" cmpd="sng">
                <a:solidFill>
                  <a:srgbClr val="000000"/>
                </a:solidFill>
                <a:prstDash val="solid"/>
                <a:headEnd type="none" w="med" len="med"/>
                <a:tailEnd type="none" w="med" len="med"/>
              </a:ln>
            </p:spPr>
          </p:sp>
          <p:sp>
            <p:nvSpPr>
              <p:cNvPr id="29915" name="Line 28"/>
              <p:cNvSpPr/>
              <p:nvPr/>
            </p:nvSpPr>
            <p:spPr>
              <a:xfrm>
                <a:off x="2320" y="2576"/>
                <a:ext cx="64" cy="1"/>
              </a:xfrm>
              <a:prstGeom prst="line">
                <a:avLst/>
              </a:prstGeom>
              <a:ln w="12700" cap="flat" cmpd="sng">
                <a:solidFill>
                  <a:srgbClr val="000000"/>
                </a:solidFill>
                <a:prstDash val="solid"/>
                <a:headEnd type="none" w="med" len="med"/>
                <a:tailEnd type="none" w="med" len="med"/>
              </a:ln>
            </p:spPr>
          </p:sp>
          <p:sp>
            <p:nvSpPr>
              <p:cNvPr id="29916" name="Line 29"/>
              <p:cNvSpPr/>
              <p:nvPr/>
            </p:nvSpPr>
            <p:spPr>
              <a:xfrm>
                <a:off x="2464" y="2576"/>
                <a:ext cx="64" cy="1"/>
              </a:xfrm>
              <a:prstGeom prst="line">
                <a:avLst/>
              </a:prstGeom>
              <a:ln w="12700" cap="flat" cmpd="sng">
                <a:solidFill>
                  <a:srgbClr val="000000"/>
                </a:solidFill>
                <a:prstDash val="solid"/>
                <a:headEnd type="none" w="med" len="med"/>
                <a:tailEnd type="none" w="med" len="med"/>
              </a:ln>
            </p:spPr>
          </p:sp>
          <p:sp>
            <p:nvSpPr>
              <p:cNvPr id="29917" name="Line 30"/>
              <p:cNvSpPr/>
              <p:nvPr/>
            </p:nvSpPr>
            <p:spPr>
              <a:xfrm>
                <a:off x="2608" y="2576"/>
                <a:ext cx="64" cy="1"/>
              </a:xfrm>
              <a:prstGeom prst="line">
                <a:avLst/>
              </a:prstGeom>
              <a:ln w="12700" cap="flat" cmpd="sng">
                <a:solidFill>
                  <a:srgbClr val="000000"/>
                </a:solidFill>
                <a:prstDash val="solid"/>
                <a:headEnd type="none" w="med" len="med"/>
                <a:tailEnd type="none" w="med" len="med"/>
              </a:ln>
            </p:spPr>
          </p:sp>
          <p:sp>
            <p:nvSpPr>
              <p:cNvPr id="29918" name="Line 31"/>
              <p:cNvSpPr/>
              <p:nvPr/>
            </p:nvSpPr>
            <p:spPr>
              <a:xfrm>
                <a:off x="2752" y="2576"/>
                <a:ext cx="64" cy="1"/>
              </a:xfrm>
              <a:prstGeom prst="line">
                <a:avLst/>
              </a:prstGeom>
              <a:ln w="12700" cap="flat" cmpd="sng">
                <a:solidFill>
                  <a:srgbClr val="000000"/>
                </a:solidFill>
                <a:prstDash val="solid"/>
                <a:headEnd type="none" w="med" len="med"/>
                <a:tailEnd type="none" w="med" len="med"/>
              </a:ln>
            </p:spPr>
          </p:sp>
          <p:sp>
            <p:nvSpPr>
              <p:cNvPr id="29919" name="Line 32"/>
              <p:cNvSpPr/>
              <p:nvPr/>
            </p:nvSpPr>
            <p:spPr>
              <a:xfrm>
                <a:off x="2896" y="2576"/>
                <a:ext cx="64" cy="1"/>
              </a:xfrm>
              <a:prstGeom prst="line">
                <a:avLst/>
              </a:prstGeom>
              <a:ln w="12700" cap="flat" cmpd="sng">
                <a:solidFill>
                  <a:srgbClr val="000000"/>
                </a:solidFill>
                <a:prstDash val="solid"/>
                <a:headEnd type="none" w="med" len="med"/>
                <a:tailEnd type="none" w="med" len="med"/>
              </a:ln>
            </p:spPr>
          </p:sp>
          <p:sp>
            <p:nvSpPr>
              <p:cNvPr id="29920" name="Line 33"/>
              <p:cNvSpPr/>
              <p:nvPr/>
            </p:nvSpPr>
            <p:spPr>
              <a:xfrm>
                <a:off x="3040" y="2576"/>
                <a:ext cx="64" cy="1"/>
              </a:xfrm>
              <a:prstGeom prst="line">
                <a:avLst/>
              </a:prstGeom>
              <a:ln w="12700" cap="flat" cmpd="sng">
                <a:solidFill>
                  <a:srgbClr val="000000"/>
                </a:solidFill>
                <a:prstDash val="solid"/>
                <a:headEnd type="none" w="med" len="med"/>
                <a:tailEnd type="none" w="med" len="med"/>
              </a:ln>
            </p:spPr>
          </p:sp>
          <p:sp>
            <p:nvSpPr>
              <p:cNvPr id="29921" name="Line 34"/>
              <p:cNvSpPr/>
              <p:nvPr/>
            </p:nvSpPr>
            <p:spPr>
              <a:xfrm>
                <a:off x="3184" y="2576"/>
                <a:ext cx="64" cy="1"/>
              </a:xfrm>
              <a:prstGeom prst="line">
                <a:avLst/>
              </a:prstGeom>
              <a:ln w="12700" cap="flat" cmpd="sng">
                <a:solidFill>
                  <a:srgbClr val="000000"/>
                </a:solidFill>
                <a:prstDash val="solid"/>
                <a:headEnd type="none" w="med" len="med"/>
                <a:tailEnd type="none" w="med" len="med"/>
              </a:ln>
            </p:spPr>
          </p:sp>
          <p:sp>
            <p:nvSpPr>
              <p:cNvPr id="29922" name="Line 35"/>
              <p:cNvSpPr/>
              <p:nvPr/>
            </p:nvSpPr>
            <p:spPr>
              <a:xfrm>
                <a:off x="3328" y="2576"/>
                <a:ext cx="64" cy="1"/>
              </a:xfrm>
              <a:prstGeom prst="line">
                <a:avLst/>
              </a:prstGeom>
              <a:ln w="12700" cap="flat" cmpd="sng">
                <a:solidFill>
                  <a:srgbClr val="000000"/>
                </a:solidFill>
                <a:prstDash val="solid"/>
                <a:headEnd type="none" w="med" len="med"/>
                <a:tailEnd type="none" w="med" len="med"/>
              </a:ln>
            </p:spPr>
          </p:sp>
          <p:sp>
            <p:nvSpPr>
              <p:cNvPr id="29923" name="Line 36"/>
              <p:cNvSpPr/>
              <p:nvPr/>
            </p:nvSpPr>
            <p:spPr>
              <a:xfrm>
                <a:off x="3472" y="2576"/>
                <a:ext cx="64" cy="1"/>
              </a:xfrm>
              <a:prstGeom prst="line">
                <a:avLst/>
              </a:prstGeom>
              <a:ln w="12700" cap="flat" cmpd="sng">
                <a:solidFill>
                  <a:srgbClr val="000000"/>
                </a:solidFill>
                <a:prstDash val="solid"/>
                <a:headEnd type="none" w="med" len="med"/>
                <a:tailEnd type="none" w="med" len="med"/>
              </a:ln>
            </p:spPr>
          </p:sp>
          <p:sp>
            <p:nvSpPr>
              <p:cNvPr id="29924" name="Line 37"/>
              <p:cNvSpPr/>
              <p:nvPr/>
            </p:nvSpPr>
            <p:spPr>
              <a:xfrm>
                <a:off x="3616" y="2576"/>
                <a:ext cx="64" cy="1"/>
              </a:xfrm>
              <a:prstGeom prst="line">
                <a:avLst/>
              </a:prstGeom>
              <a:ln w="12700" cap="flat" cmpd="sng">
                <a:solidFill>
                  <a:srgbClr val="000000"/>
                </a:solidFill>
                <a:prstDash val="solid"/>
                <a:headEnd type="none" w="med" len="med"/>
                <a:tailEnd type="none" w="med" len="med"/>
              </a:ln>
            </p:spPr>
          </p:sp>
          <p:sp>
            <p:nvSpPr>
              <p:cNvPr id="29925" name="Line 38"/>
              <p:cNvSpPr/>
              <p:nvPr/>
            </p:nvSpPr>
            <p:spPr>
              <a:xfrm>
                <a:off x="3760" y="2576"/>
                <a:ext cx="64" cy="1"/>
              </a:xfrm>
              <a:prstGeom prst="line">
                <a:avLst/>
              </a:prstGeom>
              <a:ln w="12700" cap="flat" cmpd="sng">
                <a:solidFill>
                  <a:srgbClr val="000000"/>
                </a:solidFill>
                <a:prstDash val="solid"/>
                <a:headEnd type="none" w="med" len="med"/>
                <a:tailEnd type="none" w="med" len="med"/>
              </a:ln>
            </p:spPr>
          </p:sp>
          <p:sp>
            <p:nvSpPr>
              <p:cNvPr id="29926" name="Line 39"/>
              <p:cNvSpPr/>
              <p:nvPr/>
            </p:nvSpPr>
            <p:spPr>
              <a:xfrm>
                <a:off x="3904" y="2576"/>
                <a:ext cx="64" cy="1"/>
              </a:xfrm>
              <a:prstGeom prst="line">
                <a:avLst/>
              </a:prstGeom>
              <a:ln w="12700" cap="flat" cmpd="sng">
                <a:solidFill>
                  <a:srgbClr val="000000"/>
                </a:solidFill>
                <a:prstDash val="solid"/>
                <a:headEnd type="none" w="med" len="med"/>
                <a:tailEnd type="none" w="med" len="med"/>
              </a:ln>
            </p:spPr>
          </p:sp>
          <p:sp>
            <p:nvSpPr>
              <p:cNvPr id="29927" name="Line 40"/>
              <p:cNvSpPr/>
              <p:nvPr/>
            </p:nvSpPr>
            <p:spPr>
              <a:xfrm>
                <a:off x="4048" y="2576"/>
                <a:ext cx="64" cy="1"/>
              </a:xfrm>
              <a:prstGeom prst="line">
                <a:avLst/>
              </a:prstGeom>
              <a:ln w="12700" cap="flat" cmpd="sng">
                <a:solidFill>
                  <a:srgbClr val="000000"/>
                </a:solidFill>
                <a:prstDash val="solid"/>
                <a:headEnd type="none" w="med" len="med"/>
                <a:tailEnd type="none" w="med" len="med"/>
              </a:ln>
            </p:spPr>
          </p:sp>
          <p:sp>
            <p:nvSpPr>
              <p:cNvPr id="29928" name="Line 41"/>
              <p:cNvSpPr/>
              <p:nvPr/>
            </p:nvSpPr>
            <p:spPr>
              <a:xfrm>
                <a:off x="4192" y="2576"/>
                <a:ext cx="64" cy="1"/>
              </a:xfrm>
              <a:prstGeom prst="line">
                <a:avLst/>
              </a:prstGeom>
              <a:ln w="12700" cap="flat" cmpd="sng">
                <a:solidFill>
                  <a:srgbClr val="000000"/>
                </a:solidFill>
                <a:prstDash val="solid"/>
                <a:headEnd type="none" w="med" len="med"/>
                <a:tailEnd type="none" w="med" len="med"/>
              </a:ln>
            </p:spPr>
          </p:sp>
          <p:sp>
            <p:nvSpPr>
              <p:cNvPr id="29929" name="Line 42"/>
              <p:cNvSpPr/>
              <p:nvPr/>
            </p:nvSpPr>
            <p:spPr>
              <a:xfrm>
                <a:off x="4336" y="2576"/>
                <a:ext cx="64" cy="1"/>
              </a:xfrm>
              <a:prstGeom prst="line">
                <a:avLst/>
              </a:prstGeom>
              <a:ln w="12700" cap="flat" cmpd="sng">
                <a:solidFill>
                  <a:srgbClr val="000000"/>
                </a:solidFill>
                <a:prstDash val="solid"/>
                <a:headEnd type="none" w="med" len="med"/>
                <a:tailEnd type="none" w="med" len="med"/>
              </a:ln>
            </p:spPr>
          </p:sp>
          <p:sp>
            <p:nvSpPr>
              <p:cNvPr id="29930" name="Line 43"/>
              <p:cNvSpPr/>
              <p:nvPr/>
            </p:nvSpPr>
            <p:spPr>
              <a:xfrm>
                <a:off x="4480" y="2576"/>
                <a:ext cx="64" cy="1"/>
              </a:xfrm>
              <a:prstGeom prst="line">
                <a:avLst/>
              </a:prstGeom>
              <a:ln w="12700" cap="flat" cmpd="sng">
                <a:solidFill>
                  <a:srgbClr val="000000"/>
                </a:solidFill>
                <a:prstDash val="solid"/>
                <a:headEnd type="none" w="med" len="med"/>
                <a:tailEnd type="none" w="med" len="med"/>
              </a:ln>
            </p:spPr>
          </p:sp>
          <p:sp>
            <p:nvSpPr>
              <p:cNvPr id="29931" name="Line 44"/>
              <p:cNvSpPr/>
              <p:nvPr/>
            </p:nvSpPr>
            <p:spPr>
              <a:xfrm>
                <a:off x="4624" y="2576"/>
                <a:ext cx="64" cy="1"/>
              </a:xfrm>
              <a:prstGeom prst="line">
                <a:avLst/>
              </a:prstGeom>
              <a:ln w="12700" cap="flat" cmpd="sng">
                <a:solidFill>
                  <a:srgbClr val="000000"/>
                </a:solidFill>
                <a:prstDash val="solid"/>
                <a:headEnd type="none" w="med" len="med"/>
                <a:tailEnd type="none" w="med" len="med"/>
              </a:ln>
            </p:spPr>
          </p:sp>
        </p:grpSp>
        <p:grpSp>
          <p:nvGrpSpPr>
            <p:cNvPr id="29734" name="Group 45"/>
            <p:cNvGrpSpPr/>
            <p:nvPr/>
          </p:nvGrpSpPr>
          <p:grpSpPr>
            <a:xfrm>
              <a:off x="960" y="1496"/>
              <a:ext cx="56" cy="2584"/>
              <a:chOff x="960" y="784"/>
              <a:chExt cx="56" cy="2584"/>
            </a:xfrm>
          </p:grpSpPr>
          <p:sp>
            <p:nvSpPr>
              <p:cNvPr id="29881" name="Freeform 46"/>
              <p:cNvSpPr/>
              <p:nvPr>
                <p:custDataLst>
                  <p:tags r:id="rId21"/>
                </p:custDataLst>
              </p:nvPr>
            </p:nvSpPr>
            <p:spPr>
              <a:xfrm>
                <a:off x="960" y="3256"/>
                <a:ext cx="56" cy="112"/>
              </a:xfrm>
              <a:custGeom>
                <a:avLst/>
                <a:gdLst>
                  <a:gd name="txL" fmla="*/ 0 w 56"/>
                  <a:gd name="txT" fmla="*/ 0 h 112"/>
                  <a:gd name="txR" fmla="*/ 56 w 56"/>
                  <a:gd name="txB" fmla="*/ 112 h 112"/>
                </a:gdLst>
                <a:ahLst/>
                <a:cxnLst>
                  <a:cxn ang="0">
                    <a:pos x="24" y="112"/>
                  </a:cxn>
                  <a:cxn ang="0">
                    <a:pos x="0" y="0"/>
                  </a:cxn>
                  <a:cxn ang="0">
                    <a:pos x="24" y="0"/>
                  </a:cxn>
                  <a:cxn ang="0">
                    <a:pos x="56" y="0"/>
                  </a:cxn>
                  <a:cxn ang="0">
                    <a:pos x="24" y="112"/>
                  </a:cxn>
                </a:cxnLst>
                <a:rect l="txL" t="txT" r="txR" b="txB"/>
                <a:pathLst>
                  <a:path w="56" h="112">
                    <a:moveTo>
                      <a:pt x="24" y="112"/>
                    </a:moveTo>
                    <a:lnTo>
                      <a:pt x="0" y="0"/>
                    </a:lnTo>
                    <a:lnTo>
                      <a:pt x="24" y="0"/>
                    </a:lnTo>
                    <a:lnTo>
                      <a:pt x="56" y="0"/>
                    </a:lnTo>
                    <a:lnTo>
                      <a:pt x="24" y="11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9882" name="Freeform 47"/>
              <p:cNvSpPr/>
              <p:nvPr>
                <p:custDataLst>
                  <p:tags r:id="rId22"/>
                </p:custDataLst>
              </p:nvPr>
            </p:nvSpPr>
            <p:spPr>
              <a:xfrm>
                <a:off x="960" y="784"/>
                <a:ext cx="56" cy="112"/>
              </a:xfrm>
              <a:custGeom>
                <a:avLst/>
                <a:gdLst>
                  <a:gd name="txL" fmla="*/ 0 w 56"/>
                  <a:gd name="txT" fmla="*/ 0 h 112"/>
                  <a:gd name="txR" fmla="*/ 56 w 56"/>
                  <a:gd name="txB" fmla="*/ 112 h 112"/>
                </a:gdLst>
                <a:ahLst/>
                <a:cxnLst>
                  <a:cxn ang="0">
                    <a:pos x="24" y="0"/>
                  </a:cxn>
                  <a:cxn ang="0">
                    <a:pos x="56" y="112"/>
                  </a:cxn>
                  <a:cxn ang="0">
                    <a:pos x="24" y="112"/>
                  </a:cxn>
                  <a:cxn ang="0">
                    <a:pos x="0" y="112"/>
                  </a:cxn>
                  <a:cxn ang="0">
                    <a:pos x="24" y="0"/>
                  </a:cxn>
                </a:cxnLst>
                <a:rect l="txL" t="txT" r="txR" b="txB"/>
                <a:pathLst>
                  <a:path w="56" h="112">
                    <a:moveTo>
                      <a:pt x="24" y="0"/>
                    </a:moveTo>
                    <a:lnTo>
                      <a:pt x="56" y="112"/>
                    </a:lnTo>
                    <a:lnTo>
                      <a:pt x="24" y="112"/>
                    </a:lnTo>
                    <a:lnTo>
                      <a:pt x="0" y="112"/>
                    </a:lnTo>
                    <a:lnTo>
                      <a:pt x="24" y="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9883" name="Line 48"/>
              <p:cNvSpPr/>
              <p:nvPr/>
            </p:nvSpPr>
            <p:spPr>
              <a:xfrm flipV="1">
                <a:off x="984" y="3184"/>
                <a:ext cx="1" cy="64"/>
              </a:xfrm>
              <a:prstGeom prst="line">
                <a:avLst/>
              </a:prstGeom>
              <a:ln w="12700" cap="flat" cmpd="sng">
                <a:solidFill>
                  <a:srgbClr val="000000"/>
                </a:solidFill>
                <a:prstDash val="solid"/>
                <a:headEnd type="none" w="med" len="med"/>
                <a:tailEnd type="none" w="med" len="med"/>
              </a:ln>
            </p:spPr>
          </p:sp>
          <p:sp>
            <p:nvSpPr>
              <p:cNvPr id="29884" name="Line 49"/>
              <p:cNvSpPr/>
              <p:nvPr/>
            </p:nvSpPr>
            <p:spPr>
              <a:xfrm flipV="1">
                <a:off x="984" y="3040"/>
                <a:ext cx="1" cy="64"/>
              </a:xfrm>
              <a:prstGeom prst="line">
                <a:avLst/>
              </a:prstGeom>
              <a:ln w="12700" cap="flat" cmpd="sng">
                <a:solidFill>
                  <a:srgbClr val="000000"/>
                </a:solidFill>
                <a:prstDash val="solid"/>
                <a:headEnd type="none" w="med" len="med"/>
                <a:tailEnd type="none" w="med" len="med"/>
              </a:ln>
            </p:spPr>
          </p:sp>
          <p:sp>
            <p:nvSpPr>
              <p:cNvPr id="29885" name="Line 50"/>
              <p:cNvSpPr/>
              <p:nvPr/>
            </p:nvSpPr>
            <p:spPr>
              <a:xfrm flipV="1">
                <a:off x="984" y="2896"/>
                <a:ext cx="1" cy="64"/>
              </a:xfrm>
              <a:prstGeom prst="line">
                <a:avLst/>
              </a:prstGeom>
              <a:ln w="12700" cap="flat" cmpd="sng">
                <a:solidFill>
                  <a:srgbClr val="000000"/>
                </a:solidFill>
                <a:prstDash val="solid"/>
                <a:headEnd type="none" w="med" len="med"/>
                <a:tailEnd type="none" w="med" len="med"/>
              </a:ln>
            </p:spPr>
          </p:sp>
          <p:sp>
            <p:nvSpPr>
              <p:cNvPr id="29886" name="Line 51"/>
              <p:cNvSpPr/>
              <p:nvPr/>
            </p:nvSpPr>
            <p:spPr>
              <a:xfrm flipV="1">
                <a:off x="984" y="2752"/>
                <a:ext cx="1" cy="64"/>
              </a:xfrm>
              <a:prstGeom prst="line">
                <a:avLst/>
              </a:prstGeom>
              <a:ln w="12700" cap="flat" cmpd="sng">
                <a:solidFill>
                  <a:srgbClr val="000000"/>
                </a:solidFill>
                <a:prstDash val="solid"/>
                <a:headEnd type="none" w="med" len="med"/>
                <a:tailEnd type="none" w="med" len="med"/>
              </a:ln>
            </p:spPr>
          </p:sp>
          <p:sp>
            <p:nvSpPr>
              <p:cNvPr id="29887" name="Line 52"/>
              <p:cNvSpPr/>
              <p:nvPr/>
            </p:nvSpPr>
            <p:spPr>
              <a:xfrm flipV="1">
                <a:off x="984" y="2608"/>
                <a:ext cx="1" cy="64"/>
              </a:xfrm>
              <a:prstGeom prst="line">
                <a:avLst/>
              </a:prstGeom>
              <a:ln w="12700" cap="flat" cmpd="sng">
                <a:solidFill>
                  <a:srgbClr val="000000"/>
                </a:solidFill>
                <a:prstDash val="solid"/>
                <a:headEnd type="none" w="med" len="med"/>
                <a:tailEnd type="none" w="med" len="med"/>
              </a:ln>
            </p:spPr>
          </p:sp>
          <p:sp>
            <p:nvSpPr>
              <p:cNvPr id="29888" name="Line 53"/>
              <p:cNvSpPr/>
              <p:nvPr/>
            </p:nvSpPr>
            <p:spPr>
              <a:xfrm flipV="1">
                <a:off x="984" y="2464"/>
                <a:ext cx="1" cy="64"/>
              </a:xfrm>
              <a:prstGeom prst="line">
                <a:avLst/>
              </a:prstGeom>
              <a:ln w="12700" cap="flat" cmpd="sng">
                <a:solidFill>
                  <a:srgbClr val="000000"/>
                </a:solidFill>
                <a:prstDash val="solid"/>
                <a:headEnd type="none" w="med" len="med"/>
                <a:tailEnd type="none" w="med" len="med"/>
              </a:ln>
            </p:spPr>
          </p:sp>
          <p:sp>
            <p:nvSpPr>
              <p:cNvPr id="29889" name="Line 54"/>
              <p:cNvSpPr/>
              <p:nvPr/>
            </p:nvSpPr>
            <p:spPr>
              <a:xfrm flipV="1">
                <a:off x="984" y="2320"/>
                <a:ext cx="1" cy="64"/>
              </a:xfrm>
              <a:prstGeom prst="line">
                <a:avLst/>
              </a:prstGeom>
              <a:ln w="12700" cap="flat" cmpd="sng">
                <a:solidFill>
                  <a:srgbClr val="000000"/>
                </a:solidFill>
                <a:prstDash val="solid"/>
                <a:headEnd type="none" w="med" len="med"/>
                <a:tailEnd type="none" w="med" len="med"/>
              </a:ln>
            </p:spPr>
          </p:sp>
          <p:sp>
            <p:nvSpPr>
              <p:cNvPr id="29890" name="Line 55"/>
              <p:cNvSpPr/>
              <p:nvPr/>
            </p:nvSpPr>
            <p:spPr>
              <a:xfrm flipV="1">
                <a:off x="984" y="2176"/>
                <a:ext cx="1" cy="64"/>
              </a:xfrm>
              <a:prstGeom prst="line">
                <a:avLst/>
              </a:prstGeom>
              <a:ln w="12700" cap="flat" cmpd="sng">
                <a:solidFill>
                  <a:srgbClr val="000000"/>
                </a:solidFill>
                <a:prstDash val="solid"/>
                <a:headEnd type="none" w="med" len="med"/>
                <a:tailEnd type="none" w="med" len="med"/>
              </a:ln>
            </p:spPr>
          </p:sp>
          <p:sp>
            <p:nvSpPr>
              <p:cNvPr id="29891" name="Line 56"/>
              <p:cNvSpPr/>
              <p:nvPr/>
            </p:nvSpPr>
            <p:spPr>
              <a:xfrm flipV="1">
                <a:off x="984" y="2032"/>
                <a:ext cx="1" cy="64"/>
              </a:xfrm>
              <a:prstGeom prst="line">
                <a:avLst/>
              </a:prstGeom>
              <a:ln w="12700" cap="flat" cmpd="sng">
                <a:solidFill>
                  <a:srgbClr val="000000"/>
                </a:solidFill>
                <a:prstDash val="solid"/>
                <a:headEnd type="none" w="med" len="med"/>
                <a:tailEnd type="none" w="med" len="med"/>
              </a:ln>
            </p:spPr>
          </p:sp>
          <p:sp>
            <p:nvSpPr>
              <p:cNvPr id="29892" name="Line 57"/>
              <p:cNvSpPr/>
              <p:nvPr/>
            </p:nvSpPr>
            <p:spPr>
              <a:xfrm flipV="1">
                <a:off x="984" y="1888"/>
                <a:ext cx="1" cy="64"/>
              </a:xfrm>
              <a:prstGeom prst="line">
                <a:avLst/>
              </a:prstGeom>
              <a:ln w="12700" cap="flat" cmpd="sng">
                <a:solidFill>
                  <a:srgbClr val="000000"/>
                </a:solidFill>
                <a:prstDash val="solid"/>
                <a:headEnd type="none" w="med" len="med"/>
                <a:tailEnd type="none" w="med" len="med"/>
              </a:ln>
            </p:spPr>
          </p:sp>
          <p:sp>
            <p:nvSpPr>
              <p:cNvPr id="29893" name="Line 58"/>
              <p:cNvSpPr/>
              <p:nvPr/>
            </p:nvSpPr>
            <p:spPr>
              <a:xfrm flipV="1">
                <a:off x="984" y="1744"/>
                <a:ext cx="1" cy="64"/>
              </a:xfrm>
              <a:prstGeom prst="line">
                <a:avLst/>
              </a:prstGeom>
              <a:ln w="12700" cap="flat" cmpd="sng">
                <a:solidFill>
                  <a:srgbClr val="000000"/>
                </a:solidFill>
                <a:prstDash val="solid"/>
                <a:headEnd type="none" w="med" len="med"/>
                <a:tailEnd type="none" w="med" len="med"/>
              </a:ln>
            </p:spPr>
          </p:sp>
          <p:sp>
            <p:nvSpPr>
              <p:cNvPr id="29894" name="Line 59"/>
              <p:cNvSpPr/>
              <p:nvPr/>
            </p:nvSpPr>
            <p:spPr>
              <a:xfrm flipV="1">
                <a:off x="984" y="1600"/>
                <a:ext cx="1" cy="64"/>
              </a:xfrm>
              <a:prstGeom prst="line">
                <a:avLst/>
              </a:prstGeom>
              <a:ln w="12700" cap="flat" cmpd="sng">
                <a:solidFill>
                  <a:srgbClr val="000000"/>
                </a:solidFill>
                <a:prstDash val="solid"/>
                <a:headEnd type="none" w="med" len="med"/>
                <a:tailEnd type="none" w="med" len="med"/>
              </a:ln>
            </p:spPr>
          </p:sp>
          <p:sp>
            <p:nvSpPr>
              <p:cNvPr id="29895" name="Line 60"/>
              <p:cNvSpPr/>
              <p:nvPr/>
            </p:nvSpPr>
            <p:spPr>
              <a:xfrm flipV="1">
                <a:off x="984" y="1456"/>
                <a:ext cx="1" cy="64"/>
              </a:xfrm>
              <a:prstGeom prst="line">
                <a:avLst/>
              </a:prstGeom>
              <a:ln w="12700" cap="flat" cmpd="sng">
                <a:solidFill>
                  <a:srgbClr val="000000"/>
                </a:solidFill>
                <a:prstDash val="solid"/>
                <a:headEnd type="none" w="med" len="med"/>
                <a:tailEnd type="none" w="med" len="med"/>
              </a:ln>
            </p:spPr>
          </p:sp>
          <p:sp>
            <p:nvSpPr>
              <p:cNvPr id="29896" name="Line 61"/>
              <p:cNvSpPr/>
              <p:nvPr/>
            </p:nvSpPr>
            <p:spPr>
              <a:xfrm flipV="1">
                <a:off x="984" y="1312"/>
                <a:ext cx="1" cy="64"/>
              </a:xfrm>
              <a:prstGeom prst="line">
                <a:avLst/>
              </a:prstGeom>
              <a:ln w="12700" cap="flat" cmpd="sng">
                <a:solidFill>
                  <a:srgbClr val="000000"/>
                </a:solidFill>
                <a:prstDash val="solid"/>
                <a:headEnd type="none" w="med" len="med"/>
                <a:tailEnd type="none" w="med" len="med"/>
              </a:ln>
            </p:spPr>
          </p:sp>
          <p:sp>
            <p:nvSpPr>
              <p:cNvPr id="29897" name="Line 62"/>
              <p:cNvSpPr/>
              <p:nvPr/>
            </p:nvSpPr>
            <p:spPr>
              <a:xfrm flipV="1">
                <a:off x="984" y="1168"/>
                <a:ext cx="1" cy="64"/>
              </a:xfrm>
              <a:prstGeom prst="line">
                <a:avLst/>
              </a:prstGeom>
              <a:ln w="12700" cap="flat" cmpd="sng">
                <a:solidFill>
                  <a:srgbClr val="000000"/>
                </a:solidFill>
                <a:prstDash val="solid"/>
                <a:headEnd type="none" w="med" len="med"/>
                <a:tailEnd type="none" w="med" len="med"/>
              </a:ln>
            </p:spPr>
          </p:sp>
          <p:sp>
            <p:nvSpPr>
              <p:cNvPr id="29898" name="Line 63"/>
              <p:cNvSpPr/>
              <p:nvPr/>
            </p:nvSpPr>
            <p:spPr>
              <a:xfrm flipV="1">
                <a:off x="984" y="1024"/>
                <a:ext cx="1" cy="64"/>
              </a:xfrm>
              <a:prstGeom prst="line">
                <a:avLst/>
              </a:prstGeom>
              <a:ln w="12700" cap="flat" cmpd="sng">
                <a:solidFill>
                  <a:srgbClr val="000000"/>
                </a:solidFill>
                <a:prstDash val="solid"/>
                <a:headEnd type="none" w="med" len="med"/>
                <a:tailEnd type="none" w="med" len="med"/>
              </a:ln>
            </p:spPr>
          </p:sp>
          <p:sp>
            <p:nvSpPr>
              <p:cNvPr id="29899" name="Line 64"/>
              <p:cNvSpPr/>
              <p:nvPr/>
            </p:nvSpPr>
            <p:spPr>
              <a:xfrm flipV="1">
                <a:off x="984" y="896"/>
                <a:ext cx="1" cy="48"/>
              </a:xfrm>
              <a:prstGeom prst="line">
                <a:avLst/>
              </a:prstGeom>
              <a:ln w="12700" cap="flat" cmpd="sng">
                <a:solidFill>
                  <a:srgbClr val="000000"/>
                </a:solidFill>
                <a:prstDash val="solid"/>
                <a:headEnd type="none" w="med" len="med"/>
                <a:tailEnd type="none" w="med" len="med"/>
              </a:ln>
            </p:spPr>
          </p:sp>
        </p:grpSp>
        <p:grpSp>
          <p:nvGrpSpPr>
            <p:cNvPr id="29735" name="Group 65"/>
            <p:cNvGrpSpPr/>
            <p:nvPr/>
          </p:nvGrpSpPr>
          <p:grpSpPr>
            <a:xfrm>
              <a:off x="336" y="1968"/>
              <a:ext cx="3936" cy="47"/>
              <a:chOff x="336" y="1256"/>
              <a:chExt cx="4512" cy="56"/>
            </a:xfrm>
          </p:grpSpPr>
          <p:sp>
            <p:nvSpPr>
              <p:cNvPr id="29849" name="Freeform 66"/>
              <p:cNvSpPr/>
              <p:nvPr>
                <p:custDataLst>
                  <p:tags r:id="rId19"/>
                </p:custDataLst>
              </p:nvPr>
            </p:nvSpPr>
            <p:spPr>
              <a:xfrm>
                <a:off x="336" y="1256"/>
                <a:ext cx="112" cy="56"/>
              </a:xfrm>
              <a:custGeom>
                <a:avLst/>
                <a:gdLst>
                  <a:gd name="txL" fmla="*/ 0 w 112"/>
                  <a:gd name="txT" fmla="*/ 0 h 56"/>
                  <a:gd name="txR" fmla="*/ 112 w 112"/>
                  <a:gd name="txB" fmla="*/ 56 h 56"/>
                </a:gdLst>
                <a:ahLst/>
                <a:cxnLst>
                  <a:cxn ang="0">
                    <a:pos x="0" y="24"/>
                  </a:cxn>
                  <a:cxn ang="0">
                    <a:pos x="112" y="0"/>
                  </a:cxn>
                  <a:cxn ang="0">
                    <a:pos x="112" y="24"/>
                  </a:cxn>
                  <a:cxn ang="0">
                    <a:pos x="112" y="56"/>
                  </a:cxn>
                  <a:cxn ang="0">
                    <a:pos x="0" y="24"/>
                  </a:cxn>
                </a:cxnLst>
                <a:rect l="txL" t="txT" r="txR" b="txB"/>
                <a:pathLst>
                  <a:path w="112" h="56">
                    <a:moveTo>
                      <a:pt x="0" y="24"/>
                    </a:moveTo>
                    <a:lnTo>
                      <a:pt x="112" y="0"/>
                    </a:lnTo>
                    <a:lnTo>
                      <a:pt x="112" y="24"/>
                    </a:lnTo>
                    <a:lnTo>
                      <a:pt x="112" y="56"/>
                    </a:lnTo>
                    <a:lnTo>
                      <a:pt x="0" y="24"/>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9850" name="Freeform 67"/>
              <p:cNvSpPr/>
              <p:nvPr>
                <p:custDataLst>
                  <p:tags r:id="rId20"/>
                </p:custDataLst>
              </p:nvPr>
            </p:nvSpPr>
            <p:spPr>
              <a:xfrm>
                <a:off x="4736" y="1256"/>
                <a:ext cx="112" cy="56"/>
              </a:xfrm>
              <a:custGeom>
                <a:avLst/>
                <a:gdLst>
                  <a:gd name="txL" fmla="*/ 0 w 112"/>
                  <a:gd name="txT" fmla="*/ 0 h 56"/>
                  <a:gd name="txR" fmla="*/ 112 w 112"/>
                  <a:gd name="txB" fmla="*/ 56 h 56"/>
                </a:gdLst>
                <a:ahLst/>
                <a:cxnLst>
                  <a:cxn ang="0">
                    <a:pos x="112" y="24"/>
                  </a:cxn>
                  <a:cxn ang="0">
                    <a:pos x="0" y="56"/>
                  </a:cxn>
                  <a:cxn ang="0">
                    <a:pos x="0" y="24"/>
                  </a:cxn>
                  <a:cxn ang="0">
                    <a:pos x="0" y="0"/>
                  </a:cxn>
                  <a:cxn ang="0">
                    <a:pos x="112" y="24"/>
                  </a:cxn>
                </a:cxnLst>
                <a:rect l="txL" t="txT" r="txR" b="txB"/>
                <a:pathLst>
                  <a:path w="112" h="56">
                    <a:moveTo>
                      <a:pt x="112" y="24"/>
                    </a:moveTo>
                    <a:lnTo>
                      <a:pt x="0" y="56"/>
                    </a:lnTo>
                    <a:lnTo>
                      <a:pt x="0" y="24"/>
                    </a:lnTo>
                    <a:lnTo>
                      <a:pt x="0" y="0"/>
                    </a:lnTo>
                    <a:lnTo>
                      <a:pt x="112" y="24"/>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9851" name="Line 68"/>
              <p:cNvSpPr/>
              <p:nvPr/>
            </p:nvSpPr>
            <p:spPr>
              <a:xfrm>
                <a:off x="448" y="1280"/>
                <a:ext cx="64" cy="1"/>
              </a:xfrm>
              <a:prstGeom prst="line">
                <a:avLst/>
              </a:prstGeom>
              <a:ln w="12700" cap="flat" cmpd="sng">
                <a:solidFill>
                  <a:srgbClr val="000000"/>
                </a:solidFill>
                <a:prstDash val="solid"/>
                <a:headEnd type="none" w="med" len="med"/>
                <a:tailEnd type="none" w="med" len="med"/>
              </a:ln>
            </p:spPr>
          </p:sp>
          <p:sp>
            <p:nvSpPr>
              <p:cNvPr id="29852" name="Line 69"/>
              <p:cNvSpPr/>
              <p:nvPr/>
            </p:nvSpPr>
            <p:spPr>
              <a:xfrm>
                <a:off x="592" y="1280"/>
                <a:ext cx="64" cy="1"/>
              </a:xfrm>
              <a:prstGeom prst="line">
                <a:avLst/>
              </a:prstGeom>
              <a:ln w="12700" cap="flat" cmpd="sng">
                <a:solidFill>
                  <a:srgbClr val="000000"/>
                </a:solidFill>
                <a:prstDash val="solid"/>
                <a:headEnd type="none" w="med" len="med"/>
                <a:tailEnd type="none" w="med" len="med"/>
              </a:ln>
            </p:spPr>
          </p:sp>
          <p:sp>
            <p:nvSpPr>
              <p:cNvPr id="29853" name="Line 70"/>
              <p:cNvSpPr/>
              <p:nvPr/>
            </p:nvSpPr>
            <p:spPr>
              <a:xfrm>
                <a:off x="736" y="1280"/>
                <a:ext cx="64" cy="1"/>
              </a:xfrm>
              <a:prstGeom prst="line">
                <a:avLst/>
              </a:prstGeom>
              <a:ln w="12700" cap="flat" cmpd="sng">
                <a:solidFill>
                  <a:srgbClr val="000000"/>
                </a:solidFill>
                <a:prstDash val="solid"/>
                <a:headEnd type="none" w="med" len="med"/>
                <a:tailEnd type="none" w="med" len="med"/>
              </a:ln>
            </p:spPr>
          </p:sp>
          <p:sp>
            <p:nvSpPr>
              <p:cNvPr id="29854" name="Line 71"/>
              <p:cNvSpPr/>
              <p:nvPr/>
            </p:nvSpPr>
            <p:spPr>
              <a:xfrm>
                <a:off x="880" y="1280"/>
                <a:ext cx="64" cy="1"/>
              </a:xfrm>
              <a:prstGeom prst="line">
                <a:avLst/>
              </a:prstGeom>
              <a:ln w="12700" cap="flat" cmpd="sng">
                <a:solidFill>
                  <a:srgbClr val="000000"/>
                </a:solidFill>
                <a:prstDash val="solid"/>
                <a:headEnd type="none" w="med" len="med"/>
                <a:tailEnd type="none" w="med" len="med"/>
              </a:ln>
            </p:spPr>
          </p:sp>
          <p:sp>
            <p:nvSpPr>
              <p:cNvPr id="29855" name="Line 72"/>
              <p:cNvSpPr/>
              <p:nvPr/>
            </p:nvSpPr>
            <p:spPr>
              <a:xfrm>
                <a:off x="1024" y="1280"/>
                <a:ext cx="64" cy="1"/>
              </a:xfrm>
              <a:prstGeom prst="line">
                <a:avLst/>
              </a:prstGeom>
              <a:ln w="12700" cap="flat" cmpd="sng">
                <a:solidFill>
                  <a:srgbClr val="000000"/>
                </a:solidFill>
                <a:prstDash val="solid"/>
                <a:headEnd type="none" w="med" len="med"/>
                <a:tailEnd type="none" w="med" len="med"/>
              </a:ln>
            </p:spPr>
          </p:sp>
          <p:sp>
            <p:nvSpPr>
              <p:cNvPr id="29856" name="Line 73"/>
              <p:cNvSpPr/>
              <p:nvPr/>
            </p:nvSpPr>
            <p:spPr>
              <a:xfrm>
                <a:off x="1168" y="1280"/>
                <a:ext cx="64" cy="1"/>
              </a:xfrm>
              <a:prstGeom prst="line">
                <a:avLst/>
              </a:prstGeom>
              <a:ln w="12700" cap="flat" cmpd="sng">
                <a:solidFill>
                  <a:srgbClr val="000000"/>
                </a:solidFill>
                <a:prstDash val="solid"/>
                <a:headEnd type="none" w="med" len="med"/>
                <a:tailEnd type="none" w="med" len="med"/>
              </a:ln>
            </p:spPr>
          </p:sp>
          <p:sp>
            <p:nvSpPr>
              <p:cNvPr id="29857" name="Line 74"/>
              <p:cNvSpPr/>
              <p:nvPr/>
            </p:nvSpPr>
            <p:spPr>
              <a:xfrm>
                <a:off x="1312" y="1280"/>
                <a:ext cx="64" cy="1"/>
              </a:xfrm>
              <a:prstGeom prst="line">
                <a:avLst/>
              </a:prstGeom>
              <a:ln w="12700" cap="flat" cmpd="sng">
                <a:solidFill>
                  <a:srgbClr val="000000"/>
                </a:solidFill>
                <a:prstDash val="solid"/>
                <a:headEnd type="none" w="med" len="med"/>
                <a:tailEnd type="none" w="med" len="med"/>
              </a:ln>
            </p:spPr>
          </p:sp>
          <p:sp>
            <p:nvSpPr>
              <p:cNvPr id="29858" name="Line 75"/>
              <p:cNvSpPr/>
              <p:nvPr/>
            </p:nvSpPr>
            <p:spPr>
              <a:xfrm>
                <a:off x="1456" y="1280"/>
                <a:ext cx="64" cy="1"/>
              </a:xfrm>
              <a:prstGeom prst="line">
                <a:avLst/>
              </a:prstGeom>
              <a:ln w="12700" cap="flat" cmpd="sng">
                <a:solidFill>
                  <a:srgbClr val="000000"/>
                </a:solidFill>
                <a:prstDash val="solid"/>
                <a:headEnd type="none" w="med" len="med"/>
                <a:tailEnd type="none" w="med" len="med"/>
              </a:ln>
            </p:spPr>
          </p:sp>
          <p:sp>
            <p:nvSpPr>
              <p:cNvPr id="29859" name="Line 76"/>
              <p:cNvSpPr/>
              <p:nvPr/>
            </p:nvSpPr>
            <p:spPr>
              <a:xfrm>
                <a:off x="1600" y="1280"/>
                <a:ext cx="64" cy="1"/>
              </a:xfrm>
              <a:prstGeom prst="line">
                <a:avLst/>
              </a:prstGeom>
              <a:ln w="12700" cap="flat" cmpd="sng">
                <a:solidFill>
                  <a:srgbClr val="000000"/>
                </a:solidFill>
                <a:prstDash val="solid"/>
                <a:headEnd type="none" w="med" len="med"/>
                <a:tailEnd type="none" w="med" len="med"/>
              </a:ln>
            </p:spPr>
          </p:sp>
          <p:sp>
            <p:nvSpPr>
              <p:cNvPr id="29860" name="Line 77"/>
              <p:cNvSpPr/>
              <p:nvPr/>
            </p:nvSpPr>
            <p:spPr>
              <a:xfrm>
                <a:off x="1744" y="1280"/>
                <a:ext cx="64" cy="1"/>
              </a:xfrm>
              <a:prstGeom prst="line">
                <a:avLst/>
              </a:prstGeom>
              <a:ln w="12700" cap="flat" cmpd="sng">
                <a:solidFill>
                  <a:srgbClr val="000000"/>
                </a:solidFill>
                <a:prstDash val="solid"/>
                <a:headEnd type="none" w="med" len="med"/>
                <a:tailEnd type="none" w="med" len="med"/>
              </a:ln>
            </p:spPr>
          </p:sp>
          <p:sp>
            <p:nvSpPr>
              <p:cNvPr id="29861" name="Line 78"/>
              <p:cNvSpPr/>
              <p:nvPr/>
            </p:nvSpPr>
            <p:spPr>
              <a:xfrm>
                <a:off x="1888" y="1280"/>
                <a:ext cx="64" cy="1"/>
              </a:xfrm>
              <a:prstGeom prst="line">
                <a:avLst/>
              </a:prstGeom>
              <a:ln w="12700" cap="flat" cmpd="sng">
                <a:solidFill>
                  <a:srgbClr val="000000"/>
                </a:solidFill>
                <a:prstDash val="solid"/>
                <a:headEnd type="none" w="med" len="med"/>
                <a:tailEnd type="none" w="med" len="med"/>
              </a:ln>
            </p:spPr>
          </p:sp>
          <p:sp>
            <p:nvSpPr>
              <p:cNvPr id="29862" name="Line 79"/>
              <p:cNvSpPr/>
              <p:nvPr/>
            </p:nvSpPr>
            <p:spPr>
              <a:xfrm>
                <a:off x="2032" y="1280"/>
                <a:ext cx="64" cy="1"/>
              </a:xfrm>
              <a:prstGeom prst="line">
                <a:avLst/>
              </a:prstGeom>
              <a:ln w="12700" cap="flat" cmpd="sng">
                <a:solidFill>
                  <a:srgbClr val="000000"/>
                </a:solidFill>
                <a:prstDash val="solid"/>
                <a:headEnd type="none" w="med" len="med"/>
                <a:tailEnd type="none" w="med" len="med"/>
              </a:ln>
            </p:spPr>
          </p:sp>
          <p:sp>
            <p:nvSpPr>
              <p:cNvPr id="29863" name="Line 80"/>
              <p:cNvSpPr/>
              <p:nvPr/>
            </p:nvSpPr>
            <p:spPr>
              <a:xfrm>
                <a:off x="2176" y="1280"/>
                <a:ext cx="64" cy="1"/>
              </a:xfrm>
              <a:prstGeom prst="line">
                <a:avLst/>
              </a:prstGeom>
              <a:ln w="12700" cap="flat" cmpd="sng">
                <a:solidFill>
                  <a:srgbClr val="000000"/>
                </a:solidFill>
                <a:prstDash val="solid"/>
                <a:headEnd type="none" w="med" len="med"/>
                <a:tailEnd type="none" w="med" len="med"/>
              </a:ln>
            </p:spPr>
          </p:sp>
          <p:sp>
            <p:nvSpPr>
              <p:cNvPr id="29864" name="Line 81"/>
              <p:cNvSpPr/>
              <p:nvPr/>
            </p:nvSpPr>
            <p:spPr>
              <a:xfrm>
                <a:off x="2320" y="1280"/>
                <a:ext cx="64" cy="1"/>
              </a:xfrm>
              <a:prstGeom prst="line">
                <a:avLst/>
              </a:prstGeom>
              <a:ln w="12700" cap="flat" cmpd="sng">
                <a:solidFill>
                  <a:srgbClr val="000000"/>
                </a:solidFill>
                <a:prstDash val="solid"/>
                <a:headEnd type="none" w="med" len="med"/>
                <a:tailEnd type="none" w="med" len="med"/>
              </a:ln>
            </p:spPr>
          </p:sp>
          <p:sp>
            <p:nvSpPr>
              <p:cNvPr id="29865" name="Line 82"/>
              <p:cNvSpPr/>
              <p:nvPr/>
            </p:nvSpPr>
            <p:spPr>
              <a:xfrm>
                <a:off x="2464" y="1280"/>
                <a:ext cx="64" cy="1"/>
              </a:xfrm>
              <a:prstGeom prst="line">
                <a:avLst/>
              </a:prstGeom>
              <a:ln w="12700" cap="flat" cmpd="sng">
                <a:solidFill>
                  <a:srgbClr val="000000"/>
                </a:solidFill>
                <a:prstDash val="solid"/>
                <a:headEnd type="none" w="med" len="med"/>
                <a:tailEnd type="none" w="med" len="med"/>
              </a:ln>
            </p:spPr>
          </p:sp>
          <p:sp>
            <p:nvSpPr>
              <p:cNvPr id="29866" name="Line 83"/>
              <p:cNvSpPr/>
              <p:nvPr/>
            </p:nvSpPr>
            <p:spPr>
              <a:xfrm>
                <a:off x="2608" y="1280"/>
                <a:ext cx="64" cy="1"/>
              </a:xfrm>
              <a:prstGeom prst="line">
                <a:avLst/>
              </a:prstGeom>
              <a:ln w="12700" cap="flat" cmpd="sng">
                <a:solidFill>
                  <a:srgbClr val="000000"/>
                </a:solidFill>
                <a:prstDash val="solid"/>
                <a:headEnd type="none" w="med" len="med"/>
                <a:tailEnd type="none" w="med" len="med"/>
              </a:ln>
            </p:spPr>
          </p:sp>
          <p:sp>
            <p:nvSpPr>
              <p:cNvPr id="29867" name="Line 84"/>
              <p:cNvSpPr/>
              <p:nvPr/>
            </p:nvSpPr>
            <p:spPr>
              <a:xfrm>
                <a:off x="2752" y="1280"/>
                <a:ext cx="64" cy="1"/>
              </a:xfrm>
              <a:prstGeom prst="line">
                <a:avLst/>
              </a:prstGeom>
              <a:ln w="12700" cap="flat" cmpd="sng">
                <a:solidFill>
                  <a:srgbClr val="000000"/>
                </a:solidFill>
                <a:prstDash val="solid"/>
                <a:headEnd type="none" w="med" len="med"/>
                <a:tailEnd type="none" w="med" len="med"/>
              </a:ln>
            </p:spPr>
          </p:sp>
          <p:sp>
            <p:nvSpPr>
              <p:cNvPr id="29868" name="Line 85"/>
              <p:cNvSpPr/>
              <p:nvPr/>
            </p:nvSpPr>
            <p:spPr>
              <a:xfrm>
                <a:off x="2896" y="1280"/>
                <a:ext cx="64" cy="1"/>
              </a:xfrm>
              <a:prstGeom prst="line">
                <a:avLst/>
              </a:prstGeom>
              <a:ln w="12700" cap="flat" cmpd="sng">
                <a:solidFill>
                  <a:srgbClr val="000000"/>
                </a:solidFill>
                <a:prstDash val="solid"/>
                <a:headEnd type="none" w="med" len="med"/>
                <a:tailEnd type="none" w="med" len="med"/>
              </a:ln>
            </p:spPr>
          </p:sp>
          <p:sp>
            <p:nvSpPr>
              <p:cNvPr id="29869" name="Line 86"/>
              <p:cNvSpPr/>
              <p:nvPr/>
            </p:nvSpPr>
            <p:spPr>
              <a:xfrm>
                <a:off x="3040" y="1280"/>
                <a:ext cx="64" cy="1"/>
              </a:xfrm>
              <a:prstGeom prst="line">
                <a:avLst/>
              </a:prstGeom>
              <a:ln w="12700" cap="flat" cmpd="sng">
                <a:solidFill>
                  <a:srgbClr val="000000"/>
                </a:solidFill>
                <a:prstDash val="solid"/>
                <a:headEnd type="none" w="med" len="med"/>
                <a:tailEnd type="none" w="med" len="med"/>
              </a:ln>
            </p:spPr>
          </p:sp>
          <p:sp>
            <p:nvSpPr>
              <p:cNvPr id="29870" name="Line 87"/>
              <p:cNvSpPr/>
              <p:nvPr/>
            </p:nvSpPr>
            <p:spPr>
              <a:xfrm>
                <a:off x="3184" y="1280"/>
                <a:ext cx="64" cy="1"/>
              </a:xfrm>
              <a:prstGeom prst="line">
                <a:avLst/>
              </a:prstGeom>
              <a:ln w="12700" cap="flat" cmpd="sng">
                <a:solidFill>
                  <a:srgbClr val="000000"/>
                </a:solidFill>
                <a:prstDash val="solid"/>
                <a:headEnd type="none" w="med" len="med"/>
                <a:tailEnd type="none" w="med" len="med"/>
              </a:ln>
            </p:spPr>
          </p:sp>
          <p:sp>
            <p:nvSpPr>
              <p:cNvPr id="29871" name="Line 88"/>
              <p:cNvSpPr/>
              <p:nvPr/>
            </p:nvSpPr>
            <p:spPr>
              <a:xfrm>
                <a:off x="3328" y="1280"/>
                <a:ext cx="64" cy="1"/>
              </a:xfrm>
              <a:prstGeom prst="line">
                <a:avLst/>
              </a:prstGeom>
              <a:ln w="12700" cap="flat" cmpd="sng">
                <a:solidFill>
                  <a:srgbClr val="000000"/>
                </a:solidFill>
                <a:prstDash val="solid"/>
                <a:headEnd type="none" w="med" len="med"/>
                <a:tailEnd type="none" w="med" len="med"/>
              </a:ln>
            </p:spPr>
          </p:sp>
          <p:sp>
            <p:nvSpPr>
              <p:cNvPr id="29872" name="Line 89"/>
              <p:cNvSpPr/>
              <p:nvPr/>
            </p:nvSpPr>
            <p:spPr>
              <a:xfrm>
                <a:off x="3472" y="1280"/>
                <a:ext cx="64" cy="1"/>
              </a:xfrm>
              <a:prstGeom prst="line">
                <a:avLst/>
              </a:prstGeom>
              <a:ln w="12700" cap="flat" cmpd="sng">
                <a:solidFill>
                  <a:srgbClr val="000000"/>
                </a:solidFill>
                <a:prstDash val="solid"/>
                <a:headEnd type="none" w="med" len="med"/>
                <a:tailEnd type="none" w="med" len="med"/>
              </a:ln>
            </p:spPr>
          </p:sp>
          <p:sp>
            <p:nvSpPr>
              <p:cNvPr id="29873" name="Line 90"/>
              <p:cNvSpPr/>
              <p:nvPr/>
            </p:nvSpPr>
            <p:spPr>
              <a:xfrm>
                <a:off x="3616" y="1280"/>
                <a:ext cx="64" cy="1"/>
              </a:xfrm>
              <a:prstGeom prst="line">
                <a:avLst/>
              </a:prstGeom>
              <a:ln w="12700" cap="flat" cmpd="sng">
                <a:solidFill>
                  <a:srgbClr val="000000"/>
                </a:solidFill>
                <a:prstDash val="solid"/>
                <a:headEnd type="none" w="med" len="med"/>
                <a:tailEnd type="none" w="med" len="med"/>
              </a:ln>
            </p:spPr>
          </p:sp>
          <p:sp>
            <p:nvSpPr>
              <p:cNvPr id="29874" name="Line 91"/>
              <p:cNvSpPr/>
              <p:nvPr/>
            </p:nvSpPr>
            <p:spPr>
              <a:xfrm>
                <a:off x="3760" y="1280"/>
                <a:ext cx="64" cy="1"/>
              </a:xfrm>
              <a:prstGeom prst="line">
                <a:avLst/>
              </a:prstGeom>
              <a:ln w="12700" cap="flat" cmpd="sng">
                <a:solidFill>
                  <a:srgbClr val="000000"/>
                </a:solidFill>
                <a:prstDash val="solid"/>
                <a:headEnd type="none" w="med" len="med"/>
                <a:tailEnd type="none" w="med" len="med"/>
              </a:ln>
            </p:spPr>
          </p:sp>
          <p:sp>
            <p:nvSpPr>
              <p:cNvPr id="29875" name="Line 92"/>
              <p:cNvSpPr/>
              <p:nvPr/>
            </p:nvSpPr>
            <p:spPr>
              <a:xfrm>
                <a:off x="3904" y="1280"/>
                <a:ext cx="64" cy="1"/>
              </a:xfrm>
              <a:prstGeom prst="line">
                <a:avLst/>
              </a:prstGeom>
              <a:ln w="12700" cap="flat" cmpd="sng">
                <a:solidFill>
                  <a:srgbClr val="000000"/>
                </a:solidFill>
                <a:prstDash val="solid"/>
                <a:headEnd type="none" w="med" len="med"/>
                <a:tailEnd type="none" w="med" len="med"/>
              </a:ln>
            </p:spPr>
          </p:sp>
          <p:sp>
            <p:nvSpPr>
              <p:cNvPr id="29876" name="Line 93"/>
              <p:cNvSpPr/>
              <p:nvPr/>
            </p:nvSpPr>
            <p:spPr>
              <a:xfrm>
                <a:off x="4048" y="1280"/>
                <a:ext cx="64" cy="1"/>
              </a:xfrm>
              <a:prstGeom prst="line">
                <a:avLst/>
              </a:prstGeom>
              <a:ln w="12700" cap="flat" cmpd="sng">
                <a:solidFill>
                  <a:srgbClr val="000000"/>
                </a:solidFill>
                <a:prstDash val="solid"/>
                <a:headEnd type="none" w="med" len="med"/>
                <a:tailEnd type="none" w="med" len="med"/>
              </a:ln>
            </p:spPr>
          </p:sp>
          <p:sp>
            <p:nvSpPr>
              <p:cNvPr id="29877" name="Line 94"/>
              <p:cNvSpPr/>
              <p:nvPr/>
            </p:nvSpPr>
            <p:spPr>
              <a:xfrm>
                <a:off x="4192" y="1280"/>
                <a:ext cx="64" cy="1"/>
              </a:xfrm>
              <a:prstGeom prst="line">
                <a:avLst/>
              </a:prstGeom>
              <a:ln w="12700" cap="flat" cmpd="sng">
                <a:solidFill>
                  <a:srgbClr val="000000"/>
                </a:solidFill>
                <a:prstDash val="solid"/>
                <a:headEnd type="none" w="med" len="med"/>
                <a:tailEnd type="none" w="med" len="med"/>
              </a:ln>
            </p:spPr>
          </p:sp>
          <p:sp>
            <p:nvSpPr>
              <p:cNvPr id="29878" name="Line 95"/>
              <p:cNvSpPr/>
              <p:nvPr/>
            </p:nvSpPr>
            <p:spPr>
              <a:xfrm>
                <a:off x="4336" y="1280"/>
                <a:ext cx="64" cy="1"/>
              </a:xfrm>
              <a:prstGeom prst="line">
                <a:avLst/>
              </a:prstGeom>
              <a:ln w="12700" cap="flat" cmpd="sng">
                <a:solidFill>
                  <a:srgbClr val="000000"/>
                </a:solidFill>
                <a:prstDash val="solid"/>
                <a:headEnd type="none" w="med" len="med"/>
                <a:tailEnd type="none" w="med" len="med"/>
              </a:ln>
            </p:spPr>
          </p:sp>
          <p:sp>
            <p:nvSpPr>
              <p:cNvPr id="29879" name="Line 96"/>
              <p:cNvSpPr/>
              <p:nvPr/>
            </p:nvSpPr>
            <p:spPr>
              <a:xfrm>
                <a:off x="4480" y="1280"/>
                <a:ext cx="64" cy="1"/>
              </a:xfrm>
              <a:prstGeom prst="line">
                <a:avLst/>
              </a:prstGeom>
              <a:ln w="12700" cap="flat" cmpd="sng">
                <a:solidFill>
                  <a:srgbClr val="000000"/>
                </a:solidFill>
                <a:prstDash val="solid"/>
                <a:headEnd type="none" w="med" len="med"/>
                <a:tailEnd type="none" w="med" len="med"/>
              </a:ln>
            </p:spPr>
          </p:sp>
          <p:sp>
            <p:nvSpPr>
              <p:cNvPr id="29880" name="Line 97"/>
              <p:cNvSpPr/>
              <p:nvPr/>
            </p:nvSpPr>
            <p:spPr>
              <a:xfrm>
                <a:off x="4624" y="1280"/>
                <a:ext cx="64" cy="1"/>
              </a:xfrm>
              <a:prstGeom prst="line">
                <a:avLst/>
              </a:prstGeom>
              <a:ln w="12700" cap="flat" cmpd="sng">
                <a:solidFill>
                  <a:srgbClr val="000000"/>
                </a:solidFill>
                <a:prstDash val="solid"/>
                <a:headEnd type="none" w="med" len="med"/>
                <a:tailEnd type="none" w="med" len="med"/>
              </a:ln>
            </p:spPr>
          </p:sp>
        </p:grpSp>
        <p:sp>
          <p:nvSpPr>
            <p:cNvPr id="29736" name="Rectangle 98"/>
            <p:cNvSpPr/>
            <p:nvPr/>
          </p:nvSpPr>
          <p:spPr>
            <a:xfrm>
              <a:off x="1065" y="3872"/>
              <a:ext cx="107" cy="187"/>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a</a:t>
              </a:r>
            </a:p>
          </p:txBody>
        </p:sp>
        <p:sp>
          <p:nvSpPr>
            <p:cNvPr id="29737" name="Rectangle 99"/>
            <p:cNvSpPr/>
            <p:nvPr/>
          </p:nvSpPr>
          <p:spPr>
            <a:xfrm>
              <a:off x="1600" y="3856"/>
              <a:ext cx="124" cy="187"/>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b</a:t>
              </a:r>
            </a:p>
          </p:txBody>
        </p:sp>
        <p:sp>
          <p:nvSpPr>
            <p:cNvPr id="29738" name="Rectangle 100"/>
            <p:cNvSpPr/>
            <p:nvPr/>
          </p:nvSpPr>
          <p:spPr>
            <a:xfrm>
              <a:off x="2961" y="3856"/>
              <a:ext cx="97" cy="187"/>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c</a:t>
              </a:r>
            </a:p>
          </p:txBody>
        </p:sp>
        <p:sp>
          <p:nvSpPr>
            <p:cNvPr id="29739" name="Rectangle 101"/>
            <p:cNvSpPr/>
            <p:nvPr/>
          </p:nvSpPr>
          <p:spPr>
            <a:xfrm>
              <a:off x="3968" y="3848"/>
              <a:ext cx="124" cy="187"/>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d</a:t>
              </a:r>
            </a:p>
          </p:txBody>
        </p:sp>
        <p:grpSp>
          <p:nvGrpSpPr>
            <p:cNvPr id="29740" name="Group 102"/>
            <p:cNvGrpSpPr/>
            <p:nvPr/>
          </p:nvGrpSpPr>
          <p:grpSpPr>
            <a:xfrm>
              <a:off x="413" y="1336"/>
              <a:ext cx="192" cy="235"/>
              <a:chOff x="613" y="352"/>
              <a:chExt cx="192" cy="235"/>
            </a:xfrm>
          </p:grpSpPr>
          <p:sp>
            <p:nvSpPr>
              <p:cNvPr id="29847" name="Rectangle 103"/>
              <p:cNvSpPr/>
              <p:nvPr/>
            </p:nvSpPr>
            <p:spPr>
              <a:xfrm>
                <a:off x="613" y="352"/>
                <a:ext cx="109" cy="187"/>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x</a:t>
                </a:r>
              </a:p>
            </p:txBody>
          </p:sp>
          <p:sp>
            <p:nvSpPr>
              <p:cNvPr id="29848" name="Rectangle 104"/>
              <p:cNvSpPr/>
              <p:nvPr/>
            </p:nvSpPr>
            <p:spPr>
              <a:xfrm>
                <a:off x="689" y="400"/>
                <a:ext cx="116" cy="187"/>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2</a:t>
                </a:r>
              </a:p>
            </p:txBody>
          </p:sp>
        </p:grpSp>
        <p:grpSp>
          <p:nvGrpSpPr>
            <p:cNvPr id="29741" name="Group 105"/>
            <p:cNvGrpSpPr/>
            <p:nvPr/>
          </p:nvGrpSpPr>
          <p:grpSpPr>
            <a:xfrm>
              <a:off x="4356" y="3824"/>
              <a:ext cx="193" cy="235"/>
              <a:chOff x="4532" y="3112"/>
              <a:chExt cx="193" cy="235"/>
            </a:xfrm>
          </p:grpSpPr>
          <p:sp>
            <p:nvSpPr>
              <p:cNvPr id="29845" name="Rectangle 106"/>
              <p:cNvSpPr/>
              <p:nvPr/>
            </p:nvSpPr>
            <p:spPr>
              <a:xfrm>
                <a:off x="4532" y="3112"/>
                <a:ext cx="109" cy="187"/>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x</a:t>
                </a:r>
              </a:p>
            </p:txBody>
          </p:sp>
          <p:sp>
            <p:nvSpPr>
              <p:cNvPr id="29846" name="Rectangle 107"/>
              <p:cNvSpPr/>
              <p:nvPr/>
            </p:nvSpPr>
            <p:spPr>
              <a:xfrm>
                <a:off x="4609" y="3160"/>
                <a:ext cx="116" cy="187"/>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1</a:t>
                </a:r>
              </a:p>
            </p:txBody>
          </p:sp>
        </p:grpSp>
        <p:sp>
          <p:nvSpPr>
            <p:cNvPr id="29742" name="Rectangle 108"/>
            <p:cNvSpPr/>
            <p:nvPr>
              <p:custDataLst>
                <p:tags r:id="rId4"/>
              </p:custDataLst>
            </p:nvPr>
          </p:nvSpPr>
          <p:spPr>
            <a:xfrm>
              <a:off x="1009" y="2008"/>
              <a:ext cx="2848" cy="1248"/>
            </a:xfrm>
            <a:prstGeom prst="rect">
              <a:avLst/>
            </a:prstGeom>
            <a:blipFill rotWithShape="0">
              <a:blip r:embed="rId28"/>
            </a:blipFill>
            <a:ln w="9525">
              <a:noFill/>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grpSp>
          <p:nvGrpSpPr>
            <p:cNvPr id="29743" name="Group 109"/>
            <p:cNvGrpSpPr/>
            <p:nvPr/>
          </p:nvGrpSpPr>
          <p:grpSpPr>
            <a:xfrm>
              <a:off x="368" y="2392"/>
              <a:ext cx="3856" cy="56"/>
              <a:chOff x="368" y="1680"/>
              <a:chExt cx="4520" cy="56"/>
            </a:xfrm>
          </p:grpSpPr>
          <p:sp>
            <p:nvSpPr>
              <p:cNvPr id="29813" name="Freeform 110"/>
              <p:cNvSpPr/>
              <p:nvPr>
                <p:custDataLst>
                  <p:tags r:id="rId17"/>
                </p:custDataLst>
              </p:nvPr>
            </p:nvSpPr>
            <p:spPr>
              <a:xfrm>
                <a:off x="368" y="1680"/>
                <a:ext cx="112" cy="56"/>
              </a:xfrm>
              <a:custGeom>
                <a:avLst/>
                <a:gdLst>
                  <a:gd name="txL" fmla="*/ 0 w 112"/>
                  <a:gd name="txT" fmla="*/ 0 h 56"/>
                  <a:gd name="txR" fmla="*/ 112 w 112"/>
                  <a:gd name="txB" fmla="*/ 56 h 56"/>
                </a:gdLst>
                <a:ahLst/>
                <a:cxnLst>
                  <a:cxn ang="0">
                    <a:pos x="0" y="24"/>
                  </a:cxn>
                  <a:cxn ang="0">
                    <a:pos x="112" y="0"/>
                  </a:cxn>
                  <a:cxn ang="0">
                    <a:pos x="112" y="24"/>
                  </a:cxn>
                  <a:cxn ang="0">
                    <a:pos x="112" y="56"/>
                  </a:cxn>
                  <a:cxn ang="0">
                    <a:pos x="0" y="24"/>
                  </a:cxn>
                </a:cxnLst>
                <a:rect l="txL" t="txT" r="txR" b="txB"/>
                <a:pathLst>
                  <a:path w="112" h="56">
                    <a:moveTo>
                      <a:pt x="0" y="24"/>
                    </a:moveTo>
                    <a:lnTo>
                      <a:pt x="112" y="0"/>
                    </a:lnTo>
                    <a:lnTo>
                      <a:pt x="112" y="24"/>
                    </a:lnTo>
                    <a:lnTo>
                      <a:pt x="112" y="56"/>
                    </a:lnTo>
                    <a:lnTo>
                      <a:pt x="0" y="24"/>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9814" name="Freeform 111"/>
              <p:cNvSpPr/>
              <p:nvPr>
                <p:custDataLst>
                  <p:tags r:id="rId18"/>
                </p:custDataLst>
              </p:nvPr>
            </p:nvSpPr>
            <p:spPr>
              <a:xfrm>
                <a:off x="4776" y="1680"/>
                <a:ext cx="112" cy="56"/>
              </a:xfrm>
              <a:custGeom>
                <a:avLst/>
                <a:gdLst>
                  <a:gd name="txL" fmla="*/ 0 w 112"/>
                  <a:gd name="txT" fmla="*/ 0 h 56"/>
                  <a:gd name="txR" fmla="*/ 112 w 112"/>
                  <a:gd name="txB" fmla="*/ 56 h 56"/>
                </a:gdLst>
                <a:ahLst/>
                <a:cxnLst>
                  <a:cxn ang="0">
                    <a:pos x="112" y="24"/>
                  </a:cxn>
                  <a:cxn ang="0">
                    <a:pos x="0" y="56"/>
                  </a:cxn>
                  <a:cxn ang="0">
                    <a:pos x="0" y="24"/>
                  </a:cxn>
                  <a:cxn ang="0">
                    <a:pos x="0" y="0"/>
                  </a:cxn>
                  <a:cxn ang="0">
                    <a:pos x="112" y="24"/>
                  </a:cxn>
                </a:cxnLst>
                <a:rect l="txL" t="txT" r="txR" b="txB"/>
                <a:pathLst>
                  <a:path w="112" h="56">
                    <a:moveTo>
                      <a:pt x="112" y="24"/>
                    </a:moveTo>
                    <a:lnTo>
                      <a:pt x="0" y="56"/>
                    </a:lnTo>
                    <a:lnTo>
                      <a:pt x="0" y="24"/>
                    </a:lnTo>
                    <a:lnTo>
                      <a:pt x="0" y="0"/>
                    </a:lnTo>
                    <a:lnTo>
                      <a:pt x="112" y="24"/>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9815" name="Line 112"/>
              <p:cNvSpPr/>
              <p:nvPr/>
            </p:nvSpPr>
            <p:spPr>
              <a:xfrm>
                <a:off x="480" y="1704"/>
                <a:ext cx="64" cy="1"/>
              </a:xfrm>
              <a:prstGeom prst="line">
                <a:avLst/>
              </a:prstGeom>
              <a:ln w="12700" cap="flat" cmpd="sng">
                <a:solidFill>
                  <a:srgbClr val="000000"/>
                </a:solidFill>
                <a:prstDash val="solid"/>
                <a:headEnd type="none" w="med" len="med"/>
                <a:tailEnd type="none" w="med" len="med"/>
              </a:ln>
            </p:spPr>
          </p:sp>
          <p:sp>
            <p:nvSpPr>
              <p:cNvPr id="29816" name="Line 113"/>
              <p:cNvSpPr/>
              <p:nvPr/>
            </p:nvSpPr>
            <p:spPr>
              <a:xfrm>
                <a:off x="624" y="1704"/>
                <a:ext cx="64" cy="1"/>
              </a:xfrm>
              <a:prstGeom prst="line">
                <a:avLst/>
              </a:prstGeom>
              <a:ln w="12700" cap="flat" cmpd="sng">
                <a:solidFill>
                  <a:srgbClr val="000000"/>
                </a:solidFill>
                <a:prstDash val="solid"/>
                <a:headEnd type="none" w="med" len="med"/>
                <a:tailEnd type="none" w="med" len="med"/>
              </a:ln>
            </p:spPr>
          </p:sp>
          <p:sp>
            <p:nvSpPr>
              <p:cNvPr id="29817" name="Line 114"/>
              <p:cNvSpPr/>
              <p:nvPr/>
            </p:nvSpPr>
            <p:spPr>
              <a:xfrm>
                <a:off x="768" y="1704"/>
                <a:ext cx="64" cy="1"/>
              </a:xfrm>
              <a:prstGeom prst="line">
                <a:avLst/>
              </a:prstGeom>
              <a:ln w="12700" cap="flat" cmpd="sng">
                <a:solidFill>
                  <a:srgbClr val="000000"/>
                </a:solidFill>
                <a:prstDash val="solid"/>
                <a:headEnd type="none" w="med" len="med"/>
                <a:tailEnd type="none" w="med" len="med"/>
              </a:ln>
            </p:spPr>
          </p:sp>
          <p:sp>
            <p:nvSpPr>
              <p:cNvPr id="29818" name="Line 115"/>
              <p:cNvSpPr/>
              <p:nvPr/>
            </p:nvSpPr>
            <p:spPr>
              <a:xfrm>
                <a:off x="912" y="1704"/>
                <a:ext cx="64" cy="1"/>
              </a:xfrm>
              <a:prstGeom prst="line">
                <a:avLst/>
              </a:prstGeom>
              <a:ln w="12700" cap="flat" cmpd="sng">
                <a:solidFill>
                  <a:srgbClr val="000000"/>
                </a:solidFill>
                <a:prstDash val="solid"/>
                <a:headEnd type="none" w="med" len="med"/>
                <a:tailEnd type="none" w="med" len="med"/>
              </a:ln>
            </p:spPr>
          </p:sp>
          <p:sp>
            <p:nvSpPr>
              <p:cNvPr id="29819" name="Line 116"/>
              <p:cNvSpPr/>
              <p:nvPr/>
            </p:nvSpPr>
            <p:spPr>
              <a:xfrm>
                <a:off x="1056" y="1704"/>
                <a:ext cx="64" cy="1"/>
              </a:xfrm>
              <a:prstGeom prst="line">
                <a:avLst/>
              </a:prstGeom>
              <a:ln w="12700" cap="flat" cmpd="sng">
                <a:solidFill>
                  <a:srgbClr val="000000"/>
                </a:solidFill>
                <a:prstDash val="solid"/>
                <a:headEnd type="none" w="med" len="med"/>
                <a:tailEnd type="none" w="med" len="med"/>
              </a:ln>
            </p:spPr>
          </p:sp>
          <p:sp>
            <p:nvSpPr>
              <p:cNvPr id="29820" name="Line 117"/>
              <p:cNvSpPr/>
              <p:nvPr/>
            </p:nvSpPr>
            <p:spPr>
              <a:xfrm>
                <a:off x="1200" y="1704"/>
                <a:ext cx="64" cy="1"/>
              </a:xfrm>
              <a:prstGeom prst="line">
                <a:avLst/>
              </a:prstGeom>
              <a:ln w="12700" cap="flat" cmpd="sng">
                <a:solidFill>
                  <a:srgbClr val="000000"/>
                </a:solidFill>
                <a:prstDash val="solid"/>
                <a:headEnd type="none" w="med" len="med"/>
                <a:tailEnd type="none" w="med" len="med"/>
              </a:ln>
            </p:spPr>
          </p:sp>
          <p:sp>
            <p:nvSpPr>
              <p:cNvPr id="29821" name="Line 118"/>
              <p:cNvSpPr/>
              <p:nvPr/>
            </p:nvSpPr>
            <p:spPr>
              <a:xfrm>
                <a:off x="1344" y="1704"/>
                <a:ext cx="64" cy="1"/>
              </a:xfrm>
              <a:prstGeom prst="line">
                <a:avLst/>
              </a:prstGeom>
              <a:ln w="12700" cap="flat" cmpd="sng">
                <a:solidFill>
                  <a:srgbClr val="000000"/>
                </a:solidFill>
                <a:prstDash val="solid"/>
                <a:headEnd type="none" w="med" len="med"/>
                <a:tailEnd type="none" w="med" len="med"/>
              </a:ln>
            </p:spPr>
          </p:sp>
          <p:sp>
            <p:nvSpPr>
              <p:cNvPr id="29822" name="Line 119"/>
              <p:cNvSpPr/>
              <p:nvPr/>
            </p:nvSpPr>
            <p:spPr>
              <a:xfrm>
                <a:off x="1488" y="1704"/>
                <a:ext cx="64" cy="1"/>
              </a:xfrm>
              <a:prstGeom prst="line">
                <a:avLst/>
              </a:prstGeom>
              <a:ln w="12700" cap="flat" cmpd="sng">
                <a:solidFill>
                  <a:srgbClr val="000000"/>
                </a:solidFill>
                <a:prstDash val="solid"/>
                <a:headEnd type="none" w="med" len="med"/>
                <a:tailEnd type="none" w="med" len="med"/>
              </a:ln>
            </p:spPr>
          </p:sp>
          <p:sp>
            <p:nvSpPr>
              <p:cNvPr id="29823" name="Line 120"/>
              <p:cNvSpPr/>
              <p:nvPr/>
            </p:nvSpPr>
            <p:spPr>
              <a:xfrm>
                <a:off x="1632" y="1704"/>
                <a:ext cx="64" cy="1"/>
              </a:xfrm>
              <a:prstGeom prst="line">
                <a:avLst/>
              </a:prstGeom>
              <a:ln w="12700" cap="flat" cmpd="sng">
                <a:solidFill>
                  <a:srgbClr val="000000"/>
                </a:solidFill>
                <a:prstDash val="solid"/>
                <a:headEnd type="none" w="med" len="med"/>
                <a:tailEnd type="none" w="med" len="med"/>
              </a:ln>
            </p:spPr>
          </p:sp>
          <p:sp>
            <p:nvSpPr>
              <p:cNvPr id="29824" name="Line 121"/>
              <p:cNvSpPr/>
              <p:nvPr/>
            </p:nvSpPr>
            <p:spPr>
              <a:xfrm>
                <a:off x="1776" y="1704"/>
                <a:ext cx="64" cy="1"/>
              </a:xfrm>
              <a:prstGeom prst="line">
                <a:avLst/>
              </a:prstGeom>
              <a:ln w="12700" cap="flat" cmpd="sng">
                <a:solidFill>
                  <a:srgbClr val="000000"/>
                </a:solidFill>
                <a:prstDash val="solid"/>
                <a:headEnd type="none" w="med" len="med"/>
                <a:tailEnd type="none" w="med" len="med"/>
              </a:ln>
            </p:spPr>
          </p:sp>
          <p:sp>
            <p:nvSpPr>
              <p:cNvPr id="29825" name="Line 122"/>
              <p:cNvSpPr/>
              <p:nvPr/>
            </p:nvSpPr>
            <p:spPr>
              <a:xfrm>
                <a:off x="1920" y="1704"/>
                <a:ext cx="64" cy="1"/>
              </a:xfrm>
              <a:prstGeom prst="line">
                <a:avLst/>
              </a:prstGeom>
              <a:ln w="12700" cap="flat" cmpd="sng">
                <a:solidFill>
                  <a:srgbClr val="000000"/>
                </a:solidFill>
                <a:prstDash val="solid"/>
                <a:headEnd type="none" w="med" len="med"/>
                <a:tailEnd type="none" w="med" len="med"/>
              </a:ln>
            </p:spPr>
          </p:sp>
          <p:sp>
            <p:nvSpPr>
              <p:cNvPr id="29826" name="Line 123"/>
              <p:cNvSpPr/>
              <p:nvPr/>
            </p:nvSpPr>
            <p:spPr>
              <a:xfrm>
                <a:off x="2064" y="1704"/>
                <a:ext cx="64" cy="1"/>
              </a:xfrm>
              <a:prstGeom prst="line">
                <a:avLst/>
              </a:prstGeom>
              <a:ln w="12700" cap="flat" cmpd="sng">
                <a:solidFill>
                  <a:srgbClr val="000000"/>
                </a:solidFill>
                <a:prstDash val="solid"/>
                <a:headEnd type="none" w="med" len="med"/>
                <a:tailEnd type="none" w="med" len="med"/>
              </a:ln>
            </p:spPr>
          </p:sp>
          <p:sp>
            <p:nvSpPr>
              <p:cNvPr id="29827" name="Line 124"/>
              <p:cNvSpPr/>
              <p:nvPr/>
            </p:nvSpPr>
            <p:spPr>
              <a:xfrm>
                <a:off x="2208" y="1704"/>
                <a:ext cx="64" cy="1"/>
              </a:xfrm>
              <a:prstGeom prst="line">
                <a:avLst/>
              </a:prstGeom>
              <a:ln w="12700" cap="flat" cmpd="sng">
                <a:solidFill>
                  <a:srgbClr val="000000"/>
                </a:solidFill>
                <a:prstDash val="solid"/>
                <a:headEnd type="none" w="med" len="med"/>
                <a:tailEnd type="none" w="med" len="med"/>
              </a:ln>
            </p:spPr>
          </p:sp>
          <p:sp>
            <p:nvSpPr>
              <p:cNvPr id="29828" name="Line 125"/>
              <p:cNvSpPr/>
              <p:nvPr/>
            </p:nvSpPr>
            <p:spPr>
              <a:xfrm>
                <a:off x="2352" y="1704"/>
                <a:ext cx="64" cy="1"/>
              </a:xfrm>
              <a:prstGeom prst="line">
                <a:avLst/>
              </a:prstGeom>
              <a:ln w="12700" cap="flat" cmpd="sng">
                <a:solidFill>
                  <a:srgbClr val="000000"/>
                </a:solidFill>
                <a:prstDash val="solid"/>
                <a:headEnd type="none" w="med" len="med"/>
                <a:tailEnd type="none" w="med" len="med"/>
              </a:ln>
            </p:spPr>
          </p:sp>
          <p:sp>
            <p:nvSpPr>
              <p:cNvPr id="29829" name="Line 126"/>
              <p:cNvSpPr/>
              <p:nvPr/>
            </p:nvSpPr>
            <p:spPr>
              <a:xfrm>
                <a:off x="2496" y="1704"/>
                <a:ext cx="64" cy="1"/>
              </a:xfrm>
              <a:prstGeom prst="line">
                <a:avLst/>
              </a:prstGeom>
              <a:ln w="12700" cap="flat" cmpd="sng">
                <a:solidFill>
                  <a:srgbClr val="000000"/>
                </a:solidFill>
                <a:prstDash val="solid"/>
                <a:headEnd type="none" w="med" len="med"/>
                <a:tailEnd type="none" w="med" len="med"/>
              </a:ln>
            </p:spPr>
          </p:sp>
          <p:sp>
            <p:nvSpPr>
              <p:cNvPr id="29830" name="Line 127"/>
              <p:cNvSpPr/>
              <p:nvPr/>
            </p:nvSpPr>
            <p:spPr>
              <a:xfrm>
                <a:off x="2640" y="1704"/>
                <a:ext cx="64" cy="1"/>
              </a:xfrm>
              <a:prstGeom prst="line">
                <a:avLst/>
              </a:prstGeom>
              <a:ln w="12700" cap="flat" cmpd="sng">
                <a:solidFill>
                  <a:srgbClr val="000000"/>
                </a:solidFill>
                <a:prstDash val="solid"/>
                <a:headEnd type="none" w="med" len="med"/>
                <a:tailEnd type="none" w="med" len="med"/>
              </a:ln>
            </p:spPr>
          </p:sp>
          <p:sp>
            <p:nvSpPr>
              <p:cNvPr id="29831" name="Line 128"/>
              <p:cNvSpPr/>
              <p:nvPr/>
            </p:nvSpPr>
            <p:spPr>
              <a:xfrm>
                <a:off x="2784" y="1704"/>
                <a:ext cx="64" cy="1"/>
              </a:xfrm>
              <a:prstGeom prst="line">
                <a:avLst/>
              </a:prstGeom>
              <a:ln w="12700" cap="flat" cmpd="sng">
                <a:solidFill>
                  <a:srgbClr val="000000"/>
                </a:solidFill>
                <a:prstDash val="solid"/>
                <a:headEnd type="none" w="med" len="med"/>
                <a:tailEnd type="none" w="med" len="med"/>
              </a:ln>
            </p:spPr>
          </p:sp>
          <p:sp>
            <p:nvSpPr>
              <p:cNvPr id="29832" name="Line 129"/>
              <p:cNvSpPr/>
              <p:nvPr/>
            </p:nvSpPr>
            <p:spPr>
              <a:xfrm>
                <a:off x="2928" y="1704"/>
                <a:ext cx="64" cy="1"/>
              </a:xfrm>
              <a:prstGeom prst="line">
                <a:avLst/>
              </a:prstGeom>
              <a:ln w="12700" cap="flat" cmpd="sng">
                <a:solidFill>
                  <a:srgbClr val="000000"/>
                </a:solidFill>
                <a:prstDash val="solid"/>
                <a:headEnd type="none" w="med" len="med"/>
                <a:tailEnd type="none" w="med" len="med"/>
              </a:ln>
            </p:spPr>
          </p:sp>
          <p:sp>
            <p:nvSpPr>
              <p:cNvPr id="29833" name="Line 130"/>
              <p:cNvSpPr/>
              <p:nvPr/>
            </p:nvSpPr>
            <p:spPr>
              <a:xfrm>
                <a:off x="3072" y="1704"/>
                <a:ext cx="64" cy="1"/>
              </a:xfrm>
              <a:prstGeom prst="line">
                <a:avLst/>
              </a:prstGeom>
              <a:ln w="12700" cap="flat" cmpd="sng">
                <a:solidFill>
                  <a:srgbClr val="000000"/>
                </a:solidFill>
                <a:prstDash val="solid"/>
                <a:headEnd type="none" w="med" len="med"/>
                <a:tailEnd type="none" w="med" len="med"/>
              </a:ln>
            </p:spPr>
          </p:sp>
          <p:sp>
            <p:nvSpPr>
              <p:cNvPr id="29834" name="Line 131"/>
              <p:cNvSpPr/>
              <p:nvPr/>
            </p:nvSpPr>
            <p:spPr>
              <a:xfrm>
                <a:off x="3216" y="1704"/>
                <a:ext cx="64" cy="1"/>
              </a:xfrm>
              <a:prstGeom prst="line">
                <a:avLst/>
              </a:prstGeom>
              <a:ln w="12700" cap="flat" cmpd="sng">
                <a:solidFill>
                  <a:srgbClr val="000000"/>
                </a:solidFill>
                <a:prstDash val="solid"/>
                <a:headEnd type="none" w="med" len="med"/>
                <a:tailEnd type="none" w="med" len="med"/>
              </a:ln>
            </p:spPr>
          </p:sp>
          <p:sp>
            <p:nvSpPr>
              <p:cNvPr id="29835" name="Line 132"/>
              <p:cNvSpPr/>
              <p:nvPr/>
            </p:nvSpPr>
            <p:spPr>
              <a:xfrm>
                <a:off x="3360" y="1704"/>
                <a:ext cx="64" cy="1"/>
              </a:xfrm>
              <a:prstGeom prst="line">
                <a:avLst/>
              </a:prstGeom>
              <a:ln w="12700" cap="flat" cmpd="sng">
                <a:solidFill>
                  <a:srgbClr val="000000"/>
                </a:solidFill>
                <a:prstDash val="solid"/>
                <a:headEnd type="none" w="med" len="med"/>
                <a:tailEnd type="none" w="med" len="med"/>
              </a:ln>
            </p:spPr>
          </p:sp>
          <p:sp>
            <p:nvSpPr>
              <p:cNvPr id="29836" name="Line 133"/>
              <p:cNvSpPr/>
              <p:nvPr/>
            </p:nvSpPr>
            <p:spPr>
              <a:xfrm>
                <a:off x="3504" y="1704"/>
                <a:ext cx="64" cy="1"/>
              </a:xfrm>
              <a:prstGeom prst="line">
                <a:avLst/>
              </a:prstGeom>
              <a:ln w="12700" cap="flat" cmpd="sng">
                <a:solidFill>
                  <a:srgbClr val="000000"/>
                </a:solidFill>
                <a:prstDash val="solid"/>
                <a:headEnd type="none" w="med" len="med"/>
                <a:tailEnd type="none" w="med" len="med"/>
              </a:ln>
            </p:spPr>
          </p:sp>
          <p:sp>
            <p:nvSpPr>
              <p:cNvPr id="29837" name="Line 134"/>
              <p:cNvSpPr/>
              <p:nvPr/>
            </p:nvSpPr>
            <p:spPr>
              <a:xfrm>
                <a:off x="3648" y="1704"/>
                <a:ext cx="64" cy="1"/>
              </a:xfrm>
              <a:prstGeom prst="line">
                <a:avLst/>
              </a:prstGeom>
              <a:ln w="12700" cap="flat" cmpd="sng">
                <a:solidFill>
                  <a:srgbClr val="000000"/>
                </a:solidFill>
                <a:prstDash val="solid"/>
                <a:headEnd type="none" w="med" len="med"/>
                <a:tailEnd type="none" w="med" len="med"/>
              </a:ln>
            </p:spPr>
          </p:sp>
          <p:sp>
            <p:nvSpPr>
              <p:cNvPr id="29838" name="Line 135"/>
              <p:cNvSpPr/>
              <p:nvPr/>
            </p:nvSpPr>
            <p:spPr>
              <a:xfrm>
                <a:off x="3792" y="1704"/>
                <a:ext cx="64" cy="1"/>
              </a:xfrm>
              <a:prstGeom prst="line">
                <a:avLst/>
              </a:prstGeom>
              <a:ln w="12700" cap="flat" cmpd="sng">
                <a:solidFill>
                  <a:srgbClr val="000000"/>
                </a:solidFill>
                <a:prstDash val="solid"/>
                <a:headEnd type="none" w="med" len="med"/>
                <a:tailEnd type="none" w="med" len="med"/>
              </a:ln>
            </p:spPr>
          </p:sp>
          <p:sp>
            <p:nvSpPr>
              <p:cNvPr id="29839" name="Line 136"/>
              <p:cNvSpPr/>
              <p:nvPr/>
            </p:nvSpPr>
            <p:spPr>
              <a:xfrm>
                <a:off x="3936" y="1704"/>
                <a:ext cx="64" cy="1"/>
              </a:xfrm>
              <a:prstGeom prst="line">
                <a:avLst/>
              </a:prstGeom>
              <a:ln w="12700" cap="flat" cmpd="sng">
                <a:solidFill>
                  <a:srgbClr val="000000"/>
                </a:solidFill>
                <a:prstDash val="solid"/>
                <a:headEnd type="none" w="med" len="med"/>
                <a:tailEnd type="none" w="med" len="med"/>
              </a:ln>
            </p:spPr>
          </p:sp>
          <p:sp>
            <p:nvSpPr>
              <p:cNvPr id="29840" name="Line 137"/>
              <p:cNvSpPr/>
              <p:nvPr/>
            </p:nvSpPr>
            <p:spPr>
              <a:xfrm>
                <a:off x="4080" y="1704"/>
                <a:ext cx="64" cy="1"/>
              </a:xfrm>
              <a:prstGeom prst="line">
                <a:avLst/>
              </a:prstGeom>
              <a:ln w="12700" cap="flat" cmpd="sng">
                <a:solidFill>
                  <a:srgbClr val="000000"/>
                </a:solidFill>
                <a:prstDash val="solid"/>
                <a:headEnd type="none" w="med" len="med"/>
                <a:tailEnd type="none" w="med" len="med"/>
              </a:ln>
            </p:spPr>
          </p:sp>
          <p:sp>
            <p:nvSpPr>
              <p:cNvPr id="29841" name="Line 138"/>
              <p:cNvSpPr/>
              <p:nvPr/>
            </p:nvSpPr>
            <p:spPr>
              <a:xfrm>
                <a:off x="4224" y="1704"/>
                <a:ext cx="64" cy="1"/>
              </a:xfrm>
              <a:prstGeom prst="line">
                <a:avLst/>
              </a:prstGeom>
              <a:ln w="12700" cap="flat" cmpd="sng">
                <a:solidFill>
                  <a:srgbClr val="000000"/>
                </a:solidFill>
                <a:prstDash val="solid"/>
                <a:headEnd type="none" w="med" len="med"/>
                <a:tailEnd type="none" w="med" len="med"/>
              </a:ln>
            </p:spPr>
          </p:sp>
          <p:sp>
            <p:nvSpPr>
              <p:cNvPr id="29842" name="Line 139"/>
              <p:cNvSpPr/>
              <p:nvPr/>
            </p:nvSpPr>
            <p:spPr>
              <a:xfrm>
                <a:off x="4368" y="1704"/>
                <a:ext cx="64" cy="1"/>
              </a:xfrm>
              <a:prstGeom prst="line">
                <a:avLst/>
              </a:prstGeom>
              <a:ln w="12700" cap="flat" cmpd="sng">
                <a:solidFill>
                  <a:srgbClr val="000000"/>
                </a:solidFill>
                <a:prstDash val="solid"/>
                <a:headEnd type="none" w="med" len="med"/>
                <a:tailEnd type="none" w="med" len="med"/>
              </a:ln>
            </p:spPr>
          </p:sp>
          <p:sp>
            <p:nvSpPr>
              <p:cNvPr id="29843" name="Line 140"/>
              <p:cNvSpPr/>
              <p:nvPr/>
            </p:nvSpPr>
            <p:spPr>
              <a:xfrm>
                <a:off x="4512" y="1704"/>
                <a:ext cx="64" cy="1"/>
              </a:xfrm>
              <a:prstGeom prst="line">
                <a:avLst/>
              </a:prstGeom>
              <a:ln w="12700" cap="flat" cmpd="sng">
                <a:solidFill>
                  <a:srgbClr val="000000"/>
                </a:solidFill>
                <a:prstDash val="solid"/>
                <a:headEnd type="none" w="med" len="med"/>
                <a:tailEnd type="none" w="med" len="med"/>
              </a:ln>
            </p:spPr>
          </p:sp>
          <p:sp>
            <p:nvSpPr>
              <p:cNvPr id="29844" name="Line 141"/>
              <p:cNvSpPr/>
              <p:nvPr/>
            </p:nvSpPr>
            <p:spPr>
              <a:xfrm>
                <a:off x="4656" y="1704"/>
                <a:ext cx="64" cy="1"/>
              </a:xfrm>
              <a:prstGeom prst="line">
                <a:avLst/>
              </a:prstGeom>
              <a:ln w="12700" cap="flat" cmpd="sng">
                <a:solidFill>
                  <a:srgbClr val="000000"/>
                </a:solidFill>
                <a:prstDash val="solid"/>
                <a:headEnd type="none" w="med" len="med"/>
                <a:tailEnd type="none" w="med" len="med"/>
              </a:ln>
            </p:spPr>
          </p:sp>
        </p:grpSp>
        <p:grpSp>
          <p:nvGrpSpPr>
            <p:cNvPr id="29744" name="Group 142"/>
            <p:cNvGrpSpPr/>
            <p:nvPr/>
          </p:nvGrpSpPr>
          <p:grpSpPr>
            <a:xfrm>
              <a:off x="1448" y="1528"/>
              <a:ext cx="56" cy="2584"/>
              <a:chOff x="1448" y="816"/>
              <a:chExt cx="56" cy="2584"/>
            </a:xfrm>
          </p:grpSpPr>
          <p:sp>
            <p:nvSpPr>
              <p:cNvPr id="29794" name="Freeform 143"/>
              <p:cNvSpPr/>
              <p:nvPr>
                <p:custDataLst>
                  <p:tags r:id="rId15"/>
                </p:custDataLst>
              </p:nvPr>
            </p:nvSpPr>
            <p:spPr>
              <a:xfrm>
                <a:off x="1448" y="3288"/>
                <a:ext cx="56" cy="112"/>
              </a:xfrm>
              <a:custGeom>
                <a:avLst/>
                <a:gdLst>
                  <a:gd name="txL" fmla="*/ 0 w 56"/>
                  <a:gd name="txT" fmla="*/ 0 h 112"/>
                  <a:gd name="txR" fmla="*/ 56 w 56"/>
                  <a:gd name="txB" fmla="*/ 112 h 112"/>
                </a:gdLst>
                <a:ahLst/>
                <a:cxnLst>
                  <a:cxn ang="0">
                    <a:pos x="24" y="112"/>
                  </a:cxn>
                  <a:cxn ang="0">
                    <a:pos x="0" y="0"/>
                  </a:cxn>
                  <a:cxn ang="0">
                    <a:pos x="24" y="0"/>
                  </a:cxn>
                  <a:cxn ang="0">
                    <a:pos x="56" y="0"/>
                  </a:cxn>
                  <a:cxn ang="0">
                    <a:pos x="24" y="112"/>
                  </a:cxn>
                </a:cxnLst>
                <a:rect l="txL" t="txT" r="txR" b="txB"/>
                <a:pathLst>
                  <a:path w="56" h="112">
                    <a:moveTo>
                      <a:pt x="24" y="112"/>
                    </a:moveTo>
                    <a:lnTo>
                      <a:pt x="0" y="0"/>
                    </a:lnTo>
                    <a:lnTo>
                      <a:pt x="24" y="0"/>
                    </a:lnTo>
                    <a:lnTo>
                      <a:pt x="56" y="0"/>
                    </a:lnTo>
                    <a:lnTo>
                      <a:pt x="24" y="11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9795" name="Freeform 144"/>
              <p:cNvSpPr/>
              <p:nvPr>
                <p:custDataLst>
                  <p:tags r:id="rId16"/>
                </p:custDataLst>
              </p:nvPr>
            </p:nvSpPr>
            <p:spPr>
              <a:xfrm>
                <a:off x="1448" y="816"/>
                <a:ext cx="56" cy="112"/>
              </a:xfrm>
              <a:custGeom>
                <a:avLst/>
                <a:gdLst>
                  <a:gd name="txL" fmla="*/ 0 w 56"/>
                  <a:gd name="txT" fmla="*/ 0 h 112"/>
                  <a:gd name="txR" fmla="*/ 56 w 56"/>
                  <a:gd name="txB" fmla="*/ 112 h 112"/>
                </a:gdLst>
                <a:ahLst/>
                <a:cxnLst>
                  <a:cxn ang="0">
                    <a:pos x="24" y="0"/>
                  </a:cxn>
                  <a:cxn ang="0">
                    <a:pos x="56" y="112"/>
                  </a:cxn>
                  <a:cxn ang="0">
                    <a:pos x="24" y="112"/>
                  </a:cxn>
                  <a:cxn ang="0">
                    <a:pos x="0" y="112"/>
                  </a:cxn>
                  <a:cxn ang="0">
                    <a:pos x="24" y="0"/>
                  </a:cxn>
                </a:cxnLst>
                <a:rect l="txL" t="txT" r="txR" b="txB"/>
                <a:pathLst>
                  <a:path w="56" h="112">
                    <a:moveTo>
                      <a:pt x="24" y="0"/>
                    </a:moveTo>
                    <a:lnTo>
                      <a:pt x="56" y="112"/>
                    </a:lnTo>
                    <a:lnTo>
                      <a:pt x="24" y="112"/>
                    </a:lnTo>
                    <a:lnTo>
                      <a:pt x="0" y="112"/>
                    </a:lnTo>
                    <a:lnTo>
                      <a:pt x="24" y="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9796" name="Line 145"/>
              <p:cNvSpPr/>
              <p:nvPr/>
            </p:nvSpPr>
            <p:spPr>
              <a:xfrm flipV="1">
                <a:off x="1472" y="3216"/>
                <a:ext cx="1" cy="64"/>
              </a:xfrm>
              <a:prstGeom prst="line">
                <a:avLst/>
              </a:prstGeom>
              <a:ln w="12700" cap="flat" cmpd="sng">
                <a:solidFill>
                  <a:srgbClr val="000000"/>
                </a:solidFill>
                <a:prstDash val="solid"/>
                <a:headEnd type="none" w="med" len="med"/>
                <a:tailEnd type="none" w="med" len="med"/>
              </a:ln>
            </p:spPr>
          </p:sp>
          <p:sp>
            <p:nvSpPr>
              <p:cNvPr id="29797" name="Line 146"/>
              <p:cNvSpPr/>
              <p:nvPr/>
            </p:nvSpPr>
            <p:spPr>
              <a:xfrm flipV="1">
                <a:off x="1472" y="3072"/>
                <a:ext cx="1" cy="64"/>
              </a:xfrm>
              <a:prstGeom prst="line">
                <a:avLst/>
              </a:prstGeom>
              <a:ln w="12700" cap="flat" cmpd="sng">
                <a:solidFill>
                  <a:srgbClr val="000000"/>
                </a:solidFill>
                <a:prstDash val="solid"/>
                <a:headEnd type="none" w="med" len="med"/>
                <a:tailEnd type="none" w="med" len="med"/>
              </a:ln>
            </p:spPr>
          </p:sp>
          <p:sp>
            <p:nvSpPr>
              <p:cNvPr id="29798" name="Line 147"/>
              <p:cNvSpPr/>
              <p:nvPr/>
            </p:nvSpPr>
            <p:spPr>
              <a:xfrm flipV="1">
                <a:off x="1472" y="2928"/>
                <a:ext cx="1" cy="64"/>
              </a:xfrm>
              <a:prstGeom prst="line">
                <a:avLst/>
              </a:prstGeom>
              <a:ln w="12700" cap="flat" cmpd="sng">
                <a:solidFill>
                  <a:srgbClr val="000000"/>
                </a:solidFill>
                <a:prstDash val="solid"/>
                <a:headEnd type="none" w="med" len="med"/>
                <a:tailEnd type="none" w="med" len="med"/>
              </a:ln>
            </p:spPr>
          </p:sp>
          <p:sp>
            <p:nvSpPr>
              <p:cNvPr id="29799" name="Line 148"/>
              <p:cNvSpPr/>
              <p:nvPr/>
            </p:nvSpPr>
            <p:spPr>
              <a:xfrm flipV="1">
                <a:off x="1472" y="2784"/>
                <a:ext cx="1" cy="64"/>
              </a:xfrm>
              <a:prstGeom prst="line">
                <a:avLst/>
              </a:prstGeom>
              <a:ln w="12700" cap="flat" cmpd="sng">
                <a:solidFill>
                  <a:srgbClr val="000000"/>
                </a:solidFill>
                <a:prstDash val="solid"/>
                <a:headEnd type="none" w="med" len="med"/>
                <a:tailEnd type="none" w="med" len="med"/>
              </a:ln>
            </p:spPr>
          </p:sp>
          <p:sp>
            <p:nvSpPr>
              <p:cNvPr id="29800" name="Line 149"/>
              <p:cNvSpPr/>
              <p:nvPr/>
            </p:nvSpPr>
            <p:spPr>
              <a:xfrm flipV="1">
                <a:off x="1472" y="2640"/>
                <a:ext cx="1" cy="64"/>
              </a:xfrm>
              <a:prstGeom prst="line">
                <a:avLst/>
              </a:prstGeom>
              <a:ln w="12700" cap="flat" cmpd="sng">
                <a:solidFill>
                  <a:srgbClr val="000000"/>
                </a:solidFill>
                <a:prstDash val="solid"/>
                <a:headEnd type="none" w="med" len="med"/>
                <a:tailEnd type="none" w="med" len="med"/>
              </a:ln>
            </p:spPr>
          </p:sp>
          <p:sp>
            <p:nvSpPr>
              <p:cNvPr id="29801" name="Line 150"/>
              <p:cNvSpPr/>
              <p:nvPr/>
            </p:nvSpPr>
            <p:spPr>
              <a:xfrm flipV="1">
                <a:off x="1472" y="2496"/>
                <a:ext cx="1" cy="64"/>
              </a:xfrm>
              <a:prstGeom prst="line">
                <a:avLst/>
              </a:prstGeom>
              <a:ln w="12700" cap="flat" cmpd="sng">
                <a:solidFill>
                  <a:srgbClr val="000000"/>
                </a:solidFill>
                <a:prstDash val="solid"/>
                <a:headEnd type="none" w="med" len="med"/>
                <a:tailEnd type="none" w="med" len="med"/>
              </a:ln>
            </p:spPr>
          </p:sp>
          <p:sp>
            <p:nvSpPr>
              <p:cNvPr id="29802" name="Line 151"/>
              <p:cNvSpPr/>
              <p:nvPr/>
            </p:nvSpPr>
            <p:spPr>
              <a:xfrm flipV="1">
                <a:off x="1472" y="2352"/>
                <a:ext cx="1" cy="64"/>
              </a:xfrm>
              <a:prstGeom prst="line">
                <a:avLst/>
              </a:prstGeom>
              <a:ln w="12700" cap="flat" cmpd="sng">
                <a:solidFill>
                  <a:srgbClr val="000000"/>
                </a:solidFill>
                <a:prstDash val="solid"/>
                <a:headEnd type="none" w="med" len="med"/>
                <a:tailEnd type="none" w="med" len="med"/>
              </a:ln>
            </p:spPr>
          </p:sp>
          <p:sp>
            <p:nvSpPr>
              <p:cNvPr id="29803" name="Line 152"/>
              <p:cNvSpPr/>
              <p:nvPr/>
            </p:nvSpPr>
            <p:spPr>
              <a:xfrm flipV="1">
                <a:off x="1472" y="2208"/>
                <a:ext cx="1" cy="64"/>
              </a:xfrm>
              <a:prstGeom prst="line">
                <a:avLst/>
              </a:prstGeom>
              <a:ln w="12700" cap="flat" cmpd="sng">
                <a:solidFill>
                  <a:srgbClr val="000000"/>
                </a:solidFill>
                <a:prstDash val="solid"/>
                <a:headEnd type="none" w="med" len="med"/>
                <a:tailEnd type="none" w="med" len="med"/>
              </a:ln>
            </p:spPr>
          </p:sp>
          <p:sp>
            <p:nvSpPr>
              <p:cNvPr id="29804" name="Line 153"/>
              <p:cNvSpPr/>
              <p:nvPr/>
            </p:nvSpPr>
            <p:spPr>
              <a:xfrm flipV="1">
                <a:off x="1472" y="2064"/>
                <a:ext cx="1" cy="64"/>
              </a:xfrm>
              <a:prstGeom prst="line">
                <a:avLst/>
              </a:prstGeom>
              <a:ln w="12700" cap="flat" cmpd="sng">
                <a:solidFill>
                  <a:srgbClr val="000000"/>
                </a:solidFill>
                <a:prstDash val="solid"/>
                <a:headEnd type="none" w="med" len="med"/>
                <a:tailEnd type="none" w="med" len="med"/>
              </a:ln>
            </p:spPr>
          </p:sp>
          <p:sp>
            <p:nvSpPr>
              <p:cNvPr id="29805" name="Line 154"/>
              <p:cNvSpPr/>
              <p:nvPr/>
            </p:nvSpPr>
            <p:spPr>
              <a:xfrm flipV="1">
                <a:off x="1472" y="1920"/>
                <a:ext cx="1" cy="64"/>
              </a:xfrm>
              <a:prstGeom prst="line">
                <a:avLst/>
              </a:prstGeom>
              <a:ln w="12700" cap="flat" cmpd="sng">
                <a:solidFill>
                  <a:srgbClr val="000000"/>
                </a:solidFill>
                <a:prstDash val="solid"/>
                <a:headEnd type="none" w="med" len="med"/>
                <a:tailEnd type="none" w="med" len="med"/>
              </a:ln>
            </p:spPr>
          </p:sp>
          <p:sp>
            <p:nvSpPr>
              <p:cNvPr id="29806" name="Line 155"/>
              <p:cNvSpPr/>
              <p:nvPr/>
            </p:nvSpPr>
            <p:spPr>
              <a:xfrm flipV="1">
                <a:off x="1472" y="1776"/>
                <a:ext cx="1" cy="64"/>
              </a:xfrm>
              <a:prstGeom prst="line">
                <a:avLst/>
              </a:prstGeom>
              <a:ln w="12700" cap="flat" cmpd="sng">
                <a:solidFill>
                  <a:srgbClr val="000000"/>
                </a:solidFill>
                <a:prstDash val="solid"/>
                <a:headEnd type="none" w="med" len="med"/>
                <a:tailEnd type="none" w="med" len="med"/>
              </a:ln>
            </p:spPr>
          </p:sp>
          <p:sp>
            <p:nvSpPr>
              <p:cNvPr id="29807" name="Line 156"/>
              <p:cNvSpPr/>
              <p:nvPr/>
            </p:nvSpPr>
            <p:spPr>
              <a:xfrm flipV="1">
                <a:off x="1472" y="1632"/>
                <a:ext cx="1" cy="64"/>
              </a:xfrm>
              <a:prstGeom prst="line">
                <a:avLst/>
              </a:prstGeom>
              <a:ln w="12700" cap="flat" cmpd="sng">
                <a:solidFill>
                  <a:srgbClr val="000000"/>
                </a:solidFill>
                <a:prstDash val="solid"/>
                <a:headEnd type="none" w="med" len="med"/>
                <a:tailEnd type="none" w="med" len="med"/>
              </a:ln>
            </p:spPr>
          </p:sp>
          <p:sp>
            <p:nvSpPr>
              <p:cNvPr id="29808" name="Line 157"/>
              <p:cNvSpPr/>
              <p:nvPr/>
            </p:nvSpPr>
            <p:spPr>
              <a:xfrm flipV="1">
                <a:off x="1472" y="1488"/>
                <a:ext cx="1" cy="64"/>
              </a:xfrm>
              <a:prstGeom prst="line">
                <a:avLst/>
              </a:prstGeom>
              <a:ln w="12700" cap="flat" cmpd="sng">
                <a:solidFill>
                  <a:srgbClr val="000000"/>
                </a:solidFill>
                <a:prstDash val="solid"/>
                <a:headEnd type="none" w="med" len="med"/>
                <a:tailEnd type="none" w="med" len="med"/>
              </a:ln>
            </p:spPr>
          </p:sp>
          <p:sp>
            <p:nvSpPr>
              <p:cNvPr id="29809" name="Line 158"/>
              <p:cNvSpPr/>
              <p:nvPr/>
            </p:nvSpPr>
            <p:spPr>
              <a:xfrm flipV="1">
                <a:off x="1472" y="1344"/>
                <a:ext cx="1" cy="64"/>
              </a:xfrm>
              <a:prstGeom prst="line">
                <a:avLst/>
              </a:prstGeom>
              <a:ln w="12700" cap="flat" cmpd="sng">
                <a:solidFill>
                  <a:srgbClr val="000000"/>
                </a:solidFill>
                <a:prstDash val="solid"/>
                <a:headEnd type="none" w="med" len="med"/>
                <a:tailEnd type="none" w="med" len="med"/>
              </a:ln>
            </p:spPr>
          </p:sp>
          <p:sp>
            <p:nvSpPr>
              <p:cNvPr id="29810" name="Line 159"/>
              <p:cNvSpPr/>
              <p:nvPr/>
            </p:nvSpPr>
            <p:spPr>
              <a:xfrm flipV="1">
                <a:off x="1472" y="1200"/>
                <a:ext cx="1" cy="64"/>
              </a:xfrm>
              <a:prstGeom prst="line">
                <a:avLst/>
              </a:prstGeom>
              <a:ln w="12700" cap="flat" cmpd="sng">
                <a:solidFill>
                  <a:srgbClr val="000000"/>
                </a:solidFill>
                <a:prstDash val="solid"/>
                <a:headEnd type="none" w="med" len="med"/>
                <a:tailEnd type="none" w="med" len="med"/>
              </a:ln>
            </p:spPr>
          </p:sp>
          <p:sp>
            <p:nvSpPr>
              <p:cNvPr id="29811" name="Line 160"/>
              <p:cNvSpPr/>
              <p:nvPr/>
            </p:nvSpPr>
            <p:spPr>
              <a:xfrm flipV="1">
                <a:off x="1472" y="1056"/>
                <a:ext cx="1" cy="64"/>
              </a:xfrm>
              <a:prstGeom prst="line">
                <a:avLst/>
              </a:prstGeom>
              <a:ln w="12700" cap="flat" cmpd="sng">
                <a:solidFill>
                  <a:srgbClr val="000000"/>
                </a:solidFill>
                <a:prstDash val="solid"/>
                <a:headEnd type="none" w="med" len="med"/>
                <a:tailEnd type="none" w="med" len="med"/>
              </a:ln>
            </p:spPr>
          </p:sp>
          <p:sp>
            <p:nvSpPr>
              <p:cNvPr id="29812" name="Line 161"/>
              <p:cNvSpPr/>
              <p:nvPr/>
            </p:nvSpPr>
            <p:spPr>
              <a:xfrm flipV="1">
                <a:off x="1472" y="928"/>
                <a:ext cx="1" cy="48"/>
              </a:xfrm>
              <a:prstGeom prst="line">
                <a:avLst/>
              </a:prstGeom>
              <a:ln w="12700" cap="flat" cmpd="sng">
                <a:solidFill>
                  <a:srgbClr val="000000"/>
                </a:solidFill>
                <a:prstDash val="solid"/>
                <a:headEnd type="none" w="med" len="med"/>
                <a:tailEnd type="none" w="med" len="med"/>
              </a:ln>
            </p:spPr>
          </p:sp>
        </p:grpSp>
        <p:grpSp>
          <p:nvGrpSpPr>
            <p:cNvPr id="29745" name="Group 162"/>
            <p:cNvGrpSpPr/>
            <p:nvPr/>
          </p:nvGrpSpPr>
          <p:grpSpPr>
            <a:xfrm>
              <a:off x="3840" y="1584"/>
              <a:ext cx="56" cy="2592"/>
              <a:chOff x="3840" y="872"/>
              <a:chExt cx="56" cy="2592"/>
            </a:xfrm>
          </p:grpSpPr>
          <p:sp>
            <p:nvSpPr>
              <p:cNvPr id="29775" name="Freeform 163"/>
              <p:cNvSpPr/>
              <p:nvPr>
                <p:custDataLst>
                  <p:tags r:id="rId13"/>
                </p:custDataLst>
              </p:nvPr>
            </p:nvSpPr>
            <p:spPr>
              <a:xfrm>
                <a:off x="3840" y="3344"/>
                <a:ext cx="56" cy="120"/>
              </a:xfrm>
              <a:custGeom>
                <a:avLst/>
                <a:gdLst>
                  <a:gd name="txL" fmla="*/ 0 w 56"/>
                  <a:gd name="txT" fmla="*/ 0 h 120"/>
                  <a:gd name="txR" fmla="*/ 56 w 56"/>
                  <a:gd name="txB" fmla="*/ 120 h 120"/>
                </a:gdLst>
                <a:ahLst/>
                <a:cxnLst>
                  <a:cxn ang="0">
                    <a:pos x="24" y="120"/>
                  </a:cxn>
                  <a:cxn ang="0">
                    <a:pos x="0" y="0"/>
                  </a:cxn>
                  <a:cxn ang="0">
                    <a:pos x="24" y="0"/>
                  </a:cxn>
                  <a:cxn ang="0">
                    <a:pos x="56" y="0"/>
                  </a:cxn>
                  <a:cxn ang="0">
                    <a:pos x="24" y="120"/>
                  </a:cxn>
                </a:cxnLst>
                <a:rect l="txL" t="txT" r="txR" b="txB"/>
                <a:pathLst>
                  <a:path w="56" h="120">
                    <a:moveTo>
                      <a:pt x="24" y="120"/>
                    </a:moveTo>
                    <a:lnTo>
                      <a:pt x="0" y="0"/>
                    </a:lnTo>
                    <a:lnTo>
                      <a:pt x="24" y="0"/>
                    </a:lnTo>
                    <a:lnTo>
                      <a:pt x="56" y="0"/>
                    </a:lnTo>
                    <a:lnTo>
                      <a:pt x="24" y="12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9776" name="Freeform 164"/>
              <p:cNvSpPr/>
              <p:nvPr>
                <p:custDataLst>
                  <p:tags r:id="rId14"/>
                </p:custDataLst>
              </p:nvPr>
            </p:nvSpPr>
            <p:spPr>
              <a:xfrm>
                <a:off x="3840" y="872"/>
                <a:ext cx="56" cy="112"/>
              </a:xfrm>
              <a:custGeom>
                <a:avLst/>
                <a:gdLst>
                  <a:gd name="txL" fmla="*/ 0 w 56"/>
                  <a:gd name="txT" fmla="*/ 0 h 112"/>
                  <a:gd name="txR" fmla="*/ 56 w 56"/>
                  <a:gd name="txB" fmla="*/ 112 h 112"/>
                </a:gdLst>
                <a:ahLst/>
                <a:cxnLst>
                  <a:cxn ang="0">
                    <a:pos x="24" y="0"/>
                  </a:cxn>
                  <a:cxn ang="0">
                    <a:pos x="56" y="112"/>
                  </a:cxn>
                  <a:cxn ang="0">
                    <a:pos x="24" y="112"/>
                  </a:cxn>
                  <a:cxn ang="0">
                    <a:pos x="0" y="112"/>
                  </a:cxn>
                  <a:cxn ang="0">
                    <a:pos x="24" y="0"/>
                  </a:cxn>
                </a:cxnLst>
                <a:rect l="txL" t="txT" r="txR" b="txB"/>
                <a:pathLst>
                  <a:path w="56" h="112">
                    <a:moveTo>
                      <a:pt x="24" y="0"/>
                    </a:moveTo>
                    <a:lnTo>
                      <a:pt x="56" y="112"/>
                    </a:lnTo>
                    <a:lnTo>
                      <a:pt x="24" y="112"/>
                    </a:lnTo>
                    <a:lnTo>
                      <a:pt x="0" y="112"/>
                    </a:lnTo>
                    <a:lnTo>
                      <a:pt x="24" y="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9777" name="Line 165"/>
              <p:cNvSpPr/>
              <p:nvPr/>
            </p:nvSpPr>
            <p:spPr>
              <a:xfrm flipV="1">
                <a:off x="3864" y="3272"/>
                <a:ext cx="1" cy="64"/>
              </a:xfrm>
              <a:prstGeom prst="line">
                <a:avLst/>
              </a:prstGeom>
              <a:ln w="12700" cap="flat" cmpd="sng">
                <a:solidFill>
                  <a:srgbClr val="000000"/>
                </a:solidFill>
                <a:prstDash val="solid"/>
                <a:headEnd type="none" w="med" len="med"/>
                <a:tailEnd type="none" w="med" len="med"/>
              </a:ln>
            </p:spPr>
          </p:sp>
          <p:sp>
            <p:nvSpPr>
              <p:cNvPr id="29778" name="Line 166"/>
              <p:cNvSpPr/>
              <p:nvPr/>
            </p:nvSpPr>
            <p:spPr>
              <a:xfrm flipV="1">
                <a:off x="3864" y="3128"/>
                <a:ext cx="1" cy="64"/>
              </a:xfrm>
              <a:prstGeom prst="line">
                <a:avLst/>
              </a:prstGeom>
              <a:ln w="12700" cap="flat" cmpd="sng">
                <a:solidFill>
                  <a:srgbClr val="000000"/>
                </a:solidFill>
                <a:prstDash val="solid"/>
                <a:headEnd type="none" w="med" len="med"/>
                <a:tailEnd type="none" w="med" len="med"/>
              </a:ln>
            </p:spPr>
          </p:sp>
          <p:sp>
            <p:nvSpPr>
              <p:cNvPr id="29779" name="Line 167"/>
              <p:cNvSpPr/>
              <p:nvPr/>
            </p:nvSpPr>
            <p:spPr>
              <a:xfrm flipV="1">
                <a:off x="3864" y="2984"/>
                <a:ext cx="1" cy="64"/>
              </a:xfrm>
              <a:prstGeom prst="line">
                <a:avLst/>
              </a:prstGeom>
              <a:ln w="12700" cap="flat" cmpd="sng">
                <a:solidFill>
                  <a:srgbClr val="000000"/>
                </a:solidFill>
                <a:prstDash val="solid"/>
                <a:headEnd type="none" w="med" len="med"/>
                <a:tailEnd type="none" w="med" len="med"/>
              </a:ln>
            </p:spPr>
          </p:sp>
          <p:sp>
            <p:nvSpPr>
              <p:cNvPr id="29780" name="Line 168"/>
              <p:cNvSpPr/>
              <p:nvPr/>
            </p:nvSpPr>
            <p:spPr>
              <a:xfrm flipV="1">
                <a:off x="3864" y="2840"/>
                <a:ext cx="1" cy="64"/>
              </a:xfrm>
              <a:prstGeom prst="line">
                <a:avLst/>
              </a:prstGeom>
              <a:ln w="12700" cap="flat" cmpd="sng">
                <a:solidFill>
                  <a:srgbClr val="000000"/>
                </a:solidFill>
                <a:prstDash val="solid"/>
                <a:headEnd type="none" w="med" len="med"/>
                <a:tailEnd type="none" w="med" len="med"/>
              </a:ln>
            </p:spPr>
          </p:sp>
          <p:sp>
            <p:nvSpPr>
              <p:cNvPr id="29781" name="Line 169"/>
              <p:cNvSpPr/>
              <p:nvPr/>
            </p:nvSpPr>
            <p:spPr>
              <a:xfrm flipV="1">
                <a:off x="3864" y="2696"/>
                <a:ext cx="1" cy="64"/>
              </a:xfrm>
              <a:prstGeom prst="line">
                <a:avLst/>
              </a:prstGeom>
              <a:ln w="12700" cap="flat" cmpd="sng">
                <a:solidFill>
                  <a:srgbClr val="000000"/>
                </a:solidFill>
                <a:prstDash val="solid"/>
                <a:headEnd type="none" w="med" len="med"/>
                <a:tailEnd type="none" w="med" len="med"/>
              </a:ln>
            </p:spPr>
          </p:sp>
          <p:sp>
            <p:nvSpPr>
              <p:cNvPr id="29782" name="Line 170"/>
              <p:cNvSpPr/>
              <p:nvPr/>
            </p:nvSpPr>
            <p:spPr>
              <a:xfrm flipV="1">
                <a:off x="3864" y="2552"/>
                <a:ext cx="1" cy="64"/>
              </a:xfrm>
              <a:prstGeom prst="line">
                <a:avLst/>
              </a:prstGeom>
              <a:ln w="12700" cap="flat" cmpd="sng">
                <a:solidFill>
                  <a:srgbClr val="000000"/>
                </a:solidFill>
                <a:prstDash val="solid"/>
                <a:headEnd type="none" w="med" len="med"/>
                <a:tailEnd type="none" w="med" len="med"/>
              </a:ln>
            </p:spPr>
          </p:sp>
          <p:sp>
            <p:nvSpPr>
              <p:cNvPr id="29783" name="Line 171"/>
              <p:cNvSpPr/>
              <p:nvPr/>
            </p:nvSpPr>
            <p:spPr>
              <a:xfrm flipV="1">
                <a:off x="3864" y="2408"/>
                <a:ext cx="1" cy="64"/>
              </a:xfrm>
              <a:prstGeom prst="line">
                <a:avLst/>
              </a:prstGeom>
              <a:ln w="12700" cap="flat" cmpd="sng">
                <a:solidFill>
                  <a:srgbClr val="000000"/>
                </a:solidFill>
                <a:prstDash val="solid"/>
                <a:headEnd type="none" w="med" len="med"/>
                <a:tailEnd type="none" w="med" len="med"/>
              </a:ln>
            </p:spPr>
          </p:sp>
          <p:sp>
            <p:nvSpPr>
              <p:cNvPr id="29784" name="Line 172"/>
              <p:cNvSpPr/>
              <p:nvPr/>
            </p:nvSpPr>
            <p:spPr>
              <a:xfrm flipV="1">
                <a:off x="3864" y="2264"/>
                <a:ext cx="1" cy="64"/>
              </a:xfrm>
              <a:prstGeom prst="line">
                <a:avLst/>
              </a:prstGeom>
              <a:ln w="12700" cap="flat" cmpd="sng">
                <a:solidFill>
                  <a:srgbClr val="000000"/>
                </a:solidFill>
                <a:prstDash val="solid"/>
                <a:headEnd type="none" w="med" len="med"/>
                <a:tailEnd type="none" w="med" len="med"/>
              </a:ln>
            </p:spPr>
          </p:sp>
          <p:sp>
            <p:nvSpPr>
              <p:cNvPr id="29785" name="Line 173"/>
              <p:cNvSpPr/>
              <p:nvPr/>
            </p:nvSpPr>
            <p:spPr>
              <a:xfrm flipV="1">
                <a:off x="3864" y="2120"/>
                <a:ext cx="1" cy="64"/>
              </a:xfrm>
              <a:prstGeom prst="line">
                <a:avLst/>
              </a:prstGeom>
              <a:ln w="12700" cap="flat" cmpd="sng">
                <a:solidFill>
                  <a:srgbClr val="000000"/>
                </a:solidFill>
                <a:prstDash val="solid"/>
                <a:headEnd type="none" w="med" len="med"/>
                <a:tailEnd type="none" w="med" len="med"/>
              </a:ln>
            </p:spPr>
          </p:sp>
          <p:sp>
            <p:nvSpPr>
              <p:cNvPr id="29786" name="Line 174"/>
              <p:cNvSpPr/>
              <p:nvPr/>
            </p:nvSpPr>
            <p:spPr>
              <a:xfrm flipV="1">
                <a:off x="3864" y="1976"/>
                <a:ext cx="1" cy="64"/>
              </a:xfrm>
              <a:prstGeom prst="line">
                <a:avLst/>
              </a:prstGeom>
              <a:ln w="12700" cap="flat" cmpd="sng">
                <a:solidFill>
                  <a:srgbClr val="000000"/>
                </a:solidFill>
                <a:prstDash val="solid"/>
                <a:headEnd type="none" w="med" len="med"/>
                <a:tailEnd type="none" w="med" len="med"/>
              </a:ln>
            </p:spPr>
          </p:sp>
          <p:sp>
            <p:nvSpPr>
              <p:cNvPr id="29787" name="Line 175"/>
              <p:cNvSpPr/>
              <p:nvPr/>
            </p:nvSpPr>
            <p:spPr>
              <a:xfrm flipV="1">
                <a:off x="3864" y="1832"/>
                <a:ext cx="1" cy="64"/>
              </a:xfrm>
              <a:prstGeom prst="line">
                <a:avLst/>
              </a:prstGeom>
              <a:ln w="12700" cap="flat" cmpd="sng">
                <a:solidFill>
                  <a:srgbClr val="000000"/>
                </a:solidFill>
                <a:prstDash val="solid"/>
                <a:headEnd type="none" w="med" len="med"/>
                <a:tailEnd type="none" w="med" len="med"/>
              </a:ln>
            </p:spPr>
          </p:sp>
          <p:sp>
            <p:nvSpPr>
              <p:cNvPr id="29788" name="Line 176"/>
              <p:cNvSpPr/>
              <p:nvPr/>
            </p:nvSpPr>
            <p:spPr>
              <a:xfrm flipV="1">
                <a:off x="3864" y="1688"/>
                <a:ext cx="1" cy="64"/>
              </a:xfrm>
              <a:prstGeom prst="line">
                <a:avLst/>
              </a:prstGeom>
              <a:ln w="12700" cap="flat" cmpd="sng">
                <a:solidFill>
                  <a:srgbClr val="000000"/>
                </a:solidFill>
                <a:prstDash val="solid"/>
                <a:headEnd type="none" w="med" len="med"/>
                <a:tailEnd type="none" w="med" len="med"/>
              </a:ln>
            </p:spPr>
          </p:sp>
          <p:sp>
            <p:nvSpPr>
              <p:cNvPr id="29789" name="Line 177"/>
              <p:cNvSpPr/>
              <p:nvPr/>
            </p:nvSpPr>
            <p:spPr>
              <a:xfrm flipV="1">
                <a:off x="3864" y="1544"/>
                <a:ext cx="1" cy="64"/>
              </a:xfrm>
              <a:prstGeom prst="line">
                <a:avLst/>
              </a:prstGeom>
              <a:ln w="12700" cap="flat" cmpd="sng">
                <a:solidFill>
                  <a:srgbClr val="000000"/>
                </a:solidFill>
                <a:prstDash val="solid"/>
                <a:headEnd type="none" w="med" len="med"/>
                <a:tailEnd type="none" w="med" len="med"/>
              </a:ln>
            </p:spPr>
          </p:sp>
          <p:sp>
            <p:nvSpPr>
              <p:cNvPr id="29790" name="Line 178"/>
              <p:cNvSpPr/>
              <p:nvPr/>
            </p:nvSpPr>
            <p:spPr>
              <a:xfrm flipV="1">
                <a:off x="3864" y="1400"/>
                <a:ext cx="1" cy="64"/>
              </a:xfrm>
              <a:prstGeom prst="line">
                <a:avLst/>
              </a:prstGeom>
              <a:ln w="12700" cap="flat" cmpd="sng">
                <a:solidFill>
                  <a:srgbClr val="000000"/>
                </a:solidFill>
                <a:prstDash val="solid"/>
                <a:headEnd type="none" w="med" len="med"/>
                <a:tailEnd type="none" w="med" len="med"/>
              </a:ln>
            </p:spPr>
          </p:sp>
          <p:sp>
            <p:nvSpPr>
              <p:cNvPr id="29791" name="Line 179"/>
              <p:cNvSpPr/>
              <p:nvPr/>
            </p:nvSpPr>
            <p:spPr>
              <a:xfrm flipV="1">
                <a:off x="3864" y="1256"/>
                <a:ext cx="1" cy="64"/>
              </a:xfrm>
              <a:prstGeom prst="line">
                <a:avLst/>
              </a:prstGeom>
              <a:ln w="12700" cap="flat" cmpd="sng">
                <a:solidFill>
                  <a:srgbClr val="000000"/>
                </a:solidFill>
                <a:prstDash val="solid"/>
                <a:headEnd type="none" w="med" len="med"/>
                <a:tailEnd type="none" w="med" len="med"/>
              </a:ln>
            </p:spPr>
          </p:sp>
          <p:sp>
            <p:nvSpPr>
              <p:cNvPr id="29792" name="Line 180"/>
              <p:cNvSpPr/>
              <p:nvPr/>
            </p:nvSpPr>
            <p:spPr>
              <a:xfrm flipV="1">
                <a:off x="3864" y="1112"/>
                <a:ext cx="1" cy="64"/>
              </a:xfrm>
              <a:prstGeom prst="line">
                <a:avLst/>
              </a:prstGeom>
              <a:ln w="12700" cap="flat" cmpd="sng">
                <a:solidFill>
                  <a:srgbClr val="000000"/>
                </a:solidFill>
                <a:prstDash val="solid"/>
                <a:headEnd type="none" w="med" len="med"/>
                <a:tailEnd type="none" w="med" len="med"/>
              </a:ln>
            </p:spPr>
          </p:sp>
          <p:sp>
            <p:nvSpPr>
              <p:cNvPr id="29793" name="Line 181"/>
              <p:cNvSpPr/>
              <p:nvPr/>
            </p:nvSpPr>
            <p:spPr>
              <a:xfrm flipV="1">
                <a:off x="3864" y="984"/>
                <a:ext cx="1" cy="48"/>
              </a:xfrm>
              <a:prstGeom prst="line">
                <a:avLst/>
              </a:prstGeom>
              <a:ln w="12700" cap="flat" cmpd="sng">
                <a:solidFill>
                  <a:srgbClr val="000000"/>
                </a:solidFill>
                <a:prstDash val="solid"/>
                <a:headEnd type="none" w="med" len="med"/>
                <a:tailEnd type="none" w="med" len="med"/>
              </a:ln>
            </p:spPr>
          </p:sp>
        </p:grpSp>
        <p:grpSp>
          <p:nvGrpSpPr>
            <p:cNvPr id="29746" name="Group 182"/>
            <p:cNvGrpSpPr/>
            <p:nvPr/>
          </p:nvGrpSpPr>
          <p:grpSpPr>
            <a:xfrm>
              <a:off x="2824" y="1504"/>
              <a:ext cx="56" cy="2584"/>
              <a:chOff x="2824" y="792"/>
              <a:chExt cx="56" cy="2584"/>
            </a:xfrm>
          </p:grpSpPr>
          <p:sp>
            <p:nvSpPr>
              <p:cNvPr id="29756" name="Freeform 183"/>
              <p:cNvSpPr/>
              <p:nvPr>
                <p:custDataLst>
                  <p:tags r:id="rId11"/>
                </p:custDataLst>
              </p:nvPr>
            </p:nvSpPr>
            <p:spPr>
              <a:xfrm>
                <a:off x="2824" y="3264"/>
                <a:ext cx="56" cy="112"/>
              </a:xfrm>
              <a:custGeom>
                <a:avLst/>
                <a:gdLst>
                  <a:gd name="txL" fmla="*/ 0 w 56"/>
                  <a:gd name="txT" fmla="*/ 0 h 112"/>
                  <a:gd name="txR" fmla="*/ 56 w 56"/>
                  <a:gd name="txB" fmla="*/ 112 h 112"/>
                </a:gdLst>
                <a:ahLst/>
                <a:cxnLst>
                  <a:cxn ang="0">
                    <a:pos x="24" y="112"/>
                  </a:cxn>
                  <a:cxn ang="0">
                    <a:pos x="0" y="0"/>
                  </a:cxn>
                  <a:cxn ang="0">
                    <a:pos x="24" y="0"/>
                  </a:cxn>
                  <a:cxn ang="0">
                    <a:pos x="56" y="0"/>
                  </a:cxn>
                  <a:cxn ang="0">
                    <a:pos x="24" y="112"/>
                  </a:cxn>
                </a:cxnLst>
                <a:rect l="txL" t="txT" r="txR" b="txB"/>
                <a:pathLst>
                  <a:path w="56" h="112">
                    <a:moveTo>
                      <a:pt x="24" y="112"/>
                    </a:moveTo>
                    <a:lnTo>
                      <a:pt x="0" y="0"/>
                    </a:lnTo>
                    <a:lnTo>
                      <a:pt x="24" y="0"/>
                    </a:lnTo>
                    <a:lnTo>
                      <a:pt x="56" y="0"/>
                    </a:lnTo>
                    <a:lnTo>
                      <a:pt x="24" y="11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9757" name="Freeform 184"/>
              <p:cNvSpPr/>
              <p:nvPr>
                <p:custDataLst>
                  <p:tags r:id="rId12"/>
                </p:custDataLst>
              </p:nvPr>
            </p:nvSpPr>
            <p:spPr>
              <a:xfrm>
                <a:off x="2824" y="792"/>
                <a:ext cx="56" cy="112"/>
              </a:xfrm>
              <a:custGeom>
                <a:avLst/>
                <a:gdLst>
                  <a:gd name="txL" fmla="*/ 0 w 56"/>
                  <a:gd name="txT" fmla="*/ 0 h 112"/>
                  <a:gd name="txR" fmla="*/ 56 w 56"/>
                  <a:gd name="txB" fmla="*/ 112 h 112"/>
                </a:gdLst>
                <a:ahLst/>
                <a:cxnLst>
                  <a:cxn ang="0">
                    <a:pos x="24" y="0"/>
                  </a:cxn>
                  <a:cxn ang="0">
                    <a:pos x="56" y="112"/>
                  </a:cxn>
                  <a:cxn ang="0">
                    <a:pos x="24" y="112"/>
                  </a:cxn>
                  <a:cxn ang="0">
                    <a:pos x="0" y="112"/>
                  </a:cxn>
                  <a:cxn ang="0">
                    <a:pos x="24" y="0"/>
                  </a:cxn>
                </a:cxnLst>
                <a:rect l="txL" t="txT" r="txR" b="txB"/>
                <a:pathLst>
                  <a:path w="56" h="112">
                    <a:moveTo>
                      <a:pt x="24" y="0"/>
                    </a:moveTo>
                    <a:lnTo>
                      <a:pt x="56" y="112"/>
                    </a:lnTo>
                    <a:lnTo>
                      <a:pt x="24" y="112"/>
                    </a:lnTo>
                    <a:lnTo>
                      <a:pt x="0" y="112"/>
                    </a:lnTo>
                    <a:lnTo>
                      <a:pt x="24" y="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9758" name="Line 185"/>
              <p:cNvSpPr/>
              <p:nvPr/>
            </p:nvSpPr>
            <p:spPr>
              <a:xfrm flipV="1">
                <a:off x="2848" y="3192"/>
                <a:ext cx="1" cy="64"/>
              </a:xfrm>
              <a:prstGeom prst="line">
                <a:avLst/>
              </a:prstGeom>
              <a:ln w="12700" cap="flat" cmpd="sng">
                <a:solidFill>
                  <a:srgbClr val="000000"/>
                </a:solidFill>
                <a:prstDash val="solid"/>
                <a:headEnd type="none" w="med" len="med"/>
                <a:tailEnd type="none" w="med" len="med"/>
              </a:ln>
            </p:spPr>
          </p:sp>
          <p:sp>
            <p:nvSpPr>
              <p:cNvPr id="29759" name="Line 186"/>
              <p:cNvSpPr/>
              <p:nvPr/>
            </p:nvSpPr>
            <p:spPr>
              <a:xfrm flipV="1">
                <a:off x="2848" y="3048"/>
                <a:ext cx="1" cy="64"/>
              </a:xfrm>
              <a:prstGeom prst="line">
                <a:avLst/>
              </a:prstGeom>
              <a:ln w="12700" cap="flat" cmpd="sng">
                <a:solidFill>
                  <a:srgbClr val="000000"/>
                </a:solidFill>
                <a:prstDash val="solid"/>
                <a:headEnd type="none" w="med" len="med"/>
                <a:tailEnd type="none" w="med" len="med"/>
              </a:ln>
            </p:spPr>
          </p:sp>
          <p:sp>
            <p:nvSpPr>
              <p:cNvPr id="29760" name="Line 187"/>
              <p:cNvSpPr/>
              <p:nvPr/>
            </p:nvSpPr>
            <p:spPr>
              <a:xfrm flipV="1">
                <a:off x="2848" y="2904"/>
                <a:ext cx="1" cy="64"/>
              </a:xfrm>
              <a:prstGeom prst="line">
                <a:avLst/>
              </a:prstGeom>
              <a:ln w="12700" cap="flat" cmpd="sng">
                <a:solidFill>
                  <a:srgbClr val="000000"/>
                </a:solidFill>
                <a:prstDash val="solid"/>
                <a:headEnd type="none" w="med" len="med"/>
                <a:tailEnd type="none" w="med" len="med"/>
              </a:ln>
            </p:spPr>
          </p:sp>
          <p:sp>
            <p:nvSpPr>
              <p:cNvPr id="29761" name="Line 188"/>
              <p:cNvSpPr/>
              <p:nvPr/>
            </p:nvSpPr>
            <p:spPr>
              <a:xfrm flipV="1">
                <a:off x="2848" y="2760"/>
                <a:ext cx="1" cy="64"/>
              </a:xfrm>
              <a:prstGeom prst="line">
                <a:avLst/>
              </a:prstGeom>
              <a:ln w="12700" cap="flat" cmpd="sng">
                <a:solidFill>
                  <a:srgbClr val="000000"/>
                </a:solidFill>
                <a:prstDash val="solid"/>
                <a:headEnd type="none" w="med" len="med"/>
                <a:tailEnd type="none" w="med" len="med"/>
              </a:ln>
            </p:spPr>
          </p:sp>
          <p:sp>
            <p:nvSpPr>
              <p:cNvPr id="29762" name="Line 189"/>
              <p:cNvSpPr/>
              <p:nvPr/>
            </p:nvSpPr>
            <p:spPr>
              <a:xfrm flipV="1">
                <a:off x="2848" y="2616"/>
                <a:ext cx="1" cy="64"/>
              </a:xfrm>
              <a:prstGeom prst="line">
                <a:avLst/>
              </a:prstGeom>
              <a:ln w="12700" cap="flat" cmpd="sng">
                <a:solidFill>
                  <a:srgbClr val="000000"/>
                </a:solidFill>
                <a:prstDash val="solid"/>
                <a:headEnd type="none" w="med" len="med"/>
                <a:tailEnd type="none" w="med" len="med"/>
              </a:ln>
            </p:spPr>
          </p:sp>
          <p:sp>
            <p:nvSpPr>
              <p:cNvPr id="29763" name="Line 190"/>
              <p:cNvSpPr/>
              <p:nvPr/>
            </p:nvSpPr>
            <p:spPr>
              <a:xfrm flipV="1">
                <a:off x="2848" y="2472"/>
                <a:ext cx="1" cy="64"/>
              </a:xfrm>
              <a:prstGeom prst="line">
                <a:avLst/>
              </a:prstGeom>
              <a:ln w="12700" cap="flat" cmpd="sng">
                <a:solidFill>
                  <a:srgbClr val="000000"/>
                </a:solidFill>
                <a:prstDash val="solid"/>
                <a:headEnd type="none" w="med" len="med"/>
                <a:tailEnd type="none" w="med" len="med"/>
              </a:ln>
            </p:spPr>
          </p:sp>
          <p:sp>
            <p:nvSpPr>
              <p:cNvPr id="29764" name="Line 191"/>
              <p:cNvSpPr/>
              <p:nvPr/>
            </p:nvSpPr>
            <p:spPr>
              <a:xfrm flipV="1">
                <a:off x="2848" y="2328"/>
                <a:ext cx="1" cy="64"/>
              </a:xfrm>
              <a:prstGeom prst="line">
                <a:avLst/>
              </a:prstGeom>
              <a:ln w="12700" cap="flat" cmpd="sng">
                <a:solidFill>
                  <a:srgbClr val="000000"/>
                </a:solidFill>
                <a:prstDash val="solid"/>
                <a:headEnd type="none" w="med" len="med"/>
                <a:tailEnd type="none" w="med" len="med"/>
              </a:ln>
            </p:spPr>
          </p:sp>
          <p:sp>
            <p:nvSpPr>
              <p:cNvPr id="29765" name="Line 192"/>
              <p:cNvSpPr/>
              <p:nvPr/>
            </p:nvSpPr>
            <p:spPr>
              <a:xfrm flipV="1">
                <a:off x="2848" y="2184"/>
                <a:ext cx="1" cy="64"/>
              </a:xfrm>
              <a:prstGeom prst="line">
                <a:avLst/>
              </a:prstGeom>
              <a:ln w="12700" cap="flat" cmpd="sng">
                <a:solidFill>
                  <a:srgbClr val="000000"/>
                </a:solidFill>
                <a:prstDash val="solid"/>
                <a:headEnd type="none" w="med" len="med"/>
                <a:tailEnd type="none" w="med" len="med"/>
              </a:ln>
            </p:spPr>
          </p:sp>
          <p:sp>
            <p:nvSpPr>
              <p:cNvPr id="29766" name="Line 193"/>
              <p:cNvSpPr/>
              <p:nvPr/>
            </p:nvSpPr>
            <p:spPr>
              <a:xfrm flipV="1">
                <a:off x="2848" y="2040"/>
                <a:ext cx="1" cy="64"/>
              </a:xfrm>
              <a:prstGeom prst="line">
                <a:avLst/>
              </a:prstGeom>
              <a:ln w="12700" cap="flat" cmpd="sng">
                <a:solidFill>
                  <a:srgbClr val="000000"/>
                </a:solidFill>
                <a:prstDash val="solid"/>
                <a:headEnd type="none" w="med" len="med"/>
                <a:tailEnd type="none" w="med" len="med"/>
              </a:ln>
            </p:spPr>
          </p:sp>
          <p:sp>
            <p:nvSpPr>
              <p:cNvPr id="29767" name="Line 194"/>
              <p:cNvSpPr/>
              <p:nvPr/>
            </p:nvSpPr>
            <p:spPr>
              <a:xfrm flipV="1">
                <a:off x="2848" y="1896"/>
                <a:ext cx="1" cy="64"/>
              </a:xfrm>
              <a:prstGeom prst="line">
                <a:avLst/>
              </a:prstGeom>
              <a:ln w="12700" cap="flat" cmpd="sng">
                <a:solidFill>
                  <a:srgbClr val="000000"/>
                </a:solidFill>
                <a:prstDash val="solid"/>
                <a:headEnd type="none" w="med" len="med"/>
                <a:tailEnd type="none" w="med" len="med"/>
              </a:ln>
            </p:spPr>
          </p:sp>
          <p:sp>
            <p:nvSpPr>
              <p:cNvPr id="29768" name="Line 195"/>
              <p:cNvSpPr/>
              <p:nvPr/>
            </p:nvSpPr>
            <p:spPr>
              <a:xfrm flipV="1">
                <a:off x="2848" y="1752"/>
                <a:ext cx="1" cy="64"/>
              </a:xfrm>
              <a:prstGeom prst="line">
                <a:avLst/>
              </a:prstGeom>
              <a:ln w="12700" cap="flat" cmpd="sng">
                <a:solidFill>
                  <a:srgbClr val="000000"/>
                </a:solidFill>
                <a:prstDash val="solid"/>
                <a:headEnd type="none" w="med" len="med"/>
                <a:tailEnd type="none" w="med" len="med"/>
              </a:ln>
            </p:spPr>
          </p:sp>
          <p:sp>
            <p:nvSpPr>
              <p:cNvPr id="29769" name="Line 196"/>
              <p:cNvSpPr/>
              <p:nvPr/>
            </p:nvSpPr>
            <p:spPr>
              <a:xfrm flipV="1">
                <a:off x="2848" y="1608"/>
                <a:ext cx="1" cy="64"/>
              </a:xfrm>
              <a:prstGeom prst="line">
                <a:avLst/>
              </a:prstGeom>
              <a:ln w="12700" cap="flat" cmpd="sng">
                <a:solidFill>
                  <a:srgbClr val="000000"/>
                </a:solidFill>
                <a:prstDash val="solid"/>
                <a:headEnd type="none" w="med" len="med"/>
                <a:tailEnd type="none" w="med" len="med"/>
              </a:ln>
            </p:spPr>
          </p:sp>
          <p:sp>
            <p:nvSpPr>
              <p:cNvPr id="29770" name="Line 197"/>
              <p:cNvSpPr/>
              <p:nvPr/>
            </p:nvSpPr>
            <p:spPr>
              <a:xfrm flipV="1">
                <a:off x="2848" y="1464"/>
                <a:ext cx="1" cy="64"/>
              </a:xfrm>
              <a:prstGeom prst="line">
                <a:avLst/>
              </a:prstGeom>
              <a:ln w="12700" cap="flat" cmpd="sng">
                <a:solidFill>
                  <a:srgbClr val="000000"/>
                </a:solidFill>
                <a:prstDash val="solid"/>
                <a:headEnd type="none" w="med" len="med"/>
                <a:tailEnd type="none" w="med" len="med"/>
              </a:ln>
            </p:spPr>
          </p:sp>
          <p:sp>
            <p:nvSpPr>
              <p:cNvPr id="29771" name="Line 198"/>
              <p:cNvSpPr/>
              <p:nvPr/>
            </p:nvSpPr>
            <p:spPr>
              <a:xfrm flipV="1">
                <a:off x="2848" y="1320"/>
                <a:ext cx="1" cy="64"/>
              </a:xfrm>
              <a:prstGeom prst="line">
                <a:avLst/>
              </a:prstGeom>
              <a:ln w="12700" cap="flat" cmpd="sng">
                <a:solidFill>
                  <a:srgbClr val="000000"/>
                </a:solidFill>
                <a:prstDash val="solid"/>
                <a:headEnd type="none" w="med" len="med"/>
                <a:tailEnd type="none" w="med" len="med"/>
              </a:ln>
            </p:spPr>
          </p:sp>
          <p:sp>
            <p:nvSpPr>
              <p:cNvPr id="29772" name="Line 199"/>
              <p:cNvSpPr/>
              <p:nvPr/>
            </p:nvSpPr>
            <p:spPr>
              <a:xfrm flipV="1">
                <a:off x="2848" y="1176"/>
                <a:ext cx="1" cy="64"/>
              </a:xfrm>
              <a:prstGeom prst="line">
                <a:avLst/>
              </a:prstGeom>
              <a:ln w="12700" cap="flat" cmpd="sng">
                <a:solidFill>
                  <a:srgbClr val="000000"/>
                </a:solidFill>
                <a:prstDash val="solid"/>
                <a:headEnd type="none" w="med" len="med"/>
                <a:tailEnd type="none" w="med" len="med"/>
              </a:ln>
            </p:spPr>
          </p:sp>
          <p:sp>
            <p:nvSpPr>
              <p:cNvPr id="29773" name="Line 200"/>
              <p:cNvSpPr/>
              <p:nvPr/>
            </p:nvSpPr>
            <p:spPr>
              <a:xfrm flipV="1">
                <a:off x="2848" y="1032"/>
                <a:ext cx="1" cy="64"/>
              </a:xfrm>
              <a:prstGeom prst="line">
                <a:avLst/>
              </a:prstGeom>
              <a:ln w="12700" cap="flat" cmpd="sng">
                <a:solidFill>
                  <a:srgbClr val="000000"/>
                </a:solidFill>
                <a:prstDash val="solid"/>
                <a:headEnd type="none" w="med" len="med"/>
                <a:tailEnd type="none" w="med" len="med"/>
              </a:ln>
            </p:spPr>
          </p:sp>
          <p:sp>
            <p:nvSpPr>
              <p:cNvPr id="29774" name="Line 201"/>
              <p:cNvSpPr/>
              <p:nvPr/>
            </p:nvSpPr>
            <p:spPr>
              <a:xfrm flipV="1">
                <a:off x="2848" y="904"/>
                <a:ext cx="1" cy="48"/>
              </a:xfrm>
              <a:prstGeom prst="line">
                <a:avLst/>
              </a:prstGeom>
              <a:ln w="12700" cap="flat" cmpd="sng">
                <a:solidFill>
                  <a:srgbClr val="000000"/>
                </a:solidFill>
                <a:prstDash val="solid"/>
                <a:headEnd type="none" w="med" len="med"/>
                <a:tailEnd type="none" w="med" len="med"/>
              </a:ln>
            </p:spPr>
          </p:sp>
        </p:grpSp>
        <p:sp>
          <p:nvSpPr>
            <p:cNvPr id="29747" name="Rectangle 202"/>
            <p:cNvSpPr/>
            <p:nvPr/>
          </p:nvSpPr>
          <p:spPr>
            <a:xfrm>
              <a:off x="532" y="3352"/>
              <a:ext cx="109" cy="187"/>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e</a:t>
              </a:r>
            </a:p>
          </p:txBody>
        </p:sp>
        <p:sp>
          <p:nvSpPr>
            <p:cNvPr id="29748" name="Rectangle 203"/>
            <p:cNvSpPr/>
            <p:nvPr/>
          </p:nvSpPr>
          <p:spPr>
            <a:xfrm>
              <a:off x="549" y="2472"/>
              <a:ext cx="76" cy="187"/>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f</a:t>
              </a:r>
            </a:p>
          </p:txBody>
        </p:sp>
        <p:sp>
          <p:nvSpPr>
            <p:cNvPr id="29749" name="Rectangle 204"/>
            <p:cNvSpPr/>
            <p:nvPr/>
          </p:nvSpPr>
          <p:spPr>
            <a:xfrm>
              <a:off x="544" y="2032"/>
              <a:ext cx="124" cy="187"/>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g</a:t>
              </a:r>
            </a:p>
          </p:txBody>
        </p:sp>
        <p:sp>
          <p:nvSpPr>
            <p:cNvPr id="29750" name="Oval 205"/>
            <p:cNvSpPr/>
            <p:nvPr>
              <p:custDataLst>
                <p:tags r:id="rId5"/>
              </p:custDataLst>
            </p:nvPr>
          </p:nvSpPr>
          <p:spPr>
            <a:xfrm>
              <a:off x="1996" y="2172"/>
              <a:ext cx="64" cy="64"/>
            </a:xfrm>
            <a:prstGeom prst="ellipse">
              <a:avLst/>
            </a:prstGeom>
            <a:blipFill rotWithShape="0">
              <a:blip r:embed="rId29"/>
            </a:blip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29751" name="Oval 206"/>
            <p:cNvSpPr/>
            <p:nvPr>
              <p:custDataLst>
                <p:tags r:id="rId6"/>
              </p:custDataLst>
            </p:nvPr>
          </p:nvSpPr>
          <p:spPr>
            <a:xfrm>
              <a:off x="1196" y="2780"/>
              <a:ext cx="64" cy="64"/>
            </a:xfrm>
            <a:prstGeom prst="ellipse">
              <a:avLst/>
            </a:prstGeom>
            <a:blipFill rotWithShape="0">
              <a:blip r:embed="rId29"/>
            </a:blip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29752" name="Oval 207"/>
            <p:cNvSpPr/>
            <p:nvPr>
              <p:custDataLst>
                <p:tags r:id="rId7"/>
              </p:custDataLst>
            </p:nvPr>
          </p:nvSpPr>
          <p:spPr>
            <a:xfrm>
              <a:off x="3500" y="2908"/>
              <a:ext cx="64" cy="64"/>
            </a:xfrm>
            <a:prstGeom prst="ellipse">
              <a:avLst/>
            </a:prstGeom>
            <a:blipFill rotWithShape="0">
              <a:blip r:embed="rId29"/>
            </a:blip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29753" name="Oval 208"/>
            <p:cNvSpPr/>
            <p:nvPr>
              <p:custDataLst>
                <p:tags r:id="rId8"/>
              </p:custDataLst>
            </p:nvPr>
          </p:nvSpPr>
          <p:spPr>
            <a:xfrm>
              <a:off x="3516" y="2124"/>
              <a:ext cx="64" cy="64"/>
            </a:xfrm>
            <a:prstGeom prst="ellipse">
              <a:avLst/>
            </a:prstGeom>
            <a:solidFill>
              <a:srgbClr val="00FF00"/>
            </a:solid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29754" name="Oval 209"/>
            <p:cNvSpPr/>
            <p:nvPr>
              <p:custDataLst>
                <p:tags r:id="rId9"/>
              </p:custDataLst>
            </p:nvPr>
          </p:nvSpPr>
          <p:spPr>
            <a:xfrm>
              <a:off x="2460" y="2740"/>
              <a:ext cx="64" cy="64"/>
            </a:xfrm>
            <a:prstGeom prst="ellipse">
              <a:avLst/>
            </a:prstGeom>
            <a:solidFill>
              <a:srgbClr val="00FF00"/>
            </a:solid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29755" name="Oval 210"/>
            <p:cNvSpPr/>
            <p:nvPr>
              <p:custDataLst>
                <p:tags r:id="rId10"/>
              </p:custDataLst>
            </p:nvPr>
          </p:nvSpPr>
          <p:spPr>
            <a:xfrm>
              <a:off x="1276" y="2156"/>
              <a:ext cx="64" cy="64"/>
            </a:xfrm>
            <a:prstGeom prst="ellipse">
              <a:avLst/>
            </a:prstGeom>
            <a:solidFill>
              <a:srgbClr val="00FF00"/>
            </a:solid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grpSp>
      <p:graphicFrame>
        <p:nvGraphicFramePr>
          <p:cNvPr id="29702" name="表格 29701"/>
          <p:cNvGraphicFramePr/>
          <p:nvPr>
            <p:custDataLst>
              <p:tags r:id="rId1"/>
            </p:custDataLst>
          </p:nvPr>
        </p:nvGraphicFramePr>
        <p:xfrm>
          <a:off x="5600700" y="1484472"/>
          <a:ext cx="2000250" cy="1660922"/>
        </p:xfrm>
        <a:graphic>
          <a:graphicData uri="http://schemas.openxmlformats.org/drawingml/2006/table">
            <a:tbl>
              <a:tblPr/>
              <a:tblGrid>
                <a:gridCol w="800100">
                  <a:extLst>
                    <a:ext uri="{9D8B030D-6E8A-4147-A177-3AD203B41FA5}">
                      <a16:colId xmlns:a16="http://schemas.microsoft.com/office/drawing/2014/main" val="20000"/>
                    </a:ext>
                  </a:extLst>
                </a:gridCol>
                <a:gridCol w="1200150">
                  <a:extLst>
                    <a:ext uri="{9D8B030D-6E8A-4147-A177-3AD203B41FA5}">
                      <a16:colId xmlns:a16="http://schemas.microsoft.com/office/drawing/2014/main" val="20001"/>
                    </a:ext>
                  </a:extLst>
                </a:gridCol>
              </a:tblGrid>
              <a:tr h="228600">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zh-CN" altLang="en-US" sz="1500" b="1" dirty="0">
                          <a:solidFill>
                            <a:schemeClr val="tx1"/>
                          </a:solidFill>
                          <a:latin typeface="微软雅黑" panose="020B0503020204020204" charset="-122"/>
                          <a:ea typeface="微软雅黑" panose="020B0503020204020204" charset="-122"/>
                        </a:rPr>
                        <a:t>测试用例</a:t>
                      </a:r>
                    </a:p>
                  </a:txBody>
                  <a:tcPr marL="0" marR="0" marT="0" marB="0"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solid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zh-CN" altLang="en-US" sz="1500" b="1" dirty="0">
                          <a:solidFill>
                            <a:schemeClr val="tx1"/>
                          </a:solidFill>
                          <a:latin typeface="微软雅黑" panose="020B0503020204020204" charset="-122"/>
                          <a:ea typeface="微软雅黑" panose="020B0503020204020204" charset="-122"/>
                        </a:rPr>
                        <a:t>输入等价类</a:t>
                      </a:r>
                    </a:p>
                  </a:txBody>
                  <a:tcPr marL="0" marR="0" marT="0" marB="0"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228600">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1</a:t>
                      </a:r>
                    </a:p>
                  </a:txBody>
                  <a:tcPr marL="0" marR="0" marT="0" marB="0"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M1,N1</a:t>
                      </a:r>
                    </a:p>
                  </a:txBody>
                  <a:tcPr marL="0" marR="0" marT="0" marB="0"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28600">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FF0000"/>
                          </a:solidFill>
                          <a:latin typeface="微软雅黑" panose="020B0503020204020204" charset="-122"/>
                          <a:ea typeface="微软雅黑" panose="020B0503020204020204" charset="-122"/>
                        </a:rPr>
                        <a:t>2</a:t>
                      </a:r>
                    </a:p>
                  </a:txBody>
                  <a:tcPr marL="0" marR="0" marT="0" marB="0"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FF0000"/>
                          </a:solidFill>
                          <a:latin typeface="微软雅黑" panose="020B0503020204020204" charset="-122"/>
                          <a:ea typeface="微软雅黑" panose="020B0503020204020204" charset="-122"/>
                        </a:rPr>
                        <a:t>M1,N2</a:t>
                      </a:r>
                    </a:p>
                  </a:txBody>
                  <a:tcPr marL="0" marR="0" marT="0" marB="0"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28600">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0" hangingPunct="0">
                        <a:buNone/>
                      </a:pPr>
                      <a:r>
                        <a:rPr lang="en-US" altLang="zh-CN" sz="1500" b="1" dirty="0">
                          <a:solidFill>
                            <a:srgbClr val="FF0000"/>
                          </a:solidFill>
                          <a:latin typeface="微软雅黑" panose="020B0503020204020204" charset="-122"/>
                          <a:ea typeface="微软雅黑" panose="020B0503020204020204" charset="-122"/>
                        </a:rPr>
                        <a:t>3</a:t>
                      </a:r>
                    </a:p>
                  </a:txBody>
                  <a:tcPr marL="0" marR="0" marT="0" marB="0"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0" hangingPunct="0">
                        <a:buNone/>
                      </a:pPr>
                      <a:r>
                        <a:rPr lang="en-US" altLang="zh-CN" sz="1500" b="1" dirty="0">
                          <a:solidFill>
                            <a:srgbClr val="FF0000"/>
                          </a:solidFill>
                          <a:latin typeface="微软雅黑" panose="020B0503020204020204" charset="-122"/>
                          <a:ea typeface="微软雅黑" panose="020B0503020204020204" charset="-122"/>
                        </a:rPr>
                        <a:t>M2,N1</a:t>
                      </a:r>
                    </a:p>
                  </a:txBody>
                  <a:tcPr marL="0" marR="0" marT="0" marB="0"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48841">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0" hangingPunct="0">
                        <a:buNone/>
                      </a:pPr>
                      <a:r>
                        <a:rPr lang="en-US" altLang="zh-CN" sz="1500" b="1" dirty="0">
                          <a:solidFill>
                            <a:srgbClr val="0000FF"/>
                          </a:solidFill>
                          <a:latin typeface="微软雅黑" panose="020B0503020204020204" charset="-122"/>
                          <a:ea typeface="微软雅黑" panose="020B0503020204020204" charset="-122"/>
                        </a:rPr>
                        <a:t>4</a:t>
                      </a:r>
                    </a:p>
                  </a:txBody>
                  <a:tcPr marL="0" marR="0" marT="0" marB="0"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0" hangingPunct="0">
                        <a:buNone/>
                      </a:pPr>
                      <a:r>
                        <a:rPr lang="en-US" altLang="zh-CN" sz="1500" b="1" dirty="0">
                          <a:solidFill>
                            <a:srgbClr val="0000FF"/>
                          </a:solidFill>
                          <a:latin typeface="微软雅黑" panose="020B0503020204020204" charset="-122"/>
                          <a:ea typeface="微软雅黑" panose="020B0503020204020204" charset="-122"/>
                        </a:rPr>
                        <a:t>M2,N2</a:t>
                      </a:r>
                    </a:p>
                  </a:txBody>
                  <a:tcPr marL="0" marR="0" marT="0" marB="0"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48840">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0" hangingPunct="0">
                        <a:buNone/>
                      </a:pPr>
                      <a:r>
                        <a:rPr lang="en-US" altLang="zh-CN" sz="1500" b="1" dirty="0">
                          <a:solidFill>
                            <a:srgbClr val="0000FF"/>
                          </a:solidFill>
                          <a:latin typeface="微软雅黑" panose="020B0503020204020204" charset="-122"/>
                          <a:ea typeface="微软雅黑" panose="020B0503020204020204" charset="-122"/>
                        </a:rPr>
                        <a:t>5</a:t>
                      </a:r>
                    </a:p>
                  </a:txBody>
                  <a:tcPr marL="0" marR="0" marT="0" marB="0"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0" hangingPunct="0">
                        <a:buNone/>
                      </a:pPr>
                      <a:r>
                        <a:rPr lang="en-US" altLang="zh-CN" sz="1500" b="1" dirty="0">
                          <a:solidFill>
                            <a:srgbClr val="0000FF"/>
                          </a:solidFill>
                          <a:latin typeface="微软雅黑" panose="020B0503020204020204" charset="-122"/>
                          <a:ea typeface="微软雅黑" panose="020B0503020204020204" charset="-122"/>
                        </a:rPr>
                        <a:t>M3,N1</a:t>
                      </a:r>
                    </a:p>
                  </a:txBody>
                  <a:tcPr marL="0" marR="0" marT="0" marB="0"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48841">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0" hangingPunct="0">
                        <a:buNone/>
                      </a:pPr>
                      <a:r>
                        <a:rPr lang="en-US" altLang="zh-CN" sz="1500" b="1" dirty="0">
                          <a:solidFill>
                            <a:srgbClr val="FF0000"/>
                          </a:solidFill>
                          <a:latin typeface="微软雅黑" panose="020B0503020204020204" charset="-122"/>
                          <a:ea typeface="微软雅黑" panose="020B0503020204020204" charset="-122"/>
                        </a:rPr>
                        <a:t>6</a:t>
                      </a:r>
                    </a:p>
                  </a:txBody>
                  <a:tcPr marL="0" marR="0" marT="0" marB="0"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0" hangingPunct="0">
                        <a:buNone/>
                      </a:pPr>
                      <a:r>
                        <a:rPr lang="en-US" altLang="zh-CN" sz="1500" b="1" dirty="0">
                          <a:solidFill>
                            <a:srgbClr val="FF0000"/>
                          </a:solidFill>
                          <a:latin typeface="微软雅黑" panose="020B0503020204020204" charset="-122"/>
                          <a:ea typeface="微软雅黑" panose="020B0503020204020204" charset="-122"/>
                        </a:rPr>
                        <a:t>M3,N2</a:t>
                      </a:r>
                    </a:p>
                  </a:txBody>
                  <a:tcPr marL="0" marR="0" marT="0" marB="0"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269549" name="Text Box 237"/>
          <p:cNvSpPr txBox="1"/>
          <p:nvPr>
            <p:custDataLst>
              <p:tags r:id="rId2"/>
            </p:custDataLst>
          </p:nvPr>
        </p:nvSpPr>
        <p:spPr>
          <a:xfrm>
            <a:off x="5543550" y="3367088"/>
            <a:ext cx="2171700" cy="1038746"/>
          </a:xfrm>
          <a:prstGeom prst="rect">
            <a:avLst/>
          </a:prstGeom>
          <a:solidFill>
            <a:srgbClr val="CCFFCC"/>
          </a:solidFill>
          <a:ln w="9525" cap="flat" cmpd="sng">
            <a:solidFill>
              <a:schemeClr val="dk1"/>
            </a:solidFill>
            <a:prstDash val="solid"/>
            <a:miter/>
            <a:headEnd type="none" w="med" len="med"/>
            <a:tailEnd type="none" w="med" len="med"/>
          </a:ln>
        </p:spPr>
        <p:txBody>
          <a:bodyPr lIns="54000" tIns="0" rIns="54000" bIns="0" anchor="t" anchorCtr="1">
            <a:spAutoFit/>
          </a:bodyPr>
          <a:lstStyle/>
          <a:p>
            <a:pPr algn="just">
              <a:spcBef>
                <a:spcPct val="50000"/>
              </a:spcBef>
            </a:pPr>
            <a:r>
              <a:rPr lang="zh-CN" altLang="en-US" sz="1500" b="1" dirty="0">
                <a:solidFill>
                  <a:srgbClr val="FF0000"/>
                </a:solidFill>
                <a:latin typeface="微软雅黑" panose="020B0503020204020204" charset="-122"/>
                <a:ea typeface="微软雅黑" panose="020B0503020204020204" charset="-122"/>
                <a:cs typeface="微软雅黑" panose="020B0503020204020204" charset="-122"/>
              </a:rPr>
              <a:t>对于</a:t>
            </a:r>
            <a:r>
              <a:rPr lang="en-US" altLang="zh-CN" sz="1500" b="1" dirty="0">
                <a:solidFill>
                  <a:srgbClr val="FF0000"/>
                </a:solidFill>
                <a:latin typeface="微软雅黑" panose="020B0503020204020204" charset="-122"/>
                <a:ea typeface="微软雅黑" panose="020B0503020204020204" charset="-122"/>
                <a:cs typeface="微软雅黑" panose="020B0503020204020204" charset="-122"/>
              </a:rPr>
              <a:t>n</a:t>
            </a:r>
            <a:r>
              <a:rPr lang="zh-CN" altLang="en-US" sz="1500" b="1" dirty="0">
                <a:solidFill>
                  <a:srgbClr val="FF0000"/>
                </a:solidFill>
                <a:latin typeface="微软雅黑" panose="020B0503020204020204" charset="-122"/>
                <a:ea typeface="微软雅黑" panose="020B0503020204020204" charset="-122"/>
                <a:cs typeface="微软雅黑" panose="020B0503020204020204" charset="-122"/>
              </a:rPr>
              <a:t>变量，设第</a:t>
            </a:r>
            <a:r>
              <a:rPr lang="en-US" altLang="zh-CN" sz="1500" b="1" dirty="0">
                <a:solidFill>
                  <a:srgbClr val="FF0000"/>
                </a:solidFill>
                <a:latin typeface="微软雅黑" panose="020B0503020204020204" charset="-122"/>
                <a:ea typeface="微软雅黑" panose="020B0503020204020204" charset="-122"/>
                <a:cs typeface="微软雅黑" panose="020B0503020204020204" charset="-122"/>
              </a:rPr>
              <a:t>i</a:t>
            </a:r>
            <a:r>
              <a:rPr lang="zh-CN" altLang="en-US" sz="1500" b="1" dirty="0">
                <a:solidFill>
                  <a:srgbClr val="FF0000"/>
                </a:solidFill>
                <a:latin typeface="微软雅黑" panose="020B0503020204020204" charset="-122"/>
                <a:ea typeface="微软雅黑" panose="020B0503020204020204" charset="-122"/>
                <a:cs typeface="微软雅黑" panose="020B0503020204020204" charset="-122"/>
              </a:rPr>
              <a:t>个变量的有效等价类是</a:t>
            </a:r>
            <a:r>
              <a:rPr lang="en-US" altLang="zh-CN" sz="1500" b="1" dirty="0">
                <a:solidFill>
                  <a:srgbClr val="FF0000"/>
                </a:solidFill>
                <a:latin typeface="微软雅黑" panose="020B0503020204020204" charset="-122"/>
                <a:ea typeface="微软雅黑" panose="020B0503020204020204" charset="-122"/>
                <a:cs typeface="微软雅黑" panose="020B0503020204020204" charset="-122"/>
              </a:rPr>
              <a:t>m</a:t>
            </a:r>
            <a:r>
              <a:rPr lang="en-US" altLang="zh-CN" sz="1500" b="1" baseline="-25000" dirty="0">
                <a:solidFill>
                  <a:srgbClr val="FF0000"/>
                </a:solidFill>
                <a:latin typeface="微软雅黑" panose="020B0503020204020204" charset="-122"/>
                <a:ea typeface="微软雅黑" panose="020B0503020204020204" charset="-122"/>
                <a:cs typeface="微软雅黑" panose="020B0503020204020204" charset="-122"/>
              </a:rPr>
              <a:t>i</a:t>
            </a:r>
            <a:r>
              <a:rPr lang="zh-CN" altLang="en-US" sz="1500" b="1" dirty="0">
                <a:solidFill>
                  <a:srgbClr val="FF0000"/>
                </a:solidFill>
                <a:latin typeface="微软雅黑" panose="020B0503020204020204" charset="-122"/>
                <a:ea typeface="微软雅黑" panose="020B0503020204020204" charset="-122"/>
                <a:cs typeface="微软雅黑" panose="020B0503020204020204" charset="-122"/>
              </a:rPr>
              <a:t>个，则测试用例总数：</a:t>
            </a:r>
          </a:p>
          <a:p>
            <a:pPr algn="just">
              <a:spcBef>
                <a:spcPct val="50000"/>
              </a:spcBef>
            </a:pPr>
            <a:endParaRPr lang="zh-CN" altLang="en-US" sz="1500" b="1" dirty="0">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269550" name="Text Box 238"/>
          <p:cNvSpPr txBox="1"/>
          <p:nvPr>
            <p:custDataLst>
              <p:tags r:id="rId3"/>
            </p:custDataLst>
          </p:nvPr>
        </p:nvSpPr>
        <p:spPr>
          <a:xfrm>
            <a:off x="5657850" y="4130993"/>
            <a:ext cx="1943100" cy="230832"/>
          </a:xfrm>
          <a:prstGeom prst="rect">
            <a:avLst/>
          </a:prstGeom>
          <a:solidFill>
            <a:srgbClr val="CCFFCC"/>
          </a:solidFill>
          <a:ln w="9525">
            <a:noFill/>
          </a:ln>
        </p:spPr>
        <p:txBody>
          <a:bodyPr lIns="54000" tIns="0" rIns="54000" bIns="0" anchor="t" anchorCtr="1">
            <a:spAutoFit/>
          </a:bodyPr>
          <a:lstStyle/>
          <a:p>
            <a:pPr>
              <a:spcBef>
                <a:spcPct val="50000"/>
              </a:spcBef>
            </a:pPr>
            <a:r>
              <a:rPr lang="en-US" altLang="zh-CN" sz="1500" b="1" dirty="0">
                <a:solidFill>
                  <a:schemeClr val="dk1"/>
                </a:solidFill>
                <a:latin typeface="微软雅黑" panose="020B0503020204020204" charset="-122"/>
                <a:ea typeface="微软雅黑" panose="020B0503020204020204" charset="-122"/>
              </a:rPr>
              <a:t> m</a:t>
            </a:r>
            <a:r>
              <a:rPr lang="en-US" altLang="zh-CN" sz="1500" b="1" baseline="-25000" dirty="0">
                <a:solidFill>
                  <a:schemeClr val="dk1"/>
                </a:solidFill>
                <a:latin typeface="微软雅黑" panose="020B0503020204020204" charset="-122"/>
                <a:ea typeface="微软雅黑" panose="020B0503020204020204" charset="-122"/>
              </a:rPr>
              <a:t>1</a:t>
            </a:r>
            <a:r>
              <a:rPr lang="en-US" altLang="zh-CN" sz="1500" b="1" dirty="0">
                <a:solidFill>
                  <a:schemeClr val="dk1"/>
                </a:solidFill>
                <a:latin typeface="微软雅黑" panose="020B0503020204020204" charset="-122"/>
                <a:ea typeface="微软雅黑" panose="020B0503020204020204" charset="-122"/>
              </a:rPr>
              <a:t>* m</a:t>
            </a:r>
            <a:r>
              <a:rPr lang="en-US" altLang="zh-CN" sz="1500" b="1" baseline="-25000" dirty="0">
                <a:solidFill>
                  <a:schemeClr val="dk1"/>
                </a:solidFill>
                <a:latin typeface="微软雅黑" panose="020B0503020204020204" charset="-122"/>
                <a:ea typeface="微软雅黑" panose="020B0503020204020204" charset="-122"/>
              </a:rPr>
              <a:t>2</a:t>
            </a:r>
            <a:r>
              <a:rPr lang="en-US" altLang="zh-CN" sz="1500" b="1" dirty="0">
                <a:solidFill>
                  <a:schemeClr val="dk1"/>
                </a:solidFill>
                <a:latin typeface="微软雅黑" panose="020B0503020204020204" charset="-122"/>
                <a:ea typeface="微软雅黑" panose="020B0503020204020204" charset="-122"/>
              </a:rPr>
              <a:t>* …*m</a:t>
            </a:r>
            <a:r>
              <a:rPr lang="en-US" altLang="zh-CN" sz="1500" b="1" baseline="-25000" dirty="0">
                <a:solidFill>
                  <a:schemeClr val="dk1"/>
                </a:solidFill>
                <a:latin typeface="微软雅黑" panose="020B0503020204020204" charset="-122"/>
                <a:ea typeface="微软雅黑" panose="020B0503020204020204" charset="-122"/>
              </a:rPr>
              <a:t>n</a:t>
            </a:r>
          </a:p>
        </p:txBody>
      </p:sp>
      <p:sp>
        <p:nvSpPr>
          <p:cNvPr id="269551" name="Rectangle 239"/>
          <p:cNvSpPr/>
          <p:nvPr/>
        </p:nvSpPr>
        <p:spPr>
          <a:xfrm>
            <a:off x="2143840" y="4621502"/>
            <a:ext cx="5697140" cy="323165"/>
          </a:xfrm>
          <a:prstGeom prst="rect">
            <a:avLst/>
          </a:prstGeom>
          <a:noFill/>
          <a:ln w="9525">
            <a:noFill/>
          </a:ln>
        </p:spPr>
        <p:txBody>
          <a:bodyPr anchor="b" anchorCtr="0">
            <a:spAutoFit/>
          </a:bodyPr>
          <a:lstStyle/>
          <a:p>
            <a:pPr algn="l"/>
            <a:r>
              <a:rPr lang="zh-CN" altLang="en-US" sz="1500" b="1" dirty="0">
                <a:solidFill>
                  <a:srgbClr val="0000FF"/>
                </a:solidFill>
                <a:latin typeface="微软雅黑" panose="020B0503020204020204" charset="-122"/>
                <a:ea typeface="微软雅黑" panose="020B0503020204020204" charset="-122"/>
              </a:rPr>
              <a:t>基于</a:t>
            </a:r>
            <a:r>
              <a:rPr lang="zh-CN" altLang="en-US" sz="1500" b="1" dirty="0">
                <a:solidFill>
                  <a:srgbClr val="FF0000"/>
                </a:solidFill>
                <a:latin typeface="微软雅黑" panose="020B0503020204020204" charset="-122"/>
                <a:ea typeface="微软雅黑" panose="020B0503020204020204" charset="-122"/>
              </a:rPr>
              <a:t>多缺陷假设</a:t>
            </a:r>
            <a:r>
              <a:rPr lang="zh-CN" altLang="en-US" sz="1500" b="1" dirty="0">
                <a:solidFill>
                  <a:srgbClr val="0000FF"/>
                </a:solidFill>
                <a:latin typeface="微软雅黑" panose="020B0503020204020204" charset="-122"/>
                <a:ea typeface="微软雅黑" panose="020B0503020204020204" charset="-122"/>
              </a:rPr>
              <a:t>需要等价类</a:t>
            </a:r>
            <a:r>
              <a:rPr lang="zh-CN" altLang="en-US" sz="1500" b="1" dirty="0">
                <a:solidFill>
                  <a:srgbClr val="FF0000"/>
                </a:solidFill>
                <a:latin typeface="微软雅黑" panose="020B0503020204020204" charset="-122"/>
                <a:ea typeface="微软雅黑" panose="020B0503020204020204" charset="-122"/>
              </a:rPr>
              <a:t>笛卡尔积</a:t>
            </a:r>
            <a:r>
              <a:rPr lang="zh-CN" altLang="en-US" sz="1500" b="1" dirty="0">
                <a:solidFill>
                  <a:srgbClr val="0000FF"/>
                </a:solidFill>
                <a:latin typeface="微软雅黑" panose="020B0503020204020204" charset="-122"/>
                <a:ea typeface="微软雅黑" panose="020B0503020204020204" charset="-122"/>
              </a:rPr>
              <a:t>的每个元素对应的测试用例</a:t>
            </a:r>
          </a:p>
        </p:txBody>
      </p:sp>
      <p:sp>
        <p:nvSpPr>
          <p:cNvPr id="264194" name="Rectangle 2"/>
          <p:cNvSpPr>
            <a:spLocks noGrp="1" noChangeArrowheads="1"/>
          </p:cNvSpPr>
          <p:nvPr>
            <p:ph type="title"/>
          </p:nvPr>
        </p:nvSpPr>
        <p:spPr>
          <a:xfrm>
            <a:off x="1439704" y="303848"/>
            <a:ext cx="5617369" cy="756285"/>
          </a:xfrm>
          <a:noFill/>
          <a:ln>
            <a:noFill/>
          </a:ln>
          <a:extLst>
            <a:ext uri="{909E8E84-426E-40DD-AFC4-6F175D3DCCD1}">
              <a14:hiddenFill xmlns:a14="http://schemas.microsoft.com/office/drawing/2010/main">
                <a:solidFill>
                  <a:srgbClr val="FFCC00"/>
                </a:solidFill>
              </a14:hiddenFill>
            </a:ext>
          </a:extLst>
        </p:spPr>
        <p:txBody>
          <a:bodyPr vert="horz" wrap="square" lIns="68580" tIns="34290" rIns="68580" bIns="34290" numCol="1" rtlCol="0" anchor="ctr" anchorCtr="0" compatLnSpc="1">
            <a:normAutofit/>
          </a:bodyPr>
          <a:lstStyle/>
          <a:p>
            <a:pPr algn="just" eaLnBrk="0" fontAlgn="base" hangingPunct="0">
              <a:lnSpc>
                <a:spcPct val="100000"/>
              </a:lnSpc>
              <a:buClrTx/>
            </a:pPr>
            <a:r>
              <a:rPr kumimoji="0" lang="zh-CN" altLang="en-US" sz="2925">
                <a:solidFill>
                  <a:schemeClr val="accent1">
                    <a:lumMod val="75000"/>
                  </a:schemeClr>
                </a:solidFill>
                <a:latin typeface="微软雅黑" panose="020B0503020204020204" charset="-122"/>
                <a:cs typeface="微软雅黑" panose="020B0503020204020204" charset="-122"/>
              </a:rPr>
              <a:t>测试用例设计</a:t>
            </a:r>
            <a:r>
              <a:rPr kumimoji="0" sz="2925">
                <a:solidFill>
                  <a:schemeClr val="accent1">
                    <a:lumMod val="75000"/>
                  </a:schemeClr>
                </a:solidFill>
                <a:latin typeface="微软雅黑" panose="020B0503020204020204" charset="-122"/>
                <a:cs typeface="微软雅黑" panose="020B0503020204020204" charset="-122"/>
              </a:rPr>
              <a:t>--</a:t>
            </a:r>
            <a:r>
              <a:rPr kumimoji="0" lang="zh-CN" altLang="en-US" sz="2925">
                <a:solidFill>
                  <a:schemeClr val="accent1">
                    <a:lumMod val="75000"/>
                  </a:schemeClr>
                </a:solidFill>
                <a:latin typeface="微软雅黑" panose="020B0503020204020204" charset="-122"/>
                <a:cs typeface="微软雅黑" panose="020B0503020204020204" charset="-122"/>
              </a:rPr>
              <a:t>强一般等价类</a:t>
            </a:r>
          </a:p>
        </p:txBody>
      </p:sp>
      <p:sp>
        <p:nvSpPr>
          <p:cNvPr id="2" name="日期占位符 1"/>
          <p:cNvSpPr>
            <a:spLocks noGrp="1"/>
          </p:cNvSpPr>
          <p:nvPr>
            <p:ph type="dt" sz="half" idx="10"/>
          </p:nvPr>
        </p:nvSpPr>
        <p:spPr/>
        <p:txBody>
          <a:bodyPr/>
          <a:lstStyle/>
          <a:p>
            <a:fld id="{760FBDFE-C587-4B4C-A407-44438C67B59E}" type="datetime1">
              <a:rPr lang="zh-CN" altLang="en-US" smtClean="0">
                <a:latin typeface="微软雅黑" panose="020B0503020204020204" charset="-122"/>
                <a:ea typeface="微软雅黑" panose="020B0503020204020204" charset="-122"/>
              </a:rPr>
              <a:t>2024/3/12</a:t>
            </a:fld>
            <a:endParaRPr lang="zh-CN" altLang="en-US">
              <a:latin typeface="微软雅黑" panose="020B0503020204020204" charset="-122"/>
              <a:ea typeface="微软雅黑" panose="020B0503020204020204" charset="-122"/>
            </a:endParaRPr>
          </a:p>
        </p:txBody>
      </p:sp>
      <p:sp>
        <p:nvSpPr>
          <p:cNvPr id="3" name="灯片编号占位符 2"/>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fld id="{49AE70B2-8BF9-45C0-BB95-33D1B9D3A854}" type="slidenum">
              <a:rPr lang="zh-CN" altLang="en-US" smtClean="0"/>
              <a:pPr/>
              <a:t>94</a:t>
            </a:fld>
            <a:endParaRPr lang="zh-CN" altLang="en-US">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9551"/>
                                        </p:tgtEl>
                                        <p:attrNameLst>
                                          <p:attrName>style.visibility</p:attrName>
                                        </p:attrNameLst>
                                      </p:cBhvr>
                                      <p:to>
                                        <p:strVal val="visible"/>
                                      </p:to>
                                    </p:set>
                                    <p:animEffect transition="in" filter="blinds(horizontal)">
                                      <p:cBhvr>
                                        <p:cTn id="7" dur="500"/>
                                        <p:tgtEl>
                                          <p:spTgt spid="26955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9702"/>
                                        </p:tgtEl>
                                        <p:attrNameLst>
                                          <p:attrName>style.visibility</p:attrName>
                                        </p:attrNameLst>
                                      </p:cBhvr>
                                      <p:to>
                                        <p:strVal val="visible"/>
                                      </p:to>
                                    </p:set>
                                    <p:animEffect transition="in" filter="dissolve">
                                      <p:cBhvr>
                                        <p:cTn id="12" dur="500"/>
                                        <p:tgtEl>
                                          <p:spTgt spid="29702"/>
                                        </p:tgtEl>
                                      </p:cBhvr>
                                    </p:animEffect>
                                  </p:childTnLst>
                                </p:cTn>
                              </p:par>
                            </p:childTnLst>
                          </p:cTn>
                        </p:par>
                        <p:par>
                          <p:cTn id="13" fill="hold">
                            <p:stCondLst>
                              <p:cond delay="500"/>
                            </p:stCondLst>
                            <p:childTnLst>
                              <p:par>
                                <p:cTn id="14" presetID="2" presetClass="entr" presetSubtype="4" fill="hold" grpId="0" nodeType="afterEffect">
                                  <p:stCondLst>
                                    <p:cond delay="0"/>
                                  </p:stCondLst>
                                  <p:childTnLst>
                                    <p:set>
                                      <p:cBhvr>
                                        <p:cTn id="15" dur="1" fill="hold">
                                          <p:stCondLst>
                                            <p:cond delay="0"/>
                                          </p:stCondLst>
                                        </p:cTn>
                                        <p:tgtEl>
                                          <p:spTgt spid="269549"/>
                                        </p:tgtEl>
                                        <p:attrNameLst>
                                          <p:attrName>style.visibility</p:attrName>
                                        </p:attrNameLst>
                                      </p:cBhvr>
                                      <p:to>
                                        <p:strVal val="visible"/>
                                      </p:to>
                                    </p:set>
                                    <p:anim calcmode="lin" valueType="num">
                                      <p:cBhvr additive="base">
                                        <p:cTn id="16" dur="500" fill="hold"/>
                                        <p:tgtEl>
                                          <p:spTgt spid="269549"/>
                                        </p:tgtEl>
                                        <p:attrNameLst>
                                          <p:attrName>ppt_x</p:attrName>
                                        </p:attrNameLst>
                                      </p:cBhvr>
                                      <p:tavLst>
                                        <p:tav tm="0">
                                          <p:val>
                                            <p:strVal val="#ppt_x"/>
                                          </p:val>
                                        </p:tav>
                                        <p:tav tm="100000">
                                          <p:val>
                                            <p:strVal val="#ppt_x"/>
                                          </p:val>
                                        </p:tav>
                                      </p:tavLst>
                                    </p:anim>
                                    <p:anim calcmode="lin" valueType="num">
                                      <p:cBhvr additive="base">
                                        <p:cTn id="17" dur="500" fill="hold"/>
                                        <p:tgtEl>
                                          <p:spTgt spid="269549"/>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269550"/>
                                        </p:tgtEl>
                                        <p:attrNameLst>
                                          <p:attrName>style.visibility</p:attrName>
                                        </p:attrNameLst>
                                      </p:cBhvr>
                                      <p:to>
                                        <p:strVal val="visible"/>
                                      </p:to>
                                    </p:set>
                                    <p:anim calcmode="lin" valueType="num">
                                      <p:cBhvr additive="base">
                                        <p:cTn id="22" dur="500" fill="hold"/>
                                        <p:tgtEl>
                                          <p:spTgt spid="269550"/>
                                        </p:tgtEl>
                                        <p:attrNameLst>
                                          <p:attrName>ppt_x</p:attrName>
                                        </p:attrNameLst>
                                      </p:cBhvr>
                                      <p:tavLst>
                                        <p:tav tm="0">
                                          <p:val>
                                            <p:strVal val="#ppt_x"/>
                                          </p:val>
                                        </p:tav>
                                        <p:tav tm="100000">
                                          <p:val>
                                            <p:strVal val="#ppt_x"/>
                                          </p:val>
                                        </p:tav>
                                      </p:tavLst>
                                    </p:anim>
                                    <p:anim calcmode="lin" valueType="num">
                                      <p:cBhvr additive="base">
                                        <p:cTn id="23" dur="500" fill="hold"/>
                                        <p:tgtEl>
                                          <p:spTgt spid="2695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9549" grpId="0" bldLvl="0" animBg="1"/>
      <p:bldP spid="269550" grpId="0" bldLvl="0" animBg="1"/>
      <p:bldP spid="269551" grpId="0"/>
    </p:bldLst>
  </p:timing>
</p:sld>
</file>

<file path=ppt/slides/slide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24" name="Rectangle 4"/>
          <p:cNvSpPr>
            <a:spLocks noGrp="1"/>
          </p:cNvSpPr>
          <p:nvPr>
            <p:ph idx="1"/>
            <p:custDataLst>
              <p:tags r:id="rId1"/>
            </p:custDataLst>
          </p:nvPr>
        </p:nvSpPr>
        <p:spPr>
          <a:xfrm>
            <a:off x="1745457" y="1352550"/>
            <a:ext cx="5850731" cy="1704975"/>
          </a:xfrm>
        </p:spPr>
        <p:txBody>
          <a:bodyPr vert="horz" wrap="square" lIns="68580" tIns="34290" rIns="68580" bIns="34290" rtlCol="0" anchor="t" anchorCtr="0">
            <a:normAutofit/>
          </a:bodyPr>
          <a:lstStyle/>
          <a:p>
            <a:pPr eaLnBrk="1" hangingPunct="1">
              <a:lnSpc>
                <a:spcPct val="120000"/>
              </a:lnSpc>
            </a:pPr>
            <a:r>
              <a:rPr lang="zh-CN" altLang="en-US" b="1" dirty="0">
                <a:solidFill>
                  <a:schemeClr val="dk1"/>
                </a:solidFill>
                <a:latin typeface="+mn-ea"/>
                <a:ea typeface="+mn-ea"/>
                <a:cs typeface="+mn-ea"/>
              </a:rPr>
              <a:t>笛卡儿积能保证两种意义上的“完备性”</a:t>
            </a:r>
          </a:p>
          <a:p>
            <a:pPr lvl="1" eaLnBrk="1" hangingPunct="1">
              <a:lnSpc>
                <a:spcPct val="120000"/>
              </a:lnSpc>
            </a:pPr>
            <a:r>
              <a:rPr lang="zh-CN" altLang="en-US" sz="2100" dirty="0">
                <a:solidFill>
                  <a:schemeClr val="dk1"/>
                </a:solidFill>
                <a:latin typeface="+mn-ea"/>
                <a:ea typeface="+mn-ea"/>
                <a:cs typeface="+mn-ea"/>
              </a:rPr>
              <a:t> </a:t>
            </a:r>
            <a:r>
              <a:rPr lang="zh-CN" altLang="en-US" dirty="0">
                <a:solidFill>
                  <a:schemeClr val="dk1"/>
                </a:solidFill>
                <a:latin typeface="+mn-ea"/>
                <a:ea typeface="+mn-ea"/>
                <a:cs typeface="+mn-ea"/>
              </a:rPr>
              <a:t>覆盖所有的等价类</a:t>
            </a:r>
          </a:p>
          <a:p>
            <a:pPr lvl="1" eaLnBrk="1" hangingPunct="1">
              <a:lnSpc>
                <a:spcPct val="120000"/>
              </a:lnSpc>
            </a:pPr>
            <a:r>
              <a:rPr lang="zh-CN" altLang="en-US" dirty="0">
                <a:solidFill>
                  <a:schemeClr val="dk1"/>
                </a:solidFill>
                <a:latin typeface="+mn-ea"/>
                <a:ea typeface="+mn-ea"/>
                <a:cs typeface="+mn-ea"/>
              </a:rPr>
              <a:t> 有可能的输入组合中的一个</a:t>
            </a:r>
          </a:p>
        </p:txBody>
      </p:sp>
      <p:sp>
        <p:nvSpPr>
          <p:cNvPr id="264194" name="Rectangle 2"/>
          <p:cNvSpPr>
            <a:spLocks noGrp="1" noChangeArrowheads="1"/>
          </p:cNvSpPr>
          <p:nvPr>
            <p:ph type="title"/>
          </p:nvPr>
        </p:nvSpPr>
        <p:spPr>
          <a:xfrm>
            <a:off x="1439704" y="303848"/>
            <a:ext cx="5617369" cy="756285"/>
          </a:xfrm>
          <a:noFill/>
          <a:ln>
            <a:noFill/>
          </a:ln>
          <a:extLst>
            <a:ext uri="{909E8E84-426E-40DD-AFC4-6F175D3DCCD1}">
              <a14:hiddenFill xmlns:a14="http://schemas.microsoft.com/office/drawing/2010/main">
                <a:solidFill>
                  <a:srgbClr val="FFCC00"/>
                </a:solidFill>
              </a14:hiddenFill>
            </a:ext>
          </a:extLst>
        </p:spPr>
        <p:txBody>
          <a:bodyPr vert="horz" wrap="square" lIns="68580" tIns="34290" rIns="68580" bIns="34290" numCol="1" rtlCol="0" anchor="ctr" anchorCtr="0" compatLnSpc="1">
            <a:normAutofit/>
          </a:bodyPr>
          <a:lstStyle/>
          <a:p>
            <a:pPr algn="just" eaLnBrk="0" fontAlgn="base" hangingPunct="0">
              <a:lnSpc>
                <a:spcPct val="100000"/>
              </a:lnSpc>
              <a:buClrTx/>
            </a:pPr>
            <a:r>
              <a:rPr kumimoji="0" lang="zh-CN" altLang="en-US" sz="2925">
                <a:solidFill>
                  <a:schemeClr val="accent1">
                    <a:lumMod val="75000"/>
                  </a:schemeClr>
                </a:solidFill>
                <a:latin typeface="微软雅黑" panose="020B0503020204020204" charset="-122"/>
                <a:cs typeface="+mj-cs"/>
              </a:rPr>
              <a:t>测试用例设计</a:t>
            </a:r>
            <a:r>
              <a:rPr kumimoji="0" sz="2925">
                <a:solidFill>
                  <a:schemeClr val="accent1">
                    <a:lumMod val="75000"/>
                  </a:schemeClr>
                </a:solidFill>
                <a:latin typeface="微软雅黑" panose="020B0503020204020204" charset="-122"/>
                <a:cs typeface="+mj-cs"/>
              </a:rPr>
              <a:t>--强</a:t>
            </a:r>
            <a:r>
              <a:rPr kumimoji="0" lang="zh-CN" altLang="en-US" sz="2925">
                <a:solidFill>
                  <a:schemeClr val="accent1">
                    <a:lumMod val="75000"/>
                  </a:schemeClr>
                </a:solidFill>
                <a:latin typeface="微软雅黑" panose="020B0503020204020204" charset="-122"/>
                <a:cs typeface="+mj-cs"/>
              </a:rPr>
              <a:t>一般等价类</a:t>
            </a:r>
          </a:p>
        </p:txBody>
      </p:sp>
      <p:sp>
        <p:nvSpPr>
          <p:cNvPr id="2" name="日期占位符 1"/>
          <p:cNvSpPr>
            <a:spLocks noGrp="1"/>
          </p:cNvSpPr>
          <p:nvPr>
            <p:ph type="dt" sz="half" idx="10"/>
          </p:nvPr>
        </p:nvSpPr>
        <p:spPr/>
        <p:txBody>
          <a:bodyPr/>
          <a:lstStyle/>
          <a:p>
            <a:fld id="{760FBDFE-C587-4B4C-A407-44438C67B59E}" type="datetime1">
              <a:rPr lang="zh-CN" altLang="en-US" smtClean="0"/>
              <a:t>2024/3/12</a:t>
            </a:fld>
            <a:endParaRPr lang="zh-CN" altLang="en-US"/>
          </a:p>
        </p:txBody>
      </p:sp>
      <p:sp>
        <p:nvSpPr>
          <p:cNvPr id="3" name="灯片编号占位符 2"/>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fld id="{49AE70B2-8BF9-45C0-BB95-33D1B9D3A854}" type="slidenum">
              <a:rPr lang="zh-CN" altLang="en-US" smtClean="0"/>
              <a:pPr/>
              <a:t>95</a:t>
            </a:fld>
            <a:endParaRPr lang="zh-CN" alt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8" name="Rectangle 4"/>
          <p:cNvSpPr>
            <a:spLocks noGrp="1"/>
          </p:cNvSpPr>
          <p:nvPr>
            <p:ph idx="1"/>
          </p:nvPr>
        </p:nvSpPr>
        <p:spPr>
          <a:xfrm>
            <a:off x="1657350" y="1245394"/>
            <a:ext cx="3293269" cy="400050"/>
          </a:xfrm>
        </p:spPr>
        <p:txBody>
          <a:bodyPr vert="horz" wrap="square" lIns="68580" tIns="34290" rIns="68580" bIns="34290" rtlCol="0" anchor="t" anchorCtr="0">
            <a:normAutofit fontScale="85000" lnSpcReduction="20000"/>
          </a:bodyPr>
          <a:lstStyle/>
          <a:p>
            <a:pPr eaLnBrk="1" hangingPunct="1"/>
            <a:r>
              <a:rPr lang="zh-CN" altLang="en-US" b="1" u="sng" dirty="0">
                <a:latin typeface="微软雅黑" panose="020B0503020204020204" charset="-122"/>
              </a:rPr>
              <a:t>基于单缺陷、健壮值</a:t>
            </a:r>
          </a:p>
        </p:txBody>
      </p:sp>
      <p:sp>
        <p:nvSpPr>
          <p:cNvPr id="271365" name="Oval 5"/>
          <p:cNvSpPr/>
          <p:nvPr>
            <p:custDataLst>
              <p:tags r:id="rId1"/>
            </p:custDataLst>
          </p:nvPr>
        </p:nvSpPr>
        <p:spPr>
          <a:xfrm>
            <a:off x="3048477" y="1199674"/>
            <a:ext cx="1150144" cy="539591"/>
          </a:xfrm>
          <a:prstGeom prst="ellipse">
            <a:avLst/>
          </a:prstGeom>
          <a:noFill/>
          <a:ln w="60325" cap="flat" cmpd="sng">
            <a:solidFill>
              <a:srgbClr val="FF0000"/>
            </a:solidFill>
            <a:prstDash val="solid"/>
            <a:headEnd type="none" w="med" len="med"/>
            <a:tailEnd type="none" w="med" len="med"/>
          </a:ln>
        </p:spPr>
        <p:txBody>
          <a:bodyPr wrap="none" lIns="0" tIns="0" rIns="0" bIns="0" anchor="ctr" anchorCtr="0"/>
          <a:lstStyle/>
          <a:p>
            <a:endParaRPr lang="zh-CN" altLang="en-US" sz="1350" dirty="0">
              <a:solidFill>
                <a:schemeClr val="dk1"/>
              </a:solidFill>
              <a:latin typeface="Comic Sans MS" panose="030F0702030302020204" pitchFamily="66" charset="0"/>
            </a:endParaRPr>
          </a:p>
        </p:txBody>
      </p:sp>
      <p:sp>
        <p:nvSpPr>
          <p:cNvPr id="31750" name="Rectangle 6"/>
          <p:cNvSpPr/>
          <p:nvPr/>
        </p:nvSpPr>
        <p:spPr>
          <a:xfrm>
            <a:off x="2424112" y="4880373"/>
            <a:ext cx="48090" cy="207749"/>
          </a:xfrm>
          <a:prstGeom prst="rect">
            <a:avLst/>
          </a:prstGeom>
          <a:noFill/>
          <a:ln w="9525">
            <a:noFill/>
          </a:ln>
        </p:spPr>
        <p:txBody>
          <a:bodyPr wrap="none" lIns="0" tIns="0" rIns="0" bIns="0">
            <a:spAutoFit/>
          </a:bodyPr>
          <a:lstStyle/>
          <a:p>
            <a:r>
              <a:rPr lang="en-US" altLang="zh-CN" sz="1350" b="1" dirty="0">
                <a:solidFill>
                  <a:srgbClr val="000000"/>
                </a:solidFill>
                <a:latin typeface="Helvetica" charset="0"/>
                <a:ea typeface="宋体" panose="02010600030101010101" pitchFamily="2" charset="-122"/>
              </a:rPr>
              <a:t> </a:t>
            </a:r>
          </a:p>
        </p:txBody>
      </p:sp>
      <p:grpSp>
        <p:nvGrpSpPr>
          <p:cNvPr id="31751" name="Group 7"/>
          <p:cNvGrpSpPr/>
          <p:nvPr/>
        </p:nvGrpSpPr>
        <p:grpSpPr>
          <a:xfrm>
            <a:off x="2000250" y="1759744"/>
            <a:ext cx="4401742" cy="3234929"/>
            <a:chOff x="720" y="1478"/>
            <a:chExt cx="3697" cy="2717"/>
          </a:xfrm>
        </p:grpSpPr>
        <p:sp>
          <p:nvSpPr>
            <p:cNvPr id="31753" name="Freeform 8"/>
            <p:cNvSpPr/>
            <p:nvPr>
              <p:custDataLst>
                <p:tags r:id="rId3"/>
              </p:custDataLst>
            </p:nvPr>
          </p:nvSpPr>
          <p:spPr>
            <a:xfrm>
              <a:off x="1336" y="4075"/>
              <a:ext cx="56" cy="112"/>
            </a:xfrm>
            <a:custGeom>
              <a:avLst/>
              <a:gdLst>
                <a:gd name="txL" fmla="*/ 0 w 56"/>
                <a:gd name="txT" fmla="*/ 0 h 112"/>
                <a:gd name="txR" fmla="*/ 56 w 56"/>
                <a:gd name="txB" fmla="*/ 112 h 112"/>
              </a:gdLst>
              <a:ahLst/>
              <a:cxnLst>
                <a:cxn ang="0">
                  <a:pos x="24" y="112"/>
                </a:cxn>
                <a:cxn ang="0">
                  <a:pos x="0" y="0"/>
                </a:cxn>
                <a:cxn ang="0">
                  <a:pos x="24" y="0"/>
                </a:cxn>
                <a:cxn ang="0">
                  <a:pos x="56" y="0"/>
                </a:cxn>
                <a:cxn ang="0">
                  <a:pos x="24" y="112"/>
                </a:cxn>
              </a:cxnLst>
              <a:rect l="txL" t="txT" r="txR" b="txB"/>
              <a:pathLst>
                <a:path w="56" h="112">
                  <a:moveTo>
                    <a:pt x="24" y="112"/>
                  </a:moveTo>
                  <a:lnTo>
                    <a:pt x="0" y="0"/>
                  </a:lnTo>
                  <a:lnTo>
                    <a:pt x="24" y="0"/>
                  </a:lnTo>
                  <a:lnTo>
                    <a:pt x="56" y="0"/>
                  </a:lnTo>
                  <a:lnTo>
                    <a:pt x="24" y="112"/>
                  </a:lnTo>
                  <a:close/>
                </a:path>
              </a:pathLst>
            </a:custGeom>
            <a:solidFill>
              <a:srgbClr val="000000">
                <a:alpha val="100000"/>
              </a:srgbClr>
            </a:solidFill>
            <a:ln w="9525">
              <a:noFill/>
            </a:ln>
          </p:spPr>
          <p:txBody>
            <a:bodyPr/>
            <a:lstStyle/>
            <a:p>
              <a:endParaRPr lang="zh-CN" altLang="en-US" sz="1350">
                <a:solidFill>
                  <a:schemeClr val="dk1"/>
                </a:solidFill>
              </a:endParaRPr>
            </a:p>
          </p:txBody>
        </p:sp>
        <p:sp>
          <p:nvSpPr>
            <p:cNvPr id="31754" name="Freeform 9"/>
            <p:cNvSpPr/>
            <p:nvPr>
              <p:custDataLst>
                <p:tags r:id="rId4"/>
              </p:custDataLst>
            </p:nvPr>
          </p:nvSpPr>
          <p:spPr>
            <a:xfrm>
              <a:off x="1336" y="1595"/>
              <a:ext cx="56" cy="120"/>
            </a:xfrm>
            <a:custGeom>
              <a:avLst/>
              <a:gdLst>
                <a:gd name="txL" fmla="*/ 0 w 56"/>
                <a:gd name="txT" fmla="*/ 0 h 120"/>
                <a:gd name="txR" fmla="*/ 56 w 56"/>
                <a:gd name="txB" fmla="*/ 120 h 120"/>
              </a:gdLst>
              <a:ahLst/>
              <a:cxnLst>
                <a:cxn ang="0">
                  <a:pos x="24" y="0"/>
                </a:cxn>
                <a:cxn ang="0">
                  <a:pos x="56" y="120"/>
                </a:cxn>
                <a:cxn ang="0">
                  <a:pos x="24" y="120"/>
                </a:cxn>
                <a:cxn ang="0">
                  <a:pos x="0" y="120"/>
                </a:cxn>
                <a:cxn ang="0">
                  <a:pos x="24" y="0"/>
                </a:cxn>
              </a:cxnLst>
              <a:rect l="txL" t="txT" r="txR" b="txB"/>
              <a:pathLst>
                <a:path w="56" h="120">
                  <a:moveTo>
                    <a:pt x="24" y="0"/>
                  </a:moveTo>
                  <a:lnTo>
                    <a:pt x="56" y="120"/>
                  </a:lnTo>
                  <a:lnTo>
                    <a:pt x="24" y="120"/>
                  </a:lnTo>
                  <a:lnTo>
                    <a:pt x="0" y="120"/>
                  </a:lnTo>
                  <a:lnTo>
                    <a:pt x="24" y="0"/>
                  </a:lnTo>
                  <a:close/>
                </a:path>
              </a:pathLst>
            </a:custGeom>
            <a:solidFill>
              <a:srgbClr val="000000">
                <a:alpha val="100000"/>
              </a:srgbClr>
            </a:solidFill>
            <a:ln w="9525">
              <a:noFill/>
            </a:ln>
          </p:spPr>
          <p:txBody>
            <a:bodyPr/>
            <a:lstStyle/>
            <a:p>
              <a:endParaRPr lang="zh-CN" altLang="en-US" sz="1350">
                <a:solidFill>
                  <a:schemeClr val="dk1"/>
                </a:solidFill>
              </a:endParaRPr>
            </a:p>
          </p:txBody>
        </p:sp>
        <p:sp>
          <p:nvSpPr>
            <p:cNvPr id="31755" name="Line 10"/>
            <p:cNvSpPr/>
            <p:nvPr/>
          </p:nvSpPr>
          <p:spPr>
            <a:xfrm flipV="1">
              <a:off x="1360" y="4003"/>
              <a:ext cx="1" cy="64"/>
            </a:xfrm>
            <a:prstGeom prst="line">
              <a:avLst/>
            </a:prstGeom>
            <a:ln w="12700" cap="flat" cmpd="sng">
              <a:solidFill>
                <a:srgbClr val="000000"/>
              </a:solidFill>
              <a:prstDash val="solid"/>
              <a:headEnd type="none" w="med" len="med"/>
              <a:tailEnd type="none" w="med" len="med"/>
            </a:ln>
          </p:spPr>
        </p:sp>
        <p:sp>
          <p:nvSpPr>
            <p:cNvPr id="31756" name="Line 11"/>
            <p:cNvSpPr/>
            <p:nvPr/>
          </p:nvSpPr>
          <p:spPr>
            <a:xfrm flipV="1">
              <a:off x="1360" y="3859"/>
              <a:ext cx="1" cy="64"/>
            </a:xfrm>
            <a:prstGeom prst="line">
              <a:avLst/>
            </a:prstGeom>
            <a:ln w="12700" cap="flat" cmpd="sng">
              <a:solidFill>
                <a:srgbClr val="000000"/>
              </a:solidFill>
              <a:prstDash val="solid"/>
              <a:headEnd type="none" w="med" len="med"/>
              <a:tailEnd type="none" w="med" len="med"/>
            </a:ln>
          </p:spPr>
        </p:sp>
        <p:sp>
          <p:nvSpPr>
            <p:cNvPr id="31757" name="Line 12"/>
            <p:cNvSpPr/>
            <p:nvPr/>
          </p:nvSpPr>
          <p:spPr>
            <a:xfrm flipV="1">
              <a:off x="1360" y="3715"/>
              <a:ext cx="1" cy="64"/>
            </a:xfrm>
            <a:prstGeom prst="line">
              <a:avLst/>
            </a:prstGeom>
            <a:ln w="12700" cap="flat" cmpd="sng">
              <a:solidFill>
                <a:srgbClr val="000000"/>
              </a:solidFill>
              <a:prstDash val="solid"/>
              <a:headEnd type="none" w="med" len="med"/>
              <a:tailEnd type="none" w="med" len="med"/>
            </a:ln>
          </p:spPr>
        </p:sp>
        <p:sp>
          <p:nvSpPr>
            <p:cNvPr id="31758" name="Line 13"/>
            <p:cNvSpPr/>
            <p:nvPr/>
          </p:nvSpPr>
          <p:spPr>
            <a:xfrm flipV="1">
              <a:off x="1360" y="3571"/>
              <a:ext cx="1" cy="64"/>
            </a:xfrm>
            <a:prstGeom prst="line">
              <a:avLst/>
            </a:prstGeom>
            <a:ln w="12700" cap="flat" cmpd="sng">
              <a:solidFill>
                <a:srgbClr val="000000"/>
              </a:solidFill>
              <a:prstDash val="solid"/>
              <a:headEnd type="none" w="med" len="med"/>
              <a:tailEnd type="none" w="med" len="med"/>
            </a:ln>
          </p:spPr>
        </p:sp>
        <p:sp>
          <p:nvSpPr>
            <p:cNvPr id="31759" name="Line 14"/>
            <p:cNvSpPr/>
            <p:nvPr/>
          </p:nvSpPr>
          <p:spPr>
            <a:xfrm flipV="1">
              <a:off x="1360" y="3427"/>
              <a:ext cx="1" cy="64"/>
            </a:xfrm>
            <a:prstGeom prst="line">
              <a:avLst/>
            </a:prstGeom>
            <a:ln w="12700" cap="flat" cmpd="sng">
              <a:solidFill>
                <a:srgbClr val="000000"/>
              </a:solidFill>
              <a:prstDash val="solid"/>
              <a:headEnd type="none" w="med" len="med"/>
              <a:tailEnd type="none" w="med" len="med"/>
            </a:ln>
          </p:spPr>
        </p:sp>
        <p:sp>
          <p:nvSpPr>
            <p:cNvPr id="31760" name="Line 15"/>
            <p:cNvSpPr/>
            <p:nvPr/>
          </p:nvSpPr>
          <p:spPr>
            <a:xfrm flipV="1">
              <a:off x="1360" y="3283"/>
              <a:ext cx="1" cy="64"/>
            </a:xfrm>
            <a:prstGeom prst="line">
              <a:avLst/>
            </a:prstGeom>
            <a:ln w="12700" cap="flat" cmpd="sng">
              <a:solidFill>
                <a:srgbClr val="000000"/>
              </a:solidFill>
              <a:prstDash val="solid"/>
              <a:headEnd type="none" w="med" len="med"/>
              <a:tailEnd type="none" w="med" len="med"/>
            </a:ln>
          </p:spPr>
        </p:sp>
        <p:sp>
          <p:nvSpPr>
            <p:cNvPr id="31761" name="Line 16"/>
            <p:cNvSpPr/>
            <p:nvPr/>
          </p:nvSpPr>
          <p:spPr>
            <a:xfrm flipV="1">
              <a:off x="1360" y="3139"/>
              <a:ext cx="1" cy="64"/>
            </a:xfrm>
            <a:prstGeom prst="line">
              <a:avLst/>
            </a:prstGeom>
            <a:ln w="12700" cap="flat" cmpd="sng">
              <a:solidFill>
                <a:srgbClr val="000000"/>
              </a:solidFill>
              <a:prstDash val="solid"/>
              <a:headEnd type="none" w="med" len="med"/>
              <a:tailEnd type="none" w="med" len="med"/>
            </a:ln>
          </p:spPr>
        </p:sp>
        <p:sp>
          <p:nvSpPr>
            <p:cNvPr id="31762" name="Line 17"/>
            <p:cNvSpPr/>
            <p:nvPr/>
          </p:nvSpPr>
          <p:spPr>
            <a:xfrm flipV="1">
              <a:off x="1360" y="2995"/>
              <a:ext cx="1" cy="64"/>
            </a:xfrm>
            <a:prstGeom prst="line">
              <a:avLst/>
            </a:prstGeom>
            <a:ln w="12700" cap="flat" cmpd="sng">
              <a:solidFill>
                <a:srgbClr val="000000"/>
              </a:solidFill>
              <a:prstDash val="solid"/>
              <a:headEnd type="none" w="med" len="med"/>
              <a:tailEnd type="none" w="med" len="med"/>
            </a:ln>
          </p:spPr>
        </p:sp>
        <p:sp>
          <p:nvSpPr>
            <p:cNvPr id="31763" name="Line 18"/>
            <p:cNvSpPr/>
            <p:nvPr/>
          </p:nvSpPr>
          <p:spPr>
            <a:xfrm flipV="1">
              <a:off x="1360" y="2851"/>
              <a:ext cx="1" cy="64"/>
            </a:xfrm>
            <a:prstGeom prst="line">
              <a:avLst/>
            </a:prstGeom>
            <a:ln w="12700" cap="flat" cmpd="sng">
              <a:solidFill>
                <a:srgbClr val="000000"/>
              </a:solidFill>
              <a:prstDash val="solid"/>
              <a:headEnd type="none" w="med" len="med"/>
              <a:tailEnd type="none" w="med" len="med"/>
            </a:ln>
          </p:spPr>
        </p:sp>
        <p:sp>
          <p:nvSpPr>
            <p:cNvPr id="31764" name="Line 19"/>
            <p:cNvSpPr/>
            <p:nvPr/>
          </p:nvSpPr>
          <p:spPr>
            <a:xfrm flipV="1">
              <a:off x="1360" y="2707"/>
              <a:ext cx="1" cy="64"/>
            </a:xfrm>
            <a:prstGeom prst="line">
              <a:avLst/>
            </a:prstGeom>
            <a:ln w="12700" cap="flat" cmpd="sng">
              <a:solidFill>
                <a:srgbClr val="000000"/>
              </a:solidFill>
              <a:prstDash val="solid"/>
              <a:headEnd type="none" w="med" len="med"/>
              <a:tailEnd type="none" w="med" len="med"/>
            </a:ln>
          </p:spPr>
        </p:sp>
        <p:sp>
          <p:nvSpPr>
            <p:cNvPr id="31765" name="Line 20"/>
            <p:cNvSpPr/>
            <p:nvPr/>
          </p:nvSpPr>
          <p:spPr>
            <a:xfrm flipV="1">
              <a:off x="1360" y="2563"/>
              <a:ext cx="1" cy="64"/>
            </a:xfrm>
            <a:prstGeom prst="line">
              <a:avLst/>
            </a:prstGeom>
            <a:ln w="12700" cap="flat" cmpd="sng">
              <a:solidFill>
                <a:srgbClr val="000000"/>
              </a:solidFill>
              <a:prstDash val="solid"/>
              <a:headEnd type="none" w="med" len="med"/>
              <a:tailEnd type="none" w="med" len="med"/>
            </a:ln>
          </p:spPr>
        </p:sp>
        <p:sp>
          <p:nvSpPr>
            <p:cNvPr id="31766" name="Line 21"/>
            <p:cNvSpPr/>
            <p:nvPr/>
          </p:nvSpPr>
          <p:spPr>
            <a:xfrm flipV="1">
              <a:off x="1360" y="2419"/>
              <a:ext cx="1" cy="64"/>
            </a:xfrm>
            <a:prstGeom prst="line">
              <a:avLst/>
            </a:prstGeom>
            <a:ln w="12700" cap="flat" cmpd="sng">
              <a:solidFill>
                <a:srgbClr val="000000"/>
              </a:solidFill>
              <a:prstDash val="solid"/>
              <a:headEnd type="none" w="med" len="med"/>
              <a:tailEnd type="none" w="med" len="med"/>
            </a:ln>
          </p:spPr>
        </p:sp>
        <p:sp>
          <p:nvSpPr>
            <p:cNvPr id="31767" name="Line 22"/>
            <p:cNvSpPr/>
            <p:nvPr/>
          </p:nvSpPr>
          <p:spPr>
            <a:xfrm flipV="1">
              <a:off x="1360" y="2275"/>
              <a:ext cx="1" cy="64"/>
            </a:xfrm>
            <a:prstGeom prst="line">
              <a:avLst/>
            </a:prstGeom>
            <a:ln w="12700" cap="flat" cmpd="sng">
              <a:solidFill>
                <a:srgbClr val="000000"/>
              </a:solidFill>
              <a:prstDash val="solid"/>
              <a:headEnd type="none" w="med" len="med"/>
              <a:tailEnd type="none" w="med" len="med"/>
            </a:ln>
          </p:spPr>
        </p:sp>
        <p:sp>
          <p:nvSpPr>
            <p:cNvPr id="31768" name="Line 23"/>
            <p:cNvSpPr/>
            <p:nvPr/>
          </p:nvSpPr>
          <p:spPr>
            <a:xfrm flipV="1">
              <a:off x="1360" y="2131"/>
              <a:ext cx="1" cy="64"/>
            </a:xfrm>
            <a:prstGeom prst="line">
              <a:avLst/>
            </a:prstGeom>
            <a:ln w="12700" cap="flat" cmpd="sng">
              <a:solidFill>
                <a:srgbClr val="000000"/>
              </a:solidFill>
              <a:prstDash val="solid"/>
              <a:headEnd type="none" w="med" len="med"/>
              <a:tailEnd type="none" w="med" len="med"/>
            </a:ln>
          </p:spPr>
        </p:sp>
        <p:sp>
          <p:nvSpPr>
            <p:cNvPr id="31769" name="Line 24"/>
            <p:cNvSpPr/>
            <p:nvPr/>
          </p:nvSpPr>
          <p:spPr>
            <a:xfrm flipV="1">
              <a:off x="1360" y="1987"/>
              <a:ext cx="1" cy="64"/>
            </a:xfrm>
            <a:prstGeom prst="line">
              <a:avLst/>
            </a:prstGeom>
            <a:ln w="12700" cap="flat" cmpd="sng">
              <a:solidFill>
                <a:srgbClr val="000000"/>
              </a:solidFill>
              <a:prstDash val="solid"/>
              <a:headEnd type="none" w="med" len="med"/>
              <a:tailEnd type="none" w="med" len="med"/>
            </a:ln>
          </p:spPr>
        </p:sp>
        <p:sp>
          <p:nvSpPr>
            <p:cNvPr id="31770" name="Line 25"/>
            <p:cNvSpPr/>
            <p:nvPr/>
          </p:nvSpPr>
          <p:spPr>
            <a:xfrm flipV="1">
              <a:off x="1360" y="1843"/>
              <a:ext cx="1" cy="64"/>
            </a:xfrm>
            <a:prstGeom prst="line">
              <a:avLst/>
            </a:prstGeom>
            <a:ln w="12700" cap="flat" cmpd="sng">
              <a:solidFill>
                <a:srgbClr val="000000"/>
              </a:solidFill>
              <a:prstDash val="solid"/>
              <a:headEnd type="none" w="med" len="med"/>
              <a:tailEnd type="none" w="med" len="med"/>
            </a:ln>
          </p:spPr>
        </p:sp>
        <p:sp>
          <p:nvSpPr>
            <p:cNvPr id="31771" name="Line 26"/>
            <p:cNvSpPr/>
            <p:nvPr/>
          </p:nvSpPr>
          <p:spPr>
            <a:xfrm flipV="1">
              <a:off x="1360" y="1715"/>
              <a:ext cx="1" cy="48"/>
            </a:xfrm>
            <a:prstGeom prst="line">
              <a:avLst/>
            </a:prstGeom>
            <a:ln w="12700" cap="flat" cmpd="sng">
              <a:solidFill>
                <a:srgbClr val="000000"/>
              </a:solidFill>
              <a:prstDash val="solid"/>
              <a:headEnd type="none" w="med" len="med"/>
              <a:tailEnd type="none" w="med" len="med"/>
            </a:ln>
          </p:spPr>
        </p:sp>
        <p:sp>
          <p:nvSpPr>
            <p:cNvPr id="31772" name="Freeform 27"/>
            <p:cNvSpPr/>
            <p:nvPr>
              <p:custDataLst>
                <p:tags r:id="rId5"/>
              </p:custDataLst>
            </p:nvPr>
          </p:nvSpPr>
          <p:spPr>
            <a:xfrm>
              <a:off x="3200" y="4083"/>
              <a:ext cx="56" cy="112"/>
            </a:xfrm>
            <a:custGeom>
              <a:avLst/>
              <a:gdLst>
                <a:gd name="txL" fmla="*/ 0 w 56"/>
                <a:gd name="txT" fmla="*/ 0 h 112"/>
                <a:gd name="txR" fmla="*/ 56 w 56"/>
                <a:gd name="txB" fmla="*/ 112 h 112"/>
              </a:gdLst>
              <a:ahLst/>
              <a:cxnLst>
                <a:cxn ang="0">
                  <a:pos x="24" y="112"/>
                </a:cxn>
                <a:cxn ang="0">
                  <a:pos x="0" y="0"/>
                </a:cxn>
                <a:cxn ang="0">
                  <a:pos x="24" y="0"/>
                </a:cxn>
                <a:cxn ang="0">
                  <a:pos x="56" y="0"/>
                </a:cxn>
                <a:cxn ang="0">
                  <a:pos x="24" y="112"/>
                </a:cxn>
              </a:cxnLst>
              <a:rect l="txL" t="txT" r="txR" b="txB"/>
              <a:pathLst>
                <a:path w="56" h="112">
                  <a:moveTo>
                    <a:pt x="24" y="112"/>
                  </a:moveTo>
                  <a:lnTo>
                    <a:pt x="0" y="0"/>
                  </a:lnTo>
                  <a:lnTo>
                    <a:pt x="24" y="0"/>
                  </a:lnTo>
                  <a:lnTo>
                    <a:pt x="56" y="0"/>
                  </a:lnTo>
                  <a:lnTo>
                    <a:pt x="24" y="112"/>
                  </a:lnTo>
                  <a:close/>
                </a:path>
              </a:pathLst>
            </a:custGeom>
            <a:solidFill>
              <a:srgbClr val="000000">
                <a:alpha val="100000"/>
              </a:srgbClr>
            </a:solidFill>
            <a:ln w="9525">
              <a:noFill/>
            </a:ln>
          </p:spPr>
          <p:txBody>
            <a:bodyPr/>
            <a:lstStyle/>
            <a:p>
              <a:endParaRPr lang="zh-CN" altLang="en-US" sz="1350">
                <a:solidFill>
                  <a:schemeClr val="dk1"/>
                </a:solidFill>
              </a:endParaRPr>
            </a:p>
          </p:txBody>
        </p:sp>
        <p:sp>
          <p:nvSpPr>
            <p:cNvPr id="31773" name="Freeform 28"/>
            <p:cNvSpPr/>
            <p:nvPr>
              <p:custDataLst>
                <p:tags r:id="rId6"/>
              </p:custDataLst>
            </p:nvPr>
          </p:nvSpPr>
          <p:spPr>
            <a:xfrm>
              <a:off x="3200" y="1603"/>
              <a:ext cx="56" cy="120"/>
            </a:xfrm>
            <a:custGeom>
              <a:avLst/>
              <a:gdLst>
                <a:gd name="txL" fmla="*/ 0 w 56"/>
                <a:gd name="txT" fmla="*/ 0 h 120"/>
                <a:gd name="txR" fmla="*/ 56 w 56"/>
                <a:gd name="txB" fmla="*/ 120 h 120"/>
              </a:gdLst>
              <a:ahLst/>
              <a:cxnLst>
                <a:cxn ang="0">
                  <a:pos x="24" y="0"/>
                </a:cxn>
                <a:cxn ang="0">
                  <a:pos x="56" y="120"/>
                </a:cxn>
                <a:cxn ang="0">
                  <a:pos x="24" y="120"/>
                </a:cxn>
                <a:cxn ang="0">
                  <a:pos x="0" y="120"/>
                </a:cxn>
                <a:cxn ang="0">
                  <a:pos x="24" y="0"/>
                </a:cxn>
              </a:cxnLst>
              <a:rect l="txL" t="txT" r="txR" b="txB"/>
              <a:pathLst>
                <a:path w="56" h="120">
                  <a:moveTo>
                    <a:pt x="24" y="0"/>
                  </a:moveTo>
                  <a:lnTo>
                    <a:pt x="56" y="120"/>
                  </a:lnTo>
                  <a:lnTo>
                    <a:pt x="24" y="120"/>
                  </a:lnTo>
                  <a:lnTo>
                    <a:pt x="0" y="120"/>
                  </a:lnTo>
                  <a:lnTo>
                    <a:pt x="24" y="0"/>
                  </a:lnTo>
                  <a:close/>
                </a:path>
              </a:pathLst>
            </a:custGeom>
            <a:solidFill>
              <a:srgbClr val="000000">
                <a:alpha val="100000"/>
              </a:srgbClr>
            </a:solidFill>
            <a:ln w="9525">
              <a:noFill/>
            </a:ln>
          </p:spPr>
          <p:txBody>
            <a:bodyPr/>
            <a:lstStyle/>
            <a:p>
              <a:endParaRPr lang="zh-CN" altLang="en-US" sz="1350">
                <a:solidFill>
                  <a:schemeClr val="dk1"/>
                </a:solidFill>
              </a:endParaRPr>
            </a:p>
          </p:txBody>
        </p:sp>
        <p:sp>
          <p:nvSpPr>
            <p:cNvPr id="31774" name="Line 29"/>
            <p:cNvSpPr/>
            <p:nvPr/>
          </p:nvSpPr>
          <p:spPr>
            <a:xfrm flipV="1">
              <a:off x="3224" y="4011"/>
              <a:ext cx="1" cy="64"/>
            </a:xfrm>
            <a:prstGeom prst="line">
              <a:avLst/>
            </a:prstGeom>
            <a:ln w="12700" cap="flat" cmpd="sng">
              <a:solidFill>
                <a:srgbClr val="000000"/>
              </a:solidFill>
              <a:prstDash val="solid"/>
              <a:headEnd type="none" w="med" len="med"/>
              <a:tailEnd type="none" w="med" len="med"/>
            </a:ln>
          </p:spPr>
        </p:sp>
        <p:sp>
          <p:nvSpPr>
            <p:cNvPr id="31775" name="Line 30"/>
            <p:cNvSpPr/>
            <p:nvPr/>
          </p:nvSpPr>
          <p:spPr>
            <a:xfrm flipV="1">
              <a:off x="3224" y="3867"/>
              <a:ext cx="1" cy="64"/>
            </a:xfrm>
            <a:prstGeom prst="line">
              <a:avLst/>
            </a:prstGeom>
            <a:ln w="12700" cap="flat" cmpd="sng">
              <a:solidFill>
                <a:srgbClr val="000000"/>
              </a:solidFill>
              <a:prstDash val="solid"/>
              <a:headEnd type="none" w="med" len="med"/>
              <a:tailEnd type="none" w="med" len="med"/>
            </a:ln>
          </p:spPr>
        </p:sp>
        <p:sp>
          <p:nvSpPr>
            <p:cNvPr id="31776" name="Line 31"/>
            <p:cNvSpPr/>
            <p:nvPr/>
          </p:nvSpPr>
          <p:spPr>
            <a:xfrm flipV="1">
              <a:off x="3224" y="3723"/>
              <a:ext cx="1" cy="64"/>
            </a:xfrm>
            <a:prstGeom prst="line">
              <a:avLst/>
            </a:prstGeom>
            <a:ln w="12700" cap="flat" cmpd="sng">
              <a:solidFill>
                <a:srgbClr val="000000"/>
              </a:solidFill>
              <a:prstDash val="solid"/>
              <a:headEnd type="none" w="med" len="med"/>
              <a:tailEnd type="none" w="med" len="med"/>
            </a:ln>
          </p:spPr>
        </p:sp>
        <p:sp>
          <p:nvSpPr>
            <p:cNvPr id="31777" name="Line 32"/>
            <p:cNvSpPr/>
            <p:nvPr/>
          </p:nvSpPr>
          <p:spPr>
            <a:xfrm flipV="1">
              <a:off x="3224" y="3579"/>
              <a:ext cx="1" cy="64"/>
            </a:xfrm>
            <a:prstGeom prst="line">
              <a:avLst/>
            </a:prstGeom>
            <a:ln w="12700" cap="flat" cmpd="sng">
              <a:solidFill>
                <a:srgbClr val="000000"/>
              </a:solidFill>
              <a:prstDash val="solid"/>
              <a:headEnd type="none" w="med" len="med"/>
              <a:tailEnd type="none" w="med" len="med"/>
            </a:ln>
          </p:spPr>
        </p:sp>
        <p:sp>
          <p:nvSpPr>
            <p:cNvPr id="31778" name="Line 33"/>
            <p:cNvSpPr/>
            <p:nvPr/>
          </p:nvSpPr>
          <p:spPr>
            <a:xfrm flipV="1">
              <a:off x="3224" y="3435"/>
              <a:ext cx="1" cy="64"/>
            </a:xfrm>
            <a:prstGeom prst="line">
              <a:avLst/>
            </a:prstGeom>
            <a:ln w="12700" cap="flat" cmpd="sng">
              <a:solidFill>
                <a:srgbClr val="000000"/>
              </a:solidFill>
              <a:prstDash val="solid"/>
              <a:headEnd type="none" w="med" len="med"/>
              <a:tailEnd type="none" w="med" len="med"/>
            </a:ln>
          </p:spPr>
        </p:sp>
        <p:sp>
          <p:nvSpPr>
            <p:cNvPr id="31779" name="Line 34"/>
            <p:cNvSpPr/>
            <p:nvPr/>
          </p:nvSpPr>
          <p:spPr>
            <a:xfrm flipV="1">
              <a:off x="3224" y="3291"/>
              <a:ext cx="1" cy="64"/>
            </a:xfrm>
            <a:prstGeom prst="line">
              <a:avLst/>
            </a:prstGeom>
            <a:ln w="12700" cap="flat" cmpd="sng">
              <a:solidFill>
                <a:srgbClr val="000000"/>
              </a:solidFill>
              <a:prstDash val="solid"/>
              <a:headEnd type="none" w="med" len="med"/>
              <a:tailEnd type="none" w="med" len="med"/>
            </a:ln>
          </p:spPr>
        </p:sp>
        <p:sp>
          <p:nvSpPr>
            <p:cNvPr id="31780" name="Line 35"/>
            <p:cNvSpPr/>
            <p:nvPr/>
          </p:nvSpPr>
          <p:spPr>
            <a:xfrm flipV="1">
              <a:off x="3224" y="3147"/>
              <a:ext cx="1" cy="64"/>
            </a:xfrm>
            <a:prstGeom prst="line">
              <a:avLst/>
            </a:prstGeom>
            <a:ln w="12700" cap="flat" cmpd="sng">
              <a:solidFill>
                <a:srgbClr val="000000"/>
              </a:solidFill>
              <a:prstDash val="solid"/>
              <a:headEnd type="none" w="med" len="med"/>
              <a:tailEnd type="none" w="med" len="med"/>
            </a:ln>
          </p:spPr>
        </p:sp>
        <p:sp>
          <p:nvSpPr>
            <p:cNvPr id="31781" name="Line 36"/>
            <p:cNvSpPr/>
            <p:nvPr/>
          </p:nvSpPr>
          <p:spPr>
            <a:xfrm flipV="1">
              <a:off x="3224" y="3003"/>
              <a:ext cx="1" cy="64"/>
            </a:xfrm>
            <a:prstGeom prst="line">
              <a:avLst/>
            </a:prstGeom>
            <a:ln w="12700" cap="flat" cmpd="sng">
              <a:solidFill>
                <a:srgbClr val="000000"/>
              </a:solidFill>
              <a:prstDash val="solid"/>
              <a:headEnd type="none" w="med" len="med"/>
              <a:tailEnd type="none" w="med" len="med"/>
            </a:ln>
          </p:spPr>
        </p:sp>
        <p:sp>
          <p:nvSpPr>
            <p:cNvPr id="31782" name="Line 37"/>
            <p:cNvSpPr/>
            <p:nvPr/>
          </p:nvSpPr>
          <p:spPr>
            <a:xfrm flipV="1">
              <a:off x="3224" y="2859"/>
              <a:ext cx="1" cy="64"/>
            </a:xfrm>
            <a:prstGeom prst="line">
              <a:avLst/>
            </a:prstGeom>
            <a:ln w="12700" cap="flat" cmpd="sng">
              <a:solidFill>
                <a:srgbClr val="000000"/>
              </a:solidFill>
              <a:prstDash val="solid"/>
              <a:headEnd type="none" w="med" len="med"/>
              <a:tailEnd type="none" w="med" len="med"/>
            </a:ln>
          </p:spPr>
        </p:sp>
        <p:sp>
          <p:nvSpPr>
            <p:cNvPr id="31783" name="Line 38"/>
            <p:cNvSpPr/>
            <p:nvPr/>
          </p:nvSpPr>
          <p:spPr>
            <a:xfrm flipV="1">
              <a:off x="3224" y="2715"/>
              <a:ext cx="1" cy="64"/>
            </a:xfrm>
            <a:prstGeom prst="line">
              <a:avLst/>
            </a:prstGeom>
            <a:ln w="12700" cap="flat" cmpd="sng">
              <a:solidFill>
                <a:srgbClr val="000000"/>
              </a:solidFill>
              <a:prstDash val="solid"/>
              <a:headEnd type="none" w="med" len="med"/>
              <a:tailEnd type="none" w="med" len="med"/>
            </a:ln>
          </p:spPr>
        </p:sp>
        <p:sp>
          <p:nvSpPr>
            <p:cNvPr id="31784" name="Line 39"/>
            <p:cNvSpPr/>
            <p:nvPr/>
          </p:nvSpPr>
          <p:spPr>
            <a:xfrm flipV="1">
              <a:off x="3224" y="2571"/>
              <a:ext cx="1" cy="64"/>
            </a:xfrm>
            <a:prstGeom prst="line">
              <a:avLst/>
            </a:prstGeom>
            <a:ln w="12700" cap="flat" cmpd="sng">
              <a:solidFill>
                <a:srgbClr val="000000"/>
              </a:solidFill>
              <a:prstDash val="solid"/>
              <a:headEnd type="none" w="med" len="med"/>
              <a:tailEnd type="none" w="med" len="med"/>
            </a:ln>
          </p:spPr>
        </p:sp>
        <p:sp>
          <p:nvSpPr>
            <p:cNvPr id="31785" name="Line 40"/>
            <p:cNvSpPr/>
            <p:nvPr/>
          </p:nvSpPr>
          <p:spPr>
            <a:xfrm flipV="1">
              <a:off x="3224" y="2427"/>
              <a:ext cx="1" cy="64"/>
            </a:xfrm>
            <a:prstGeom prst="line">
              <a:avLst/>
            </a:prstGeom>
            <a:ln w="12700" cap="flat" cmpd="sng">
              <a:solidFill>
                <a:srgbClr val="000000"/>
              </a:solidFill>
              <a:prstDash val="solid"/>
              <a:headEnd type="none" w="med" len="med"/>
              <a:tailEnd type="none" w="med" len="med"/>
            </a:ln>
          </p:spPr>
        </p:sp>
        <p:sp>
          <p:nvSpPr>
            <p:cNvPr id="31786" name="Line 41"/>
            <p:cNvSpPr/>
            <p:nvPr/>
          </p:nvSpPr>
          <p:spPr>
            <a:xfrm flipV="1">
              <a:off x="3224" y="2283"/>
              <a:ext cx="1" cy="64"/>
            </a:xfrm>
            <a:prstGeom prst="line">
              <a:avLst/>
            </a:prstGeom>
            <a:ln w="12700" cap="flat" cmpd="sng">
              <a:solidFill>
                <a:srgbClr val="000000"/>
              </a:solidFill>
              <a:prstDash val="solid"/>
              <a:headEnd type="none" w="med" len="med"/>
              <a:tailEnd type="none" w="med" len="med"/>
            </a:ln>
          </p:spPr>
        </p:sp>
        <p:sp>
          <p:nvSpPr>
            <p:cNvPr id="31787" name="Line 42"/>
            <p:cNvSpPr/>
            <p:nvPr/>
          </p:nvSpPr>
          <p:spPr>
            <a:xfrm flipV="1">
              <a:off x="3224" y="2139"/>
              <a:ext cx="1" cy="64"/>
            </a:xfrm>
            <a:prstGeom prst="line">
              <a:avLst/>
            </a:prstGeom>
            <a:ln w="12700" cap="flat" cmpd="sng">
              <a:solidFill>
                <a:srgbClr val="000000"/>
              </a:solidFill>
              <a:prstDash val="solid"/>
              <a:headEnd type="none" w="med" len="med"/>
              <a:tailEnd type="none" w="med" len="med"/>
            </a:ln>
          </p:spPr>
        </p:sp>
        <p:sp>
          <p:nvSpPr>
            <p:cNvPr id="31788" name="Line 43"/>
            <p:cNvSpPr/>
            <p:nvPr/>
          </p:nvSpPr>
          <p:spPr>
            <a:xfrm flipV="1">
              <a:off x="3224" y="1995"/>
              <a:ext cx="1" cy="64"/>
            </a:xfrm>
            <a:prstGeom prst="line">
              <a:avLst/>
            </a:prstGeom>
            <a:ln w="12700" cap="flat" cmpd="sng">
              <a:solidFill>
                <a:srgbClr val="000000"/>
              </a:solidFill>
              <a:prstDash val="solid"/>
              <a:headEnd type="none" w="med" len="med"/>
              <a:tailEnd type="none" w="med" len="med"/>
            </a:ln>
          </p:spPr>
        </p:sp>
        <p:sp>
          <p:nvSpPr>
            <p:cNvPr id="31789" name="Line 44"/>
            <p:cNvSpPr/>
            <p:nvPr/>
          </p:nvSpPr>
          <p:spPr>
            <a:xfrm flipV="1">
              <a:off x="3224" y="1851"/>
              <a:ext cx="1" cy="64"/>
            </a:xfrm>
            <a:prstGeom prst="line">
              <a:avLst/>
            </a:prstGeom>
            <a:ln w="12700" cap="flat" cmpd="sng">
              <a:solidFill>
                <a:srgbClr val="000000"/>
              </a:solidFill>
              <a:prstDash val="solid"/>
              <a:headEnd type="none" w="med" len="med"/>
              <a:tailEnd type="none" w="med" len="med"/>
            </a:ln>
          </p:spPr>
        </p:sp>
        <p:sp>
          <p:nvSpPr>
            <p:cNvPr id="31790" name="Line 45"/>
            <p:cNvSpPr/>
            <p:nvPr/>
          </p:nvSpPr>
          <p:spPr>
            <a:xfrm flipV="1">
              <a:off x="3224" y="1723"/>
              <a:ext cx="1" cy="48"/>
            </a:xfrm>
            <a:prstGeom prst="line">
              <a:avLst/>
            </a:prstGeom>
            <a:ln w="12700" cap="flat" cmpd="sng">
              <a:solidFill>
                <a:srgbClr val="000000"/>
              </a:solidFill>
              <a:prstDash val="solid"/>
              <a:headEnd type="none" w="med" len="med"/>
              <a:tailEnd type="none" w="med" len="med"/>
            </a:ln>
          </p:spPr>
        </p:sp>
        <p:grpSp>
          <p:nvGrpSpPr>
            <p:cNvPr id="31791" name="Group 46"/>
            <p:cNvGrpSpPr/>
            <p:nvPr/>
          </p:nvGrpSpPr>
          <p:grpSpPr>
            <a:xfrm>
              <a:off x="992" y="1499"/>
              <a:ext cx="72" cy="2504"/>
              <a:chOff x="1280" y="920"/>
              <a:chExt cx="72" cy="2504"/>
            </a:xfrm>
          </p:grpSpPr>
          <p:sp>
            <p:nvSpPr>
              <p:cNvPr id="31857" name="Freeform 47"/>
              <p:cNvSpPr/>
              <p:nvPr>
                <p:custDataLst>
                  <p:tags r:id="rId18"/>
                </p:custDataLst>
              </p:nvPr>
            </p:nvSpPr>
            <p:spPr>
              <a:xfrm>
                <a:off x="1280" y="920"/>
                <a:ext cx="72" cy="112"/>
              </a:xfrm>
              <a:custGeom>
                <a:avLst/>
                <a:gdLst>
                  <a:gd name="txL" fmla="*/ 0 w 72"/>
                  <a:gd name="txT" fmla="*/ 0 h 112"/>
                  <a:gd name="txR" fmla="*/ 72 w 72"/>
                  <a:gd name="txB" fmla="*/ 112 h 112"/>
                </a:gdLst>
                <a:ahLst/>
                <a:cxnLst>
                  <a:cxn ang="0">
                    <a:pos x="32" y="0"/>
                  </a:cxn>
                  <a:cxn ang="0">
                    <a:pos x="72" y="112"/>
                  </a:cxn>
                  <a:cxn ang="0">
                    <a:pos x="32" y="72"/>
                  </a:cxn>
                  <a:cxn ang="0">
                    <a:pos x="0" y="112"/>
                  </a:cxn>
                  <a:cxn ang="0">
                    <a:pos x="32" y="0"/>
                  </a:cxn>
                </a:cxnLst>
                <a:rect l="txL" t="txT" r="txR" b="txB"/>
                <a:pathLst>
                  <a:path w="72" h="112">
                    <a:moveTo>
                      <a:pt x="32" y="0"/>
                    </a:moveTo>
                    <a:lnTo>
                      <a:pt x="72" y="112"/>
                    </a:lnTo>
                    <a:lnTo>
                      <a:pt x="32" y="72"/>
                    </a:lnTo>
                    <a:lnTo>
                      <a:pt x="0" y="112"/>
                    </a:lnTo>
                    <a:lnTo>
                      <a:pt x="32" y="0"/>
                    </a:lnTo>
                    <a:close/>
                  </a:path>
                </a:pathLst>
              </a:custGeom>
              <a:solidFill>
                <a:srgbClr val="000000">
                  <a:alpha val="100000"/>
                </a:srgbClr>
              </a:solidFill>
              <a:ln w="9525">
                <a:noFill/>
              </a:ln>
            </p:spPr>
            <p:txBody>
              <a:bodyPr/>
              <a:lstStyle/>
              <a:p>
                <a:endParaRPr lang="zh-CN" altLang="en-US" sz="1350">
                  <a:solidFill>
                    <a:schemeClr val="dk1"/>
                  </a:solidFill>
                </a:endParaRPr>
              </a:p>
            </p:txBody>
          </p:sp>
          <p:sp>
            <p:nvSpPr>
              <p:cNvPr id="31858" name="Line 48"/>
              <p:cNvSpPr/>
              <p:nvPr/>
            </p:nvSpPr>
            <p:spPr>
              <a:xfrm flipV="1">
                <a:off x="1312" y="992"/>
                <a:ext cx="1" cy="2432"/>
              </a:xfrm>
              <a:prstGeom prst="line">
                <a:avLst/>
              </a:prstGeom>
              <a:ln w="12700" cap="flat" cmpd="sng">
                <a:solidFill>
                  <a:srgbClr val="000000"/>
                </a:solidFill>
                <a:prstDash val="solid"/>
                <a:headEnd type="none" w="med" len="med"/>
                <a:tailEnd type="none" w="med" len="med"/>
              </a:ln>
            </p:spPr>
          </p:sp>
        </p:grpSp>
        <p:grpSp>
          <p:nvGrpSpPr>
            <p:cNvPr id="31792" name="Group 49"/>
            <p:cNvGrpSpPr/>
            <p:nvPr/>
          </p:nvGrpSpPr>
          <p:grpSpPr>
            <a:xfrm>
              <a:off x="888" y="3795"/>
              <a:ext cx="3328" cy="80"/>
              <a:chOff x="1176" y="3216"/>
              <a:chExt cx="3328" cy="80"/>
            </a:xfrm>
          </p:grpSpPr>
          <p:sp>
            <p:nvSpPr>
              <p:cNvPr id="31855" name="Freeform 50"/>
              <p:cNvSpPr/>
              <p:nvPr>
                <p:custDataLst>
                  <p:tags r:id="rId17"/>
                </p:custDataLst>
              </p:nvPr>
            </p:nvSpPr>
            <p:spPr>
              <a:xfrm>
                <a:off x="4392" y="3216"/>
                <a:ext cx="112" cy="80"/>
              </a:xfrm>
              <a:custGeom>
                <a:avLst/>
                <a:gdLst>
                  <a:gd name="txL" fmla="*/ 0 w 112"/>
                  <a:gd name="txT" fmla="*/ 0 h 80"/>
                  <a:gd name="txR" fmla="*/ 112 w 112"/>
                  <a:gd name="txB" fmla="*/ 80 h 80"/>
                </a:gdLst>
                <a:ahLst/>
                <a:cxnLst>
                  <a:cxn ang="0">
                    <a:pos x="112" y="40"/>
                  </a:cxn>
                  <a:cxn ang="0">
                    <a:pos x="0" y="80"/>
                  </a:cxn>
                  <a:cxn ang="0">
                    <a:pos x="32" y="40"/>
                  </a:cxn>
                  <a:cxn ang="0">
                    <a:pos x="0" y="0"/>
                  </a:cxn>
                  <a:cxn ang="0">
                    <a:pos x="112" y="40"/>
                  </a:cxn>
                </a:cxnLst>
                <a:rect l="txL" t="txT" r="txR" b="txB"/>
                <a:pathLst>
                  <a:path w="112" h="80">
                    <a:moveTo>
                      <a:pt x="112" y="40"/>
                    </a:moveTo>
                    <a:lnTo>
                      <a:pt x="0" y="80"/>
                    </a:lnTo>
                    <a:lnTo>
                      <a:pt x="32" y="40"/>
                    </a:lnTo>
                    <a:lnTo>
                      <a:pt x="0" y="0"/>
                    </a:lnTo>
                    <a:lnTo>
                      <a:pt x="112" y="40"/>
                    </a:lnTo>
                    <a:close/>
                  </a:path>
                </a:pathLst>
              </a:custGeom>
              <a:solidFill>
                <a:srgbClr val="000000">
                  <a:alpha val="100000"/>
                </a:srgbClr>
              </a:solidFill>
              <a:ln w="9525">
                <a:noFill/>
              </a:ln>
            </p:spPr>
            <p:txBody>
              <a:bodyPr/>
              <a:lstStyle/>
              <a:p>
                <a:endParaRPr lang="zh-CN" altLang="en-US" sz="1350">
                  <a:solidFill>
                    <a:schemeClr val="dk1"/>
                  </a:solidFill>
                </a:endParaRPr>
              </a:p>
            </p:txBody>
          </p:sp>
          <p:sp>
            <p:nvSpPr>
              <p:cNvPr id="31856" name="Line 51"/>
              <p:cNvSpPr/>
              <p:nvPr/>
            </p:nvSpPr>
            <p:spPr>
              <a:xfrm>
                <a:off x="1176" y="3256"/>
                <a:ext cx="3248" cy="1"/>
              </a:xfrm>
              <a:prstGeom prst="line">
                <a:avLst/>
              </a:prstGeom>
              <a:ln w="12700" cap="flat" cmpd="sng">
                <a:solidFill>
                  <a:srgbClr val="000000"/>
                </a:solidFill>
                <a:prstDash val="solid"/>
                <a:headEnd type="none" w="med" len="med"/>
                <a:tailEnd type="none" w="med" len="med"/>
              </a:ln>
            </p:spPr>
          </p:sp>
        </p:grpSp>
        <p:grpSp>
          <p:nvGrpSpPr>
            <p:cNvPr id="31793" name="Group 52"/>
            <p:cNvGrpSpPr/>
            <p:nvPr/>
          </p:nvGrpSpPr>
          <p:grpSpPr>
            <a:xfrm>
              <a:off x="720" y="3355"/>
              <a:ext cx="3040" cy="56"/>
              <a:chOff x="1008" y="2776"/>
              <a:chExt cx="3040" cy="56"/>
            </a:xfrm>
          </p:grpSpPr>
          <p:sp>
            <p:nvSpPr>
              <p:cNvPr id="31833" name="Freeform 53"/>
              <p:cNvSpPr/>
              <p:nvPr>
                <p:custDataLst>
                  <p:tags r:id="rId15"/>
                </p:custDataLst>
              </p:nvPr>
            </p:nvSpPr>
            <p:spPr>
              <a:xfrm>
                <a:off x="1008" y="2776"/>
                <a:ext cx="112" cy="56"/>
              </a:xfrm>
              <a:custGeom>
                <a:avLst/>
                <a:gdLst>
                  <a:gd name="txL" fmla="*/ 0 w 112"/>
                  <a:gd name="txT" fmla="*/ 0 h 56"/>
                  <a:gd name="txR" fmla="*/ 112 w 112"/>
                  <a:gd name="txB" fmla="*/ 56 h 56"/>
                </a:gdLst>
                <a:ahLst/>
                <a:cxnLst>
                  <a:cxn ang="0">
                    <a:pos x="0" y="32"/>
                  </a:cxn>
                  <a:cxn ang="0">
                    <a:pos x="112" y="0"/>
                  </a:cxn>
                  <a:cxn ang="0">
                    <a:pos x="112" y="32"/>
                  </a:cxn>
                  <a:cxn ang="0">
                    <a:pos x="112" y="56"/>
                  </a:cxn>
                  <a:cxn ang="0">
                    <a:pos x="0" y="32"/>
                  </a:cxn>
                </a:cxnLst>
                <a:rect l="txL" t="txT" r="txR" b="txB"/>
                <a:pathLst>
                  <a:path w="112" h="56">
                    <a:moveTo>
                      <a:pt x="0" y="32"/>
                    </a:moveTo>
                    <a:lnTo>
                      <a:pt x="112" y="0"/>
                    </a:lnTo>
                    <a:lnTo>
                      <a:pt x="112" y="32"/>
                    </a:lnTo>
                    <a:lnTo>
                      <a:pt x="112" y="56"/>
                    </a:lnTo>
                    <a:lnTo>
                      <a:pt x="0" y="32"/>
                    </a:lnTo>
                    <a:close/>
                  </a:path>
                </a:pathLst>
              </a:custGeom>
              <a:solidFill>
                <a:srgbClr val="000000">
                  <a:alpha val="100000"/>
                </a:srgbClr>
              </a:solidFill>
              <a:ln w="9525">
                <a:noFill/>
              </a:ln>
            </p:spPr>
            <p:txBody>
              <a:bodyPr/>
              <a:lstStyle/>
              <a:p>
                <a:endParaRPr lang="zh-CN" altLang="en-US" sz="1350">
                  <a:solidFill>
                    <a:schemeClr val="dk1"/>
                  </a:solidFill>
                </a:endParaRPr>
              </a:p>
            </p:txBody>
          </p:sp>
          <p:sp>
            <p:nvSpPr>
              <p:cNvPr id="31834" name="Freeform 54"/>
              <p:cNvSpPr/>
              <p:nvPr>
                <p:custDataLst>
                  <p:tags r:id="rId16"/>
                </p:custDataLst>
              </p:nvPr>
            </p:nvSpPr>
            <p:spPr>
              <a:xfrm>
                <a:off x="3936" y="2776"/>
                <a:ext cx="112" cy="56"/>
              </a:xfrm>
              <a:custGeom>
                <a:avLst/>
                <a:gdLst>
                  <a:gd name="txL" fmla="*/ 0 w 112"/>
                  <a:gd name="txT" fmla="*/ 0 h 56"/>
                  <a:gd name="txR" fmla="*/ 112 w 112"/>
                  <a:gd name="txB" fmla="*/ 56 h 56"/>
                </a:gdLst>
                <a:ahLst/>
                <a:cxnLst>
                  <a:cxn ang="0">
                    <a:pos x="112" y="32"/>
                  </a:cxn>
                  <a:cxn ang="0">
                    <a:pos x="0" y="56"/>
                  </a:cxn>
                  <a:cxn ang="0">
                    <a:pos x="0" y="32"/>
                  </a:cxn>
                  <a:cxn ang="0">
                    <a:pos x="0" y="0"/>
                  </a:cxn>
                  <a:cxn ang="0">
                    <a:pos x="112" y="32"/>
                  </a:cxn>
                </a:cxnLst>
                <a:rect l="txL" t="txT" r="txR" b="txB"/>
                <a:pathLst>
                  <a:path w="112" h="56">
                    <a:moveTo>
                      <a:pt x="112" y="32"/>
                    </a:moveTo>
                    <a:lnTo>
                      <a:pt x="0" y="56"/>
                    </a:lnTo>
                    <a:lnTo>
                      <a:pt x="0" y="32"/>
                    </a:lnTo>
                    <a:lnTo>
                      <a:pt x="0" y="0"/>
                    </a:lnTo>
                    <a:lnTo>
                      <a:pt x="112" y="32"/>
                    </a:lnTo>
                    <a:close/>
                  </a:path>
                </a:pathLst>
              </a:custGeom>
              <a:solidFill>
                <a:srgbClr val="000000">
                  <a:alpha val="100000"/>
                </a:srgbClr>
              </a:solidFill>
              <a:ln w="9525">
                <a:noFill/>
              </a:ln>
            </p:spPr>
            <p:txBody>
              <a:bodyPr/>
              <a:lstStyle/>
              <a:p>
                <a:endParaRPr lang="zh-CN" altLang="en-US" sz="1350">
                  <a:solidFill>
                    <a:schemeClr val="dk1"/>
                  </a:solidFill>
                </a:endParaRPr>
              </a:p>
            </p:txBody>
          </p:sp>
          <p:sp>
            <p:nvSpPr>
              <p:cNvPr id="31835" name="Line 55"/>
              <p:cNvSpPr/>
              <p:nvPr/>
            </p:nvSpPr>
            <p:spPr>
              <a:xfrm>
                <a:off x="1120" y="2808"/>
                <a:ext cx="64" cy="1"/>
              </a:xfrm>
              <a:prstGeom prst="line">
                <a:avLst/>
              </a:prstGeom>
              <a:ln w="12700" cap="flat" cmpd="sng">
                <a:solidFill>
                  <a:srgbClr val="000000"/>
                </a:solidFill>
                <a:prstDash val="solid"/>
                <a:headEnd type="none" w="med" len="med"/>
                <a:tailEnd type="none" w="med" len="med"/>
              </a:ln>
            </p:spPr>
          </p:sp>
          <p:sp>
            <p:nvSpPr>
              <p:cNvPr id="31836" name="Line 56"/>
              <p:cNvSpPr/>
              <p:nvPr/>
            </p:nvSpPr>
            <p:spPr>
              <a:xfrm>
                <a:off x="1264" y="2808"/>
                <a:ext cx="64" cy="1"/>
              </a:xfrm>
              <a:prstGeom prst="line">
                <a:avLst/>
              </a:prstGeom>
              <a:ln w="12700" cap="flat" cmpd="sng">
                <a:solidFill>
                  <a:srgbClr val="000000"/>
                </a:solidFill>
                <a:prstDash val="solid"/>
                <a:headEnd type="none" w="med" len="med"/>
                <a:tailEnd type="none" w="med" len="med"/>
              </a:ln>
            </p:spPr>
          </p:sp>
          <p:sp>
            <p:nvSpPr>
              <p:cNvPr id="31837" name="Line 57"/>
              <p:cNvSpPr/>
              <p:nvPr/>
            </p:nvSpPr>
            <p:spPr>
              <a:xfrm>
                <a:off x="1408" y="2808"/>
                <a:ext cx="64" cy="1"/>
              </a:xfrm>
              <a:prstGeom prst="line">
                <a:avLst/>
              </a:prstGeom>
              <a:ln w="12700" cap="flat" cmpd="sng">
                <a:solidFill>
                  <a:srgbClr val="000000"/>
                </a:solidFill>
                <a:prstDash val="solid"/>
                <a:headEnd type="none" w="med" len="med"/>
                <a:tailEnd type="none" w="med" len="med"/>
              </a:ln>
            </p:spPr>
          </p:sp>
          <p:sp>
            <p:nvSpPr>
              <p:cNvPr id="31838" name="Line 58"/>
              <p:cNvSpPr/>
              <p:nvPr/>
            </p:nvSpPr>
            <p:spPr>
              <a:xfrm>
                <a:off x="1552" y="2808"/>
                <a:ext cx="64" cy="1"/>
              </a:xfrm>
              <a:prstGeom prst="line">
                <a:avLst/>
              </a:prstGeom>
              <a:ln w="12700" cap="flat" cmpd="sng">
                <a:solidFill>
                  <a:srgbClr val="000000"/>
                </a:solidFill>
                <a:prstDash val="solid"/>
                <a:headEnd type="none" w="med" len="med"/>
                <a:tailEnd type="none" w="med" len="med"/>
              </a:ln>
            </p:spPr>
          </p:sp>
          <p:sp>
            <p:nvSpPr>
              <p:cNvPr id="31839" name="Line 59"/>
              <p:cNvSpPr/>
              <p:nvPr/>
            </p:nvSpPr>
            <p:spPr>
              <a:xfrm>
                <a:off x="1696" y="2808"/>
                <a:ext cx="64" cy="1"/>
              </a:xfrm>
              <a:prstGeom prst="line">
                <a:avLst/>
              </a:prstGeom>
              <a:ln w="12700" cap="flat" cmpd="sng">
                <a:solidFill>
                  <a:srgbClr val="000000"/>
                </a:solidFill>
                <a:prstDash val="solid"/>
                <a:headEnd type="none" w="med" len="med"/>
                <a:tailEnd type="none" w="med" len="med"/>
              </a:ln>
            </p:spPr>
          </p:sp>
          <p:sp>
            <p:nvSpPr>
              <p:cNvPr id="31840" name="Line 60"/>
              <p:cNvSpPr/>
              <p:nvPr/>
            </p:nvSpPr>
            <p:spPr>
              <a:xfrm>
                <a:off x="1840" y="2808"/>
                <a:ext cx="64" cy="1"/>
              </a:xfrm>
              <a:prstGeom prst="line">
                <a:avLst/>
              </a:prstGeom>
              <a:ln w="12700" cap="flat" cmpd="sng">
                <a:solidFill>
                  <a:srgbClr val="000000"/>
                </a:solidFill>
                <a:prstDash val="solid"/>
                <a:headEnd type="none" w="med" len="med"/>
                <a:tailEnd type="none" w="med" len="med"/>
              </a:ln>
            </p:spPr>
          </p:sp>
          <p:sp>
            <p:nvSpPr>
              <p:cNvPr id="31841" name="Line 61"/>
              <p:cNvSpPr/>
              <p:nvPr/>
            </p:nvSpPr>
            <p:spPr>
              <a:xfrm>
                <a:off x="1984" y="2808"/>
                <a:ext cx="64" cy="1"/>
              </a:xfrm>
              <a:prstGeom prst="line">
                <a:avLst/>
              </a:prstGeom>
              <a:ln w="12700" cap="flat" cmpd="sng">
                <a:solidFill>
                  <a:srgbClr val="000000"/>
                </a:solidFill>
                <a:prstDash val="solid"/>
                <a:headEnd type="none" w="med" len="med"/>
                <a:tailEnd type="none" w="med" len="med"/>
              </a:ln>
            </p:spPr>
          </p:sp>
          <p:sp>
            <p:nvSpPr>
              <p:cNvPr id="31842" name="Line 62"/>
              <p:cNvSpPr/>
              <p:nvPr/>
            </p:nvSpPr>
            <p:spPr>
              <a:xfrm>
                <a:off x="2128" y="2808"/>
                <a:ext cx="64" cy="1"/>
              </a:xfrm>
              <a:prstGeom prst="line">
                <a:avLst/>
              </a:prstGeom>
              <a:ln w="12700" cap="flat" cmpd="sng">
                <a:solidFill>
                  <a:srgbClr val="000000"/>
                </a:solidFill>
                <a:prstDash val="solid"/>
                <a:headEnd type="none" w="med" len="med"/>
                <a:tailEnd type="none" w="med" len="med"/>
              </a:ln>
            </p:spPr>
          </p:sp>
          <p:sp>
            <p:nvSpPr>
              <p:cNvPr id="31843" name="Line 63"/>
              <p:cNvSpPr/>
              <p:nvPr/>
            </p:nvSpPr>
            <p:spPr>
              <a:xfrm>
                <a:off x="2272" y="2808"/>
                <a:ext cx="64" cy="1"/>
              </a:xfrm>
              <a:prstGeom prst="line">
                <a:avLst/>
              </a:prstGeom>
              <a:ln w="12700" cap="flat" cmpd="sng">
                <a:solidFill>
                  <a:srgbClr val="000000"/>
                </a:solidFill>
                <a:prstDash val="solid"/>
                <a:headEnd type="none" w="med" len="med"/>
                <a:tailEnd type="none" w="med" len="med"/>
              </a:ln>
            </p:spPr>
          </p:sp>
          <p:sp>
            <p:nvSpPr>
              <p:cNvPr id="31844" name="Line 64"/>
              <p:cNvSpPr/>
              <p:nvPr/>
            </p:nvSpPr>
            <p:spPr>
              <a:xfrm>
                <a:off x="2416" y="2808"/>
                <a:ext cx="64" cy="1"/>
              </a:xfrm>
              <a:prstGeom prst="line">
                <a:avLst/>
              </a:prstGeom>
              <a:ln w="12700" cap="flat" cmpd="sng">
                <a:solidFill>
                  <a:srgbClr val="000000"/>
                </a:solidFill>
                <a:prstDash val="solid"/>
                <a:headEnd type="none" w="med" len="med"/>
                <a:tailEnd type="none" w="med" len="med"/>
              </a:ln>
            </p:spPr>
          </p:sp>
          <p:sp>
            <p:nvSpPr>
              <p:cNvPr id="31845" name="Line 65"/>
              <p:cNvSpPr/>
              <p:nvPr/>
            </p:nvSpPr>
            <p:spPr>
              <a:xfrm>
                <a:off x="2560" y="2808"/>
                <a:ext cx="64" cy="1"/>
              </a:xfrm>
              <a:prstGeom prst="line">
                <a:avLst/>
              </a:prstGeom>
              <a:ln w="12700" cap="flat" cmpd="sng">
                <a:solidFill>
                  <a:srgbClr val="000000"/>
                </a:solidFill>
                <a:prstDash val="solid"/>
                <a:headEnd type="none" w="med" len="med"/>
                <a:tailEnd type="none" w="med" len="med"/>
              </a:ln>
            </p:spPr>
          </p:sp>
          <p:sp>
            <p:nvSpPr>
              <p:cNvPr id="31846" name="Line 66"/>
              <p:cNvSpPr/>
              <p:nvPr/>
            </p:nvSpPr>
            <p:spPr>
              <a:xfrm>
                <a:off x="2704" y="2808"/>
                <a:ext cx="64" cy="1"/>
              </a:xfrm>
              <a:prstGeom prst="line">
                <a:avLst/>
              </a:prstGeom>
              <a:ln w="12700" cap="flat" cmpd="sng">
                <a:solidFill>
                  <a:srgbClr val="000000"/>
                </a:solidFill>
                <a:prstDash val="solid"/>
                <a:headEnd type="none" w="med" len="med"/>
                <a:tailEnd type="none" w="med" len="med"/>
              </a:ln>
            </p:spPr>
          </p:sp>
          <p:sp>
            <p:nvSpPr>
              <p:cNvPr id="31847" name="Line 67"/>
              <p:cNvSpPr/>
              <p:nvPr/>
            </p:nvSpPr>
            <p:spPr>
              <a:xfrm>
                <a:off x="2848" y="2808"/>
                <a:ext cx="64" cy="1"/>
              </a:xfrm>
              <a:prstGeom prst="line">
                <a:avLst/>
              </a:prstGeom>
              <a:ln w="12700" cap="flat" cmpd="sng">
                <a:solidFill>
                  <a:srgbClr val="000000"/>
                </a:solidFill>
                <a:prstDash val="solid"/>
                <a:headEnd type="none" w="med" len="med"/>
                <a:tailEnd type="none" w="med" len="med"/>
              </a:ln>
            </p:spPr>
          </p:sp>
          <p:sp>
            <p:nvSpPr>
              <p:cNvPr id="31848" name="Line 68"/>
              <p:cNvSpPr/>
              <p:nvPr/>
            </p:nvSpPr>
            <p:spPr>
              <a:xfrm>
                <a:off x="2992" y="2808"/>
                <a:ext cx="64" cy="1"/>
              </a:xfrm>
              <a:prstGeom prst="line">
                <a:avLst/>
              </a:prstGeom>
              <a:ln w="12700" cap="flat" cmpd="sng">
                <a:solidFill>
                  <a:srgbClr val="000000"/>
                </a:solidFill>
                <a:prstDash val="solid"/>
                <a:headEnd type="none" w="med" len="med"/>
                <a:tailEnd type="none" w="med" len="med"/>
              </a:ln>
            </p:spPr>
          </p:sp>
          <p:sp>
            <p:nvSpPr>
              <p:cNvPr id="31849" name="Line 69"/>
              <p:cNvSpPr/>
              <p:nvPr/>
            </p:nvSpPr>
            <p:spPr>
              <a:xfrm>
                <a:off x="3136" y="2808"/>
                <a:ext cx="64" cy="1"/>
              </a:xfrm>
              <a:prstGeom prst="line">
                <a:avLst/>
              </a:prstGeom>
              <a:ln w="12700" cap="flat" cmpd="sng">
                <a:solidFill>
                  <a:srgbClr val="000000"/>
                </a:solidFill>
                <a:prstDash val="solid"/>
                <a:headEnd type="none" w="med" len="med"/>
                <a:tailEnd type="none" w="med" len="med"/>
              </a:ln>
            </p:spPr>
          </p:sp>
          <p:sp>
            <p:nvSpPr>
              <p:cNvPr id="31850" name="Line 70"/>
              <p:cNvSpPr/>
              <p:nvPr/>
            </p:nvSpPr>
            <p:spPr>
              <a:xfrm>
                <a:off x="3280" y="2808"/>
                <a:ext cx="64" cy="1"/>
              </a:xfrm>
              <a:prstGeom prst="line">
                <a:avLst/>
              </a:prstGeom>
              <a:ln w="12700" cap="flat" cmpd="sng">
                <a:solidFill>
                  <a:srgbClr val="000000"/>
                </a:solidFill>
                <a:prstDash val="solid"/>
                <a:headEnd type="none" w="med" len="med"/>
                <a:tailEnd type="none" w="med" len="med"/>
              </a:ln>
            </p:spPr>
          </p:sp>
          <p:sp>
            <p:nvSpPr>
              <p:cNvPr id="31851" name="Line 71"/>
              <p:cNvSpPr/>
              <p:nvPr/>
            </p:nvSpPr>
            <p:spPr>
              <a:xfrm>
                <a:off x="3424" y="2808"/>
                <a:ext cx="64" cy="1"/>
              </a:xfrm>
              <a:prstGeom prst="line">
                <a:avLst/>
              </a:prstGeom>
              <a:ln w="12700" cap="flat" cmpd="sng">
                <a:solidFill>
                  <a:srgbClr val="000000"/>
                </a:solidFill>
                <a:prstDash val="solid"/>
                <a:headEnd type="none" w="med" len="med"/>
                <a:tailEnd type="none" w="med" len="med"/>
              </a:ln>
            </p:spPr>
          </p:sp>
          <p:sp>
            <p:nvSpPr>
              <p:cNvPr id="31852" name="Line 72"/>
              <p:cNvSpPr/>
              <p:nvPr/>
            </p:nvSpPr>
            <p:spPr>
              <a:xfrm>
                <a:off x="3568" y="2808"/>
                <a:ext cx="64" cy="1"/>
              </a:xfrm>
              <a:prstGeom prst="line">
                <a:avLst/>
              </a:prstGeom>
              <a:ln w="12700" cap="flat" cmpd="sng">
                <a:solidFill>
                  <a:srgbClr val="000000"/>
                </a:solidFill>
                <a:prstDash val="solid"/>
                <a:headEnd type="none" w="med" len="med"/>
                <a:tailEnd type="none" w="med" len="med"/>
              </a:ln>
            </p:spPr>
          </p:sp>
          <p:sp>
            <p:nvSpPr>
              <p:cNvPr id="31853" name="Line 73"/>
              <p:cNvSpPr/>
              <p:nvPr/>
            </p:nvSpPr>
            <p:spPr>
              <a:xfrm>
                <a:off x="3712" y="2808"/>
                <a:ext cx="64" cy="1"/>
              </a:xfrm>
              <a:prstGeom prst="line">
                <a:avLst/>
              </a:prstGeom>
              <a:ln w="12700" cap="flat" cmpd="sng">
                <a:solidFill>
                  <a:srgbClr val="000000"/>
                </a:solidFill>
                <a:prstDash val="solid"/>
                <a:headEnd type="none" w="med" len="med"/>
                <a:tailEnd type="none" w="med" len="med"/>
              </a:ln>
            </p:spPr>
          </p:sp>
          <p:sp>
            <p:nvSpPr>
              <p:cNvPr id="31854" name="Line 74"/>
              <p:cNvSpPr/>
              <p:nvPr/>
            </p:nvSpPr>
            <p:spPr>
              <a:xfrm>
                <a:off x="3856" y="2808"/>
                <a:ext cx="64" cy="1"/>
              </a:xfrm>
              <a:prstGeom prst="line">
                <a:avLst/>
              </a:prstGeom>
              <a:ln w="12700" cap="flat" cmpd="sng">
                <a:solidFill>
                  <a:srgbClr val="000000"/>
                </a:solidFill>
                <a:prstDash val="solid"/>
                <a:headEnd type="none" w="med" len="med"/>
                <a:tailEnd type="none" w="med" len="med"/>
              </a:ln>
            </p:spPr>
          </p:sp>
        </p:grpSp>
        <p:grpSp>
          <p:nvGrpSpPr>
            <p:cNvPr id="31794" name="Group 75"/>
            <p:cNvGrpSpPr/>
            <p:nvPr/>
          </p:nvGrpSpPr>
          <p:grpSpPr>
            <a:xfrm>
              <a:off x="720" y="2067"/>
              <a:ext cx="3048" cy="56"/>
              <a:chOff x="1008" y="1488"/>
              <a:chExt cx="3048" cy="56"/>
            </a:xfrm>
          </p:grpSpPr>
          <p:sp>
            <p:nvSpPr>
              <p:cNvPr id="31811" name="Freeform 76"/>
              <p:cNvSpPr/>
              <p:nvPr>
                <p:custDataLst>
                  <p:tags r:id="rId13"/>
                </p:custDataLst>
              </p:nvPr>
            </p:nvSpPr>
            <p:spPr>
              <a:xfrm>
                <a:off x="1008" y="1488"/>
                <a:ext cx="112" cy="56"/>
              </a:xfrm>
              <a:custGeom>
                <a:avLst/>
                <a:gdLst>
                  <a:gd name="txL" fmla="*/ 0 w 112"/>
                  <a:gd name="txT" fmla="*/ 0 h 56"/>
                  <a:gd name="txR" fmla="*/ 112 w 112"/>
                  <a:gd name="txB" fmla="*/ 56 h 56"/>
                </a:gdLst>
                <a:ahLst/>
                <a:cxnLst>
                  <a:cxn ang="0">
                    <a:pos x="0" y="32"/>
                  </a:cxn>
                  <a:cxn ang="0">
                    <a:pos x="112" y="0"/>
                  </a:cxn>
                  <a:cxn ang="0">
                    <a:pos x="112" y="32"/>
                  </a:cxn>
                  <a:cxn ang="0">
                    <a:pos x="112" y="56"/>
                  </a:cxn>
                  <a:cxn ang="0">
                    <a:pos x="0" y="32"/>
                  </a:cxn>
                </a:cxnLst>
                <a:rect l="txL" t="txT" r="txR" b="txB"/>
                <a:pathLst>
                  <a:path w="112" h="56">
                    <a:moveTo>
                      <a:pt x="0" y="32"/>
                    </a:moveTo>
                    <a:lnTo>
                      <a:pt x="112" y="0"/>
                    </a:lnTo>
                    <a:lnTo>
                      <a:pt x="112" y="32"/>
                    </a:lnTo>
                    <a:lnTo>
                      <a:pt x="112" y="56"/>
                    </a:lnTo>
                    <a:lnTo>
                      <a:pt x="0" y="32"/>
                    </a:lnTo>
                    <a:close/>
                  </a:path>
                </a:pathLst>
              </a:custGeom>
              <a:solidFill>
                <a:srgbClr val="000000">
                  <a:alpha val="100000"/>
                </a:srgbClr>
              </a:solidFill>
              <a:ln w="9525">
                <a:noFill/>
              </a:ln>
            </p:spPr>
            <p:txBody>
              <a:bodyPr/>
              <a:lstStyle/>
              <a:p>
                <a:endParaRPr lang="zh-CN" altLang="en-US" sz="1350">
                  <a:solidFill>
                    <a:schemeClr val="dk1"/>
                  </a:solidFill>
                </a:endParaRPr>
              </a:p>
            </p:txBody>
          </p:sp>
          <p:sp>
            <p:nvSpPr>
              <p:cNvPr id="31812" name="Freeform 77"/>
              <p:cNvSpPr/>
              <p:nvPr>
                <p:custDataLst>
                  <p:tags r:id="rId14"/>
                </p:custDataLst>
              </p:nvPr>
            </p:nvSpPr>
            <p:spPr>
              <a:xfrm>
                <a:off x="3944" y="1488"/>
                <a:ext cx="112" cy="56"/>
              </a:xfrm>
              <a:custGeom>
                <a:avLst/>
                <a:gdLst>
                  <a:gd name="txL" fmla="*/ 0 w 112"/>
                  <a:gd name="txT" fmla="*/ 0 h 56"/>
                  <a:gd name="txR" fmla="*/ 112 w 112"/>
                  <a:gd name="txB" fmla="*/ 56 h 56"/>
                </a:gdLst>
                <a:ahLst/>
                <a:cxnLst>
                  <a:cxn ang="0">
                    <a:pos x="112" y="32"/>
                  </a:cxn>
                  <a:cxn ang="0">
                    <a:pos x="0" y="56"/>
                  </a:cxn>
                  <a:cxn ang="0">
                    <a:pos x="0" y="32"/>
                  </a:cxn>
                  <a:cxn ang="0">
                    <a:pos x="0" y="0"/>
                  </a:cxn>
                  <a:cxn ang="0">
                    <a:pos x="112" y="32"/>
                  </a:cxn>
                </a:cxnLst>
                <a:rect l="txL" t="txT" r="txR" b="txB"/>
                <a:pathLst>
                  <a:path w="112" h="56">
                    <a:moveTo>
                      <a:pt x="112" y="32"/>
                    </a:moveTo>
                    <a:lnTo>
                      <a:pt x="0" y="56"/>
                    </a:lnTo>
                    <a:lnTo>
                      <a:pt x="0" y="32"/>
                    </a:lnTo>
                    <a:lnTo>
                      <a:pt x="0" y="0"/>
                    </a:lnTo>
                    <a:lnTo>
                      <a:pt x="112" y="32"/>
                    </a:lnTo>
                    <a:close/>
                  </a:path>
                </a:pathLst>
              </a:custGeom>
              <a:solidFill>
                <a:srgbClr val="000000">
                  <a:alpha val="100000"/>
                </a:srgbClr>
              </a:solidFill>
              <a:ln w="9525">
                <a:noFill/>
              </a:ln>
            </p:spPr>
            <p:txBody>
              <a:bodyPr/>
              <a:lstStyle/>
              <a:p>
                <a:endParaRPr lang="zh-CN" altLang="en-US" sz="1350">
                  <a:solidFill>
                    <a:schemeClr val="dk1"/>
                  </a:solidFill>
                </a:endParaRPr>
              </a:p>
            </p:txBody>
          </p:sp>
          <p:sp>
            <p:nvSpPr>
              <p:cNvPr id="31813" name="Line 78"/>
              <p:cNvSpPr/>
              <p:nvPr/>
            </p:nvSpPr>
            <p:spPr>
              <a:xfrm>
                <a:off x="1120" y="1520"/>
                <a:ext cx="64" cy="1"/>
              </a:xfrm>
              <a:prstGeom prst="line">
                <a:avLst/>
              </a:prstGeom>
              <a:ln w="12700" cap="flat" cmpd="sng">
                <a:solidFill>
                  <a:srgbClr val="000000"/>
                </a:solidFill>
                <a:prstDash val="solid"/>
                <a:headEnd type="none" w="med" len="med"/>
                <a:tailEnd type="none" w="med" len="med"/>
              </a:ln>
            </p:spPr>
          </p:sp>
          <p:sp>
            <p:nvSpPr>
              <p:cNvPr id="31814" name="Line 79"/>
              <p:cNvSpPr/>
              <p:nvPr/>
            </p:nvSpPr>
            <p:spPr>
              <a:xfrm>
                <a:off x="1264" y="1520"/>
                <a:ext cx="64" cy="1"/>
              </a:xfrm>
              <a:prstGeom prst="line">
                <a:avLst/>
              </a:prstGeom>
              <a:ln w="12700" cap="flat" cmpd="sng">
                <a:solidFill>
                  <a:srgbClr val="000000"/>
                </a:solidFill>
                <a:prstDash val="solid"/>
                <a:headEnd type="none" w="med" len="med"/>
                <a:tailEnd type="none" w="med" len="med"/>
              </a:ln>
            </p:spPr>
          </p:sp>
          <p:sp>
            <p:nvSpPr>
              <p:cNvPr id="31815" name="Line 80"/>
              <p:cNvSpPr/>
              <p:nvPr/>
            </p:nvSpPr>
            <p:spPr>
              <a:xfrm>
                <a:off x="1408" y="1520"/>
                <a:ext cx="64" cy="1"/>
              </a:xfrm>
              <a:prstGeom prst="line">
                <a:avLst/>
              </a:prstGeom>
              <a:ln w="12700" cap="flat" cmpd="sng">
                <a:solidFill>
                  <a:srgbClr val="000000"/>
                </a:solidFill>
                <a:prstDash val="solid"/>
                <a:headEnd type="none" w="med" len="med"/>
                <a:tailEnd type="none" w="med" len="med"/>
              </a:ln>
            </p:spPr>
          </p:sp>
          <p:sp>
            <p:nvSpPr>
              <p:cNvPr id="31816" name="Line 81"/>
              <p:cNvSpPr/>
              <p:nvPr/>
            </p:nvSpPr>
            <p:spPr>
              <a:xfrm>
                <a:off x="1552" y="1520"/>
                <a:ext cx="64" cy="1"/>
              </a:xfrm>
              <a:prstGeom prst="line">
                <a:avLst/>
              </a:prstGeom>
              <a:ln w="12700" cap="flat" cmpd="sng">
                <a:solidFill>
                  <a:srgbClr val="000000"/>
                </a:solidFill>
                <a:prstDash val="solid"/>
                <a:headEnd type="none" w="med" len="med"/>
                <a:tailEnd type="none" w="med" len="med"/>
              </a:ln>
            </p:spPr>
          </p:sp>
          <p:sp>
            <p:nvSpPr>
              <p:cNvPr id="31817" name="Line 82"/>
              <p:cNvSpPr/>
              <p:nvPr/>
            </p:nvSpPr>
            <p:spPr>
              <a:xfrm>
                <a:off x="1696" y="1520"/>
                <a:ext cx="64" cy="1"/>
              </a:xfrm>
              <a:prstGeom prst="line">
                <a:avLst/>
              </a:prstGeom>
              <a:ln w="12700" cap="flat" cmpd="sng">
                <a:solidFill>
                  <a:srgbClr val="000000"/>
                </a:solidFill>
                <a:prstDash val="solid"/>
                <a:headEnd type="none" w="med" len="med"/>
                <a:tailEnd type="none" w="med" len="med"/>
              </a:ln>
            </p:spPr>
          </p:sp>
          <p:sp>
            <p:nvSpPr>
              <p:cNvPr id="31818" name="Line 83"/>
              <p:cNvSpPr/>
              <p:nvPr/>
            </p:nvSpPr>
            <p:spPr>
              <a:xfrm>
                <a:off x="1840" y="1520"/>
                <a:ext cx="64" cy="1"/>
              </a:xfrm>
              <a:prstGeom prst="line">
                <a:avLst/>
              </a:prstGeom>
              <a:ln w="12700" cap="flat" cmpd="sng">
                <a:solidFill>
                  <a:srgbClr val="000000"/>
                </a:solidFill>
                <a:prstDash val="solid"/>
                <a:headEnd type="none" w="med" len="med"/>
                <a:tailEnd type="none" w="med" len="med"/>
              </a:ln>
            </p:spPr>
          </p:sp>
          <p:sp>
            <p:nvSpPr>
              <p:cNvPr id="31819" name="Line 84"/>
              <p:cNvSpPr/>
              <p:nvPr/>
            </p:nvSpPr>
            <p:spPr>
              <a:xfrm>
                <a:off x="1984" y="1520"/>
                <a:ext cx="64" cy="1"/>
              </a:xfrm>
              <a:prstGeom prst="line">
                <a:avLst/>
              </a:prstGeom>
              <a:ln w="12700" cap="flat" cmpd="sng">
                <a:solidFill>
                  <a:srgbClr val="000000"/>
                </a:solidFill>
                <a:prstDash val="solid"/>
                <a:headEnd type="none" w="med" len="med"/>
                <a:tailEnd type="none" w="med" len="med"/>
              </a:ln>
            </p:spPr>
          </p:sp>
          <p:sp>
            <p:nvSpPr>
              <p:cNvPr id="31820" name="Line 85"/>
              <p:cNvSpPr/>
              <p:nvPr/>
            </p:nvSpPr>
            <p:spPr>
              <a:xfrm>
                <a:off x="2128" y="1520"/>
                <a:ext cx="64" cy="1"/>
              </a:xfrm>
              <a:prstGeom prst="line">
                <a:avLst/>
              </a:prstGeom>
              <a:ln w="12700" cap="flat" cmpd="sng">
                <a:solidFill>
                  <a:srgbClr val="000000"/>
                </a:solidFill>
                <a:prstDash val="solid"/>
                <a:headEnd type="none" w="med" len="med"/>
                <a:tailEnd type="none" w="med" len="med"/>
              </a:ln>
            </p:spPr>
          </p:sp>
          <p:sp>
            <p:nvSpPr>
              <p:cNvPr id="31821" name="Line 86"/>
              <p:cNvSpPr/>
              <p:nvPr/>
            </p:nvSpPr>
            <p:spPr>
              <a:xfrm>
                <a:off x="2272" y="1520"/>
                <a:ext cx="64" cy="1"/>
              </a:xfrm>
              <a:prstGeom prst="line">
                <a:avLst/>
              </a:prstGeom>
              <a:ln w="12700" cap="flat" cmpd="sng">
                <a:solidFill>
                  <a:srgbClr val="000000"/>
                </a:solidFill>
                <a:prstDash val="solid"/>
                <a:headEnd type="none" w="med" len="med"/>
                <a:tailEnd type="none" w="med" len="med"/>
              </a:ln>
            </p:spPr>
          </p:sp>
          <p:sp>
            <p:nvSpPr>
              <p:cNvPr id="31822" name="Line 87"/>
              <p:cNvSpPr/>
              <p:nvPr/>
            </p:nvSpPr>
            <p:spPr>
              <a:xfrm>
                <a:off x="2416" y="1520"/>
                <a:ext cx="64" cy="1"/>
              </a:xfrm>
              <a:prstGeom prst="line">
                <a:avLst/>
              </a:prstGeom>
              <a:ln w="12700" cap="flat" cmpd="sng">
                <a:solidFill>
                  <a:srgbClr val="000000"/>
                </a:solidFill>
                <a:prstDash val="solid"/>
                <a:headEnd type="none" w="med" len="med"/>
                <a:tailEnd type="none" w="med" len="med"/>
              </a:ln>
            </p:spPr>
          </p:sp>
          <p:sp>
            <p:nvSpPr>
              <p:cNvPr id="31823" name="Line 88"/>
              <p:cNvSpPr/>
              <p:nvPr/>
            </p:nvSpPr>
            <p:spPr>
              <a:xfrm>
                <a:off x="2560" y="1520"/>
                <a:ext cx="64" cy="1"/>
              </a:xfrm>
              <a:prstGeom prst="line">
                <a:avLst/>
              </a:prstGeom>
              <a:ln w="12700" cap="flat" cmpd="sng">
                <a:solidFill>
                  <a:srgbClr val="000000"/>
                </a:solidFill>
                <a:prstDash val="solid"/>
                <a:headEnd type="none" w="med" len="med"/>
                <a:tailEnd type="none" w="med" len="med"/>
              </a:ln>
            </p:spPr>
          </p:sp>
          <p:sp>
            <p:nvSpPr>
              <p:cNvPr id="31824" name="Line 89"/>
              <p:cNvSpPr/>
              <p:nvPr/>
            </p:nvSpPr>
            <p:spPr>
              <a:xfrm>
                <a:off x="2704" y="1520"/>
                <a:ext cx="64" cy="1"/>
              </a:xfrm>
              <a:prstGeom prst="line">
                <a:avLst/>
              </a:prstGeom>
              <a:ln w="12700" cap="flat" cmpd="sng">
                <a:solidFill>
                  <a:srgbClr val="000000"/>
                </a:solidFill>
                <a:prstDash val="solid"/>
                <a:headEnd type="none" w="med" len="med"/>
                <a:tailEnd type="none" w="med" len="med"/>
              </a:ln>
            </p:spPr>
          </p:sp>
          <p:sp>
            <p:nvSpPr>
              <p:cNvPr id="31825" name="Line 90"/>
              <p:cNvSpPr/>
              <p:nvPr/>
            </p:nvSpPr>
            <p:spPr>
              <a:xfrm>
                <a:off x="2848" y="1520"/>
                <a:ext cx="64" cy="1"/>
              </a:xfrm>
              <a:prstGeom prst="line">
                <a:avLst/>
              </a:prstGeom>
              <a:ln w="12700" cap="flat" cmpd="sng">
                <a:solidFill>
                  <a:srgbClr val="000000"/>
                </a:solidFill>
                <a:prstDash val="solid"/>
                <a:headEnd type="none" w="med" len="med"/>
                <a:tailEnd type="none" w="med" len="med"/>
              </a:ln>
            </p:spPr>
          </p:sp>
          <p:sp>
            <p:nvSpPr>
              <p:cNvPr id="31826" name="Line 91"/>
              <p:cNvSpPr/>
              <p:nvPr/>
            </p:nvSpPr>
            <p:spPr>
              <a:xfrm>
                <a:off x="2992" y="1520"/>
                <a:ext cx="64" cy="1"/>
              </a:xfrm>
              <a:prstGeom prst="line">
                <a:avLst/>
              </a:prstGeom>
              <a:ln w="12700" cap="flat" cmpd="sng">
                <a:solidFill>
                  <a:srgbClr val="000000"/>
                </a:solidFill>
                <a:prstDash val="solid"/>
                <a:headEnd type="none" w="med" len="med"/>
                <a:tailEnd type="none" w="med" len="med"/>
              </a:ln>
            </p:spPr>
          </p:sp>
          <p:sp>
            <p:nvSpPr>
              <p:cNvPr id="31827" name="Line 92"/>
              <p:cNvSpPr/>
              <p:nvPr/>
            </p:nvSpPr>
            <p:spPr>
              <a:xfrm>
                <a:off x="3136" y="1520"/>
                <a:ext cx="64" cy="1"/>
              </a:xfrm>
              <a:prstGeom prst="line">
                <a:avLst/>
              </a:prstGeom>
              <a:ln w="12700" cap="flat" cmpd="sng">
                <a:solidFill>
                  <a:srgbClr val="000000"/>
                </a:solidFill>
                <a:prstDash val="solid"/>
                <a:headEnd type="none" w="med" len="med"/>
                <a:tailEnd type="none" w="med" len="med"/>
              </a:ln>
            </p:spPr>
          </p:sp>
          <p:sp>
            <p:nvSpPr>
              <p:cNvPr id="31828" name="Line 93"/>
              <p:cNvSpPr/>
              <p:nvPr/>
            </p:nvSpPr>
            <p:spPr>
              <a:xfrm>
                <a:off x="3280" y="1520"/>
                <a:ext cx="64" cy="1"/>
              </a:xfrm>
              <a:prstGeom prst="line">
                <a:avLst/>
              </a:prstGeom>
              <a:ln w="12700" cap="flat" cmpd="sng">
                <a:solidFill>
                  <a:srgbClr val="000000"/>
                </a:solidFill>
                <a:prstDash val="solid"/>
                <a:headEnd type="none" w="med" len="med"/>
                <a:tailEnd type="none" w="med" len="med"/>
              </a:ln>
            </p:spPr>
          </p:sp>
          <p:sp>
            <p:nvSpPr>
              <p:cNvPr id="31829" name="Line 94"/>
              <p:cNvSpPr/>
              <p:nvPr/>
            </p:nvSpPr>
            <p:spPr>
              <a:xfrm>
                <a:off x="3424" y="1520"/>
                <a:ext cx="64" cy="1"/>
              </a:xfrm>
              <a:prstGeom prst="line">
                <a:avLst/>
              </a:prstGeom>
              <a:ln w="12700" cap="flat" cmpd="sng">
                <a:solidFill>
                  <a:srgbClr val="000000"/>
                </a:solidFill>
                <a:prstDash val="solid"/>
                <a:headEnd type="none" w="med" len="med"/>
                <a:tailEnd type="none" w="med" len="med"/>
              </a:ln>
            </p:spPr>
          </p:sp>
          <p:sp>
            <p:nvSpPr>
              <p:cNvPr id="31830" name="Line 95"/>
              <p:cNvSpPr/>
              <p:nvPr/>
            </p:nvSpPr>
            <p:spPr>
              <a:xfrm>
                <a:off x="3568" y="1520"/>
                <a:ext cx="64" cy="1"/>
              </a:xfrm>
              <a:prstGeom prst="line">
                <a:avLst/>
              </a:prstGeom>
              <a:ln w="12700" cap="flat" cmpd="sng">
                <a:solidFill>
                  <a:srgbClr val="000000"/>
                </a:solidFill>
                <a:prstDash val="solid"/>
                <a:headEnd type="none" w="med" len="med"/>
                <a:tailEnd type="none" w="med" len="med"/>
              </a:ln>
            </p:spPr>
          </p:sp>
          <p:sp>
            <p:nvSpPr>
              <p:cNvPr id="31831" name="Line 96"/>
              <p:cNvSpPr/>
              <p:nvPr/>
            </p:nvSpPr>
            <p:spPr>
              <a:xfrm>
                <a:off x="3712" y="1520"/>
                <a:ext cx="64" cy="1"/>
              </a:xfrm>
              <a:prstGeom prst="line">
                <a:avLst/>
              </a:prstGeom>
              <a:ln w="12700" cap="flat" cmpd="sng">
                <a:solidFill>
                  <a:srgbClr val="000000"/>
                </a:solidFill>
                <a:prstDash val="solid"/>
                <a:headEnd type="none" w="med" len="med"/>
                <a:tailEnd type="none" w="med" len="med"/>
              </a:ln>
            </p:spPr>
          </p:sp>
          <p:sp>
            <p:nvSpPr>
              <p:cNvPr id="31832" name="Line 97"/>
              <p:cNvSpPr/>
              <p:nvPr/>
            </p:nvSpPr>
            <p:spPr>
              <a:xfrm>
                <a:off x="3856" y="1520"/>
                <a:ext cx="64" cy="1"/>
              </a:xfrm>
              <a:prstGeom prst="line">
                <a:avLst/>
              </a:prstGeom>
              <a:ln w="12700" cap="flat" cmpd="sng">
                <a:solidFill>
                  <a:srgbClr val="000000"/>
                </a:solidFill>
                <a:prstDash val="solid"/>
                <a:headEnd type="none" w="med" len="med"/>
                <a:tailEnd type="none" w="med" len="med"/>
              </a:ln>
            </p:spPr>
          </p:sp>
        </p:grpSp>
        <p:sp>
          <p:nvSpPr>
            <p:cNvPr id="31795" name="Rectangle 98"/>
            <p:cNvSpPr/>
            <p:nvPr/>
          </p:nvSpPr>
          <p:spPr>
            <a:xfrm>
              <a:off x="1452" y="3971"/>
              <a:ext cx="81" cy="174"/>
            </a:xfrm>
            <a:prstGeom prst="rect">
              <a:avLst/>
            </a:prstGeom>
            <a:noFill/>
            <a:ln w="9525">
              <a:noFill/>
            </a:ln>
          </p:spPr>
          <p:txBody>
            <a:bodyPr wrap="none" lIns="0" tIns="0" rIns="0" bIns="0">
              <a:spAutoFit/>
            </a:bodyPr>
            <a:lstStyle/>
            <a:p>
              <a:r>
                <a:rPr lang="en-US" altLang="zh-CN" sz="1350" b="1" dirty="0">
                  <a:solidFill>
                    <a:srgbClr val="000000"/>
                  </a:solidFill>
                  <a:latin typeface="Arial" panose="020B0604020202020204" pitchFamily="34" charset="0"/>
                  <a:ea typeface="汉仪旗黑-55简" panose="00020600040101010101" charset="-122"/>
                </a:rPr>
                <a:t>a</a:t>
              </a:r>
            </a:p>
          </p:txBody>
        </p:sp>
        <p:sp>
          <p:nvSpPr>
            <p:cNvPr id="31796" name="Rectangle 99"/>
            <p:cNvSpPr/>
            <p:nvPr/>
          </p:nvSpPr>
          <p:spPr>
            <a:xfrm>
              <a:off x="3324" y="3915"/>
              <a:ext cx="89" cy="174"/>
            </a:xfrm>
            <a:prstGeom prst="rect">
              <a:avLst/>
            </a:prstGeom>
            <a:noFill/>
            <a:ln w="9525">
              <a:noFill/>
            </a:ln>
          </p:spPr>
          <p:txBody>
            <a:bodyPr wrap="none" lIns="0" tIns="0" rIns="0" bIns="0">
              <a:spAutoFit/>
            </a:bodyPr>
            <a:lstStyle/>
            <a:p>
              <a:r>
                <a:rPr lang="en-US" altLang="zh-CN" sz="1350" b="1" dirty="0">
                  <a:solidFill>
                    <a:srgbClr val="000000"/>
                  </a:solidFill>
                  <a:latin typeface="Arial" panose="020B0604020202020204" pitchFamily="34" charset="0"/>
                  <a:ea typeface="汉仪旗黑-55简" panose="00020600040101010101" charset="-122"/>
                </a:rPr>
                <a:t>b</a:t>
              </a:r>
            </a:p>
          </p:txBody>
        </p:sp>
        <p:sp>
          <p:nvSpPr>
            <p:cNvPr id="31797" name="Rectangle 100"/>
            <p:cNvSpPr/>
            <p:nvPr/>
          </p:nvSpPr>
          <p:spPr>
            <a:xfrm>
              <a:off x="820" y="3275"/>
              <a:ext cx="81" cy="174"/>
            </a:xfrm>
            <a:prstGeom prst="rect">
              <a:avLst/>
            </a:prstGeom>
            <a:noFill/>
            <a:ln w="9525">
              <a:noFill/>
            </a:ln>
          </p:spPr>
          <p:txBody>
            <a:bodyPr wrap="none" lIns="0" tIns="0" rIns="0" bIns="0">
              <a:spAutoFit/>
            </a:bodyPr>
            <a:lstStyle/>
            <a:p>
              <a:r>
                <a:rPr lang="en-US" altLang="zh-CN" sz="1350" b="1" dirty="0">
                  <a:solidFill>
                    <a:srgbClr val="000000"/>
                  </a:solidFill>
                  <a:latin typeface="Arial" panose="020B0604020202020204" pitchFamily="34" charset="0"/>
                  <a:ea typeface="汉仪旗黑-55简" panose="00020600040101010101" charset="-122"/>
                </a:rPr>
                <a:t>c</a:t>
              </a:r>
            </a:p>
          </p:txBody>
        </p:sp>
        <p:sp>
          <p:nvSpPr>
            <p:cNvPr id="31798" name="Rectangle 101"/>
            <p:cNvSpPr/>
            <p:nvPr/>
          </p:nvSpPr>
          <p:spPr>
            <a:xfrm>
              <a:off x="844" y="1955"/>
              <a:ext cx="89" cy="174"/>
            </a:xfrm>
            <a:prstGeom prst="rect">
              <a:avLst/>
            </a:prstGeom>
            <a:noFill/>
            <a:ln w="9525">
              <a:noFill/>
            </a:ln>
          </p:spPr>
          <p:txBody>
            <a:bodyPr wrap="none" lIns="0" tIns="0" rIns="0" bIns="0">
              <a:spAutoFit/>
            </a:bodyPr>
            <a:lstStyle/>
            <a:p>
              <a:r>
                <a:rPr lang="en-US" altLang="zh-CN" sz="1350" b="1" dirty="0">
                  <a:solidFill>
                    <a:srgbClr val="000000"/>
                  </a:solidFill>
                  <a:latin typeface="Arial" panose="020B0604020202020204" pitchFamily="34" charset="0"/>
                  <a:ea typeface="汉仪旗黑-55简" panose="00020600040101010101" charset="-122"/>
                </a:rPr>
                <a:t>d</a:t>
              </a:r>
            </a:p>
          </p:txBody>
        </p:sp>
        <p:grpSp>
          <p:nvGrpSpPr>
            <p:cNvPr id="31799" name="Group 102"/>
            <p:cNvGrpSpPr/>
            <p:nvPr/>
          </p:nvGrpSpPr>
          <p:grpSpPr>
            <a:xfrm>
              <a:off x="804" y="1478"/>
              <a:ext cx="157" cy="222"/>
              <a:chOff x="1288" y="808"/>
              <a:chExt cx="157" cy="222"/>
            </a:xfrm>
          </p:grpSpPr>
          <p:sp>
            <p:nvSpPr>
              <p:cNvPr id="31809" name="Rectangle 103"/>
              <p:cNvSpPr/>
              <p:nvPr/>
            </p:nvSpPr>
            <p:spPr>
              <a:xfrm>
                <a:off x="1288" y="808"/>
                <a:ext cx="81" cy="174"/>
              </a:xfrm>
              <a:prstGeom prst="rect">
                <a:avLst/>
              </a:prstGeom>
              <a:noFill/>
              <a:ln w="9525">
                <a:noFill/>
              </a:ln>
            </p:spPr>
            <p:txBody>
              <a:bodyPr wrap="none" lIns="0" tIns="0" rIns="0" bIns="0">
                <a:spAutoFit/>
              </a:bodyPr>
              <a:lstStyle/>
              <a:p>
                <a:r>
                  <a:rPr lang="en-US" altLang="zh-CN" sz="1350" b="1" dirty="0">
                    <a:solidFill>
                      <a:srgbClr val="000000"/>
                    </a:solidFill>
                    <a:latin typeface="Arial" panose="020B0604020202020204" pitchFamily="34" charset="0"/>
                    <a:ea typeface="汉仪旗黑-55简" panose="00020600040101010101" charset="-122"/>
                  </a:rPr>
                  <a:t>x</a:t>
                </a:r>
              </a:p>
            </p:txBody>
          </p:sp>
          <p:sp>
            <p:nvSpPr>
              <p:cNvPr id="31810" name="Rectangle 104"/>
              <p:cNvSpPr/>
              <p:nvPr/>
            </p:nvSpPr>
            <p:spPr>
              <a:xfrm>
                <a:off x="1364" y="856"/>
                <a:ext cx="81" cy="174"/>
              </a:xfrm>
              <a:prstGeom prst="rect">
                <a:avLst/>
              </a:prstGeom>
              <a:noFill/>
              <a:ln w="9525">
                <a:noFill/>
              </a:ln>
            </p:spPr>
            <p:txBody>
              <a:bodyPr wrap="none" lIns="0" tIns="0" rIns="0" bIns="0">
                <a:spAutoFit/>
              </a:bodyPr>
              <a:lstStyle/>
              <a:p>
                <a:r>
                  <a:rPr lang="en-US" altLang="zh-CN" sz="1350" b="1" dirty="0">
                    <a:solidFill>
                      <a:srgbClr val="000000"/>
                    </a:solidFill>
                    <a:latin typeface="Arial" panose="020B0604020202020204" pitchFamily="34" charset="0"/>
                    <a:ea typeface="汉仪旗黑-55简" panose="00020600040101010101" charset="-122"/>
                  </a:rPr>
                  <a:t>2</a:t>
                </a:r>
              </a:p>
            </p:txBody>
          </p:sp>
        </p:grpSp>
        <p:grpSp>
          <p:nvGrpSpPr>
            <p:cNvPr id="31800" name="Group 105"/>
            <p:cNvGrpSpPr/>
            <p:nvPr/>
          </p:nvGrpSpPr>
          <p:grpSpPr>
            <a:xfrm>
              <a:off x="4260" y="3763"/>
              <a:ext cx="157" cy="222"/>
              <a:chOff x="4704" y="3320"/>
              <a:chExt cx="157" cy="222"/>
            </a:xfrm>
          </p:grpSpPr>
          <p:sp>
            <p:nvSpPr>
              <p:cNvPr id="31807" name="Rectangle 106"/>
              <p:cNvSpPr/>
              <p:nvPr/>
            </p:nvSpPr>
            <p:spPr>
              <a:xfrm>
                <a:off x="4704" y="3320"/>
                <a:ext cx="81" cy="174"/>
              </a:xfrm>
              <a:prstGeom prst="rect">
                <a:avLst/>
              </a:prstGeom>
              <a:noFill/>
              <a:ln w="9525">
                <a:noFill/>
              </a:ln>
            </p:spPr>
            <p:txBody>
              <a:bodyPr wrap="none" lIns="0" tIns="0" rIns="0" bIns="0">
                <a:spAutoFit/>
              </a:bodyPr>
              <a:lstStyle/>
              <a:p>
                <a:r>
                  <a:rPr lang="en-US" altLang="zh-CN" sz="1350" b="1" dirty="0">
                    <a:solidFill>
                      <a:srgbClr val="000000"/>
                    </a:solidFill>
                    <a:latin typeface="Arial" panose="020B0604020202020204" pitchFamily="34" charset="0"/>
                    <a:ea typeface="汉仪旗黑-55简" panose="00020600040101010101" charset="-122"/>
                  </a:rPr>
                  <a:t>x</a:t>
                </a:r>
              </a:p>
            </p:txBody>
          </p:sp>
          <p:sp>
            <p:nvSpPr>
              <p:cNvPr id="31808" name="Rectangle 107"/>
              <p:cNvSpPr/>
              <p:nvPr/>
            </p:nvSpPr>
            <p:spPr>
              <a:xfrm>
                <a:off x="4780" y="3368"/>
                <a:ext cx="81" cy="174"/>
              </a:xfrm>
              <a:prstGeom prst="rect">
                <a:avLst/>
              </a:prstGeom>
              <a:noFill/>
              <a:ln w="9525">
                <a:noFill/>
              </a:ln>
            </p:spPr>
            <p:txBody>
              <a:bodyPr wrap="none" lIns="0" tIns="0" rIns="0" bIns="0">
                <a:spAutoFit/>
              </a:bodyPr>
              <a:lstStyle/>
              <a:p>
                <a:r>
                  <a:rPr lang="en-US" altLang="zh-CN" sz="1350" b="1" dirty="0">
                    <a:solidFill>
                      <a:srgbClr val="000000"/>
                    </a:solidFill>
                    <a:latin typeface="Helvetica" charset="0"/>
                    <a:ea typeface="宋体" panose="02010600030101010101" pitchFamily="2" charset="-122"/>
                  </a:rPr>
                  <a:t>1</a:t>
                </a:r>
              </a:p>
            </p:txBody>
          </p:sp>
        </p:grpSp>
        <p:sp>
          <p:nvSpPr>
            <p:cNvPr id="31801" name="Rectangle 108"/>
            <p:cNvSpPr/>
            <p:nvPr>
              <p:custDataLst>
                <p:tags r:id="rId7"/>
              </p:custDataLst>
            </p:nvPr>
          </p:nvSpPr>
          <p:spPr>
            <a:xfrm>
              <a:off x="1392" y="2123"/>
              <a:ext cx="1824" cy="1248"/>
            </a:xfrm>
            <a:prstGeom prst="rect">
              <a:avLst/>
            </a:prstGeom>
            <a:blipFill rotWithShape="0">
              <a:blip r:embed="rId20"/>
            </a:blipFill>
            <a:ln w="9525">
              <a:noFill/>
            </a:ln>
          </p:spPr>
          <p:txBody>
            <a:bodyPr/>
            <a:lstStyle/>
            <a:p>
              <a:endParaRPr lang="zh-CN" altLang="en-US" sz="1350" dirty="0">
                <a:solidFill>
                  <a:schemeClr val="dk1"/>
                </a:solidFill>
                <a:latin typeface="Comic Sans MS" panose="030F0702030302020204" pitchFamily="66" charset="0"/>
              </a:endParaRPr>
            </a:p>
          </p:txBody>
        </p:sp>
        <p:sp>
          <p:nvSpPr>
            <p:cNvPr id="31802" name="Oval 109"/>
            <p:cNvSpPr>
              <a:spLocks noChangeAspect="1"/>
            </p:cNvSpPr>
            <p:nvPr>
              <p:custDataLst>
                <p:tags r:id="rId8"/>
              </p:custDataLst>
            </p:nvPr>
          </p:nvSpPr>
          <p:spPr>
            <a:xfrm>
              <a:off x="1920" y="2640"/>
              <a:ext cx="96" cy="96"/>
            </a:xfrm>
            <a:prstGeom prst="ellipse">
              <a:avLst/>
            </a:prstGeom>
            <a:solidFill>
              <a:schemeClr val="dk1"/>
            </a:solidFill>
            <a:ln w="9525" cap="flat" cmpd="sng">
              <a:solidFill>
                <a:schemeClr val="dk1"/>
              </a:solidFill>
              <a:prstDash val="solid"/>
              <a:headEnd type="none" w="med" len="med"/>
              <a:tailEnd type="none" w="med" len="med"/>
            </a:ln>
          </p:spPr>
          <p:txBody>
            <a:bodyPr wrap="none" lIns="0" tIns="0" rIns="0" bIns="0" anchor="ctr" anchorCtr="0"/>
            <a:lstStyle/>
            <a:p>
              <a:endParaRPr lang="zh-CN" altLang="en-US" sz="1350" dirty="0">
                <a:solidFill>
                  <a:schemeClr val="dk1"/>
                </a:solidFill>
                <a:latin typeface="Comic Sans MS" panose="030F0702030302020204" pitchFamily="66" charset="0"/>
              </a:endParaRPr>
            </a:p>
          </p:txBody>
        </p:sp>
        <p:sp>
          <p:nvSpPr>
            <p:cNvPr id="31803" name="Oval 110"/>
            <p:cNvSpPr>
              <a:spLocks noChangeAspect="1"/>
            </p:cNvSpPr>
            <p:nvPr>
              <p:custDataLst>
                <p:tags r:id="rId9"/>
              </p:custDataLst>
            </p:nvPr>
          </p:nvSpPr>
          <p:spPr>
            <a:xfrm>
              <a:off x="2400" y="1824"/>
              <a:ext cx="96" cy="96"/>
            </a:xfrm>
            <a:prstGeom prst="ellipse">
              <a:avLst/>
            </a:prstGeom>
            <a:solidFill>
              <a:srgbClr val="FF00FF"/>
            </a:solidFill>
            <a:ln w="9525" cap="flat" cmpd="sng">
              <a:solidFill>
                <a:schemeClr val="dk1"/>
              </a:solidFill>
              <a:prstDash val="solid"/>
              <a:headEnd type="none" w="med" len="med"/>
              <a:tailEnd type="none" w="med" len="med"/>
            </a:ln>
          </p:spPr>
          <p:txBody>
            <a:bodyPr wrap="none" lIns="0" tIns="0" rIns="0" bIns="0" anchor="ctr" anchorCtr="0"/>
            <a:lstStyle/>
            <a:p>
              <a:endParaRPr lang="zh-CN" altLang="en-US" sz="1350" dirty="0">
                <a:solidFill>
                  <a:schemeClr val="dk1"/>
                </a:solidFill>
                <a:latin typeface="Comic Sans MS" panose="030F0702030302020204" pitchFamily="66" charset="0"/>
              </a:endParaRPr>
            </a:p>
          </p:txBody>
        </p:sp>
        <p:sp>
          <p:nvSpPr>
            <p:cNvPr id="31804" name="Oval 111"/>
            <p:cNvSpPr>
              <a:spLocks noChangeAspect="1"/>
            </p:cNvSpPr>
            <p:nvPr>
              <p:custDataLst>
                <p:tags r:id="rId10"/>
              </p:custDataLst>
            </p:nvPr>
          </p:nvSpPr>
          <p:spPr>
            <a:xfrm>
              <a:off x="3552" y="2544"/>
              <a:ext cx="96" cy="96"/>
            </a:xfrm>
            <a:prstGeom prst="ellipse">
              <a:avLst/>
            </a:prstGeom>
            <a:solidFill>
              <a:srgbClr val="FF00FF"/>
            </a:solidFill>
            <a:ln w="9525" cap="flat" cmpd="sng">
              <a:solidFill>
                <a:schemeClr val="dk1"/>
              </a:solidFill>
              <a:prstDash val="solid"/>
              <a:headEnd type="none" w="med" len="med"/>
              <a:tailEnd type="none" w="med" len="med"/>
            </a:ln>
          </p:spPr>
          <p:txBody>
            <a:bodyPr wrap="none" lIns="0" tIns="0" rIns="0" bIns="0" anchor="ctr" anchorCtr="0"/>
            <a:lstStyle/>
            <a:p>
              <a:endParaRPr lang="zh-CN" altLang="en-US" sz="1350" dirty="0">
                <a:solidFill>
                  <a:schemeClr val="dk1"/>
                </a:solidFill>
                <a:latin typeface="Comic Sans MS" panose="030F0702030302020204" pitchFamily="66" charset="0"/>
              </a:endParaRPr>
            </a:p>
          </p:txBody>
        </p:sp>
        <p:sp>
          <p:nvSpPr>
            <p:cNvPr id="31805" name="Oval 112"/>
            <p:cNvSpPr>
              <a:spLocks noChangeAspect="1"/>
            </p:cNvSpPr>
            <p:nvPr>
              <p:custDataLst>
                <p:tags r:id="rId11"/>
              </p:custDataLst>
            </p:nvPr>
          </p:nvSpPr>
          <p:spPr>
            <a:xfrm>
              <a:off x="2304" y="3521"/>
              <a:ext cx="96" cy="96"/>
            </a:xfrm>
            <a:prstGeom prst="ellipse">
              <a:avLst/>
            </a:prstGeom>
            <a:solidFill>
              <a:srgbClr val="FF00FF"/>
            </a:solidFill>
            <a:ln w="9525" cap="flat" cmpd="sng">
              <a:solidFill>
                <a:schemeClr val="dk1"/>
              </a:solidFill>
              <a:prstDash val="solid"/>
              <a:headEnd type="none" w="med" len="med"/>
              <a:tailEnd type="none" w="med" len="med"/>
            </a:ln>
          </p:spPr>
          <p:txBody>
            <a:bodyPr wrap="none" lIns="0" tIns="0" rIns="0" bIns="0" anchor="ctr" anchorCtr="0"/>
            <a:lstStyle/>
            <a:p>
              <a:endParaRPr lang="zh-CN" altLang="en-US" sz="1350" dirty="0">
                <a:solidFill>
                  <a:schemeClr val="dk1"/>
                </a:solidFill>
                <a:latin typeface="Comic Sans MS" panose="030F0702030302020204" pitchFamily="66" charset="0"/>
              </a:endParaRPr>
            </a:p>
          </p:txBody>
        </p:sp>
        <p:sp>
          <p:nvSpPr>
            <p:cNvPr id="31806" name="Oval 113"/>
            <p:cNvSpPr>
              <a:spLocks noChangeAspect="1"/>
            </p:cNvSpPr>
            <p:nvPr>
              <p:custDataLst>
                <p:tags r:id="rId12"/>
              </p:custDataLst>
            </p:nvPr>
          </p:nvSpPr>
          <p:spPr>
            <a:xfrm>
              <a:off x="768" y="2496"/>
              <a:ext cx="96" cy="96"/>
            </a:xfrm>
            <a:prstGeom prst="ellipse">
              <a:avLst/>
            </a:prstGeom>
            <a:solidFill>
              <a:srgbClr val="FF00FF"/>
            </a:solidFill>
            <a:ln w="9525" cap="flat" cmpd="sng">
              <a:solidFill>
                <a:schemeClr val="dk1"/>
              </a:solidFill>
              <a:prstDash val="solid"/>
              <a:headEnd type="none" w="med" len="med"/>
              <a:tailEnd type="none" w="med" len="med"/>
            </a:ln>
          </p:spPr>
          <p:txBody>
            <a:bodyPr wrap="none" lIns="0" tIns="0" rIns="0" bIns="0" anchor="ctr" anchorCtr="0"/>
            <a:lstStyle/>
            <a:p>
              <a:endParaRPr lang="zh-CN" altLang="en-US" sz="1350" dirty="0">
                <a:solidFill>
                  <a:schemeClr val="dk1"/>
                </a:solidFill>
                <a:latin typeface="Comic Sans MS" panose="030F0702030302020204" pitchFamily="66" charset="0"/>
              </a:endParaRPr>
            </a:p>
          </p:txBody>
        </p:sp>
      </p:grpSp>
      <p:sp>
        <p:nvSpPr>
          <p:cNvPr id="271474" name="Rectangle 114"/>
          <p:cNvSpPr/>
          <p:nvPr>
            <p:custDataLst>
              <p:tags r:id="rId2"/>
            </p:custDataLst>
          </p:nvPr>
        </p:nvSpPr>
        <p:spPr>
          <a:xfrm>
            <a:off x="5597842" y="1508316"/>
            <a:ext cx="2214563" cy="2129044"/>
          </a:xfrm>
          <a:prstGeom prst="rect">
            <a:avLst/>
          </a:prstGeom>
          <a:noFill/>
          <a:ln w="9525">
            <a:noFill/>
          </a:ln>
        </p:spPr>
        <p:txBody>
          <a:bodyPr wrap="square" anchor="b" anchorCtr="0">
            <a:spAutoFit/>
          </a:bodyPr>
          <a:lstStyle/>
          <a:p>
            <a:pPr algn="just">
              <a:lnSpc>
                <a:spcPct val="150000"/>
              </a:lnSpc>
              <a:buChar char="•"/>
            </a:pPr>
            <a:r>
              <a:rPr lang="zh-CN" altLang="en-US" sz="1500" dirty="0">
                <a:solidFill>
                  <a:schemeClr val="dk1"/>
                </a:solidFill>
                <a:latin typeface="微软雅黑" panose="020B0503020204020204" charset="-122"/>
                <a:ea typeface="微软雅黑" panose="020B0503020204020204" charset="-122"/>
              </a:rPr>
              <a:t>单缺陷与多缺陷假设产生</a:t>
            </a:r>
            <a:r>
              <a:rPr lang="zh-CN" altLang="en-US" sz="1500" b="1" dirty="0">
                <a:solidFill>
                  <a:srgbClr val="FF0000"/>
                </a:solidFill>
                <a:latin typeface="微软雅黑" panose="020B0503020204020204" charset="-122"/>
                <a:ea typeface="微软雅黑" panose="020B0503020204020204" charset="-122"/>
              </a:rPr>
              <a:t>弱等价类</a:t>
            </a:r>
            <a:r>
              <a:rPr lang="zh-CN" altLang="en-US" sz="1500" dirty="0">
                <a:solidFill>
                  <a:schemeClr val="dk1"/>
                </a:solidFill>
                <a:latin typeface="微软雅黑" panose="020B0503020204020204" charset="-122"/>
                <a:ea typeface="微软雅黑" panose="020B0503020204020204" charset="-122"/>
              </a:rPr>
              <a:t>与</a:t>
            </a:r>
            <a:r>
              <a:rPr lang="zh-CN" altLang="en-US" sz="1500" b="1" dirty="0">
                <a:solidFill>
                  <a:srgbClr val="FF0000"/>
                </a:solidFill>
                <a:latin typeface="微软雅黑" panose="020B0503020204020204" charset="-122"/>
                <a:ea typeface="微软雅黑" panose="020B0503020204020204" charset="-122"/>
              </a:rPr>
              <a:t>强等价类</a:t>
            </a:r>
            <a:r>
              <a:rPr lang="zh-CN" altLang="en-US" sz="1500" dirty="0">
                <a:solidFill>
                  <a:schemeClr val="dk1"/>
                </a:solidFill>
                <a:latin typeface="微软雅黑" panose="020B0503020204020204" charset="-122"/>
                <a:ea typeface="微软雅黑" panose="020B0503020204020204" charset="-122"/>
              </a:rPr>
              <a:t>测试之分。</a:t>
            </a:r>
          </a:p>
          <a:p>
            <a:pPr algn="just">
              <a:lnSpc>
                <a:spcPct val="150000"/>
              </a:lnSpc>
              <a:buChar char="•"/>
            </a:pPr>
            <a:r>
              <a:rPr lang="zh-CN" altLang="en-US" sz="1500" dirty="0">
                <a:solidFill>
                  <a:schemeClr val="dk1"/>
                </a:solidFill>
                <a:latin typeface="微软雅黑" panose="020B0503020204020204" charset="-122"/>
                <a:ea typeface="微软雅黑" panose="020B0503020204020204" charset="-122"/>
              </a:rPr>
              <a:t>是否进行无效数据的处理产生</a:t>
            </a:r>
            <a:r>
              <a:rPr lang="zh-CN" altLang="en-US" sz="1500" b="1" dirty="0">
                <a:solidFill>
                  <a:srgbClr val="FF0000"/>
                </a:solidFill>
                <a:latin typeface="微软雅黑" panose="020B0503020204020204" charset="-122"/>
                <a:ea typeface="微软雅黑" panose="020B0503020204020204" charset="-122"/>
              </a:rPr>
              <a:t>健壮</a:t>
            </a:r>
            <a:r>
              <a:rPr lang="zh-CN" altLang="en-US" sz="1500" dirty="0">
                <a:solidFill>
                  <a:schemeClr val="dk1"/>
                </a:solidFill>
                <a:latin typeface="微软雅黑" panose="020B0503020204020204" charset="-122"/>
                <a:ea typeface="微软雅黑" panose="020B0503020204020204" charset="-122"/>
              </a:rPr>
              <a:t>与</a:t>
            </a:r>
            <a:r>
              <a:rPr lang="zh-CN" altLang="en-US" sz="1500" b="1" dirty="0">
                <a:solidFill>
                  <a:srgbClr val="FF0000"/>
                </a:solidFill>
                <a:latin typeface="微软雅黑" panose="020B0503020204020204" charset="-122"/>
                <a:ea typeface="微软雅黑" panose="020B0503020204020204" charset="-122"/>
              </a:rPr>
              <a:t>一般</a:t>
            </a:r>
            <a:r>
              <a:rPr lang="zh-CN" altLang="en-US" sz="1500" dirty="0">
                <a:solidFill>
                  <a:schemeClr val="dk1"/>
                </a:solidFill>
                <a:latin typeface="微软雅黑" panose="020B0503020204020204" charset="-122"/>
                <a:ea typeface="微软雅黑" panose="020B0503020204020204" charset="-122"/>
              </a:rPr>
              <a:t>等价类测试之分。</a:t>
            </a:r>
          </a:p>
        </p:txBody>
      </p:sp>
      <p:sp>
        <p:nvSpPr>
          <p:cNvPr id="264194" name="Rectangle 2"/>
          <p:cNvSpPr>
            <a:spLocks noGrp="1" noChangeArrowheads="1"/>
          </p:cNvSpPr>
          <p:nvPr>
            <p:ph type="title"/>
          </p:nvPr>
        </p:nvSpPr>
        <p:spPr>
          <a:xfrm>
            <a:off x="1445895" y="324803"/>
            <a:ext cx="5611178" cy="735330"/>
          </a:xfrm>
          <a:noFill/>
          <a:ln>
            <a:noFill/>
          </a:ln>
          <a:extLst>
            <a:ext uri="{909E8E84-426E-40DD-AFC4-6F175D3DCCD1}">
              <a14:hiddenFill xmlns:a14="http://schemas.microsoft.com/office/drawing/2010/main">
                <a:solidFill>
                  <a:srgbClr val="FFCC00"/>
                </a:solidFill>
              </a14:hiddenFill>
            </a:ext>
          </a:extLst>
        </p:spPr>
        <p:txBody>
          <a:bodyPr vert="horz" wrap="square" lIns="68580" tIns="34290" rIns="68580" bIns="34290" numCol="1" rtlCol="0" anchor="ctr" anchorCtr="0" compatLnSpc="1">
            <a:normAutofit/>
          </a:bodyPr>
          <a:lstStyle/>
          <a:p>
            <a:pPr algn="just" eaLnBrk="0" fontAlgn="base" hangingPunct="0">
              <a:lnSpc>
                <a:spcPct val="100000"/>
              </a:lnSpc>
              <a:buClrTx/>
            </a:pPr>
            <a:r>
              <a:rPr kumimoji="0" lang="zh-CN" altLang="en-US" sz="2925">
                <a:solidFill>
                  <a:schemeClr val="accent1">
                    <a:lumMod val="75000"/>
                  </a:schemeClr>
                </a:solidFill>
                <a:latin typeface="微软雅黑" panose="020B0503020204020204" charset="-122"/>
                <a:cs typeface="+mj-cs"/>
              </a:rPr>
              <a:t>测试用例设计</a:t>
            </a:r>
            <a:r>
              <a:rPr kumimoji="0" sz="2925">
                <a:solidFill>
                  <a:schemeClr val="accent1">
                    <a:lumMod val="75000"/>
                  </a:schemeClr>
                </a:solidFill>
                <a:latin typeface="微软雅黑" panose="020B0503020204020204" charset="-122"/>
                <a:cs typeface="+mj-cs"/>
              </a:rPr>
              <a:t>--</a:t>
            </a:r>
            <a:r>
              <a:rPr kumimoji="0" lang="zh-CN" altLang="en-US" sz="2925">
                <a:solidFill>
                  <a:schemeClr val="accent1">
                    <a:lumMod val="75000"/>
                  </a:schemeClr>
                </a:solidFill>
                <a:latin typeface="微软雅黑" panose="020B0503020204020204" charset="-122"/>
                <a:cs typeface="+mj-cs"/>
              </a:rPr>
              <a:t>弱健壮等价类</a:t>
            </a:r>
          </a:p>
        </p:txBody>
      </p:sp>
      <p:sp>
        <p:nvSpPr>
          <p:cNvPr id="2" name="日期占位符 1"/>
          <p:cNvSpPr>
            <a:spLocks noGrp="1"/>
          </p:cNvSpPr>
          <p:nvPr>
            <p:ph type="dt" sz="half" idx="10"/>
          </p:nvPr>
        </p:nvSpPr>
        <p:spPr/>
        <p:txBody>
          <a:bodyPr/>
          <a:lstStyle/>
          <a:p>
            <a:fld id="{760FBDFE-C587-4B4C-A407-44438C67B59E}" type="datetime1">
              <a:rPr lang="zh-CN" altLang="en-US" smtClean="0"/>
              <a:t>2024/3/12</a:t>
            </a:fld>
            <a:endParaRPr lang="zh-CN" altLang="en-US"/>
          </a:p>
        </p:txBody>
      </p:sp>
      <p:sp>
        <p:nvSpPr>
          <p:cNvPr id="3" name="灯片编号占位符 2"/>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fld id="{49AE70B2-8BF9-45C0-BB95-33D1B9D3A854}" type="slidenum">
              <a:rPr lang="zh-CN" altLang="en-US" smtClean="0"/>
              <a:pPr/>
              <a:t>96</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271365"/>
                                        </p:tgtEl>
                                        <p:attrNameLst>
                                          <p:attrName>style.visibility</p:attrName>
                                        </p:attrNameLst>
                                      </p:cBhvr>
                                      <p:to>
                                        <p:strVal val="visible"/>
                                      </p:to>
                                    </p:set>
                                    <p:animEffect transition="in" filter="barn(outVertical)">
                                      <p:cBhvr>
                                        <p:cTn id="7" dur="500"/>
                                        <p:tgtEl>
                                          <p:spTgt spid="27136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271474"/>
                                        </p:tgtEl>
                                        <p:attrNameLst>
                                          <p:attrName>style.visibility</p:attrName>
                                        </p:attrNameLst>
                                      </p:cBhvr>
                                      <p:to>
                                        <p:strVal val="visible"/>
                                      </p:to>
                                    </p:set>
                                    <p:anim calcmode="lin" valueType="num">
                                      <p:cBhvr additive="base">
                                        <p:cTn id="12" dur="500" fill="hold"/>
                                        <p:tgtEl>
                                          <p:spTgt spid="271474"/>
                                        </p:tgtEl>
                                        <p:attrNameLst>
                                          <p:attrName>ppt_x</p:attrName>
                                        </p:attrNameLst>
                                      </p:cBhvr>
                                      <p:tavLst>
                                        <p:tav tm="0">
                                          <p:val>
                                            <p:strVal val="1+#ppt_w/2"/>
                                          </p:val>
                                        </p:tav>
                                        <p:tav tm="100000">
                                          <p:val>
                                            <p:strVal val="#ppt_x"/>
                                          </p:val>
                                        </p:tav>
                                      </p:tavLst>
                                    </p:anim>
                                    <p:anim calcmode="lin" valueType="num">
                                      <p:cBhvr additive="base">
                                        <p:cTn id="13" dur="500" fill="hold"/>
                                        <p:tgtEl>
                                          <p:spTgt spid="27147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1365" grpId="0" bldLvl="0" animBg="1"/>
      <p:bldP spid="271474" grpId="0"/>
    </p:bldLst>
  </p:timing>
</p:sld>
</file>

<file path=ppt/slides/slide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772" name="Rectangle 4"/>
          <p:cNvSpPr>
            <a:spLocks noGrp="1"/>
          </p:cNvSpPr>
          <p:nvPr>
            <p:ph idx="1"/>
            <p:custDataLst>
              <p:tags r:id="rId1"/>
            </p:custDataLst>
          </p:nvPr>
        </p:nvSpPr>
        <p:spPr>
          <a:xfrm>
            <a:off x="1547812" y="1314450"/>
            <a:ext cx="6072188" cy="3471863"/>
          </a:xfrm>
        </p:spPr>
        <p:txBody>
          <a:bodyPr vert="horz" wrap="square" lIns="68580" tIns="34290" rIns="68580" bIns="34290" rtlCol="0" anchor="t" anchorCtr="0">
            <a:normAutofit/>
          </a:bodyPr>
          <a:lstStyle/>
          <a:p>
            <a:pPr eaLnBrk="1" hangingPunct="1">
              <a:lnSpc>
                <a:spcPct val="130000"/>
              </a:lnSpc>
            </a:pPr>
            <a:r>
              <a:rPr lang="zh-CN" altLang="en-US" b="1" dirty="0">
                <a:solidFill>
                  <a:schemeClr val="dk1"/>
                </a:solidFill>
                <a:latin typeface="微软雅黑" panose="020B0503020204020204" charset="-122"/>
                <a:cs typeface="微软雅黑" panose="020B0503020204020204" charset="-122"/>
              </a:rPr>
              <a:t>弱</a:t>
            </a:r>
            <a:r>
              <a:rPr lang="en-US" altLang="zh-CN" b="1" dirty="0">
                <a:solidFill>
                  <a:schemeClr val="dk1"/>
                </a:solidFill>
                <a:latin typeface="微软雅黑" panose="020B0503020204020204" charset="-122"/>
                <a:cs typeface="微软雅黑" panose="020B0503020204020204" charset="-122"/>
              </a:rPr>
              <a:t>--</a:t>
            </a:r>
            <a:r>
              <a:rPr lang="zh-CN" altLang="en-US" b="1" dirty="0">
                <a:solidFill>
                  <a:schemeClr val="dk1"/>
                </a:solidFill>
                <a:latin typeface="微软雅黑" panose="020B0503020204020204" charset="-122"/>
                <a:cs typeface="微软雅黑" panose="020B0503020204020204" charset="-122"/>
              </a:rPr>
              <a:t>基于单缺陷假设，健壮</a:t>
            </a:r>
            <a:r>
              <a:rPr lang="en-US" altLang="zh-CN" b="1" dirty="0">
                <a:solidFill>
                  <a:schemeClr val="dk1"/>
                </a:solidFill>
                <a:latin typeface="微软雅黑" panose="020B0503020204020204" charset="-122"/>
                <a:cs typeface="微软雅黑" panose="020B0503020204020204" charset="-122"/>
              </a:rPr>
              <a:t>--</a:t>
            </a:r>
            <a:r>
              <a:rPr lang="zh-CN" altLang="en-US" b="1" dirty="0">
                <a:solidFill>
                  <a:schemeClr val="dk1"/>
                </a:solidFill>
                <a:latin typeface="微软雅黑" panose="020B0503020204020204" charset="-122"/>
                <a:cs typeface="微软雅黑" panose="020B0503020204020204" charset="-122"/>
              </a:rPr>
              <a:t>考虑无效值</a:t>
            </a:r>
          </a:p>
          <a:p>
            <a:pPr eaLnBrk="1" hangingPunct="1">
              <a:lnSpc>
                <a:spcPct val="130000"/>
              </a:lnSpc>
            </a:pPr>
            <a:r>
              <a:rPr lang="zh-CN" altLang="en-US" b="1" dirty="0">
                <a:solidFill>
                  <a:schemeClr val="dk1"/>
                </a:solidFill>
                <a:latin typeface="微软雅黑" panose="020B0503020204020204" charset="-122"/>
                <a:cs typeface="微软雅黑" panose="020B0503020204020204" charset="-122"/>
              </a:rPr>
              <a:t>具体做法：</a:t>
            </a:r>
          </a:p>
          <a:p>
            <a:pPr lvl="1" eaLnBrk="1" hangingPunct="1">
              <a:lnSpc>
                <a:spcPct val="130000"/>
              </a:lnSpc>
            </a:pPr>
            <a:r>
              <a:rPr lang="zh-CN" altLang="en-US" dirty="0">
                <a:solidFill>
                  <a:schemeClr val="dk1"/>
                </a:solidFill>
                <a:latin typeface="微软雅黑" panose="020B0503020204020204" charset="-122"/>
                <a:cs typeface="微软雅黑" panose="020B0503020204020204" charset="-122"/>
              </a:rPr>
              <a:t>对有效输入，使用每个有效等价类的一个值。</a:t>
            </a:r>
          </a:p>
          <a:p>
            <a:pPr lvl="1" eaLnBrk="1" hangingPunct="1">
              <a:lnSpc>
                <a:spcPct val="130000"/>
              </a:lnSpc>
            </a:pPr>
            <a:r>
              <a:rPr lang="zh-CN" altLang="en-US" dirty="0">
                <a:solidFill>
                  <a:schemeClr val="dk1"/>
                </a:solidFill>
                <a:latin typeface="微软雅黑" panose="020B0503020204020204" charset="-122"/>
                <a:cs typeface="微软雅黑" panose="020B0503020204020204" charset="-122"/>
              </a:rPr>
              <a:t>对无效输入，测试用例将拥有一个无效值并保持其余的值都是有效的。</a:t>
            </a:r>
          </a:p>
        </p:txBody>
      </p:sp>
      <p:sp>
        <p:nvSpPr>
          <p:cNvPr id="32773" name="Rectangle 6"/>
          <p:cNvSpPr/>
          <p:nvPr/>
        </p:nvSpPr>
        <p:spPr>
          <a:xfrm>
            <a:off x="2424112" y="4880373"/>
            <a:ext cx="48090" cy="207749"/>
          </a:xfrm>
          <a:prstGeom prst="rect">
            <a:avLst/>
          </a:prstGeom>
          <a:noFill/>
          <a:ln w="9525">
            <a:noFill/>
          </a:ln>
        </p:spPr>
        <p:txBody>
          <a:bodyPr wrap="none" lIns="0" tIns="0" rIns="0" bIns="0">
            <a:spAutoFit/>
          </a:bodyPr>
          <a:lstStyle/>
          <a:p>
            <a:r>
              <a:rPr lang="en-US" altLang="zh-CN" sz="1350" b="1" dirty="0">
                <a:solidFill>
                  <a:srgbClr val="000000"/>
                </a:solidFill>
                <a:latin typeface="Helvetica" charset="0"/>
                <a:ea typeface="宋体" panose="02010600030101010101" pitchFamily="2" charset="-122"/>
              </a:rPr>
              <a:t> </a:t>
            </a:r>
          </a:p>
        </p:txBody>
      </p:sp>
      <p:sp>
        <p:nvSpPr>
          <p:cNvPr id="264194" name="Rectangle 2"/>
          <p:cNvSpPr>
            <a:spLocks noGrp="1" noChangeArrowheads="1"/>
          </p:cNvSpPr>
          <p:nvPr>
            <p:ph type="title"/>
          </p:nvPr>
        </p:nvSpPr>
        <p:spPr>
          <a:xfrm>
            <a:off x="1439704" y="303848"/>
            <a:ext cx="5617369" cy="756285"/>
          </a:xfrm>
          <a:noFill/>
          <a:ln>
            <a:noFill/>
          </a:ln>
          <a:extLst>
            <a:ext uri="{909E8E84-426E-40DD-AFC4-6F175D3DCCD1}">
              <a14:hiddenFill xmlns:a14="http://schemas.microsoft.com/office/drawing/2010/main">
                <a:solidFill>
                  <a:srgbClr val="FFCC00"/>
                </a:solidFill>
              </a14:hiddenFill>
            </a:ext>
          </a:extLst>
        </p:spPr>
        <p:txBody>
          <a:bodyPr vert="horz" wrap="square" lIns="68580" tIns="34290" rIns="68580" bIns="34290" numCol="1" rtlCol="0" anchor="ctr" anchorCtr="0" compatLnSpc="1">
            <a:normAutofit/>
          </a:bodyPr>
          <a:lstStyle/>
          <a:p>
            <a:pPr algn="just" eaLnBrk="0" fontAlgn="base" hangingPunct="0">
              <a:lnSpc>
                <a:spcPct val="100000"/>
              </a:lnSpc>
              <a:buClrTx/>
            </a:pPr>
            <a:r>
              <a:rPr kumimoji="0" lang="zh-CN" altLang="en-US" sz="2925">
                <a:solidFill>
                  <a:schemeClr val="accent1">
                    <a:lumMod val="75000"/>
                  </a:schemeClr>
                </a:solidFill>
                <a:latin typeface="微软雅黑" panose="020B0503020204020204" charset="-122"/>
                <a:cs typeface="+mj-cs"/>
              </a:rPr>
              <a:t>测试用例设计</a:t>
            </a:r>
            <a:r>
              <a:rPr kumimoji="0" sz="2925">
                <a:solidFill>
                  <a:schemeClr val="accent1">
                    <a:lumMod val="75000"/>
                  </a:schemeClr>
                </a:solidFill>
                <a:latin typeface="微软雅黑" panose="020B0503020204020204" charset="-122"/>
                <a:cs typeface="+mj-cs"/>
              </a:rPr>
              <a:t>--</a:t>
            </a:r>
            <a:r>
              <a:rPr kumimoji="0" lang="zh-CN" altLang="en-US" sz="2925">
                <a:solidFill>
                  <a:schemeClr val="accent1">
                    <a:lumMod val="75000"/>
                  </a:schemeClr>
                </a:solidFill>
                <a:latin typeface="微软雅黑" panose="020B0503020204020204" charset="-122"/>
                <a:cs typeface="+mj-cs"/>
              </a:rPr>
              <a:t>弱健壮等价类</a:t>
            </a:r>
          </a:p>
        </p:txBody>
      </p:sp>
      <p:sp>
        <p:nvSpPr>
          <p:cNvPr id="2" name="日期占位符 1"/>
          <p:cNvSpPr>
            <a:spLocks noGrp="1"/>
          </p:cNvSpPr>
          <p:nvPr>
            <p:ph type="dt" sz="half" idx="10"/>
          </p:nvPr>
        </p:nvSpPr>
        <p:spPr/>
        <p:txBody>
          <a:bodyPr/>
          <a:lstStyle/>
          <a:p>
            <a:fld id="{760FBDFE-C587-4B4C-A407-44438C67B59E}" type="datetime1">
              <a:rPr lang="zh-CN" altLang="en-US" smtClean="0"/>
              <a:t>2024/3/12</a:t>
            </a:fld>
            <a:endParaRPr lang="zh-CN" altLang="en-US"/>
          </a:p>
        </p:txBody>
      </p:sp>
      <p:sp>
        <p:nvSpPr>
          <p:cNvPr id="3" name="灯片编号占位符 2"/>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fld id="{49AE70B2-8BF9-45C0-BB95-33D1B9D3A854}" type="slidenum">
              <a:rPr lang="zh-CN" altLang="en-US" smtClean="0"/>
              <a:pPr/>
              <a:t>97</a:t>
            </a:fld>
            <a:endParaRPr lang="zh-CN" alt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796" name="Rectangle 4"/>
          <p:cNvSpPr>
            <a:spLocks noGrp="1"/>
          </p:cNvSpPr>
          <p:nvPr>
            <p:ph idx="1"/>
          </p:nvPr>
        </p:nvSpPr>
        <p:spPr>
          <a:xfrm>
            <a:off x="1657350" y="1208722"/>
            <a:ext cx="5829300" cy="620078"/>
          </a:xfrm>
        </p:spPr>
        <p:txBody>
          <a:bodyPr vert="horz" wrap="square" lIns="68580" tIns="34290" rIns="68580" bIns="34290" rtlCol="0" anchor="t" anchorCtr="0">
            <a:normAutofit/>
          </a:bodyPr>
          <a:lstStyle/>
          <a:p>
            <a:pPr algn="l" eaLnBrk="1" hangingPunct="1">
              <a:buClrTx/>
              <a:buSzTx/>
            </a:pPr>
            <a:r>
              <a:rPr lang="zh-CN" altLang="en-US" b="1" dirty="0">
                <a:solidFill>
                  <a:schemeClr val="dk1"/>
                </a:solidFill>
                <a:latin typeface="微软雅黑" panose="020B0503020204020204" charset="-122"/>
                <a:cs typeface="微软雅黑" panose="020B0503020204020204" charset="-122"/>
              </a:rPr>
              <a:t>基于单缺陷、健壮值</a:t>
            </a:r>
          </a:p>
        </p:txBody>
      </p:sp>
      <p:graphicFrame>
        <p:nvGraphicFramePr>
          <p:cNvPr id="273656" name="Group 248"/>
          <p:cNvGraphicFramePr>
            <a:graphicFrameLocks noGrp="1"/>
          </p:cNvGraphicFramePr>
          <p:nvPr>
            <p:custDataLst>
              <p:tags r:id="rId1"/>
            </p:custDataLst>
          </p:nvPr>
        </p:nvGraphicFramePr>
        <p:xfrm>
          <a:off x="4914900" y="1327785"/>
          <a:ext cx="2737486" cy="1183482"/>
        </p:xfrm>
        <a:graphic>
          <a:graphicData uri="http://schemas.openxmlformats.org/drawingml/2006/table">
            <a:tbl>
              <a:tblPr/>
              <a:tblGrid>
                <a:gridCol w="724853">
                  <a:extLst>
                    <a:ext uri="{9D8B030D-6E8A-4147-A177-3AD203B41FA5}">
                      <a16:colId xmlns:a16="http://schemas.microsoft.com/office/drawing/2014/main" val="20000"/>
                    </a:ext>
                  </a:extLst>
                </a:gridCol>
                <a:gridCol w="2012633">
                  <a:extLst>
                    <a:ext uri="{9D8B030D-6E8A-4147-A177-3AD203B41FA5}">
                      <a16:colId xmlns:a16="http://schemas.microsoft.com/office/drawing/2014/main" val="20001"/>
                    </a:ext>
                  </a:extLst>
                </a:gridCol>
              </a:tblGrid>
              <a:tr h="2286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1500" b="1" i="0" u="none" strike="noStrike" cap="none" normalizeH="0" baseline="0">
                        <a:ln>
                          <a:noFill/>
                        </a:ln>
                        <a:solidFill>
                          <a:schemeClr val="bg1"/>
                        </a:solidFill>
                        <a:effectLst/>
                        <a:latin typeface="微软雅黑" panose="020B0503020204020204" charset="-122"/>
                        <a:ea typeface="微软雅黑" panose="020B0503020204020204" charset="-122"/>
                      </a:endParaRP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500" b="1" i="0" u="none" strike="noStrike" cap="none" normalizeH="0" baseline="0">
                          <a:ln>
                            <a:noFill/>
                          </a:ln>
                          <a:solidFill>
                            <a:schemeClr val="tx1"/>
                          </a:solidFill>
                          <a:effectLst/>
                          <a:latin typeface="微软雅黑" panose="020B0503020204020204" charset="-122"/>
                          <a:ea typeface="微软雅黑" panose="020B0503020204020204" charset="-122"/>
                        </a:rPr>
                        <a:t>无效等价类</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228600">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200" b="1" i="0" u="none" strike="noStrike" cap="none" normalizeH="0" baseline="0">
                          <a:ln>
                            <a:noFill/>
                          </a:ln>
                          <a:solidFill>
                            <a:schemeClr val="tx1"/>
                          </a:solidFill>
                          <a:effectLst/>
                          <a:latin typeface="微软雅黑" panose="020B0503020204020204" charset="-122"/>
                          <a:ea typeface="微软雅黑" panose="020B0503020204020204" charset="-122"/>
                          <a:cs typeface="微软雅黑" panose="020B0503020204020204" charset="-122"/>
                        </a:rPr>
                        <a:t>对于</a:t>
                      </a:r>
                      <a:r>
                        <a:rPr kumimoji="0" lang="en-US" altLang="zh-CN" sz="1200" b="1" i="0" u="none" strike="noStrike" cap="none" normalizeH="0" baseline="0">
                          <a:ln>
                            <a:noFill/>
                          </a:ln>
                          <a:solidFill>
                            <a:schemeClr val="tx1"/>
                          </a:solidFill>
                          <a:effectLst/>
                          <a:latin typeface="微软雅黑" panose="020B0503020204020204" charset="-122"/>
                          <a:ea typeface="微软雅黑" panose="020B0503020204020204" charset="-122"/>
                          <a:cs typeface="微软雅黑" panose="020B0503020204020204" charset="-122"/>
                        </a:rPr>
                        <a:t>x1</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rPr>
                        <a:t>M4={x1|x1&lt;a}</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28600">
                <a:tc vMerge="1">
                  <a:txBody>
                    <a:bodyPr/>
                    <a:lstStyle/>
                    <a:p>
                      <a:endParaRPr lang="zh-CN"/>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rPr>
                        <a:t>M5={x1|x1&gt;d}</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48841">
                <a:tc row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200" b="1" i="0" u="none" strike="noStrike" cap="none" normalizeH="0" baseline="0">
                          <a:ln>
                            <a:noFill/>
                          </a:ln>
                          <a:solidFill>
                            <a:schemeClr val="tx1"/>
                          </a:solidFill>
                          <a:effectLst/>
                          <a:latin typeface="微软雅黑" panose="020B0503020204020204" charset="-122"/>
                          <a:ea typeface="微软雅黑" panose="020B0503020204020204" charset="-122"/>
                          <a:cs typeface="微软雅黑" panose="020B0503020204020204" charset="-122"/>
                        </a:rPr>
                        <a:t>对于</a:t>
                      </a:r>
                      <a:r>
                        <a:rPr kumimoji="0" lang="en-US" altLang="zh-CN" sz="1200" b="1" i="0" u="none" strike="noStrike" cap="none" normalizeH="0" baseline="0">
                          <a:ln>
                            <a:noFill/>
                          </a:ln>
                          <a:solidFill>
                            <a:schemeClr val="tx1"/>
                          </a:solidFill>
                          <a:effectLst/>
                          <a:latin typeface="微软雅黑" panose="020B0503020204020204" charset="-122"/>
                          <a:ea typeface="微软雅黑" panose="020B0503020204020204" charset="-122"/>
                          <a:cs typeface="微软雅黑" panose="020B0503020204020204" charset="-122"/>
                        </a:rPr>
                        <a:t>x2</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rPr>
                        <a:t>N3={x2|x2&lt;e}</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48841">
                <a:tc vMerge="1">
                  <a:txBody>
                    <a:bodyPr/>
                    <a:lstStyle/>
                    <a:p>
                      <a:endParaRPr lang="zh-CN"/>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rPr>
                        <a:t>N4={x2|x2&gt;g}</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273431" name="Group 23"/>
          <p:cNvGraphicFramePr>
            <a:graphicFrameLocks noGrp="1"/>
          </p:cNvGraphicFramePr>
          <p:nvPr>
            <p:custDataLst>
              <p:tags r:id="rId2"/>
            </p:custDataLst>
          </p:nvPr>
        </p:nvGraphicFramePr>
        <p:xfrm>
          <a:off x="4906804" y="2602231"/>
          <a:ext cx="2745106" cy="787242"/>
        </p:xfrm>
        <a:graphic>
          <a:graphicData uri="http://schemas.openxmlformats.org/drawingml/2006/table">
            <a:tbl>
              <a:tblPr/>
              <a:tblGrid>
                <a:gridCol w="930593">
                  <a:extLst>
                    <a:ext uri="{9D8B030D-6E8A-4147-A177-3AD203B41FA5}">
                      <a16:colId xmlns:a16="http://schemas.microsoft.com/office/drawing/2014/main" val="20000"/>
                    </a:ext>
                  </a:extLst>
                </a:gridCol>
                <a:gridCol w="1814513">
                  <a:extLst>
                    <a:ext uri="{9D8B030D-6E8A-4147-A177-3AD203B41FA5}">
                      <a16:colId xmlns:a16="http://schemas.microsoft.com/office/drawing/2014/main" val="20001"/>
                    </a:ext>
                  </a:extLst>
                </a:gridCol>
              </a:tblGrid>
              <a:tr h="262414">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400" b="1" i="0" u="none" strike="noStrike" cap="none" normalizeH="0" baseline="0">
                          <a:ln>
                            <a:noFill/>
                          </a:ln>
                          <a:solidFill>
                            <a:schemeClr val="tx1"/>
                          </a:solidFill>
                          <a:effectLst/>
                          <a:latin typeface="微软雅黑" panose="020B0503020204020204" charset="-122"/>
                          <a:ea typeface="微软雅黑" panose="020B0503020204020204" charset="-122"/>
                        </a:rPr>
                        <a:t>测试用例</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400" b="1" i="0" u="none" strike="noStrike" cap="none" normalizeH="0" baseline="0">
                          <a:ln>
                            <a:noFill/>
                          </a:ln>
                          <a:solidFill>
                            <a:schemeClr val="tx1"/>
                          </a:solidFill>
                          <a:effectLst/>
                          <a:latin typeface="微软雅黑" panose="020B0503020204020204" charset="-122"/>
                          <a:ea typeface="微软雅黑" panose="020B0503020204020204" charset="-122"/>
                        </a:rPr>
                        <a:t>补充输入等价类</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262414">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400" b="1" i="0" u="none" strike="noStrike" cap="none" normalizeH="0" baseline="0">
                          <a:ln>
                            <a:noFill/>
                          </a:ln>
                          <a:solidFill>
                            <a:srgbClr val="0000FF"/>
                          </a:solidFill>
                          <a:effectLst/>
                          <a:latin typeface="微软雅黑" panose="020B0503020204020204" charset="-122"/>
                          <a:ea typeface="微软雅黑" panose="020B0503020204020204" charset="-122"/>
                        </a:rPr>
                        <a:t>1,2</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400" b="1" i="0" u="none" strike="noStrike" cap="none" normalizeH="0" baseline="0">
                          <a:ln>
                            <a:noFill/>
                          </a:ln>
                          <a:solidFill>
                            <a:srgbClr val="0000FF"/>
                          </a:solidFill>
                          <a:effectLst/>
                          <a:latin typeface="微软雅黑" panose="020B0503020204020204" charset="-122"/>
                          <a:ea typeface="微软雅黑" panose="020B0503020204020204" charset="-122"/>
                        </a:rPr>
                        <a:t>(M4,N1)(M4,N2)</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62414">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a:ln>
                            <a:noFill/>
                          </a:ln>
                          <a:solidFill>
                            <a:srgbClr val="0000FF"/>
                          </a:solidFill>
                          <a:effectLst/>
                          <a:latin typeface="微软雅黑" panose="020B0503020204020204" charset="-122"/>
                          <a:ea typeface="微软雅黑" panose="020B0503020204020204" charset="-122"/>
                        </a:rPr>
                        <a:t>3,4</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a:ln>
                            <a:noFill/>
                          </a:ln>
                          <a:solidFill>
                            <a:srgbClr val="0000FF"/>
                          </a:solidFill>
                          <a:effectLst/>
                          <a:latin typeface="微软雅黑" panose="020B0503020204020204" charset="-122"/>
                          <a:ea typeface="微软雅黑" panose="020B0503020204020204" charset="-122"/>
                        </a:rPr>
                        <a:t>(M5,N1)(M5,N2)</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273445" name="Text Box 37"/>
          <p:cNvSpPr txBox="1"/>
          <p:nvPr>
            <p:custDataLst>
              <p:tags r:id="rId3"/>
            </p:custDataLst>
          </p:nvPr>
        </p:nvSpPr>
        <p:spPr>
          <a:xfrm>
            <a:off x="4914900" y="3480436"/>
            <a:ext cx="2743200" cy="1095851"/>
          </a:xfrm>
          <a:prstGeom prst="rect">
            <a:avLst/>
          </a:prstGeom>
          <a:solidFill>
            <a:srgbClr val="CCFFCC"/>
          </a:solidFill>
          <a:ln w="9525" cap="flat" cmpd="sng">
            <a:solidFill>
              <a:schemeClr val="dk1"/>
            </a:solidFill>
            <a:prstDash val="solid"/>
            <a:miter/>
            <a:headEnd type="none" w="med" len="med"/>
            <a:tailEnd type="none" w="med" len="med"/>
          </a:ln>
        </p:spPr>
        <p:txBody>
          <a:bodyPr wrap="square" lIns="54000" tIns="0" rIns="54000" bIns="0" anchor="t" anchorCtr="1">
            <a:noAutofit/>
          </a:bodyPr>
          <a:lstStyle/>
          <a:p>
            <a:pPr>
              <a:spcBef>
                <a:spcPct val="50000"/>
              </a:spcBef>
            </a:pPr>
            <a:r>
              <a:rPr lang="zh-CN" altLang="en-US" sz="1500" b="1" dirty="0">
                <a:solidFill>
                  <a:srgbClr val="FF0000"/>
                </a:solidFill>
                <a:latin typeface="微软雅黑" panose="020B0503020204020204" charset="-122"/>
                <a:ea typeface="微软雅黑" panose="020B0503020204020204" charset="-122"/>
                <a:cs typeface="微软雅黑" panose="020B0503020204020204" charset="-122"/>
              </a:rPr>
              <a:t>对于</a:t>
            </a:r>
            <a:r>
              <a:rPr lang="en-US" altLang="zh-CN" sz="1500" b="1" dirty="0">
                <a:solidFill>
                  <a:srgbClr val="FF0000"/>
                </a:solidFill>
                <a:latin typeface="微软雅黑" panose="020B0503020204020204" charset="-122"/>
                <a:ea typeface="微软雅黑" panose="020B0503020204020204" charset="-122"/>
                <a:cs typeface="微软雅黑" panose="020B0503020204020204" charset="-122"/>
              </a:rPr>
              <a:t>n</a:t>
            </a:r>
            <a:r>
              <a:rPr lang="zh-CN" altLang="en-US" sz="1500" b="1" dirty="0">
                <a:solidFill>
                  <a:srgbClr val="FF0000"/>
                </a:solidFill>
                <a:latin typeface="微软雅黑" panose="020B0503020204020204" charset="-122"/>
                <a:ea typeface="微软雅黑" panose="020B0503020204020204" charset="-122"/>
                <a:cs typeface="微软雅黑" panose="020B0503020204020204" charset="-122"/>
              </a:rPr>
              <a:t>变量，设第</a:t>
            </a:r>
            <a:r>
              <a:rPr lang="en-US" altLang="zh-CN" sz="1500" b="1" dirty="0">
                <a:solidFill>
                  <a:srgbClr val="FF0000"/>
                </a:solidFill>
                <a:latin typeface="微软雅黑" panose="020B0503020204020204" charset="-122"/>
                <a:ea typeface="微软雅黑" panose="020B0503020204020204" charset="-122"/>
                <a:cs typeface="微软雅黑" panose="020B0503020204020204" charset="-122"/>
              </a:rPr>
              <a:t>i</a:t>
            </a:r>
            <a:r>
              <a:rPr lang="zh-CN" altLang="en-US" sz="1500" b="1" dirty="0">
                <a:solidFill>
                  <a:srgbClr val="FF0000"/>
                </a:solidFill>
                <a:latin typeface="微软雅黑" panose="020B0503020204020204" charset="-122"/>
                <a:ea typeface="微软雅黑" panose="020B0503020204020204" charset="-122"/>
                <a:cs typeface="微软雅黑" panose="020B0503020204020204" charset="-122"/>
              </a:rPr>
              <a:t>个变量的有效等价类是</a:t>
            </a:r>
            <a:r>
              <a:rPr lang="en-US" altLang="zh-CN" sz="1500" b="1" dirty="0">
                <a:solidFill>
                  <a:srgbClr val="FF0000"/>
                </a:solidFill>
                <a:latin typeface="微软雅黑" panose="020B0503020204020204" charset="-122"/>
                <a:ea typeface="微软雅黑" panose="020B0503020204020204" charset="-122"/>
                <a:cs typeface="微软雅黑" panose="020B0503020204020204" charset="-122"/>
              </a:rPr>
              <a:t>m</a:t>
            </a:r>
            <a:r>
              <a:rPr lang="en-US" altLang="zh-CN" sz="1500" b="1" baseline="-25000" dirty="0">
                <a:solidFill>
                  <a:srgbClr val="FF0000"/>
                </a:solidFill>
                <a:latin typeface="微软雅黑" panose="020B0503020204020204" charset="-122"/>
                <a:ea typeface="微软雅黑" panose="020B0503020204020204" charset="-122"/>
                <a:cs typeface="微软雅黑" panose="020B0503020204020204" charset="-122"/>
              </a:rPr>
              <a:t>i</a:t>
            </a:r>
            <a:r>
              <a:rPr lang="zh-CN" altLang="en-US" sz="1500" b="1" dirty="0">
                <a:solidFill>
                  <a:srgbClr val="FF0000"/>
                </a:solidFill>
                <a:latin typeface="微软雅黑" panose="020B0503020204020204" charset="-122"/>
                <a:ea typeface="微软雅黑" panose="020B0503020204020204" charset="-122"/>
                <a:cs typeface="微软雅黑" panose="020B0503020204020204" charset="-122"/>
              </a:rPr>
              <a:t>个，无效等价类是</a:t>
            </a:r>
            <a:r>
              <a:rPr lang="en-US" altLang="zh-CN" sz="1500" b="1" dirty="0">
                <a:solidFill>
                  <a:srgbClr val="FF0000"/>
                </a:solidFill>
                <a:latin typeface="微软雅黑" panose="020B0503020204020204" charset="-122"/>
                <a:ea typeface="微软雅黑" panose="020B0503020204020204" charset="-122"/>
                <a:cs typeface="微软雅黑" panose="020B0503020204020204" charset="-122"/>
              </a:rPr>
              <a:t>l</a:t>
            </a:r>
            <a:r>
              <a:rPr lang="en-US" altLang="zh-CN" sz="1500" b="1" baseline="-25000" dirty="0">
                <a:solidFill>
                  <a:srgbClr val="FF0000"/>
                </a:solidFill>
                <a:latin typeface="微软雅黑" panose="020B0503020204020204" charset="-122"/>
                <a:ea typeface="微软雅黑" panose="020B0503020204020204" charset="-122"/>
                <a:cs typeface="微软雅黑" panose="020B0503020204020204" charset="-122"/>
              </a:rPr>
              <a:t>i</a:t>
            </a:r>
            <a:r>
              <a:rPr lang="zh-CN" altLang="en-US" sz="1500" b="1" dirty="0">
                <a:solidFill>
                  <a:srgbClr val="FF0000"/>
                </a:solidFill>
                <a:latin typeface="微软雅黑" panose="020B0503020204020204" charset="-122"/>
                <a:ea typeface="微软雅黑" panose="020B0503020204020204" charset="-122"/>
                <a:cs typeface="微软雅黑" panose="020B0503020204020204" charset="-122"/>
              </a:rPr>
              <a:t>个，则测试用例总数： </a:t>
            </a:r>
          </a:p>
          <a:p>
            <a:pPr>
              <a:spcBef>
                <a:spcPct val="50000"/>
              </a:spcBef>
            </a:pPr>
            <a:endParaRPr lang="zh-CN" altLang="en-US" sz="1500" b="1" dirty="0">
              <a:solidFill>
                <a:srgbClr val="FF0000"/>
              </a:solidFill>
              <a:latin typeface="微软雅黑" panose="020B0503020204020204" charset="-122"/>
              <a:ea typeface="微软雅黑" panose="020B0503020204020204" charset="-122"/>
              <a:cs typeface="微软雅黑" panose="020B0503020204020204" charset="-122"/>
            </a:endParaRPr>
          </a:p>
        </p:txBody>
      </p:sp>
      <p:grpSp>
        <p:nvGrpSpPr>
          <p:cNvPr id="33830" name="Group 38"/>
          <p:cNvGrpSpPr/>
          <p:nvPr/>
        </p:nvGrpSpPr>
        <p:grpSpPr>
          <a:xfrm>
            <a:off x="1422559" y="1784985"/>
            <a:ext cx="3491951" cy="2904649"/>
            <a:chOff x="336" y="1336"/>
            <a:chExt cx="4354" cy="2840"/>
          </a:xfrm>
        </p:grpSpPr>
        <p:grpSp>
          <p:nvGrpSpPr>
            <p:cNvPr id="33832" name="Group 39"/>
            <p:cNvGrpSpPr/>
            <p:nvPr/>
          </p:nvGrpSpPr>
          <p:grpSpPr>
            <a:xfrm>
              <a:off x="616" y="1400"/>
              <a:ext cx="72" cy="2504"/>
              <a:chOff x="616" y="688"/>
              <a:chExt cx="72" cy="2504"/>
            </a:xfrm>
          </p:grpSpPr>
          <p:sp>
            <p:nvSpPr>
              <p:cNvPr id="34036" name="Freeform 40"/>
              <p:cNvSpPr/>
              <p:nvPr>
                <p:custDataLst>
                  <p:tags r:id="rId28"/>
                </p:custDataLst>
              </p:nvPr>
            </p:nvSpPr>
            <p:spPr>
              <a:xfrm>
                <a:off x="616" y="688"/>
                <a:ext cx="72" cy="112"/>
              </a:xfrm>
              <a:custGeom>
                <a:avLst/>
                <a:gdLst>
                  <a:gd name="txL" fmla="*/ 0 w 72"/>
                  <a:gd name="txT" fmla="*/ 0 h 112"/>
                  <a:gd name="txR" fmla="*/ 72 w 72"/>
                  <a:gd name="txB" fmla="*/ 112 h 112"/>
                </a:gdLst>
                <a:ahLst/>
                <a:cxnLst>
                  <a:cxn ang="0">
                    <a:pos x="32" y="0"/>
                  </a:cxn>
                  <a:cxn ang="0">
                    <a:pos x="72" y="112"/>
                  </a:cxn>
                  <a:cxn ang="0">
                    <a:pos x="32" y="72"/>
                  </a:cxn>
                  <a:cxn ang="0">
                    <a:pos x="0" y="112"/>
                  </a:cxn>
                  <a:cxn ang="0">
                    <a:pos x="32" y="0"/>
                  </a:cxn>
                </a:cxnLst>
                <a:rect l="txL" t="txT" r="txR" b="txB"/>
                <a:pathLst>
                  <a:path w="72" h="112">
                    <a:moveTo>
                      <a:pt x="32" y="0"/>
                    </a:moveTo>
                    <a:lnTo>
                      <a:pt x="72" y="112"/>
                    </a:lnTo>
                    <a:lnTo>
                      <a:pt x="32" y="72"/>
                    </a:lnTo>
                    <a:lnTo>
                      <a:pt x="0" y="112"/>
                    </a:lnTo>
                    <a:lnTo>
                      <a:pt x="32" y="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4037" name="Line 41"/>
              <p:cNvSpPr/>
              <p:nvPr/>
            </p:nvSpPr>
            <p:spPr>
              <a:xfrm flipV="1">
                <a:off x="648" y="760"/>
                <a:ext cx="1" cy="2432"/>
              </a:xfrm>
              <a:prstGeom prst="line">
                <a:avLst/>
              </a:prstGeom>
              <a:ln w="12700" cap="flat" cmpd="sng">
                <a:solidFill>
                  <a:srgbClr val="000000"/>
                </a:solidFill>
                <a:prstDash val="solid"/>
                <a:headEnd type="none" w="med" len="med"/>
                <a:tailEnd type="none" w="med" len="med"/>
              </a:ln>
            </p:spPr>
          </p:sp>
        </p:grpSp>
        <p:grpSp>
          <p:nvGrpSpPr>
            <p:cNvPr id="33833" name="Group 42"/>
            <p:cNvGrpSpPr/>
            <p:nvPr/>
          </p:nvGrpSpPr>
          <p:grpSpPr>
            <a:xfrm>
              <a:off x="512" y="3696"/>
              <a:ext cx="3952" cy="47"/>
              <a:chOff x="512" y="2984"/>
              <a:chExt cx="4928" cy="72"/>
            </a:xfrm>
          </p:grpSpPr>
          <p:sp>
            <p:nvSpPr>
              <p:cNvPr id="34034" name="Freeform 43"/>
              <p:cNvSpPr/>
              <p:nvPr>
                <p:custDataLst>
                  <p:tags r:id="rId27"/>
                </p:custDataLst>
              </p:nvPr>
            </p:nvSpPr>
            <p:spPr>
              <a:xfrm>
                <a:off x="5328" y="2984"/>
                <a:ext cx="112" cy="72"/>
              </a:xfrm>
              <a:custGeom>
                <a:avLst/>
                <a:gdLst>
                  <a:gd name="txL" fmla="*/ 0 w 112"/>
                  <a:gd name="txT" fmla="*/ 0 h 72"/>
                  <a:gd name="txR" fmla="*/ 112 w 112"/>
                  <a:gd name="txB" fmla="*/ 72 h 72"/>
                </a:gdLst>
                <a:ahLst/>
                <a:cxnLst>
                  <a:cxn ang="0">
                    <a:pos x="112" y="32"/>
                  </a:cxn>
                  <a:cxn ang="0">
                    <a:pos x="0" y="72"/>
                  </a:cxn>
                  <a:cxn ang="0">
                    <a:pos x="40" y="32"/>
                  </a:cxn>
                  <a:cxn ang="0">
                    <a:pos x="0" y="0"/>
                  </a:cxn>
                  <a:cxn ang="0">
                    <a:pos x="112" y="32"/>
                  </a:cxn>
                </a:cxnLst>
                <a:rect l="txL" t="txT" r="txR" b="txB"/>
                <a:pathLst>
                  <a:path w="112" h="72">
                    <a:moveTo>
                      <a:pt x="112" y="32"/>
                    </a:moveTo>
                    <a:lnTo>
                      <a:pt x="0" y="72"/>
                    </a:lnTo>
                    <a:lnTo>
                      <a:pt x="40" y="32"/>
                    </a:lnTo>
                    <a:lnTo>
                      <a:pt x="0" y="0"/>
                    </a:lnTo>
                    <a:lnTo>
                      <a:pt x="112" y="3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4035" name="Line 44"/>
              <p:cNvSpPr/>
              <p:nvPr/>
            </p:nvSpPr>
            <p:spPr>
              <a:xfrm>
                <a:off x="512" y="3016"/>
                <a:ext cx="4856" cy="1"/>
              </a:xfrm>
              <a:prstGeom prst="line">
                <a:avLst/>
              </a:prstGeom>
              <a:ln w="12700" cap="flat" cmpd="sng">
                <a:solidFill>
                  <a:srgbClr val="000000"/>
                </a:solidFill>
                <a:prstDash val="solid"/>
                <a:headEnd type="none" w="med" len="med"/>
                <a:tailEnd type="none" w="med" len="med"/>
              </a:ln>
            </p:spPr>
          </p:sp>
        </p:grpSp>
        <p:grpSp>
          <p:nvGrpSpPr>
            <p:cNvPr id="33834" name="Group 45"/>
            <p:cNvGrpSpPr/>
            <p:nvPr/>
          </p:nvGrpSpPr>
          <p:grpSpPr>
            <a:xfrm>
              <a:off x="336" y="3256"/>
              <a:ext cx="3888" cy="48"/>
              <a:chOff x="336" y="2544"/>
              <a:chExt cx="4520" cy="56"/>
            </a:xfrm>
          </p:grpSpPr>
          <p:sp>
            <p:nvSpPr>
              <p:cNvPr id="34002" name="Freeform 46"/>
              <p:cNvSpPr/>
              <p:nvPr>
                <p:custDataLst>
                  <p:tags r:id="rId25"/>
                </p:custDataLst>
              </p:nvPr>
            </p:nvSpPr>
            <p:spPr>
              <a:xfrm>
                <a:off x="336" y="2544"/>
                <a:ext cx="112" cy="56"/>
              </a:xfrm>
              <a:custGeom>
                <a:avLst/>
                <a:gdLst>
                  <a:gd name="txL" fmla="*/ 0 w 112"/>
                  <a:gd name="txT" fmla="*/ 0 h 56"/>
                  <a:gd name="txR" fmla="*/ 112 w 112"/>
                  <a:gd name="txB" fmla="*/ 56 h 56"/>
                </a:gdLst>
                <a:ahLst/>
                <a:cxnLst>
                  <a:cxn ang="0">
                    <a:pos x="0" y="32"/>
                  </a:cxn>
                  <a:cxn ang="0">
                    <a:pos x="112" y="0"/>
                  </a:cxn>
                  <a:cxn ang="0">
                    <a:pos x="112" y="32"/>
                  </a:cxn>
                  <a:cxn ang="0">
                    <a:pos x="112" y="56"/>
                  </a:cxn>
                  <a:cxn ang="0">
                    <a:pos x="0" y="32"/>
                  </a:cxn>
                </a:cxnLst>
                <a:rect l="txL" t="txT" r="txR" b="txB"/>
                <a:pathLst>
                  <a:path w="112" h="56">
                    <a:moveTo>
                      <a:pt x="0" y="32"/>
                    </a:moveTo>
                    <a:lnTo>
                      <a:pt x="112" y="0"/>
                    </a:lnTo>
                    <a:lnTo>
                      <a:pt x="112" y="32"/>
                    </a:lnTo>
                    <a:lnTo>
                      <a:pt x="112" y="56"/>
                    </a:lnTo>
                    <a:lnTo>
                      <a:pt x="0" y="3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4003" name="Freeform 47"/>
              <p:cNvSpPr/>
              <p:nvPr>
                <p:custDataLst>
                  <p:tags r:id="rId26"/>
                </p:custDataLst>
              </p:nvPr>
            </p:nvSpPr>
            <p:spPr>
              <a:xfrm>
                <a:off x="4744" y="2544"/>
                <a:ext cx="112" cy="56"/>
              </a:xfrm>
              <a:custGeom>
                <a:avLst/>
                <a:gdLst>
                  <a:gd name="txL" fmla="*/ 0 w 112"/>
                  <a:gd name="txT" fmla="*/ 0 h 56"/>
                  <a:gd name="txR" fmla="*/ 112 w 112"/>
                  <a:gd name="txB" fmla="*/ 56 h 56"/>
                </a:gdLst>
                <a:ahLst/>
                <a:cxnLst>
                  <a:cxn ang="0">
                    <a:pos x="112" y="32"/>
                  </a:cxn>
                  <a:cxn ang="0">
                    <a:pos x="0" y="56"/>
                  </a:cxn>
                  <a:cxn ang="0">
                    <a:pos x="0" y="32"/>
                  </a:cxn>
                  <a:cxn ang="0">
                    <a:pos x="0" y="0"/>
                  </a:cxn>
                  <a:cxn ang="0">
                    <a:pos x="112" y="32"/>
                  </a:cxn>
                </a:cxnLst>
                <a:rect l="txL" t="txT" r="txR" b="txB"/>
                <a:pathLst>
                  <a:path w="112" h="56">
                    <a:moveTo>
                      <a:pt x="112" y="32"/>
                    </a:moveTo>
                    <a:lnTo>
                      <a:pt x="0" y="56"/>
                    </a:lnTo>
                    <a:lnTo>
                      <a:pt x="0" y="32"/>
                    </a:lnTo>
                    <a:lnTo>
                      <a:pt x="0" y="0"/>
                    </a:lnTo>
                    <a:lnTo>
                      <a:pt x="112" y="3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4004" name="Line 48"/>
              <p:cNvSpPr/>
              <p:nvPr/>
            </p:nvSpPr>
            <p:spPr>
              <a:xfrm>
                <a:off x="448" y="2576"/>
                <a:ext cx="64" cy="1"/>
              </a:xfrm>
              <a:prstGeom prst="line">
                <a:avLst/>
              </a:prstGeom>
              <a:ln w="12700" cap="flat" cmpd="sng">
                <a:solidFill>
                  <a:srgbClr val="000000"/>
                </a:solidFill>
                <a:prstDash val="solid"/>
                <a:headEnd type="none" w="med" len="med"/>
                <a:tailEnd type="none" w="med" len="med"/>
              </a:ln>
            </p:spPr>
          </p:sp>
          <p:sp>
            <p:nvSpPr>
              <p:cNvPr id="34005" name="Line 49"/>
              <p:cNvSpPr/>
              <p:nvPr/>
            </p:nvSpPr>
            <p:spPr>
              <a:xfrm>
                <a:off x="592" y="2576"/>
                <a:ext cx="64" cy="1"/>
              </a:xfrm>
              <a:prstGeom prst="line">
                <a:avLst/>
              </a:prstGeom>
              <a:ln w="12700" cap="flat" cmpd="sng">
                <a:solidFill>
                  <a:srgbClr val="000000"/>
                </a:solidFill>
                <a:prstDash val="solid"/>
                <a:headEnd type="none" w="med" len="med"/>
                <a:tailEnd type="none" w="med" len="med"/>
              </a:ln>
            </p:spPr>
          </p:sp>
          <p:sp>
            <p:nvSpPr>
              <p:cNvPr id="34006" name="Line 50"/>
              <p:cNvSpPr/>
              <p:nvPr/>
            </p:nvSpPr>
            <p:spPr>
              <a:xfrm>
                <a:off x="736" y="2576"/>
                <a:ext cx="64" cy="1"/>
              </a:xfrm>
              <a:prstGeom prst="line">
                <a:avLst/>
              </a:prstGeom>
              <a:ln w="12700" cap="flat" cmpd="sng">
                <a:solidFill>
                  <a:srgbClr val="000000"/>
                </a:solidFill>
                <a:prstDash val="solid"/>
                <a:headEnd type="none" w="med" len="med"/>
                <a:tailEnd type="none" w="med" len="med"/>
              </a:ln>
            </p:spPr>
          </p:sp>
          <p:sp>
            <p:nvSpPr>
              <p:cNvPr id="34007" name="Line 51"/>
              <p:cNvSpPr/>
              <p:nvPr/>
            </p:nvSpPr>
            <p:spPr>
              <a:xfrm>
                <a:off x="880" y="2576"/>
                <a:ext cx="64" cy="1"/>
              </a:xfrm>
              <a:prstGeom prst="line">
                <a:avLst/>
              </a:prstGeom>
              <a:ln w="12700" cap="flat" cmpd="sng">
                <a:solidFill>
                  <a:srgbClr val="000000"/>
                </a:solidFill>
                <a:prstDash val="solid"/>
                <a:headEnd type="none" w="med" len="med"/>
                <a:tailEnd type="none" w="med" len="med"/>
              </a:ln>
            </p:spPr>
          </p:sp>
          <p:sp>
            <p:nvSpPr>
              <p:cNvPr id="34008" name="Line 52"/>
              <p:cNvSpPr/>
              <p:nvPr/>
            </p:nvSpPr>
            <p:spPr>
              <a:xfrm>
                <a:off x="1024" y="2576"/>
                <a:ext cx="64" cy="1"/>
              </a:xfrm>
              <a:prstGeom prst="line">
                <a:avLst/>
              </a:prstGeom>
              <a:ln w="12700" cap="flat" cmpd="sng">
                <a:solidFill>
                  <a:srgbClr val="000000"/>
                </a:solidFill>
                <a:prstDash val="solid"/>
                <a:headEnd type="none" w="med" len="med"/>
                <a:tailEnd type="none" w="med" len="med"/>
              </a:ln>
            </p:spPr>
          </p:sp>
          <p:sp>
            <p:nvSpPr>
              <p:cNvPr id="34009" name="Line 53"/>
              <p:cNvSpPr/>
              <p:nvPr/>
            </p:nvSpPr>
            <p:spPr>
              <a:xfrm>
                <a:off x="1168" y="2576"/>
                <a:ext cx="64" cy="1"/>
              </a:xfrm>
              <a:prstGeom prst="line">
                <a:avLst/>
              </a:prstGeom>
              <a:ln w="12700" cap="flat" cmpd="sng">
                <a:solidFill>
                  <a:srgbClr val="000000"/>
                </a:solidFill>
                <a:prstDash val="solid"/>
                <a:headEnd type="none" w="med" len="med"/>
                <a:tailEnd type="none" w="med" len="med"/>
              </a:ln>
            </p:spPr>
          </p:sp>
          <p:sp>
            <p:nvSpPr>
              <p:cNvPr id="34010" name="Line 54"/>
              <p:cNvSpPr/>
              <p:nvPr/>
            </p:nvSpPr>
            <p:spPr>
              <a:xfrm>
                <a:off x="1312" y="2576"/>
                <a:ext cx="64" cy="1"/>
              </a:xfrm>
              <a:prstGeom prst="line">
                <a:avLst/>
              </a:prstGeom>
              <a:ln w="12700" cap="flat" cmpd="sng">
                <a:solidFill>
                  <a:srgbClr val="000000"/>
                </a:solidFill>
                <a:prstDash val="solid"/>
                <a:headEnd type="none" w="med" len="med"/>
                <a:tailEnd type="none" w="med" len="med"/>
              </a:ln>
            </p:spPr>
          </p:sp>
          <p:sp>
            <p:nvSpPr>
              <p:cNvPr id="34011" name="Line 55"/>
              <p:cNvSpPr/>
              <p:nvPr/>
            </p:nvSpPr>
            <p:spPr>
              <a:xfrm>
                <a:off x="1456" y="2576"/>
                <a:ext cx="64" cy="1"/>
              </a:xfrm>
              <a:prstGeom prst="line">
                <a:avLst/>
              </a:prstGeom>
              <a:ln w="12700" cap="flat" cmpd="sng">
                <a:solidFill>
                  <a:srgbClr val="000000"/>
                </a:solidFill>
                <a:prstDash val="solid"/>
                <a:headEnd type="none" w="med" len="med"/>
                <a:tailEnd type="none" w="med" len="med"/>
              </a:ln>
            </p:spPr>
          </p:sp>
          <p:sp>
            <p:nvSpPr>
              <p:cNvPr id="34012" name="Line 56"/>
              <p:cNvSpPr/>
              <p:nvPr/>
            </p:nvSpPr>
            <p:spPr>
              <a:xfrm>
                <a:off x="1600" y="2576"/>
                <a:ext cx="64" cy="1"/>
              </a:xfrm>
              <a:prstGeom prst="line">
                <a:avLst/>
              </a:prstGeom>
              <a:ln w="12700" cap="flat" cmpd="sng">
                <a:solidFill>
                  <a:srgbClr val="000000"/>
                </a:solidFill>
                <a:prstDash val="solid"/>
                <a:headEnd type="none" w="med" len="med"/>
                <a:tailEnd type="none" w="med" len="med"/>
              </a:ln>
            </p:spPr>
          </p:sp>
          <p:sp>
            <p:nvSpPr>
              <p:cNvPr id="34013" name="Line 57"/>
              <p:cNvSpPr/>
              <p:nvPr/>
            </p:nvSpPr>
            <p:spPr>
              <a:xfrm>
                <a:off x="1744" y="2576"/>
                <a:ext cx="64" cy="1"/>
              </a:xfrm>
              <a:prstGeom prst="line">
                <a:avLst/>
              </a:prstGeom>
              <a:ln w="12700" cap="flat" cmpd="sng">
                <a:solidFill>
                  <a:srgbClr val="000000"/>
                </a:solidFill>
                <a:prstDash val="solid"/>
                <a:headEnd type="none" w="med" len="med"/>
                <a:tailEnd type="none" w="med" len="med"/>
              </a:ln>
            </p:spPr>
          </p:sp>
          <p:sp>
            <p:nvSpPr>
              <p:cNvPr id="34014" name="Line 58"/>
              <p:cNvSpPr/>
              <p:nvPr/>
            </p:nvSpPr>
            <p:spPr>
              <a:xfrm>
                <a:off x="1888" y="2576"/>
                <a:ext cx="64" cy="1"/>
              </a:xfrm>
              <a:prstGeom prst="line">
                <a:avLst/>
              </a:prstGeom>
              <a:ln w="12700" cap="flat" cmpd="sng">
                <a:solidFill>
                  <a:srgbClr val="000000"/>
                </a:solidFill>
                <a:prstDash val="solid"/>
                <a:headEnd type="none" w="med" len="med"/>
                <a:tailEnd type="none" w="med" len="med"/>
              </a:ln>
            </p:spPr>
          </p:sp>
          <p:sp>
            <p:nvSpPr>
              <p:cNvPr id="34015" name="Line 59"/>
              <p:cNvSpPr/>
              <p:nvPr/>
            </p:nvSpPr>
            <p:spPr>
              <a:xfrm>
                <a:off x="2032" y="2576"/>
                <a:ext cx="64" cy="1"/>
              </a:xfrm>
              <a:prstGeom prst="line">
                <a:avLst/>
              </a:prstGeom>
              <a:ln w="12700" cap="flat" cmpd="sng">
                <a:solidFill>
                  <a:srgbClr val="000000"/>
                </a:solidFill>
                <a:prstDash val="solid"/>
                <a:headEnd type="none" w="med" len="med"/>
                <a:tailEnd type="none" w="med" len="med"/>
              </a:ln>
            </p:spPr>
          </p:sp>
          <p:sp>
            <p:nvSpPr>
              <p:cNvPr id="34016" name="Line 60"/>
              <p:cNvSpPr/>
              <p:nvPr/>
            </p:nvSpPr>
            <p:spPr>
              <a:xfrm>
                <a:off x="2176" y="2576"/>
                <a:ext cx="64" cy="1"/>
              </a:xfrm>
              <a:prstGeom prst="line">
                <a:avLst/>
              </a:prstGeom>
              <a:ln w="12700" cap="flat" cmpd="sng">
                <a:solidFill>
                  <a:srgbClr val="000000"/>
                </a:solidFill>
                <a:prstDash val="solid"/>
                <a:headEnd type="none" w="med" len="med"/>
                <a:tailEnd type="none" w="med" len="med"/>
              </a:ln>
            </p:spPr>
          </p:sp>
          <p:sp>
            <p:nvSpPr>
              <p:cNvPr id="34017" name="Line 61"/>
              <p:cNvSpPr/>
              <p:nvPr/>
            </p:nvSpPr>
            <p:spPr>
              <a:xfrm>
                <a:off x="2320" y="2576"/>
                <a:ext cx="64" cy="1"/>
              </a:xfrm>
              <a:prstGeom prst="line">
                <a:avLst/>
              </a:prstGeom>
              <a:ln w="12700" cap="flat" cmpd="sng">
                <a:solidFill>
                  <a:srgbClr val="000000"/>
                </a:solidFill>
                <a:prstDash val="solid"/>
                <a:headEnd type="none" w="med" len="med"/>
                <a:tailEnd type="none" w="med" len="med"/>
              </a:ln>
            </p:spPr>
          </p:sp>
          <p:sp>
            <p:nvSpPr>
              <p:cNvPr id="34018" name="Line 62"/>
              <p:cNvSpPr/>
              <p:nvPr/>
            </p:nvSpPr>
            <p:spPr>
              <a:xfrm>
                <a:off x="2464" y="2576"/>
                <a:ext cx="64" cy="1"/>
              </a:xfrm>
              <a:prstGeom prst="line">
                <a:avLst/>
              </a:prstGeom>
              <a:ln w="12700" cap="flat" cmpd="sng">
                <a:solidFill>
                  <a:srgbClr val="000000"/>
                </a:solidFill>
                <a:prstDash val="solid"/>
                <a:headEnd type="none" w="med" len="med"/>
                <a:tailEnd type="none" w="med" len="med"/>
              </a:ln>
            </p:spPr>
          </p:sp>
          <p:sp>
            <p:nvSpPr>
              <p:cNvPr id="34019" name="Line 63"/>
              <p:cNvSpPr/>
              <p:nvPr/>
            </p:nvSpPr>
            <p:spPr>
              <a:xfrm>
                <a:off x="2608" y="2576"/>
                <a:ext cx="64" cy="1"/>
              </a:xfrm>
              <a:prstGeom prst="line">
                <a:avLst/>
              </a:prstGeom>
              <a:ln w="12700" cap="flat" cmpd="sng">
                <a:solidFill>
                  <a:srgbClr val="000000"/>
                </a:solidFill>
                <a:prstDash val="solid"/>
                <a:headEnd type="none" w="med" len="med"/>
                <a:tailEnd type="none" w="med" len="med"/>
              </a:ln>
            </p:spPr>
          </p:sp>
          <p:sp>
            <p:nvSpPr>
              <p:cNvPr id="34020" name="Line 64"/>
              <p:cNvSpPr/>
              <p:nvPr/>
            </p:nvSpPr>
            <p:spPr>
              <a:xfrm>
                <a:off x="2752" y="2576"/>
                <a:ext cx="64" cy="1"/>
              </a:xfrm>
              <a:prstGeom prst="line">
                <a:avLst/>
              </a:prstGeom>
              <a:ln w="12700" cap="flat" cmpd="sng">
                <a:solidFill>
                  <a:srgbClr val="000000"/>
                </a:solidFill>
                <a:prstDash val="solid"/>
                <a:headEnd type="none" w="med" len="med"/>
                <a:tailEnd type="none" w="med" len="med"/>
              </a:ln>
            </p:spPr>
          </p:sp>
          <p:sp>
            <p:nvSpPr>
              <p:cNvPr id="34021" name="Line 65"/>
              <p:cNvSpPr/>
              <p:nvPr/>
            </p:nvSpPr>
            <p:spPr>
              <a:xfrm>
                <a:off x="2896" y="2576"/>
                <a:ext cx="64" cy="1"/>
              </a:xfrm>
              <a:prstGeom prst="line">
                <a:avLst/>
              </a:prstGeom>
              <a:ln w="12700" cap="flat" cmpd="sng">
                <a:solidFill>
                  <a:srgbClr val="000000"/>
                </a:solidFill>
                <a:prstDash val="solid"/>
                <a:headEnd type="none" w="med" len="med"/>
                <a:tailEnd type="none" w="med" len="med"/>
              </a:ln>
            </p:spPr>
          </p:sp>
          <p:sp>
            <p:nvSpPr>
              <p:cNvPr id="34022" name="Line 66"/>
              <p:cNvSpPr/>
              <p:nvPr/>
            </p:nvSpPr>
            <p:spPr>
              <a:xfrm>
                <a:off x="3040" y="2576"/>
                <a:ext cx="64" cy="1"/>
              </a:xfrm>
              <a:prstGeom prst="line">
                <a:avLst/>
              </a:prstGeom>
              <a:ln w="12700" cap="flat" cmpd="sng">
                <a:solidFill>
                  <a:srgbClr val="000000"/>
                </a:solidFill>
                <a:prstDash val="solid"/>
                <a:headEnd type="none" w="med" len="med"/>
                <a:tailEnd type="none" w="med" len="med"/>
              </a:ln>
            </p:spPr>
          </p:sp>
          <p:sp>
            <p:nvSpPr>
              <p:cNvPr id="34023" name="Line 67"/>
              <p:cNvSpPr/>
              <p:nvPr/>
            </p:nvSpPr>
            <p:spPr>
              <a:xfrm>
                <a:off x="3184" y="2576"/>
                <a:ext cx="64" cy="1"/>
              </a:xfrm>
              <a:prstGeom prst="line">
                <a:avLst/>
              </a:prstGeom>
              <a:ln w="12700" cap="flat" cmpd="sng">
                <a:solidFill>
                  <a:srgbClr val="000000"/>
                </a:solidFill>
                <a:prstDash val="solid"/>
                <a:headEnd type="none" w="med" len="med"/>
                <a:tailEnd type="none" w="med" len="med"/>
              </a:ln>
            </p:spPr>
          </p:sp>
          <p:sp>
            <p:nvSpPr>
              <p:cNvPr id="34024" name="Line 68"/>
              <p:cNvSpPr/>
              <p:nvPr/>
            </p:nvSpPr>
            <p:spPr>
              <a:xfrm>
                <a:off x="3328" y="2576"/>
                <a:ext cx="64" cy="1"/>
              </a:xfrm>
              <a:prstGeom prst="line">
                <a:avLst/>
              </a:prstGeom>
              <a:ln w="12700" cap="flat" cmpd="sng">
                <a:solidFill>
                  <a:srgbClr val="000000"/>
                </a:solidFill>
                <a:prstDash val="solid"/>
                <a:headEnd type="none" w="med" len="med"/>
                <a:tailEnd type="none" w="med" len="med"/>
              </a:ln>
            </p:spPr>
          </p:sp>
          <p:sp>
            <p:nvSpPr>
              <p:cNvPr id="34025" name="Line 69"/>
              <p:cNvSpPr/>
              <p:nvPr/>
            </p:nvSpPr>
            <p:spPr>
              <a:xfrm>
                <a:off x="3472" y="2576"/>
                <a:ext cx="64" cy="1"/>
              </a:xfrm>
              <a:prstGeom prst="line">
                <a:avLst/>
              </a:prstGeom>
              <a:ln w="12700" cap="flat" cmpd="sng">
                <a:solidFill>
                  <a:srgbClr val="000000"/>
                </a:solidFill>
                <a:prstDash val="solid"/>
                <a:headEnd type="none" w="med" len="med"/>
                <a:tailEnd type="none" w="med" len="med"/>
              </a:ln>
            </p:spPr>
          </p:sp>
          <p:sp>
            <p:nvSpPr>
              <p:cNvPr id="34026" name="Line 70"/>
              <p:cNvSpPr/>
              <p:nvPr/>
            </p:nvSpPr>
            <p:spPr>
              <a:xfrm>
                <a:off x="3616" y="2576"/>
                <a:ext cx="64" cy="1"/>
              </a:xfrm>
              <a:prstGeom prst="line">
                <a:avLst/>
              </a:prstGeom>
              <a:ln w="12700" cap="flat" cmpd="sng">
                <a:solidFill>
                  <a:srgbClr val="000000"/>
                </a:solidFill>
                <a:prstDash val="solid"/>
                <a:headEnd type="none" w="med" len="med"/>
                <a:tailEnd type="none" w="med" len="med"/>
              </a:ln>
            </p:spPr>
          </p:sp>
          <p:sp>
            <p:nvSpPr>
              <p:cNvPr id="34027" name="Line 71"/>
              <p:cNvSpPr/>
              <p:nvPr/>
            </p:nvSpPr>
            <p:spPr>
              <a:xfrm>
                <a:off x="3760" y="2576"/>
                <a:ext cx="64" cy="1"/>
              </a:xfrm>
              <a:prstGeom prst="line">
                <a:avLst/>
              </a:prstGeom>
              <a:ln w="12700" cap="flat" cmpd="sng">
                <a:solidFill>
                  <a:srgbClr val="000000"/>
                </a:solidFill>
                <a:prstDash val="solid"/>
                <a:headEnd type="none" w="med" len="med"/>
                <a:tailEnd type="none" w="med" len="med"/>
              </a:ln>
            </p:spPr>
          </p:sp>
          <p:sp>
            <p:nvSpPr>
              <p:cNvPr id="34028" name="Line 72"/>
              <p:cNvSpPr/>
              <p:nvPr/>
            </p:nvSpPr>
            <p:spPr>
              <a:xfrm>
                <a:off x="3904" y="2576"/>
                <a:ext cx="64" cy="1"/>
              </a:xfrm>
              <a:prstGeom prst="line">
                <a:avLst/>
              </a:prstGeom>
              <a:ln w="12700" cap="flat" cmpd="sng">
                <a:solidFill>
                  <a:srgbClr val="000000"/>
                </a:solidFill>
                <a:prstDash val="solid"/>
                <a:headEnd type="none" w="med" len="med"/>
                <a:tailEnd type="none" w="med" len="med"/>
              </a:ln>
            </p:spPr>
          </p:sp>
          <p:sp>
            <p:nvSpPr>
              <p:cNvPr id="34029" name="Line 73"/>
              <p:cNvSpPr/>
              <p:nvPr/>
            </p:nvSpPr>
            <p:spPr>
              <a:xfrm>
                <a:off x="4048" y="2576"/>
                <a:ext cx="64" cy="1"/>
              </a:xfrm>
              <a:prstGeom prst="line">
                <a:avLst/>
              </a:prstGeom>
              <a:ln w="12700" cap="flat" cmpd="sng">
                <a:solidFill>
                  <a:srgbClr val="000000"/>
                </a:solidFill>
                <a:prstDash val="solid"/>
                <a:headEnd type="none" w="med" len="med"/>
                <a:tailEnd type="none" w="med" len="med"/>
              </a:ln>
            </p:spPr>
          </p:sp>
          <p:sp>
            <p:nvSpPr>
              <p:cNvPr id="34030" name="Line 74"/>
              <p:cNvSpPr/>
              <p:nvPr/>
            </p:nvSpPr>
            <p:spPr>
              <a:xfrm>
                <a:off x="4192" y="2576"/>
                <a:ext cx="64" cy="1"/>
              </a:xfrm>
              <a:prstGeom prst="line">
                <a:avLst/>
              </a:prstGeom>
              <a:ln w="12700" cap="flat" cmpd="sng">
                <a:solidFill>
                  <a:srgbClr val="000000"/>
                </a:solidFill>
                <a:prstDash val="solid"/>
                <a:headEnd type="none" w="med" len="med"/>
                <a:tailEnd type="none" w="med" len="med"/>
              </a:ln>
            </p:spPr>
          </p:sp>
          <p:sp>
            <p:nvSpPr>
              <p:cNvPr id="34031" name="Line 75"/>
              <p:cNvSpPr/>
              <p:nvPr/>
            </p:nvSpPr>
            <p:spPr>
              <a:xfrm>
                <a:off x="4336" y="2576"/>
                <a:ext cx="64" cy="1"/>
              </a:xfrm>
              <a:prstGeom prst="line">
                <a:avLst/>
              </a:prstGeom>
              <a:ln w="12700" cap="flat" cmpd="sng">
                <a:solidFill>
                  <a:srgbClr val="000000"/>
                </a:solidFill>
                <a:prstDash val="solid"/>
                <a:headEnd type="none" w="med" len="med"/>
                <a:tailEnd type="none" w="med" len="med"/>
              </a:ln>
            </p:spPr>
          </p:sp>
          <p:sp>
            <p:nvSpPr>
              <p:cNvPr id="34032" name="Line 76"/>
              <p:cNvSpPr/>
              <p:nvPr/>
            </p:nvSpPr>
            <p:spPr>
              <a:xfrm>
                <a:off x="4480" y="2576"/>
                <a:ext cx="64" cy="1"/>
              </a:xfrm>
              <a:prstGeom prst="line">
                <a:avLst/>
              </a:prstGeom>
              <a:ln w="12700" cap="flat" cmpd="sng">
                <a:solidFill>
                  <a:srgbClr val="000000"/>
                </a:solidFill>
                <a:prstDash val="solid"/>
                <a:headEnd type="none" w="med" len="med"/>
                <a:tailEnd type="none" w="med" len="med"/>
              </a:ln>
            </p:spPr>
          </p:sp>
          <p:sp>
            <p:nvSpPr>
              <p:cNvPr id="34033" name="Line 77"/>
              <p:cNvSpPr/>
              <p:nvPr/>
            </p:nvSpPr>
            <p:spPr>
              <a:xfrm>
                <a:off x="4624" y="2576"/>
                <a:ext cx="64" cy="1"/>
              </a:xfrm>
              <a:prstGeom prst="line">
                <a:avLst/>
              </a:prstGeom>
              <a:ln w="12700" cap="flat" cmpd="sng">
                <a:solidFill>
                  <a:srgbClr val="000000"/>
                </a:solidFill>
                <a:prstDash val="solid"/>
                <a:headEnd type="none" w="med" len="med"/>
                <a:tailEnd type="none" w="med" len="med"/>
              </a:ln>
            </p:spPr>
          </p:sp>
        </p:grpSp>
        <p:grpSp>
          <p:nvGrpSpPr>
            <p:cNvPr id="33835" name="Group 78"/>
            <p:cNvGrpSpPr/>
            <p:nvPr/>
          </p:nvGrpSpPr>
          <p:grpSpPr>
            <a:xfrm>
              <a:off x="960" y="1496"/>
              <a:ext cx="56" cy="2584"/>
              <a:chOff x="960" y="784"/>
              <a:chExt cx="56" cy="2584"/>
            </a:xfrm>
          </p:grpSpPr>
          <p:sp>
            <p:nvSpPr>
              <p:cNvPr id="33983" name="Freeform 79"/>
              <p:cNvSpPr/>
              <p:nvPr>
                <p:custDataLst>
                  <p:tags r:id="rId23"/>
                </p:custDataLst>
              </p:nvPr>
            </p:nvSpPr>
            <p:spPr>
              <a:xfrm>
                <a:off x="960" y="3256"/>
                <a:ext cx="56" cy="112"/>
              </a:xfrm>
              <a:custGeom>
                <a:avLst/>
                <a:gdLst>
                  <a:gd name="txL" fmla="*/ 0 w 56"/>
                  <a:gd name="txT" fmla="*/ 0 h 112"/>
                  <a:gd name="txR" fmla="*/ 56 w 56"/>
                  <a:gd name="txB" fmla="*/ 112 h 112"/>
                </a:gdLst>
                <a:ahLst/>
                <a:cxnLst>
                  <a:cxn ang="0">
                    <a:pos x="24" y="112"/>
                  </a:cxn>
                  <a:cxn ang="0">
                    <a:pos x="0" y="0"/>
                  </a:cxn>
                  <a:cxn ang="0">
                    <a:pos x="24" y="0"/>
                  </a:cxn>
                  <a:cxn ang="0">
                    <a:pos x="56" y="0"/>
                  </a:cxn>
                  <a:cxn ang="0">
                    <a:pos x="24" y="112"/>
                  </a:cxn>
                </a:cxnLst>
                <a:rect l="txL" t="txT" r="txR" b="txB"/>
                <a:pathLst>
                  <a:path w="56" h="112">
                    <a:moveTo>
                      <a:pt x="24" y="112"/>
                    </a:moveTo>
                    <a:lnTo>
                      <a:pt x="0" y="0"/>
                    </a:lnTo>
                    <a:lnTo>
                      <a:pt x="24" y="0"/>
                    </a:lnTo>
                    <a:lnTo>
                      <a:pt x="56" y="0"/>
                    </a:lnTo>
                    <a:lnTo>
                      <a:pt x="24" y="11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3984" name="Freeform 80"/>
              <p:cNvSpPr/>
              <p:nvPr>
                <p:custDataLst>
                  <p:tags r:id="rId24"/>
                </p:custDataLst>
              </p:nvPr>
            </p:nvSpPr>
            <p:spPr>
              <a:xfrm>
                <a:off x="960" y="784"/>
                <a:ext cx="56" cy="112"/>
              </a:xfrm>
              <a:custGeom>
                <a:avLst/>
                <a:gdLst>
                  <a:gd name="txL" fmla="*/ 0 w 56"/>
                  <a:gd name="txT" fmla="*/ 0 h 112"/>
                  <a:gd name="txR" fmla="*/ 56 w 56"/>
                  <a:gd name="txB" fmla="*/ 112 h 112"/>
                </a:gdLst>
                <a:ahLst/>
                <a:cxnLst>
                  <a:cxn ang="0">
                    <a:pos x="24" y="0"/>
                  </a:cxn>
                  <a:cxn ang="0">
                    <a:pos x="56" y="112"/>
                  </a:cxn>
                  <a:cxn ang="0">
                    <a:pos x="24" y="112"/>
                  </a:cxn>
                  <a:cxn ang="0">
                    <a:pos x="0" y="112"/>
                  </a:cxn>
                  <a:cxn ang="0">
                    <a:pos x="24" y="0"/>
                  </a:cxn>
                </a:cxnLst>
                <a:rect l="txL" t="txT" r="txR" b="txB"/>
                <a:pathLst>
                  <a:path w="56" h="112">
                    <a:moveTo>
                      <a:pt x="24" y="0"/>
                    </a:moveTo>
                    <a:lnTo>
                      <a:pt x="56" y="112"/>
                    </a:lnTo>
                    <a:lnTo>
                      <a:pt x="24" y="112"/>
                    </a:lnTo>
                    <a:lnTo>
                      <a:pt x="0" y="112"/>
                    </a:lnTo>
                    <a:lnTo>
                      <a:pt x="24" y="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3985" name="Line 81"/>
              <p:cNvSpPr/>
              <p:nvPr/>
            </p:nvSpPr>
            <p:spPr>
              <a:xfrm flipV="1">
                <a:off x="984" y="3184"/>
                <a:ext cx="1" cy="64"/>
              </a:xfrm>
              <a:prstGeom prst="line">
                <a:avLst/>
              </a:prstGeom>
              <a:ln w="12700" cap="flat" cmpd="sng">
                <a:solidFill>
                  <a:srgbClr val="000000"/>
                </a:solidFill>
                <a:prstDash val="solid"/>
                <a:headEnd type="none" w="med" len="med"/>
                <a:tailEnd type="none" w="med" len="med"/>
              </a:ln>
            </p:spPr>
          </p:sp>
          <p:sp>
            <p:nvSpPr>
              <p:cNvPr id="33986" name="Line 82"/>
              <p:cNvSpPr/>
              <p:nvPr/>
            </p:nvSpPr>
            <p:spPr>
              <a:xfrm flipV="1">
                <a:off x="984" y="3040"/>
                <a:ext cx="1" cy="64"/>
              </a:xfrm>
              <a:prstGeom prst="line">
                <a:avLst/>
              </a:prstGeom>
              <a:ln w="12700" cap="flat" cmpd="sng">
                <a:solidFill>
                  <a:srgbClr val="000000"/>
                </a:solidFill>
                <a:prstDash val="solid"/>
                <a:headEnd type="none" w="med" len="med"/>
                <a:tailEnd type="none" w="med" len="med"/>
              </a:ln>
            </p:spPr>
          </p:sp>
          <p:sp>
            <p:nvSpPr>
              <p:cNvPr id="33987" name="Line 83"/>
              <p:cNvSpPr/>
              <p:nvPr/>
            </p:nvSpPr>
            <p:spPr>
              <a:xfrm flipV="1">
                <a:off x="984" y="2896"/>
                <a:ext cx="1" cy="64"/>
              </a:xfrm>
              <a:prstGeom prst="line">
                <a:avLst/>
              </a:prstGeom>
              <a:ln w="12700" cap="flat" cmpd="sng">
                <a:solidFill>
                  <a:srgbClr val="000000"/>
                </a:solidFill>
                <a:prstDash val="solid"/>
                <a:headEnd type="none" w="med" len="med"/>
                <a:tailEnd type="none" w="med" len="med"/>
              </a:ln>
            </p:spPr>
          </p:sp>
          <p:sp>
            <p:nvSpPr>
              <p:cNvPr id="33988" name="Line 84"/>
              <p:cNvSpPr/>
              <p:nvPr/>
            </p:nvSpPr>
            <p:spPr>
              <a:xfrm flipV="1">
                <a:off x="984" y="2752"/>
                <a:ext cx="1" cy="64"/>
              </a:xfrm>
              <a:prstGeom prst="line">
                <a:avLst/>
              </a:prstGeom>
              <a:ln w="12700" cap="flat" cmpd="sng">
                <a:solidFill>
                  <a:srgbClr val="000000"/>
                </a:solidFill>
                <a:prstDash val="solid"/>
                <a:headEnd type="none" w="med" len="med"/>
                <a:tailEnd type="none" w="med" len="med"/>
              </a:ln>
            </p:spPr>
          </p:sp>
          <p:sp>
            <p:nvSpPr>
              <p:cNvPr id="33989" name="Line 85"/>
              <p:cNvSpPr/>
              <p:nvPr/>
            </p:nvSpPr>
            <p:spPr>
              <a:xfrm flipV="1">
                <a:off x="984" y="2608"/>
                <a:ext cx="1" cy="64"/>
              </a:xfrm>
              <a:prstGeom prst="line">
                <a:avLst/>
              </a:prstGeom>
              <a:ln w="12700" cap="flat" cmpd="sng">
                <a:solidFill>
                  <a:srgbClr val="000000"/>
                </a:solidFill>
                <a:prstDash val="solid"/>
                <a:headEnd type="none" w="med" len="med"/>
                <a:tailEnd type="none" w="med" len="med"/>
              </a:ln>
            </p:spPr>
          </p:sp>
          <p:sp>
            <p:nvSpPr>
              <p:cNvPr id="33990" name="Line 86"/>
              <p:cNvSpPr/>
              <p:nvPr/>
            </p:nvSpPr>
            <p:spPr>
              <a:xfrm flipV="1">
                <a:off x="984" y="2464"/>
                <a:ext cx="1" cy="64"/>
              </a:xfrm>
              <a:prstGeom prst="line">
                <a:avLst/>
              </a:prstGeom>
              <a:ln w="12700" cap="flat" cmpd="sng">
                <a:solidFill>
                  <a:srgbClr val="000000"/>
                </a:solidFill>
                <a:prstDash val="solid"/>
                <a:headEnd type="none" w="med" len="med"/>
                <a:tailEnd type="none" w="med" len="med"/>
              </a:ln>
            </p:spPr>
          </p:sp>
          <p:sp>
            <p:nvSpPr>
              <p:cNvPr id="33991" name="Line 87"/>
              <p:cNvSpPr/>
              <p:nvPr/>
            </p:nvSpPr>
            <p:spPr>
              <a:xfrm flipV="1">
                <a:off x="984" y="2320"/>
                <a:ext cx="1" cy="64"/>
              </a:xfrm>
              <a:prstGeom prst="line">
                <a:avLst/>
              </a:prstGeom>
              <a:ln w="12700" cap="flat" cmpd="sng">
                <a:solidFill>
                  <a:srgbClr val="000000"/>
                </a:solidFill>
                <a:prstDash val="solid"/>
                <a:headEnd type="none" w="med" len="med"/>
                <a:tailEnd type="none" w="med" len="med"/>
              </a:ln>
            </p:spPr>
          </p:sp>
          <p:sp>
            <p:nvSpPr>
              <p:cNvPr id="33992" name="Line 88"/>
              <p:cNvSpPr/>
              <p:nvPr/>
            </p:nvSpPr>
            <p:spPr>
              <a:xfrm flipV="1">
                <a:off x="984" y="2176"/>
                <a:ext cx="1" cy="64"/>
              </a:xfrm>
              <a:prstGeom prst="line">
                <a:avLst/>
              </a:prstGeom>
              <a:ln w="12700" cap="flat" cmpd="sng">
                <a:solidFill>
                  <a:srgbClr val="000000"/>
                </a:solidFill>
                <a:prstDash val="solid"/>
                <a:headEnd type="none" w="med" len="med"/>
                <a:tailEnd type="none" w="med" len="med"/>
              </a:ln>
            </p:spPr>
          </p:sp>
          <p:sp>
            <p:nvSpPr>
              <p:cNvPr id="33993" name="Line 89"/>
              <p:cNvSpPr/>
              <p:nvPr/>
            </p:nvSpPr>
            <p:spPr>
              <a:xfrm flipV="1">
                <a:off x="984" y="2032"/>
                <a:ext cx="1" cy="64"/>
              </a:xfrm>
              <a:prstGeom prst="line">
                <a:avLst/>
              </a:prstGeom>
              <a:ln w="12700" cap="flat" cmpd="sng">
                <a:solidFill>
                  <a:srgbClr val="000000"/>
                </a:solidFill>
                <a:prstDash val="solid"/>
                <a:headEnd type="none" w="med" len="med"/>
                <a:tailEnd type="none" w="med" len="med"/>
              </a:ln>
            </p:spPr>
          </p:sp>
          <p:sp>
            <p:nvSpPr>
              <p:cNvPr id="33994" name="Line 90"/>
              <p:cNvSpPr/>
              <p:nvPr/>
            </p:nvSpPr>
            <p:spPr>
              <a:xfrm flipV="1">
                <a:off x="984" y="1888"/>
                <a:ext cx="1" cy="64"/>
              </a:xfrm>
              <a:prstGeom prst="line">
                <a:avLst/>
              </a:prstGeom>
              <a:ln w="12700" cap="flat" cmpd="sng">
                <a:solidFill>
                  <a:srgbClr val="000000"/>
                </a:solidFill>
                <a:prstDash val="solid"/>
                <a:headEnd type="none" w="med" len="med"/>
                <a:tailEnd type="none" w="med" len="med"/>
              </a:ln>
            </p:spPr>
          </p:sp>
          <p:sp>
            <p:nvSpPr>
              <p:cNvPr id="33995" name="Line 91"/>
              <p:cNvSpPr/>
              <p:nvPr/>
            </p:nvSpPr>
            <p:spPr>
              <a:xfrm flipV="1">
                <a:off x="984" y="1744"/>
                <a:ext cx="1" cy="64"/>
              </a:xfrm>
              <a:prstGeom prst="line">
                <a:avLst/>
              </a:prstGeom>
              <a:ln w="12700" cap="flat" cmpd="sng">
                <a:solidFill>
                  <a:srgbClr val="000000"/>
                </a:solidFill>
                <a:prstDash val="solid"/>
                <a:headEnd type="none" w="med" len="med"/>
                <a:tailEnd type="none" w="med" len="med"/>
              </a:ln>
            </p:spPr>
          </p:sp>
          <p:sp>
            <p:nvSpPr>
              <p:cNvPr id="33996" name="Line 92"/>
              <p:cNvSpPr/>
              <p:nvPr/>
            </p:nvSpPr>
            <p:spPr>
              <a:xfrm flipV="1">
                <a:off x="984" y="1600"/>
                <a:ext cx="1" cy="64"/>
              </a:xfrm>
              <a:prstGeom prst="line">
                <a:avLst/>
              </a:prstGeom>
              <a:ln w="12700" cap="flat" cmpd="sng">
                <a:solidFill>
                  <a:srgbClr val="000000"/>
                </a:solidFill>
                <a:prstDash val="solid"/>
                <a:headEnd type="none" w="med" len="med"/>
                <a:tailEnd type="none" w="med" len="med"/>
              </a:ln>
            </p:spPr>
          </p:sp>
          <p:sp>
            <p:nvSpPr>
              <p:cNvPr id="33997" name="Line 93"/>
              <p:cNvSpPr/>
              <p:nvPr/>
            </p:nvSpPr>
            <p:spPr>
              <a:xfrm flipV="1">
                <a:off x="984" y="1456"/>
                <a:ext cx="1" cy="64"/>
              </a:xfrm>
              <a:prstGeom prst="line">
                <a:avLst/>
              </a:prstGeom>
              <a:ln w="12700" cap="flat" cmpd="sng">
                <a:solidFill>
                  <a:srgbClr val="000000"/>
                </a:solidFill>
                <a:prstDash val="solid"/>
                <a:headEnd type="none" w="med" len="med"/>
                <a:tailEnd type="none" w="med" len="med"/>
              </a:ln>
            </p:spPr>
          </p:sp>
          <p:sp>
            <p:nvSpPr>
              <p:cNvPr id="33998" name="Line 94"/>
              <p:cNvSpPr/>
              <p:nvPr/>
            </p:nvSpPr>
            <p:spPr>
              <a:xfrm flipV="1">
                <a:off x="984" y="1312"/>
                <a:ext cx="1" cy="64"/>
              </a:xfrm>
              <a:prstGeom prst="line">
                <a:avLst/>
              </a:prstGeom>
              <a:ln w="12700" cap="flat" cmpd="sng">
                <a:solidFill>
                  <a:srgbClr val="000000"/>
                </a:solidFill>
                <a:prstDash val="solid"/>
                <a:headEnd type="none" w="med" len="med"/>
                <a:tailEnd type="none" w="med" len="med"/>
              </a:ln>
            </p:spPr>
          </p:sp>
          <p:sp>
            <p:nvSpPr>
              <p:cNvPr id="33999" name="Line 95"/>
              <p:cNvSpPr/>
              <p:nvPr/>
            </p:nvSpPr>
            <p:spPr>
              <a:xfrm flipV="1">
                <a:off x="984" y="1168"/>
                <a:ext cx="1" cy="64"/>
              </a:xfrm>
              <a:prstGeom prst="line">
                <a:avLst/>
              </a:prstGeom>
              <a:ln w="12700" cap="flat" cmpd="sng">
                <a:solidFill>
                  <a:srgbClr val="000000"/>
                </a:solidFill>
                <a:prstDash val="solid"/>
                <a:headEnd type="none" w="med" len="med"/>
                <a:tailEnd type="none" w="med" len="med"/>
              </a:ln>
            </p:spPr>
          </p:sp>
          <p:sp>
            <p:nvSpPr>
              <p:cNvPr id="34000" name="Line 96"/>
              <p:cNvSpPr/>
              <p:nvPr/>
            </p:nvSpPr>
            <p:spPr>
              <a:xfrm flipV="1">
                <a:off x="984" y="1024"/>
                <a:ext cx="1" cy="64"/>
              </a:xfrm>
              <a:prstGeom prst="line">
                <a:avLst/>
              </a:prstGeom>
              <a:ln w="12700" cap="flat" cmpd="sng">
                <a:solidFill>
                  <a:srgbClr val="000000"/>
                </a:solidFill>
                <a:prstDash val="solid"/>
                <a:headEnd type="none" w="med" len="med"/>
                <a:tailEnd type="none" w="med" len="med"/>
              </a:ln>
            </p:spPr>
          </p:sp>
          <p:sp>
            <p:nvSpPr>
              <p:cNvPr id="34001" name="Line 97"/>
              <p:cNvSpPr/>
              <p:nvPr/>
            </p:nvSpPr>
            <p:spPr>
              <a:xfrm flipV="1">
                <a:off x="984" y="896"/>
                <a:ext cx="1" cy="48"/>
              </a:xfrm>
              <a:prstGeom prst="line">
                <a:avLst/>
              </a:prstGeom>
              <a:ln w="12700" cap="flat" cmpd="sng">
                <a:solidFill>
                  <a:srgbClr val="000000"/>
                </a:solidFill>
                <a:prstDash val="solid"/>
                <a:headEnd type="none" w="med" len="med"/>
                <a:tailEnd type="none" w="med" len="med"/>
              </a:ln>
            </p:spPr>
          </p:sp>
        </p:grpSp>
        <p:grpSp>
          <p:nvGrpSpPr>
            <p:cNvPr id="33836" name="Group 98"/>
            <p:cNvGrpSpPr/>
            <p:nvPr/>
          </p:nvGrpSpPr>
          <p:grpSpPr>
            <a:xfrm>
              <a:off x="336" y="1968"/>
              <a:ext cx="3936" cy="47"/>
              <a:chOff x="336" y="1256"/>
              <a:chExt cx="4512" cy="56"/>
            </a:xfrm>
          </p:grpSpPr>
          <p:sp>
            <p:nvSpPr>
              <p:cNvPr id="33951" name="Freeform 99"/>
              <p:cNvSpPr/>
              <p:nvPr>
                <p:custDataLst>
                  <p:tags r:id="rId21"/>
                </p:custDataLst>
              </p:nvPr>
            </p:nvSpPr>
            <p:spPr>
              <a:xfrm>
                <a:off x="336" y="1256"/>
                <a:ext cx="112" cy="56"/>
              </a:xfrm>
              <a:custGeom>
                <a:avLst/>
                <a:gdLst>
                  <a:gd name="txL" fmla="*/ 0 w 112"/>
                  <a:gd name="txT" fmla="*/ 0 h 56"/>
                  <a:gd name="txR" fmla="*/ 112 w 112"/>
                  <a:gd name="txB" fmla="*/ 56 h 56"/>
                </a:gdLst>
                <a:ahLst/>
                <a:cxnLst>
                  <a:cxn ang="0">
                    <a:pos x="0" y="24"/>
                  </a:cxn>
                  <a:cxn ang="0">
                    <a:pos x="112" y="0"/>
                  </a:cxn>
                  <a:cxn ang="0">
                    <a:pos x="112" y="24"/>
                  </a:cxn>
                  <a:cxn ang="0">
                    <a:pos x="112" y="56"/>
                  </a:cxn>
                  <a:cxn ang="0">
                    <a:pos x="0" y="24"/>
                  </a:cxn>
                </a:cxnLst>
                <a:rect l="txL" t="txT" r="txR" b="txB"/>
                <a:pathLst>
                  <a:path w="112" h="56">
                    <a:moveTo>
                      <a:pt x="0" y="24"/>
                    </a:moveTo>
                    <a:lnTo>
                      <a:pt x="112" y="0"/>
                    </a:lnTo>
                    <a:lnTo>
                      <a:pt x="112" y="24"/>
                    </a:lnTo>
                    <a:lnTo>
                      <a:pt x="112" y="56"/>
                    </a:lnTo>
                    <a:lnTo>
                      <a:pt x="0" y="24"/>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3952" name="Freeform 100"/>
              <p:cNvSpPr/>
              <p:nvPr>
                <p:custDataLst>
                  <p:tags r:id="rId22"/>
                </p:custDataLst>
              </p:nvPr>
            </p:nvSpPr>
            <p:spPr>
              <a:xfrm>
                <a:off x="4736" y="1256"/>
                <a:ext cx="112" cy="56"/>
              </a:xfrm>
              <a:custGeom>
                <a:avLst/>
                <a:gdLst>
                  <a:gd name="txL" fmla="*/ 0 w 112"/>
                  <a:gd name="txT" fmla="*/ 0 h 56"/>
                  <a:gd name="txR" fmla="*/ 112 w 112"/>
                  <a:gd name="txB" fmla="*/ 56 h 56"/>
                </a:gdLst>
                <a:ahLst/>
                <a:cxnLst>
                  <a:cxn ang="0">
                    <a:pos x="112" y="24"/>
                  </a:cxn>
                  <a:cxn ang="0">
                    <a:pos x="0" y="56"/>
                  </a:cxn>
                  <a:cxn ang="0">
                    <a:pos x="0" y="24"/>
                  </a:cxn>
                  <a:cxn ang="0">
                    <a:pos x="0" y="0"/>
                  </a:cxn>
                  <a:cxn ang="0">
                    <a:pos x="112" y="24"/>
                  </a:cxn>
                </a:cxnLst>
                <a:rect l="txL" t="txT" r="txR" b="txB"/>
                <a:pathLst>
                  <a:path w="112" h="56">
                    <a:moveTo>
                      <a:pt x="112" y="24"/>
                    </a:moveTo>
                    <a:lnTo>
                      <a:pt x="0" y="56"/>
                    </a:lnTo>
                    <a:lnTo>
                      <a:pt x="0" y="24"/>
                    </a:lnTo>
                    <a:lnTo>
                      <a:pt x="0" y="0"/>
                    </a:lnTo>
                    <a:lnTo>
                      <a:pt x="112" y="24"/>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3953" name="Line 101"/>
              <p:cNvSpPr/>
              <p:nvPr/>
            </p:nvSpPr>
            <p:spPr>
              <a:xfrm>
                <a:off x="448" y="1280"/>
                <a:ext cx="64" cy="1"/>
              </a:xfrm>
              <a:prstGeom prst="line">
                <a:avLst/>
              </a:prstGeom>
              <a:ln w="12700" cap="flat" cmpd="sng">
                <a:solidFill>
                  <a:srgbClr val="000000"/>
                </a:solidFill>
                <a:prstDash val="solid"/>
                <a:headEnd type="none" w="med" len="med"/>
                <a:tailEnd type="none" w="med" len="med"/>
              </a:ln>
            </p:spPr>
          </p:sp>
          <p:sp>
            <p:nvSpPr>
              <p:cNvPr id="33954" name="Line 102"/>
              <p:cNvSpPr/>
              <p:nvPr/>
            </p:nvSpPr>
            <p:spPr>
              <a:xfrm>
                <a:off x="592" y="1280"/>
                <a:ext cx="64" cy="1"/>
              </a:xfrm>
              <a:prstGeom prst="line">
                <a:avLst/>
              </a:prstGeom>
              <a:ln w="12700" cap="flat" cmpd="sng">
                <a:solidFill>
                  <a:srgbClr val="000000"/>
                </a:solidFill>
                <a:prstDash val="solid"/>
                <a:headEnd type="none" w="med" len="med"/>
                <a:tailEnd type="none" w="med" len="med"/>
              </a:ln>
            </p:spPr>
          </p:sp>
          <p:sp>
            <p:nvSpPr>
              <p:cNvPr id="33955" name="Line 103"/>
              <p:cNvSpPr/>
              <p:nvPr/>
            </p:nvSpPr>
            <p:spPr>
              <a:xfrm>
                <a:off x="736" y="1280"/>
                <a:ext cx="64" cy="1"/>
              </a:xfrm>
              <a:prstGeom prst="line">
                <a:avLst/>
              </a:prstGeom>
              <a:ln w="12700" cap="flat" cmpd="sng">
                <a:solidFill>
                  <a:srgbClr val="000000"/>
                </a:solidFill>
                <a:prstDash val="solid"/>
                <a:headEnd type="none" w="med" len="med"/>
                <a:tailEnd type="none" w="med" len="med"/>
              </a:ln>
            </p:spPr>
          </p:sp>
          <p:sp>
            <p:nvSpPr>
              <p:cNvPr id="33956" name="Line 104"/>
              <p:cNvSpPr/>
              <p:nvPr/>
            </p:nvSpPr>
            <p:spPr>
              <a:xfrm>
                <a:off x="880" y="1280"/>
                <a:ext cx="64" cy="1"/>
              </a:xfrm>
              <a:prstGeom prst="line">
                <a:avLst/>
              </a:prstGeom>
              <a:ln w="12700" cap="flat" cmpd="sng">
                <a:solidFill>
                  <a:srgbClr val="000000"/>
                </a:solidFill>
                <a:prstDash val="solid"/>
                <a:headEnd type="none" w="med" len="med"/>
                <a:tailEnd type="none" w="med" len="med"/>
              </a:ln>
            </p:spPr>
          </p:sp>
          <p:sp>
            <p:nvSpPr>
              <p:cNvPr id="33957" name="Line 105"/>
              <p:cNvSpPr/>
              <p:nvPr/>
            </p:nvSpPr>
            <p:spPr>
              <a:xfrm>
                <a:off x="1024" y="1280"/>
                <a:ext cx="64" cy="1"/>
              </a:xfrm>
              <a:prstGeom prst="line">
                <a:avLst/>
              </a:prstGeom>
              <a:ln w="12700" cap="flat" cmpd="sng">
                <a:solidFill>
                  <a:srgbClr val="000000"/>
                </a:solidFill>
                <a:prstDash val="solid"/>
                <a:headEnd type="none" w="med" len="med"/>
                <a:tailEnd type="none" w="med" len="med"/>
              </a:ln>
            </p:spPr>
          </p:sp>
          <p:sp>
            <p:nvSpPr>
              <p:cNvPr id="33958" name="Line 106"/>
              <p:cNvSpPr/>
              <p:nvPr/>
            </p:nvSpPr>
            <p:spPr>
              <a:xfrm>
                <a:off x="1168" y="1280"/>
                <a:ext cx="64" cy="1"/>
              </a:xfrm>
              <a:prstGeom prst="line">
                <a:avLst/>
              </a:prstGeom>
              <a:ln w="12700" cap="flat" cmpd="sng">
                <a:solidFill>
                  <a:srgbClr val="000000"/>
                </a:solidFill>
                <a:prstDash val="solid"/>
                <a:headEnd type="none" w="med" len="med"/>
                <a:tailEnd type="none" w="med" len="med"/>
              </a:ln>
            </p:spPr>
          </p:sp>
          <p:sp>
            <p:nvSpPr>
              <p:cNvPr id="33959" name="Line 107"/>
              <p:cNvSpPr/>
              <p:nvPr/>
            </p:nvSpPr>
            <p:spPr>
              <a:xfrm>
                <a:off x="1312" y="1280"/>
                <a:ext cx="64" cy="1"/>
              </a:xfrm>
              <a:prstGeom prst="line">
                <a:avLst/>
              </a:prstGeom>
              <a:ln w="12700" cap="flat" cmpd="sng">
                <a:solidFill>
                  <a:srgbClr val="000000"/>
                </a:solidFill>
                <a:prstDash val="solid"/>
                <a:headEnd type="none" w="med" len="med"/>
                <a:tailEnd type="none" w="med" len="med"/>
              </a:ln>
            </p:spPr>
          </p:sp>
          <p:sp>
            <p:nvSpPr>
              <p:cNvPr id="33960" name="Line 108"/>
              <p:cNvSpPr/>
              <p:nvPr/>
            </p:nvSpPr>
            <p:spPr>
              <a:xfrm>
                <a:off x="1456" y="1280"/>
                <a:ext cx="64" cy="1"/>
              </a:xfrm>
              <a:prstGeom prst="line">
                <a:avLst/>
              </a:prstGeom>
              <a:ln w="12700" cap="flat" cmpd="sng">
                <a:solidFill>
                  <a:srgbClr val="000000"/>
                </a:solidFill>
                <a:prstDash val="solid"/>
                <a:headEnd type="none" w="med" len="med"/>
                <a:tailEnd type="none" w="med" len="med"/>
              </a:ln>
            </p:spPr>
          </p:sp>
          <p:sp>
            <p:nvSpPr>
              <p:cNvPr id="33961" name="Line 109"/>
              <p:cNvSpPr/>
              <p:nvPr/>
            </p:nvSpPr>
            <p:spPr>
              <a:xfrm>
                <a:off x="1600" y="1280"/>
                <a:ext cx="64" cy="1"/>
              </a:xfrm>
              <a:prstGeom prst="line">
                <a:avLst/>
              </a:prstGeom>
              <a:ln w="12700" cap="flat" cmpd="sng">
                <a:solidFill>
                  <a:srgbClr val="000000"/>
                </a:solidFill>
                <a:prstDash val="solid"/>
                <a:headEnd type="none" w="med" len="med"/>
                <a:tailEnd type="none" w="med" len="med"/>
              </a:ln>
            </p:spPr>
          </p:sp>
          <p:sp>
            <p:nvSpPr>
              <p:cNvPr id="33962" name="Line 110"/>
              <p:cNvSpPr/>
              <p:nvPr/>
            </p:nvSpPr>
            <p:spPr>
              <a:xfrm>
                <a:off x="1744" y="1280"/>
                <a:ext cx="64" cy="1"/>
              </a:xfrm>
              <a:prstGeom prst="line">
                <a:avLst/>
              </a:prstGeom>
              <a:ln w="12700" cap="flat" cmpd="sng">
                <a:solidFill>
                  <a:srgbClr val="000000"/>
                </a:solidFill>
                <a:prstDash val="solid"/>
                <a:headEnd type="none" w="med" len="med"/>
                <a:tailEnd type="none" w="med" len="med"/>
              </a:ln>
            </p:spPr>
          </p:sp>
          <p:sp>
            <p:nvSpPr>
              <p:cNvPr id="33963" name="Line 111"/>
              <p:cNvSpPr/>
              <p:nvPr/>
            </p:nvSpPr>
            <p:spPr>
              <a:xfrm>
                <a:off x="1888" y="1280"/>
                <a:ext cx="64" cy="1"/>
              </a:xfrm>
              <a:prstGeom prst="line">
                <a:avLst/>
              </a:prstGeom>
              <a:ln w="12700" cap="flat" cmpd="sng">
                <a:solidFill>
                  <a:srgbClr val="000000"/>
                </a:solidFill>
                <a:prstDash val="solid"/>
                <a:headEnd type="none" w="med" len="med"/>
                <a:tailEnd type="none" w="med" len="med"/>
              </a:ln>
            </p:spPr>
          </p:sp>
          <p:sp>
            <p:nvSpPr>
              <p:cNvPr id="33964" name="Line 112"/>
              <p:cNvSpPr/>
              <p:nvPr/>
            </p:nvSpPr>
            <p:spPr>
              <a:xfrm>
                <a:off x="2032" y="1280"/>
                <a:ext cx="64" cy="1"/>
              </a:xfrm>
              <a:prstGeom prst="line">
                <a:avLst/>
              </a:prstGeom>
              <a:ln w="12700" cap="flat" cmpd="sng">
                <a:solidFill>
                  <a:srgbClr val="000000"/>
                </a:solidFill>
                <a:prstDash val="solid"/>
                <a:headEnd type="none" w="med" len="med"/>
                <a:tailEnd type="none" w="med" len="med"/>
              </a:ln>
            </p:spPr>
          </p:sp>
          <p:sp>
            <p:nvSpPr>
              <p:cNvPr id="33965" name="Line 113"/>
              <p:cNvSpPr/>
              <p:nvPr/>
            </p:nvSpPr>
            <p:spPr>
              <a:xfrm>
                <a:off x="2176" y="1280"/>
                <a:ext cx="64" cy="1"/>
              </a:xfrm>
              <a:prstGeom prst="line">
                <a:avLst/>
              </a:prstGeom>
              <a:ln w="12700" cap="flat" cmpd="sng">
                <a:solidFill>
                  <a:srgbClr val="000000"/>
                </a:solidFill>
                <a:prstDash val="solid"/>
                <a:headEnd type="none" w="med" len="med"/>
                <a:tailEnd type="none" w="med" len="med"/>
              </a:ln>
            </p:spPr>
          </p:sp>
          <p:sp>
            <p:nvSpPr>
              <p:cNvPr id="33966" name="Line 114"/>
              <p:cNvSpPr/>
              <p:nvPr/>
            </p:nvSpPr>
            <p:spPr>
              <a:xfrm>
                <a:off x="2320" y="1280"/>
                <a:ext cx="64" cy="1"/>
              </a:xfrm>
              <a:prstGeom prst="line">
                <a:avLst/>
              </a:prstGeom>
              <a:ln w="12700" cap="flat" cmpd="sng">
                <a:solidFill>
                  <a:srgbClr val="000000"/>
                </a:solidFill>
                <a:prstDash val="solid"/>
                <a:headEnd type="none" w="med" len="med"/>
                <a:tailEnd type="none" w="med" len="med"/>
              </a:ln>
            </p:spPr>
          </p:sp>
          <p:sp>
            <p:nvSpPr>
              <p:cNvPr id="33967" name="Line 115"/>
              <p:cNvSpPr/>
              <p:nvPr/>
            </p:nvSpPr>
            <p:spPr>
              <a:xfrm>
                <a:off x="2464" y="1280"/>
                <a:ext cx="64" cy="1"/>
              </a:xfrm>
              <a:prstGeom prst="line">
                <a:avLst/>
              </a:prstGeom>
              <a:ln w="12700" cap="flat" cmpd="sng">
                <a:solidFill>
                  <a:srgbClr val="000000"/>
                </a:solidFill>
                <a:prstDash val="solid"/>
                <a:headEnd type="none" w="med" len="med"/>
                <a:tailEnd type="none" w="med" len="med"/>
              </a:ln>
            </p:spPr>
          </p:sp>
          <p:sp>
            <p:nvSpPr>
              <p:cNvPr id="33968" name="Line 116"/>
              <p:cNvSpPr/>
              <p:nvPr/>
            </p:nvSpPr>
            <p:spPr>
              <a:xfrm>
                <a:off x="2608" y="1280"/>
                <a:ext cx="64" cy="1"/>
              </a:xfrm>
              <a:prstGeom prst="line">
                <a:avLst/>
              </a:prstGeom>
              <a:ln w="12700" cap="flat" cmpd="sng">
                <a:solidFill>
                  <a:srgbClr val="000000"/>
                </a:solidFill>
                <a:prstDash val="solid"/>
                <a:headEnd type="none" w="med" len="med"/>
                <a:tailEnd type="none" w="med" len="med"/>
              </a:ln>
            </p:spPr>
          </p:sp>
          <p:sp>
            <p:nvSpPr>
              <p:cNvPr id="33969" name="Line 117"/>
              <p:cNvSpPr/>
              <p:nvPr/>
            </p:nvSpPr>
            <p:spPr>
              <a:xfrm>
                <a:off x="2752" y="1280"/>
                <a:ext cx="64" cy="1"/>
              </a:xfrm>
              <a:prstGeom prst="line">
                <a:avLst/>
              </a:prstGeom>
              <a:ln w="12700" cap="flat" cmpd="sng">
                <a:solidFill>
                  <a:srgbClr val="000000"/>
                </a:solidFill>
                <a:prstDash val="solid"/>
                <a:headEnd type="none" w="med" len="med"/>
                <a:tailEnd type="none" w="med" len="med"/>
              </a:ln>
            </p:spPr>
          </p:sp>
          <p:sp>
            <p:nvSpPr>
              <p:cNvPr id="33970" name="Line 118"/>
              <p:cNvSpPr/>
              <p:nvPr/>
            </p:nvSpPr>
            <p:spPr>
              <a:xfrm>
                <a:off x="2896" y="1280"/>
                <a:ext cx="64" cy="1"/>
              </a:xfrm>
              <a:prstGeom prst="line">
                <a:avLst/>
              </a:prstGeom>
              <a:ln w="12700" cap="flat" cmpd="sng">
                <a:solidFill>
                  <a:srgbClr val="000000"/>
                </a:solidFill>
                <a:prstDash val="solid"/>
                <a:headEnd type="none" w="med" len="med"/>
                <a:tailEnd type="none" w="med" len="med"/>
              </a:ln>
            </p:spPr>
          </p:sp>
          <p:sp>
            <p:nvSpPr>
              <p:cNvPr id="33971" name="Line 119"/>
              <p:cNvSpPr/>
              <p:nvPr/>
            </p:nvSpPr>
            <p:spPr>
              <a:xfrm>
                <a:off x="3040" y="1280"/>
                <a:ext cx="64" cy="1"/>
              </a:xfrm>
              <a:prstGeom prst="line">
                <a:avLst/>
              </a:prstGeom>
              <a:ln w="12700" cap="flat" cmpd="sng">
                <a:solidFill>
                  <a:srgbClr val="000000"/>
                </a:solidFill>
                <a:prstDash val="solid"/>
                <a:headEnd type="none" w="med" len="med"/>
                <a:tailEnd type="none" w="med" len="med"/>
              </a:ln>
            </p:spPr>
          </p:sp>
          <p:sp>
            <p:nvSpPr>
              <p:cNvPr id="33972" name="Line 120"/>
              <p:cNvSpPr/>
              <p:nvPr/>
            </p:nvSpPr>
            <p:spPr>
              <a:xfrm>
                <a:off x="3184" y="1280"/>
                <a:ext cx="64" cy="1"/>
              </a:xfrm>
              <a:prstGeom prst="line">
                <a:avLst/>
              </a:prstGeom>
              <a:ln w="12700" cap="flat" cmpd="sng">
                <a:solidFill>
                  <a:srgbClr val="000000"/>
                </a:solidFill>
                <a:prstDash val="solid"/>
                <a:headEnd type="none" w="med" len="med"/>
                <a:tailEnd type="none" w="med" len="med"/>
              </a:ln>
            </p:spPr>
          </p:sp>
          <p:sp>
            <p:nvSpPr>
              <p:cNvPr id="33973" name="Line 121"/>
              <p:cNvSpPr/>
              <p:nvPr/>
            </p:nvSpPr>
            <p:spPr>
              <a:xfrm>
                <a:off x="3328" y="1280"/>
                <a:ext cx="64" cy="1"/>
              </a:xfrm>
              <a:prstGeom prst="line">
                <a:avLst/>
              </a:prstGeom>
              <a:ln w="12700" cap="flat" cmpd="sng">
                <a:solidFill>
                  <a:srgbClr val="000000"/>
                </a:solidFill>
                <a:prstDash val="solid"/>
                <a:headEnd type="none" w="med" len="med"/>
                <a:tailEnd type="none" w="med" len="med"/>
              </a:ln>
            </p:spPr>
          </p:sp>
          <p:sp>
            <p:nvSpPr>
              <p:cNvPr id="33974" name="Line 122"/>
              <p:cNvSpPr/>
              <p:nvPr/>
            </p:nvSpPr>
            <p:spPr>
              <a:xfrm>
                <a:off x="3472" y="1280"/>
                <a:ext cx="64" cy="1"/>
              </a:xfrm>
              <a:prstGeom prst="line">
                <a:avLst/>
              </a:prstGeom>
              <a:ln w="12700" cap="flat" cmpd="sng">
                <a:solidFill>
                  <a:srgbClr val="000000"/>
                </a:solidFill>
                <a:prstDash val="solid"/>
                <a:headEnd type="none" w="med" len="med"/>
                <a:tailEnd type="none" w="med" len="med"/>
              </a:ln>
            </p:spPr>
          </p:sp>
          <p:sp>
            <p:nvSpPr>
              <p:cNvPr id="33975" name="Line 123"/>
              <p:cNvSpPr/>
              <p:nvPr/>
            </p:nvSpPr>
            <p:spPr>
              <a:xfrm>
                <a:off x="3616" y="1280"/>
                <a:ext cx="64" cy="1"/>
              </a:xfrm>
              <a:prstGeom prst="line">
                <a:avLst/>
              </a:prstGeom>
              <a:ln w="12700" cap="flat" cmpd="sng">
                <a:solidFill>
                  <a:srgbClr val="000000"/>
                </a:solidFill>
                <a:prstDash val="solid"/>
                <a:headEnd type="none" w="med" len="med"/>
                <a:tailEnd type="none" w="med" len="med"/>
              </a:ln>
            </p:spPr>
          </p:sp>
          <p:sp>
            <p:nvSpPr>
              <p:cNvPr id="33976" name="Line 124"/>
              <p:cNvSpPr/>
              <p:nvPr/>
            </p:nvSpPr>
            <p:spPr>
              <a:xfrm>
                <a:off x="3760" y="1280"/>
                <a:ext cx="64" cy="1"/>
              </a:xfrm>
              <a:prstGeom prst="line">
                <a:avLst/>
              </a:prstGeom>
              <a:ln w="12700" cap="flat" cmpd="sng">
                <a:solidFill>
                  <a:srgbClr val="000000"/>
                </a:solidFill>
                <a:prstDash val="solid"/>
                <a:headEnd type="none" w="med" len="med"/>
                <a:tailEnd type="none" w="med" len="med"/>
              </a:ln>
            </p:spPr>
          </p:sp>
          <p:sp>
            <p:nvSpPr>
              <p:cNvPr id="33977" name="Line 125"/>
              <p:cNvSpPr/>
              <p:nvPr/>
            </p:nvSpPr>
            <p:spPr>
              <a:xfrm>
                <a:off x="3904" y="1280"/>
                <a:ext cx="64" cy="1"/>
              </a:xfrm>
              <a:prstGeom prst="line">
                <a:avLst/>
              </a:prstGeom>
              <a:ln w="12700" cap="flat" cmpd="sng">
                <a:solidFill>
                  <a:srgbClr val="000000"/>
                </a:solidFill>
                <a:prstDash val="solid"/>
                <a:headEnd type="none" w="med" len="med"/>
                <a:tailEnd type="none" w="med" len="med"/>
              </a:ln>
            </p:spPr>
          </p:sp>
          <p:sp>
            <p:nvSpPr>
              <p:cNvPr id="33978" name="Line 126"/>
              <p:cNvSpPr/>
              <p:nvPr/>
            </p:nvSpPr>
            <p:spPr>
              <a:xfrm>
                <a:off x="4048" y="1280"/>
                <a:ext cx="64" cy="1"/>
              </a:xfrm>
              <a:prstGeom prst="line">
                <a:avLst/>
              </a:prstGeom>
              <a:ln w="12700" cap="flat" cmpd="sng">
                <a:solidFill>
                  <a:srgbClr val="000000"/>
                </a:solidFill>
                <a:prstDash val="solid"/>
                <a:headEnd type="none" w="med" len="med"/>
                <a:tailEnd type="none" w="med" len="med"/>
              </a:ln>
            </p:spPr>
          </p:sp>
          <p:sp>
            <p:nvSpPr>
              <p:cNvPr id="33979" name="Line 127"/>
              <p:cNvSpPr/>
              <p:nvPr/>
            </p:nvSpPr>
            <p:spPr>
              <a:xfrm>
                <a:off x="4192" y="1280"/>
                <a:ext cx="64" cy="1"/>
              </a:xfrm>
              <a:prstGeom prst="line">
                <a:avLst/>
              </a:prstGeom>
              <a:ln w="12700" cap="flat" cmpd="sng">
                <a:solidFill>
                  <a:srgbClr val="000000"/>
                </a:solidFill>
                <a:prstDash val="solid"/>
                <a:headEnd type="none" w="med" len="med"/>
                <a:tailEnd type="none" w="med" len="med"/>
              </a:ln>
            </p:spPr>
          </p:sp>
          <p:sp>
            <p:nvSpPr>
              <p:cNvPr id="33980" name="Line 128"/>
              <p:cNvSpPr/>
              <p:nvPr/>
            </p:nvSpPr>
            <p:spPr>
              <a:xfrm>
                <a:off x="4336" y="1280"/>
                <a:ext cx="64" cy="1"/>
              </a:xfrm>
              <a:prstGeom prst="line">
                <a:avLst/>
              </a:prstGeom>
              <a:ln w="12700" cap="flat" cmpd="sng">
                <a:solidFill>
                  <a:srgbClr val="000000"/>
                </a:solidFill>
                <a:prstDash val="solid"/>
                <a:headEnd type="none" w="med" len="med"/>
                <a:tailEnd type="none" w="med" len="med"/>
              </a:ln>
            </p:spPr>
          </p:sp>
          <p:sp>
            <p:nvSpPr>
              <p:cNvPr id="33981" name="Line 129"/>
              <p:cNvSpPr/>
              <p:nvPr/>
            </p:nvSpPr>
            <p:spPr>
              <a:xfrm>
                <a:off x="4480" y="1280"/>
                <a:ext cx="64" cy="1"/>
              </a:xfrm>
              <a:prstGeom prst="line">
                <a:avLst/>
              </a:prstGeom>
              <a:ln w="12700" cap="flat" cmpd="sng">
                <a:solidFill>
                  <a:srgbClr val="000000"/>
                </a:solidFill>
                <a:prstDash val="solid"/>
                <a:headEnd type="none" w="med" len="med"/>
                <a:tailEnd type="none" w="med" len="med"/>
              </a:ln>
            </p:spPr>
          </p:sp>
          <p:sp>
            <p:nvSpPr>
              <p:cNvPr id="33982" name="Line 130"/>
              <p:cNvSpPr/>
              <p:nvPr/>
            </p:nvSpPr>
            <p:spPr>
              <a:xfrm>
                <a:off x="4624" y="1280"/>
                <a:ext cx="64" cy="1"/>
              </a:xfrm>
              <a:prstGeom prst="line">
                <a:avLst/>
              </a:prstGeom>
              <a:ln w="12700" cap="flat" cmpd="sng">
                <a:solidFill>
                  <a:srgbClr val="000000"/>
                </a:solidFill>
                <a:prstDash val="solid"/>
                <a:headEnd type="none" w="med" len="med"/>
                <a:tailEnd type="none" w="med" len="med"/>
              </a:ln>
            </p:spPr>
          </p:sp>
        </p:grpSp>
        <p:sp>
          <p:nvSpPr>
            <p:cNvPr id="33837" name="Rectangle 131"/>
            <p:cNvSpPr/>
            <p:nvPr/>
          </p:nvSpPr>
          <p:spPr>
            <a:xfrm>
              <a:off x="1055" y="3872"/>
              <a:ext cx="123" cy="203"/>
            </a:xfrm>
            <a:prstGeom prst="rect">
              <a:avLst/>
            </a:prstGeom>
            <a:noFill/>
            <a:ln w="9525">
              <a:noFill/>
            </a:ln>
          </p:spPr>
          <p:txBody>
            <a:bodyPr wrap="squar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a</a:t>
              </a:r>
            </a:p>
          </p:txBody>
        </p:sp>
        <p:sp>
          <p:nvSpPr>
            <p:cNvPr id="33838" name="Rectangle 132"/>
            <p:cNvSpPr/>
            <p:nvPr/>
          </p:nvSpPr>
          <p:spPr>
            <a:xfrm>
              <a:off x="1588" y="3857"/>
              <a:ext cx="135" cy="203"/>
            </a:xfrm>
            <a:prstGeom prst="rect">
              <a:avLst/>
            </a:prstGeom>
            <a:noFill/>
            <a:ln w="9525">
              <a:noFill/>
            </a:ln>
          </p:spPr>
          <p:txBody>
            <a:bodyPr wrap="squar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b</a:t>
              </a:r>
            </a:p>
          </p:txBody>
        </p:sp>
        <p:sp>
          <p:nvSpPr>
            <p:cNvPr id="33839" name="Rectangle 133"/>
            <p:cNvSpPr/>
            <p:nvPr/>
          </p:nvSpPr>
          <p:spPr>
            <a:xfrm>
              <a:off x="2952" y="3857"/>
              <a:ext cx="123" cy="203"/>
            </a:xfrm>
            <a:prstGeom prst="rect">
              <a:avLst/>
            </a:prstGeom>
            <a:noFill/>
            <a:ln w="9525">
              <a:noFill/>
            </a:ln>
          </p:spPr>
          <p:txBody>
            <a:bodyPr wrap="squar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c</a:t>
              </a:r>
            </a:p>
          </p:txBody>
        </p:sp>
        <p:sp>
          <p:nvSpPr>
            <p:cNvPr id="33840" name="Rectangle 134"/>
            <p:cNvSpPr/>
            <p:nvPr/>
          </p:nvSpPr>
          <p:spPr>
            <a:xfrm>
              <a:off x="3955" y="3848"/>
              <a:ext cx="135" cy="203"/>
            </a:xfrm>
            <a:prstGeom prst="rect">
              <a:avLst/>
            </a:prstGeom>
            <a:noFill/>
            <a:ln w="9525">
              <a:noFill/>
            </a:ln>
          </p:spPr>
          <p:txBody>
            <a:bodyPr wrap="squar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d</a:t>
              </a:r>
            </a:p>
          </p:txBody>
        </p:sp>
        <p:grpSp>
          <p:nvGrpSpPr>
            <p:cNvPr id="33841" name="Group 135"/>
            <p:cNvGrpSpPr/>
            <p:nvPr/>
          </p:nvGrpSpPr>
          <p:grpSpPr>
            <a:xfrm>
              <a:off x="368" y="1336"/>
              <a:ext cx="282" cy="251"/>
              <a:chOff x="568" y="352"/>
              <a:chExt cx="282" cy="251"/>
            </a:xfrm>
          </p:grpSpPr>
          <p:sp>
            <p:nvSpPr>
              <p:cNvPr id="33949" name="Rectangle 136"/>
              <p:cNvSpPr/>
              <p:nvPr/>
            </p:nvSpPr>
            <p:spPr>
              <a:xfrm>
                <a:off x="568" y="352"/>
                <a:ext cx="191" cy="203"/>
              </a:xfrm>
              <a:prstGeom prst="rect">
                <a:avLst/>
              </a:prstGeom>
              <a:noFill/>
              <a:ln w="9525">
                <a:noFill/>
              </a:ln>
            </p:spPr>
            <p:txBody>
              <a:bodyPr wrap="squar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x</a:t>
                </a:r>
              </a:p>
            </p:txBody>
          </p:sp>
          <p:sp>
            <p:nvSpPr>
              <p:cNvPr id="33950" name="Rectangle 137"/>
              <p:cNvSpPr/>
              <p:nvPr/>
            </p:nvSpPr>
            <p:spPr>
              <a:xfrm>
                <a:off x="678" y="400"/>
                <a:ext cx="172" cy="203"/>
              </a:xfrm>
              <a:prstGeom prst="rect">
                <a:avLst/>
              </a:prstGeom>
              <a:noFill/>
              <a:ln w="9525">
                <a:noFill/>
              </a:ln>
            </p:spPr>
            <p:txBody>
              <a:bodyPr wrap="squar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2</a:t>
                </a:r>
              </a:p>
            </p:txBody>
          </p:sp>
        </p:grpSp>
        <p:grpSp>
          <p:nvGrpSpPr>
            <p:cNvPr id="33842" name="Group 138"/>
            <p:cNvGrpSpPr/>
            <p:nvPr/>
          </p:nvGrpSpPr>
          <p:grpSpPr>
            <a:xfrm>
              <a:off x="4346" y="3824"/>
              <a:ext cx="344" cy="252"/>
              <a:chOff x="4522" y="3112"/>
              <a:chExt cx="344" cy="252"/>
            </a:xfrm>
          </p:grpSpPr>
          <p:sp>
            <p:nvSpPr>
              <p:cNvPr id="33947" name="Rectangle 139"/>
              <p:cNvSpPr/>
              <p:nvPr/>
            </p:nvSpPr>
            <p:spPr>
              <a:xfrm>
                <a:off x="4522" y="3112"/>
                <a:ext cx="123" cy="203"/>
              </a:xfrm>
              <a:prstGeom prst="rect">
                <a:avLst/>
              </a:prstGeom>
              <a:noFill/>
              <a:ln w="9525">
                <a:noFill/>
              </a:ln>
            </p:spPr>
            <p:txBody>
              <a:bodyPr wrap="squar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x</a:t>
                </a:r>
              </a:p>
            </p:txBody>
          </p:sp>
          <p:sp>
            <p:nvSpPr>
              <p:cNvPr id="33948" name="Rectangle 140"/>
              <p:cNvSpPr/>
              <p:nvPr/>
            </p:nvSpPr>
            <p:spPr>
              <a:xfrm>
                <a:off x="4640" y="3161"/>
                <a:ext cx="226" cy="203"/>
              </a:xfrm>
              <a:prstGeom prst="rect">
                <a:avLst/>
              </a:prstGeom>
              <a:noFill/>
              <a:ln w="9525">
                <a:noFill/>
              </a:ln>
            </p:spPr>
            <p:txBody>
              <a:bodyPr wrap="squar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1</a:t>
                </a:r>
              </a:p>
            </p:txBody>
          </p:sp>
        </p:grpSp>
        <p:sp>
          <p:nvSpPr>
            <p:cNvPr id="33843" name="Rectangle 141"/>
            <p:cNvSpPr/>
            <p:nvPr>
              <p:custDataLst>
                <p:tags r:id="rId5"/>
              </p:custDataLst>
            </p:nvPr>
          </p:nvSpPr>
          <p:spPr>
            <a:xfrm>
              <a:off x="1016" y="2024"/>
              <a:ext cx="2848" cy="1248"/>
            </a:xfrm>
            <a:prstGeom prst="rect">
              <a:avLst/>
            </a:prstGeom>
            <a:blipFill rotWithShape="0">
              <a:blip r:embed="rId30"/>
            </a:blipFill>
            <a:ln w="9525">
              <a:noFill/>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grpSp>
          <p:nvGrpSpPr>
            <p:cNvPr id="33844" name="Group 142"/>
            <p:cNvGrpSpPr/>
            <p:nvPr/>
          </p:nvGrpSpPr>
          <p:grpSpPr>
            <a:xfrm>
              <a:off x="368" y="2392"/>
              <a:ext cx="3856" cy="56"/>
              <a:chOff x="368" y="1680"/>
              <a:chExt cx="4520" cy="56"/>
            </a:xfrm>
          </p:grpSpPr>
          <p:sp>
            <p:nvSpPr>
              <p:cNvPr id="33915" name="Freeform 143"/>
              <p:cNvSpPr/>
              <p:nvPr>
                <p:custDataLst>
                  <p:tags r:id="rId19"/>
                </p:custDataLst>
              </p:nvPr>
            </p:nvSpPr>
            <p:spPr>
              <a:xfrm>
                <a:off x="368" y="1680"/>
                <a:ext cx="112" cy="56"/>
              </a:xfrm>
              <a:custGeom>
                <a:avLst/>
                <a:gdLst>
                  <a:gd name="txL" fmla="*/ 0 w 112"/>
                  <a:gd name="txT" fmla="*/ 0 h 56"/>
                  <a:gd name="txR" fmla="*/ 112 w 112"/>
                  <a:gd name="txB" fmla="*/ 56 h 56"/>
                </a:gdLst>
                <a:ahLst/>
                <a:cxnLst>
                  <a:cxn ang="0">
                    <a:pos x="0" y="24"/>
                  </a:cxn>
                  <a:cxn ang="0">
                    <a:pos x="112" y="0"/>
                  </a:cxn>
                  <a:cxn ang="0">
                    <a:pos x="112" y="24"/>
                  </a:cxn>
                  <a:cxn ang="0">
                    <a:pos x="112" y="56"/>
                  </a:cxn>
                  <a:cxn ang="0">
                    <a:pos x="0" y="24"/>
                  </a:cxn>
                </a:cxnLst>
                <a:rect l="txL" t="txT" r="txR" b="txB"/>
                <a:pathLst>
                  <a:path w="112" h="56">
                    <a:moveTo>
                      <a:pt x="0" y="24"/>
                    </a:moveTo>
                    <a:lnTo>
                      <a:pt x="112" y="0"/>
                    </a:lnTo>
                    <a:lnTo>
                      <a:pt x="112" y="24"/>
                    </a:lnTo>
                    <a:lnTo>
                      <a:pt x="112" y="56"/>
                    </a:lnTo>
                    <a:lnTo>
                      <a:pt x="0" y="24"/>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3916" name="Freeform 144"/>
              <p:cNvSpPr/>
              <p:nvPr>
                <p:custDataLst>
                  <p:tags r:id="rId20"/>
                </p:custDataLst>
              </p:nvPr>
            </p:nvSpPr>
            <p:spPr>
              <a:xfrm>
                <a:off x="4776" y="1680"/>
                <a:ext cx="112" cy="56"/>
              </a:xfrm>
              <a:custGeom>
                <a:avLst/>
                <a:gdLst>
                  <a:gd name="txL" fmla="*/ 0 w 112"/>
                  <a:gd name="txT" fmla="*/ 0 h 56"/>
                  <a:gd name="txR" fmla="*/ 112 w 112"/>
                  <a:gd name="txB" fmla="*/ 56 h 56"/>
                </a:gdLst>
                <a:ahLst/>
                <a:cxnLst>
                  <a:cxn ang="0">
                    <a:pos x="112" y="24"/>
                  </a:cxn>
                  <a:cxn ang="0">
                    <a:pos x="0" y="56"/>
                  </a:cxn>
                  <a:cxn ang="0">
                    <a:pos x="0" y="24"/>
                  </a:cxn>
                  <a:cxn ang="0">
                    <a:pos x="0" y="0"/>
                  </a:cxn>
                  <a:cxn ang="0">
                    <a:pos x="112" y="24"/>
                  </a:cxn>
                </a:cxnLst>
                <a:rect l="txL" t="txT" r="txR" b="txB"/>
                <a:pathLst>
                  <a:path w="112" h="56">
                    <a:moveTo>
                      <a:pt x="112" y="24"/>
                    </a:moveTo>
                    <a:lnTo>
                      <a:pt x="0" y="56"/>
                    </a:lnTo>
                    <a:lnTo>
                      <a:pt x="0" y="24"/>
                    </a:lnTo>
                    <a:lnTo>
                      <a:pt x="0" y="0"/>
                    </a:lnTo>
                    <a:lnTo>
                      <a:pt x="112" y="24"/>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3917" name="Line 145"/>
              <p:cNvSpPr/>
              <p:nvPr/>
            </p:nvSpPr>
            <p:spPr>
              <a:xfrm>
                <a:off x="480" y="1704"/>
                <a:ext cx="64" cy="1"/>
              </a:xfrm>
              <a:prstGeom prst="line">
                <a:avLst/>
              </a:prstGeom>
              <a:ln w="12700" cap="flat" cmpd="sng">
                <a:solidFill>
                  <a:srgbClr val="000000"/>
                </a:solidFill>
                <a:prstDash val="solid"/>
                <a:headEnd type="none" w="med" len="med"/>
                <a:tailEnd type="none" w="med" len="med"/>
              </a:ln>
            </p:spPr>
          </p:sp>
          <p:sp>
            <p:nvSpPr>
              <p:cNvPr id="33918" name="Line 146"/>
              <p:cNvSpPr/>
              <p:nvPr/>
            </p:nvSpPr>
            <p:spPr>
              <a:xfrm>
                <a:off x="624" y="1704"/>
                <a:ext cx="64" cy="1"/>
              </a:xfrm>
              <a:prstGeom prst="line">
                <a:avLst/>
              </a:prstGeom>
              <a:ln w="12700" cap="flat" cmpd="sng">
                <a:solidFill>
                  <a:srgbClr val="000000"/>
                </a:solidFill>
                <a:prstDash val="solid"/>
                <a:headEnd type="none" w="med" len="med"/>
                <a:tailEnd type="none" w="med" len="med"/>
              </a:ln>
            </p:spPr>
          </p:sp>
          <p:sp>
            <p:nvSpPr>
              <p:cNvPr id="33919" name="Line 147"/>
              <p:cNvSpPr/>
              <p:nvPr/>
            </p:nvSpPr>
            <p:spPr>
              <a:xfrm>
                <a:off x="768" y="1704"/>
                <a:ext cx="64" cy="1"/>
              </a:xfrm>
              <a:prstGeom prst="line">
                <a:avLst/>
              </a:prstGeom>
              <a:ln w="12700" cap="flat" cmpd="sng">
                <a:solidFill>
                  <a:srgbClr val="000000"/>
                </a:solidFill>
                <a:prstDash val="solid"/>
                <a:headEnd type="none" w="med" len="med"/>
                <a:tailEnd type="none" w="med" len="med"/>
              </a:ln>
            </p:spPr>
          </p:sp>
          <p:sp>
            <p:nvSpPr>
              <p:cNvPr id="33920" name="Line 148"/>
              <p:cNvSpPr/>
              <p:nvPr/>
            </p:nvSpPr>
            <p:spPr>
              <a:xfrm>
                <a:off x="912" y="1704"/>
                <a:ext cx="64" cy="1"/>
              </a:xfrm>
              <a:prstGeom prst="line">
                <a:avLst/>
              </a:prstGeom>
              <a:ln w="12700" cap="flat" cmpd="sng">
                <a:solidFill>
                  <a:srgbClr val="000000"/>
                </a:solidFill>
                <a:prstDash val="solid"/>
                <a:headEnd type="none" w="med" len="med"/>
                <a:tailEnd type="none" w="med" len="med"/>
              </a:ln>
            </p:spPr>
          </p:sp>
          <p:sp>
            <p:nvSpPr>
              <p:cNvPr id="33921" name="Line 149"/>
              <p:cNvSpPr/>
              <p:nvPr/>
            </p:nvSpPr>
            <p:spPr>
              <a:xfrm>
                <a:off x="1056" y="1704"/>
                <a:ext cx="64" cy="1"/>
              </a:xfrm>
              <a:prstGeom prst="line">
                <a:avLst/>
              </a:prstGeom>
              <a:ln w="12700" cap="flat" cmpd="sng">
                <a:solidFill>
                  <a:srgbClr val="000000"/>
                </a:solidFill>
                <a:prstDash val="solid"/>
                <a:headEnd type="none" w="med" len="med"/>
                <a:tailEnd type="none" w="med" len="med"/>
              </a:ln>
            </p:spPr>
          </p:sp>
          <p:sp>
            <p:nvSpPr>
              <p:cNvPr id="33922" name="Line 150"/>
              <p:cNvSpPr/>
              <p:nvPr/>
            </p:nvSpPr>
            <p:spPr>
              <a:xfrm>
                <a:off x="1200" y="1704"/>
                <a:ext cx="64" cy="1"/>
              </a:xfrm>
              <a:prstGeom prst="line">
                <a:avLst/>
              </a:prstGeom>
              <a:ln w="12700" cap="flat" cmpd="sng">
                <a:solidFill>
                  <a:srgbClr val="000000"/>
                </a:solidFill>
                <a:prstDash val="solid"/>
                <a:headEnd type="none" w="med" len="med"/>
                <a:tailEnd type="none" w="med" len="med"/>
              </a:ln>
            </p:spPr>
          </p:sp>
          <p:sp>
            <p:nvSpPr>
              <p:cNvPr id="33923" name="Line 151"/>
              <p:cNvSpPr/>
              <p:nvPr/>
            </p:nvSpPr>
            <p:spPr>
              <a:xfrm>
                <a:off x="1344" y="1704"/>
                <a:ext cx="64" cy="1"/>
              </a:xfrm>
              <a:prstGeom prst="line">
                <a:avLst/>
              </a:prstGeom>
              <a:ln w="12700" cap="flat" cmpd="sng">
                <a:solidFill>
                  <a:srgbClr val="000000"/>
                </a:solidFill>
                <a:prstDash val="solid"/>
                <a:headEnd type="none" w="med" len="med"/>
                <a:tailEnd type="none" w="med" len="med"/>
              </a:ln>
            </p:spPr>
          </p:sp>
          <p:sp>
            <p:nvSpPr>
              <p:cNvPr id="33924" name="Line 152"/>
              <p:cNvSpPr/>
              <p:nvPr/>
            </p:nvSpPr>
            <p:spPr>
              <a:xfrm>
                <a:off x="1488" y="1704"/>
                <a:ext cx="64" cy="1"/>
              </a:xfrm>
              <a:prstGeom prst="line">
                <a:avLst/>
              </a:prstGeom>
              <a:ln w="12700" cap="flat" cmpd="sng">
                <a:solidFill>
                  <a:srgbClr val="000000"/>
                </a:solidFill>
                <a:prstDash val="solid"/>
                <a:headEnd type="none" w="med" len="med"/>
                <a:tailEnd type="none" w="med" len="med"/>
              </a:ln>
            </p:spPr>
          </p:sp>
          <p:sp>
            <p:nvSpPr>
              <p:cNvPr id="33925" name="Line 153"/>
              <p:cNvSpPr/>
              <p:nvPr/>
            </p:nvSpPr>
            <p:spPr>
              <a:xfrm>
                <a:off x="1632" y="1704"/>
                <a:ext cx="64" cy="1"/>
              </a:xfrm>
              <a:prstGeom prst="line">
                <a:avLst/>
              </a:prstGeom>
              <a:ln w="12700" cap="flat" cmpd="sng">
                <a:solidFill>
                  <a:srgbClr val="000000"/>
                </a:solidFill>
                <a:prstDash val="solid"/>
                <a:headEnd type="none" w="med" len="med"/>
                <a:tailEnd type="none" w="med" len="med"/>
              </a:ln>
            </p:spPr>
          </p:sp>
          <p:sp>
            <p:nvSpPr>
              <p:cNvPr id="33926" name="Line 154"/>
              <p:cNvSpPr/>
              <p:nvPr/>
            </p:nvSpPr>
            <p:spPr>
              <a:xfrm>
                <a:off x="1776" y="1704"/>
                <a:ext cx="64" cy="1"/>
              </a:xfrm>
              <a:prstGeom prst="line">
                <a:avLst/>
              </a:prstGeom>
              <a:ln w="12700" cap="flat" cmpd="sng">
                <a:solidFill>
                  <a:srgbClr val="000000"/>
                </a:solidFill>
                <a:prstDash val="solid"/>
                <a:headEnd type="none" w="med" len="med"/>
                <a:tailEnd type="none" w="med" len="med"/>
              </a:ln>
            </p:spPr>
          </p:sp>
          <p:sp>
            <p:nvSpPr>
              <p:cNvPr id="33927" name="Line 155"/>
              <p:cNvSpPr/>
              <p:nvPr/>
            </p:nvSpPr>
            <p:spPr>
              <a:xfrm>
                <a:off x="1920" y="1704"/>
                <a:ext cx="64" cy="1"/>
              </a:xfrm>
              <a:prstGeom prst="line">
                <a:avLst/>
              </a:prstGeom>
              <a:ln w="12700" cap="flat" cmpd="sng">
                <a:solidFill>
                  <a:srgbClr val="000000"/>
                </a:solidFill>
                <a:prstDash val="solid"/>
                <a:headEnd type="none" w="med" len="med"/>
                <a:tailEnd type="none" w="med" len="med"/>
              </a:ln>
            </p:spPr>
          </p:sp>
          <p:sp>
            <p:nvSpPr>
              <p:cNvPr id="33928" name="Line 156"/>
              <p:cNvSpPr/>
              <p:nvPr/>
            </p:nvSpPr>
            <p:spPr>
              <a:xfrm>
                <a:off x="2064" y="1704"/>
                <a:ext cx="64" cy="1"/>
              </a:xfrm>
              <a:prstGeom prst="line">
                <a:avLst/>
              </a:prstGeom>
              <a:ln w="12700" cap="flat" cmpd="sng">
                <a:solidFill>
                  <a:srgbClr val="000000"/>
                </a:solidFill>
                <a:prstDash val="solid"/>
                <a:headEnd type="none" w="med" len="med"/>
                <a:tailEnd type="none" w="med" len="med"/>
              </a:ln>
            </p:spPr>
          </p:sp>
          <p:sp>
            <p:nvSpPr>
              <p:cNvPr id="33929" name="Line 157"/>
              <p:cNvSpPr/>
              <p:nvPr/>
            </p:nvSpPr>
            <p:spPr>
              <a:xfrm>
                <a:off x="2208" y="1704"/>
                <a:ext cx="64" cy="1"/>
              </a:xfrm>
              <a:prstGeom prst="line">
                <a:avLst/>
              </a:prstGeom>
              <a:ln w="12700" cap="flat" cmpd="sng">
                <a:solidFill>
                  <a:srgbClr val="000000"/>
                </a:solidFill>
                <a:prstDash val="solid"/>
                <a:headEnd type="none" w="med" len="med"/>
                <a:tailEnd type="none" w="med" len="med"/>
              </a:ln>
            </p:spPr>
          </p:sp>
          <p:sp>
            <p:nvSpPr>
              <p:cNvPr id="33930" name="Line 158"/>
              <p:cNvSpPr/>
              <p:nvPr/>
            </p:nvSpPr>
            <p:spPr>
              <a:xfrm>
                <a:off x="2352" y="1704"/>
                <a:ext cx="64" cy="1"/>
              </a:xfrm>
              <a:prstGeom prst="line">
                <a:avLst/>
              </a:prstGeom>
              <a:ln w="12700" cap="flat" cmpd="sng">
                <a:solidFill>
                  <a:srgbClr val="000000"/>
                </a:solidFill>
                <a:prstDash val="solid"/>
                <a:headEnd type="none" w="med" len="med"/>
                <a:tailEnd type="none" w="med" len="med"/>
              </a:ln>
            </p:spPr>
          </p:sp>
          <p:sp>
            <p:nvSpPr>
              <p:cNvPr id="33931" name="Line 159"/>
              <p:cNvSpPr/>
              <p:nvPr/>
            </p:nvSpPr>
            <p:spPr>
              <a:xfrm>
                <a:off x="2496" y="1704"/>
                <a:ext cx="64" cy="1"/>
              </a:xfrm>
              <a:prstGeom prst="line">
                <a:avLst/>
              </a:prstGeom>
              <a:ln w="12700" cap="flat" cmpd="sng">
                <a:solidFill>
                  <a:srgbClr val="000000"/>
                </a:solidFill>
                <a:prstDash val="solid"/>
                <a:headEnd type="none" w="med" len="med"/>
                <a:tailEnd type="none" w="med" len="med"/>
              </a:ln>
            </p:spPr>
          </p:sp>
          <p:sp>
            <p:nvSpPr>
              <p:cNvPr id="33932" name="Line 160"/>
              <p:cNvSpPr/>
              <p:nvPr/>
            </p:nvSpPr>
            <p:spPr>
              <a:xfrm>
                <a:off x="2640" y="1704"/>
                <a:ext cx="64" cy="1"/>
              </a:xfrm>
              <a:prstGeom prst="line">
                <a:avLst/>
              </a:prstGeom>
              <a:ln w="12700" cap="flat" cmpd="sng">
                <a:solidFill>
                  <a:srgbClr val="000000"/>
                </a:solidFill>
                <a:prstDash val="solid"/>
                <a:headEnd type="none" w="med" len="med"/>
                <a:tailEnd type="none" w="med" len="med"/>
              </a:ln>
            </p:spPr>
          </p:sp>
          <p:sp>
            <p:nvSpPr>
              <p:cNvPr id="33933" name="Line 161"/>
              <p:cNvSpPr/>
              <p:nvPr/>
            </p:nvSpPr>
            <p:spPr>
              <a:xfrm>
                <a:off x="2784" y="1704"/>
                <a:ext cx="64" cy="1"/>
              </a:xfrm>
              <a:prstGeom prst="line">
                <a:avLst/>
              </a:prstGeom>
              <a:ln w="12700" cap="flat" cmpd="sng">
                <a:solidFill>
                  <a:srgbClr val="000000"/>
                </a:solidFill>
                <a:prstDash val="solid"/>
                <a:headEnd type="none" w="med" len="med"/>
                <a:tailEnd type="none" w="med" len="med"/>
              </a:ln>
            </p:spPr>
          </p:sp>
          <p:sp>
            <p:nvSpPr>
              <p:cNvPr id="33934" name="Line 162"/>
              <p:cNvSpPr/>
              <p:nvPr/>
            </p:nvSpPr>
            <p:spPr>
              <a:xfrm>
                <a:off x="2928" y="1704"/>
                <a:ext cx="64" cy="1"/>
              </a:xfrm>
              <a:prstGeom prst="line">
                <a:avLst/>
              </a:prstGeom>
              <a:ln w="12700" cap="flat" cmpd="sng">
                <a:solidFill>
                  <a:srgbClr val="000000"/>
                </a:solidFill>
                <a:prstDash val="solid"/>
                <a:headEnd type="none" w="med" len="med"/>
                <a:tailEnd type="none" w="med" len="med"/>
              </a:ln>
            </p:spPr>
          </p:sp>
          <p:sp>
            <p:nvSpPr>
              <p:cNvPr id="33935" name="Line 163"/>
              <p:cNvSpPr/>
              <p:nvPr/>
            </p:nvSpPr>
            <p:spPr>
              <a:xfrm>
                <a:off x="3072" y="1704"/>
                <a:ext cx="64" cy="1"/>
              </a:xfrm>
              <a:prstGeom prst="line">
                <a:avLst/>
              </a:prstGeom>
              <a:ln w="12700" cap="flat" cmpd="sng">
                <a:solidFill>
                  <a:srgbClr val="000000"/>
                </a:solidFill>
                <a:prstDash val="solid"/>
                <a:headEnd type="none" w="med" len="med"/>
                <a:tailEnd type="none" w="med" len="med"/>
              </a:ln>
            </p:spPr>
          </p:sp>
          <p:sp>
            <p:nvSpPr>
              <p:cNvPr id="33936" name="Line 164"/>
              <p:cNvSpPr/>
              <p:nvPr/>
            </p:nvSpPr>
            <p:spPr>
              <a:xfrm>
                <a:off x="3216" y="1704"/>
                <a:ext cx="64" cy="1"/>
              </a:xfrm>
              <a:prstGeom prst="line">
                <a:avLst/>
              </a:prstGeom>
              <a:ln w="12700" cap="flat" cmpd="sng">
                <a:solidFill>
                  <a:srgbClr val="000000"/>
                </a:solidFill>
                <a:prstDash val="solid"/>
                <a:headEnd type="none" w="med" len="med"/>
                <a:tailEnd type="none" w="med" len="med"/>
              </a:ln>
            </p:spPr>
          </p:sp>
          <p:sp>
            <p:nvSpPr>
              <p:cNvPr id="33937" name="Line 165"/>
              <p:cNvSpPr/>
              <p:nvPr/>
            </p:nvSpPr>
            <p:spPr>
              <a:xfrm>
                <a:off x="3360" y="1704"/>
                <a:ext cx="64" cy="1"/>
              </a:xfrm>
              <a:prstGeom prst="line">
                <a:avLst/>
              </a:prstGeom>
              <a:ln w="12700" cap="flat" cmpd="sng">
                <a:solidFill>
                  <a:srgbClr val="000000"/>
                </a:solidFill>
                <a:prstDash val="solid"/>
                <a:headEnd type="none" w="med" len="med"/>
                <a:tailEnd type="none" w="med" len="med"/>
              </a:ln>
            </p:spPr>
          </p:sp>
          <p:sp>
            <p:nvSpPr>
              <p:cNvPr id="33938" name="Line 166"/>
              <p:cNvSpPr/>
              <p:nvPr/>
            </p:nvSpPr>
            <p:spPr>
              <a:xfrm>
                <a:off x="3504" y="1704"/>
                <a:ext cx="64" cy="1"/>
              </a:xfrm>
              <a:prstGeom prst="line">
                <a:avLst/>
              </a:prstGeom>
              <a:ln w="12700" cap="flat" cmpd="sng">
                <a:solidFill>
                  <a:srgbClr val="000000"/>
                </a:solidFill>
                <a:prstDash val="solid"/>
                <a:headEnd type="none" w="med" len="med"/>
                <a:tailEnd type="none" w="med" len="med"/>
              </a:ln>
            </p:spPr>
          </p:sp>
          <p:sp>
            <p:nvSpPr>
              <p:cNvPr id="33939" name="Line 167"/>
              <p:cNvSpPr/>
              <p:nvPr/>
            </p:nvSpPr>
            <p:spPr>
              <a:xfrm>
                <a:off x="3648" y="1704"/>
                <a:ext cx="64" cy="1"/>
              </a:xfrm>
              <a:prstGeom prst="line">
                <a:avLst/>
              </a:prstGeom>
              <a:ln w="12700" cap="flat" cmpd="sng">
                <a:solidFill>
                  <a:srgbClr val="000000"/>
                </a:solidFill>
                <a:prstDash val="solid"/>
                <a:headEnd type="none" w="med" len="med"/>
                <a:tailEnd type="none" w="med" len="med"/>
              </a:ln>
            </p:spPr>
          </p:sp>
          <p:sp>
            <p:nvSpPr>
              <p:cNvPr id="33940" name="Line 168"/>
              <p:cNvSpPr/>
              <p:nvPr/>
            </p:nvSpPr>
            <p:spPr>
              <a:xfrm>
                <a:off x="3792" y="1704"/>
                <a:ext cx="64" cy="1"/>
              </a:xfrm>
              <a:prstGeom prst="line">
                <a:avLst/>
              </a:prstGeom>
              <a:ln w="12700" cap="flat" cmpd="sng">
                <a:solidFill>
                  <a:srgbClr val="000000"/>
                </a:solidFill>
                <a:prstDash val="solid"/>
                <a:headEnd type="none" w="med" len="med"/>
                <a:tailEnd type="none" w="med" len="med"/>
              </a:ln>
            </p:spPr>
          </p:sp>
          <p:sp>
            <p:nvSpPr>
              <p:cNvPr id="33941" name="Line 169"/>
              <p:cNvSpPr/>
              <p:nvPr/>
            </p:nvSpPr>
            <p:spPr>
              <a:xfrm>
                <a:off x="3936" y="1704"/>
                <a:ext cx="64" cy="1"/>
              </a:xfrm>
              <a:prstGeom prst="line">
                <a:avLst/>
              </a:prstGeom>
              <a:ln w="12700" cap="flat" cmpd="sng">
                <a:solidFill>
                  <a:srgbClr val="000000"/>
                </a:solidFill>
                <a:prstDash val="solid"/>
                <a:headEnd type="none" w="med" len="med"/>
                <a:tailEnd type="none" w="med" len="med"/>
              </a:ln>
            </p:spPr>
          </p:sp>
          <p:sp>
            <p:nvSpPr>
              <p:cNvPr id="33942" name="Line 170"/>
              <p:cNvSpPr/>
              <p:nvPr/>
            </p:nvSpPr>
            <p:spPr>
              <a:xfrm>
                <a:off x="4080" y="1704"/>
                <a:ext cx="64" cy="1"/>
              </a:xfrm>
              <a:prstGeom prst="line">
                <a:avLst/>
              </a:prstGeom>
              <a:ln w="12700" cap="flat" cmpd="sng">
                <a:solidFill>
                  <a:srgbClr val="000000"/>
                </a:solidFill>
                <a:prstDash val="solid"/>
                <a:headEnd type="none" w="med" len="med"/>
                <a:tailEnd type="none" w="med" len="med"/>
              </a:ln>
            </p:spPr>
          </p:sp>
          <p:sp>
            <p:nvSpPr>
              <p:cNvPr id="33943" name="Line 171"/>
              <p:cNvSpPr/>
              <p:nvPr/>
            </p:nvSpPr>
            <p:spPr>
              <a:xfrm>
                <a:off x="4224" y="1704"/>
                <a:ext cx="64" cy="1"/>
              </a:xfrm>
              <a:prstGeom prst="line">
                <a:avLst/>
              </a:prstGeom>
              <a:ln w="12700" cap="flat" cmpd="sng">
                <a:solidFill>
                  <a:srgbClr val="000000"/>
                </a:solidFill>
                <a:prstDash val="solid"/>
                <a:headEnd type="none" w="med" len="med"/>
                <a:tailEnd type="none" w="med" len="med"/>
              </a:ln>
            </p:spPr>
          </p:sp>
          <p:sp>
            <p:nvSpPr>
              <p:cNvPr id="33944" name="Line 172"/>
              <p:cNvSpPr/>
              <p:nvPr/>
            </p:nvSpPr>
            <p:spPr>
              <a:xfrm>
                <a:off x="4368" y="1704"/>
                <a:ext cx="64" cy="1"/>
              </a:xfrm>
              <a:prstGeom prst="line">
                <a:avLst/>
              </a:prstGeom>
              <a:ln w="12700" cap="flat" cmpd="sng">
                <a:solidFill>
                  <a:srgbClr val="000000"/>
                </a:solidFill>
                <a:prstDash val="solid"/>
                <a:headEnd type="none" w="med" len="med"/>
                <a:tailEnd type="none" w="med" len="med"/>
              </a:ln>
            </p:spPr>
          </p:sp>
          <p:sp>
            <p:nvSpPr>
              <p:cNvPr id="33945" name="Line 173"/>
              <p:cNvSpPr/>
              <p:nvPr/>
            </p:nvSpPr>
            <p:spPr>
              <a:xfrm>
                <a:off x="4512" y="1704"/>
                <a:ext cx="64" cy="1"/>
              </a:xfrm>
              <a:prstGeom prst="line">
                <a:avLst/>
              </a:prstGeom>
              <a:ln w="12700" cap="flat" cmpd="sng">
                <a:solidFill>
                  <a:srgbClr val="000000"/>
                </a:solidFill>
                <a:prstDash val="solid"/>
                <a:headEnd type="none" w="med" len="med"/>
                <a:tailEnd type="none" w="med" len="med"/>
              </a:ln>
            </p:spPr>
          </p:sp>
          <p:sp>
            <p:nvSpPr>
              <p:cNvPr id="33946" name="Line 174"/>
              <p:cNvSpPr/>
              <p:nvPr/>
            </p:nvSpPr>
            <p:spPr>
              <a:xfrm>
                <a:off x="4656" y="1704"/>
                <a:ext cx="64" cy="1"/>
              </a:xfrm>
              <a:prstGeom prst="line">
                <a:avLst/>
              </a:prstGeom>
              <a:ln w="12700" cap="flat" cmpd="sng">
                <a:solidFill>
                  <a:srgbClr val="000000"/>
                </a:solidFill>
                <a:prstDash val="solid"/>
                <a:headEnd type="none" w="med" len="med"/>
                <a:tailEnd type="none" w="med" len="med"/>
              </a:ln>
            </p:spPr>
          </p:sp>
        </p:grpSp>
        <p:grpSp>
          <p:nvGrpSpPr>
            <p:cNvPr id="33845" name="Group 175"/>
            <p:cNvGrpSpPr/>
            <p:nvPr/>
          </p:nvGrpSpPr>
          <p:grpSpPr>
            <a:xfrm>
              <a:off x="1448" y="1528"/>
              <a:ext cx="56" cy="2584"/>
              <a:chOff x="1448" y="816"/>
              <a:chExt cx="56" cy="2584"/>
            </a:xfrm>
          </p:grpSpPr>
          <p:sp>
            <p:nvSpPr>
              <p:cNvPr id="33896" name="Freeform 176"/>
              <p:cNvSpPr/>
              <p:nvPr>
                <p:custDataLst>
                  <p:tags r:id="rId17"/>
                </p:custDataLst>
              </p:nvPr>
            </p:nvSpPr>
            <p:spPr>
              <a:xfrm>
                <a:off x="1448" y="3288"/>
                <a:ext cx="56" cy="112"/>
              </a:xfrm>
              <a:custGeom>
                <a:avLst/>
                <a:gdLst>
                  <a:gd name="txL" fmla="*/ 0 w 56"/>
                  <a:gd name="txT" fmla="*/ 0 h 112"/>
                  <a:gd name="txR" fmla="*/ 56 w 56"/>
                  <a:gd name="txB" fmla="*/ 112 h 112"/>
                </a:gdLst>
                <a:ahLst/>
                <a:cxnLst>
                  <a:cxn ang="0">
                    <a:pos x="24" y="112"/>
                  </a:cxn>
                  <a:cxn ang="0">
                    <a:pos x="0" y="0"/>
                  </a:cxn>
                  <a:cxn ang="0">
                    <a:pos x="24" y="0"/>
                  </a:cxn>
                  <a:cxn ang="0">
                    <a:pos x="56" y="0"/>
                  </a:cxn>
                  <a:cxn ang="0">
                    <a:pos x="24" y="112"/>
                  </a:cxn>
                </a:cxnLst>
                <a:rect l="txL" t="txT" r="txR" b="txB"/>
                <a:pathLst>
                  <a:path w="56" h="112">
                    <a:moveTo>
                      <a:pt x="24" y="112"/>
                    </a:moveTo>
                    <a:lnTo>
                      <a:pt x="0" y="0"/>
                    </a:lnTo>
                    <a:lnTo>
                      <a:pt x="24" y="0"/>
                    </a:lnTo>
                    <a:lnTo>
                      <a:pt x="56" y="0"/>
                    </a:lnTo>
                    <a:lnTo>
                      <a:pt x="24" y="11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3897" name="Freeform 177"/>
              <p:cNvSpPr/>
              <p:nvPr>
                <p:custDataLst>
                  <p:tags r:id="rId18"/>
                </p:custDataLst>
              </p:nvPr>
            </p:nvSpPr>
            <p:spPr>
              <a:xfrm>
                <a:off x="1448" y="816"/>
                <a:ext cx="56" cy="112"/>
              </a:xfrm>
              <a:custGeom>
                <a:avLst/>
                <a:gdLst>
                  <a:gd name="txL" fmla="*/ 0 w 56"/>
                  <a:gd name="txT" fmla="*/ 0 h 112"/>
                  <a:gd name="txR" fmla="*/ 56 w 56"/>
                  <a:gd name="txB" fmla="*/ 112 h 112"/>
                </a:gdLst>
                <a:ahLst/>
                <a:cxnLst>
                  <a:cxn ang="0">
                    <a:pos x="24" y="0"/>
                  </a:cxn>
                  <a:cxn ang="0">
                    <a:pos x="56" y="112"/>
                  </a:cxn>
                  <a:cxn ang="0">
                    <a:pos x="24" y="112"/>
                  </a:cxn>
                  <a:cxn ang="0">
                    <a:pos x="0" y="112"/>
                  </a:cxn>
                  <a:cxn ang="0">
                    <a:pos x="24" y="0"/>
                  </a:cxn>
                </a:cxnLst>
                <a:rect l="txL" t="txT" r="txR" b="txB"/>
                <a:pathLst>
                  <a:path w="56" h="112">
                    <a:moveTo>
                      <a:pt x="24" y="0"/>
                    </a:moveTo>
                    <a:lnTo>
                      <a:pt x="56" y="112"/>
                    </a:lnTo>
                    <a:lnTo>
                      <a:pt x="24" y="112"/>
                    </a:lnTo>
                    <a:lnTo>
                      <a:pt x="0" y="112"/>
                    </a:lnTo>
                    <a:lnTo>
                      <a:pt x="24" y="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3898" name="Line 178"/>
              <p:cNvSpPr/>
              <p:nvPr/>
            </p:nvSpPr>
            <p:spPr>
              <a:xfrm flipV="1">
                <a:off x="1472" y="3216"/>
                <a:ext cx="1" cy="64"/>
              </a:xfrm>
              <a:prstGeom prst="line">
                <a:avLst/>
              </a:prstGeom>
              <a:ln w="12700" cap="flat" cmpd="sng">
                <a:solidFill>
                  <a:srgbClr val="000000"/>
                </a:solidFill>
                <a:prstDash val="solid"/>
                <a:headEnd type="none" w="med" len="med"/>
                <a:tailEnd type="none" w="med" len="med"/>
              </a:ln>
            </p:spPr>
          </p:sp>
          <p:sp>
            <p:nvSpPr>
              <p:cNvPr id="33899" name="Line 179"/>
              <p:cNvSpPr/>
              <p:nvPr/>
            </p:nvSpPr>
            <p:spPr>
              <a:xfrm flipV="1">
                <a:off x="1472" y="3072"/>
                <a:ext cx="1" cy="64"/>
              </a:xfrm>
              <a:prstGeom prst="line">
                <a:avLst/>
              </a:prstGeom>
              <a:ln w="12700" cap="flat" cmpd="sng">
                <a:solidFill>
                  <a:srgbClr val="000000"/>
                </a:solidFill>
                <a:prstDash val="solid"/>
                <a:headEnd type="none" w="med" len="med"/>
                <a:tailEnd type="none" w="med" len="med"/>
              </a:ln>
            </p:spPr>
          </p:sp>
          <p:sp>
            <p:nvSpPr>
              <p:cNvPr id="33900" name="Line 180"/>
              <p:cNvSpPr/>
              <p:nvPr/>
            </p:nvSpPr>
            <p:spPr>
              <a:xfrm flipV="1">
                <a:off x="1472" y="2928"/>
                <a:ext cx="1" cy="64"/>
              </a:xfrm>
              <a:prstGeom prst="line">
                <a:avLst/>
              </a:prstGeom>
              <a:ln w="12700" cap="flat" cmpd="sng">
                <a:solidFill>
                  <a:srgbClr val="000000"/>
                </a:solidFill>
                <a:prstDash val="solid"/>
                <a:headEnd type="none" w="med" len="med"/>
                <a:tailEnd type="none" w="med" len="med"/>
              </a:ln>
            </p:spPr>
          </p:sp>
          <p:sp>
            <p:nvSpPr>
              <p:cNvPr id="33901" name="Line 181"/>
              <p:cNvSpPr/>
              <p:nvPr/>
            </p:nvSpPr>
            <p:spPr>
              <a:xfrm flipV="1">
                <a:off x="1472" y="2784"/>
                <a:ext cx="1" cy="64"/>
              </a:xfrm>
              <a:prstGeom prst="line">
                <a:avLst/>
              </a:prstGeom>
              <a:ln w="12700" cap="flat" cmpd="sng">
                <a:solidFill>
                  <a:srgbClr val="000000"/>
                </a:solidFill>
                <a:prstDash val="solid"/>
                <a:headEnd type="none" w="med" len="med"/>
                <a:tailEnd type="none" w="med" len="med"/>
              </a:ln>
            </p:spPr>
          </p:sp>
          <p:sp>
            <p:nvSpPr>
              <p:cNvPr id="33902" name="Line 182"/>
              <p:cNvSpPr/>
              <p:nvPr/>
            </p:nvSpPr>
            <p:spPr>
              <a:xfrm flipV="1">
                <a:off x="1472" y="2640"/>
                <a:ext cx="1" cy="64"/>
              </a:xfrm>
              <a:prstGeom prst="line">
                <a:avLst/>
              </a:prstGeom>
              <a:ln w="12700" cap="flat" cmpd="sng">
                <a:solidFill>
                  <a:srgbClr val="000000"/>
                </a:solidFill>
                <a:prstDash val="solid"/>
                <a:headEnd type="none" w="med" len="med"/>
                <a:tailEnd type="none" w="med" len="med"/>
              </a:ln>
            </p:spPr>
          </p:sp>
          <p:sp>
            <p:nvSpPr>
              <p:cNvPr id="33903" name="Line 183"/>
              <p:cNvSpPr/>
              <p:nvPr/>
            </p:nvSpPr>
            <p:spPr>
              <a:xfrm flipV="1">
                <a:off x="1472" y="2496"/>
                <a:ext cx="1" cy="64"/>
              </a:xfrm>
              <a:prstGeom prst="line">
                <a:avLst/>
              </a:prstGeom>
              <a:ln w="12700" cap="flat" cmpd="sng">
                <a:solidFill>
                  <a:srgbClr val="000000"/>
                </a:solidFill>
                <a:prstDash val="solid"/>
                <a:headEnd type="none" w="med" len="med"/>
                <a:tailEnd type="none" w="med" len="med"/>
              </a:ln>
            </p:spPr>
          </p:sp>
          <p:sp>
            <p:nvSpPr>
              <p:cNvPr id="33904" name="Line 184"/>
              <p:cNvSpPr/>
              <p:nvPr/>
            </p:nvSpPr>
            <p:spPr>
              <a:xfrm flipV="1">
                <a:off x="1472" y="2352"/>
                <a:ext cx="1" cy="64"/>
              </a:xfrm>
              <a:prstGeom prst="line">
                <a:avLst/>
              </a:prstGeom>
              <a:ln w="12700" cap="flat" cmpd="sng">
                <a:solidFill>
                  <a:srgbClr val="000000"/>
                </a:solidFill>
                <a:prstDash val="solid"/>
                <a:headEnd type="none" w="med" len="med"/>
                <a:tailEnd type="none" w="med" len="med"/>
              </a:ln>
            </p:spPr>
          </p:sp>
          <p:sp>
            <p:nvSpPr>
              <p:cNvPr id="33905" name="Line 185"/>
              <p:cNvSpPr/>
              <p:nvPr/>
            </p:nvSpPr>
            <p:spPr>
              <a:xfrm flipV="1">
                <a:off x="1472" y="2208"/>
                <a:ext cx="1" cy="64"/>
              </a:xfrm>
              <a:prstGeom prst="line">
                <a:avLst/>
              </a:prstGeom>
              <a:ln w="12700" cap="flat" cmpd="sng">
                <a:solidFill>
                  <a:srgbClr val="000000"/>
                </a:solidFill>
                <a:prstDash val="solid"/>
                <a:headEnd type="none" w="med" len="med"/>
                <a:tailEnd type="none" w="med" len="med"/>
              </a:ln>
            </p:spPr>
          </p:sp>
          <p:sp>
            <p:nvSpPr>
              <p:cNvPr id="33906" name="Line 186"/>
              <p:cNvSpPr/>
              <p:nvPr/>
            </p:nvSpPr>
            <p:spPr>
              <a:xfrm flipV="1">
                <a:off x="1472" y="2064"/>
                <a:ext cx="1" cy="64"/>
              </a:xfrm>
              <a:prstGeom prst="line">
                <a:avLst/>
              </a:prstGeom>
              <a:ln w="12700" cap="flat" cmpd="sng">
                <a:solidFill>
                  <a:srgbClr val="000000"/>
                </a:solidFill>
                <a:prstDash val="solid"/>
                <a:headEnd type="none" w="med" len="med"/>
                <a:tailEnd type="none" w="med" len="med"/>
              </a:ln>
            </p:spPr>
          </p:sp>
          <p:sp>
            <p:nvSpPr>
              <p:cNvPr id="33907" name="Line 187"/>
              <p:cNvSpPr/>
              <p:nvPr/>
            </p:nvSpPr>
            <p:spPr>
              <a:xfrm flipV="1">
                <a:off x="1472" y="1920"/>
                <a:ext cx="1" cy="64"/>
              </a:xfrm>
              <a:prstGeom prst="line">
                <a:avLst/>
              </a:prstGeom>
              <a:ln w="12700" cap="flat" cmpd="sng">
                <a:solidFill>
                  <a:srgbClr val="000000"/>
                </a:solidFill>
                <a:prstDash val="solid"/>
                <a:headEnd type="none" w="med" len="med"/>
                <a:tailEnd type="none" w="med" len="med"/>
              </a:ln>
            </p:spPr>
          </p:sp>
          <p:sp>
            <p:nvSpPr>
              <p:cNvPr id="33908" name="Line 188"/>
              <p:cNvSpPr/>
              <p:nvPr/>
            </p:nvSpPr>
            <p:spPr>
              <a:xfrm flipV="1">
                <a:off x="1472" y="1776"/>
                <a:ext cx="1" cy="64"/>
              </a:xfrm>
              <a:prstGeom prst="line">
                <a:avLst/>
              </a:prstGeom>
              <a:ln w="12700" cap="flat" cmpd="sng">
                <a:solidFill>
                  <a:srgbClr val="000000"/>
                </a:solidFill>
                <a:prstDash val="solid"/>
                <a:headEnd type="none" w="med" len="med"/>
                <a:tailEnd type="none" w="med" len="med"/>
              </a:ln>
            </p:spPr>
          </p:sp>
          <p:sp>
            <p:nvSpPr>
              <p:cNvPr id="33909" name="Line 189"/>
              <p:cNvSpPr/>
              <p:nvPr/>
            </p:nvSpPr>
            <p:spPr>
              <a:xfrm flipV="1">
                <a:off x="1472" y="1632"/>
                <a:ext cx="1" cy="64"/>
              </a:xfrm>
              <a:prstGeom prst="line">
                <a:avLst/>
              </a:prstGeom>
              <a:ln w="12700" cap="flat" cmpd="sng">
                <a:solidFill>
                  <a:srgbClr val="000000"/>
                </a:solidFill>
                <a:prstDash val="solid"/>
                <a:headEnd type="none" w="med" len="med"/>
                <a:tailEnd type="none" w="med" len="med"/>
              </a:ln>
            </p:spPr>
          </p:sp>
          <p:sp>
            <p:nvSpPr>
              <p:cNvPr id="33910" name="Line 190"/>
              <p:cNvSpPr/>
              <p:nvPr/>
            </p:nvSpPr>
            <p:spPr>
              <a:xfrm flipV="1">
                <a:off x="1472" y="1488"/>
                <a:ext cx="1" cy="64"/>
              </a:xfrm>
              <a:prstGeom prst="line">
                <a:avLst/>
              </a:prstGeom>
              <a:ln w="12700" cap="flat" cmpd="sng">
                <a:solidFill>
                  <a:srgbClr val="000000"/>
                </a:solidFill>
                <a:prstDash val="solid"/>
                <a:headEnd type="none" w="med" len="med"/>
                <a:tailEnd type="none" w="med" len="med"/>
              </a:ln>
            </p:spPr>
          </p:sp>
          <p:sp>
            <p:nvSpPr>
              <p:cNvPr id="33911" name="Line 191"/>
              <p:cNvSpPr/>
              <p:nvPr/>
            </p:nvSpPr>
            <p:spPr>
              <a:xfrm flipV="1">
                <a:off x="1472" y="1344"/>
                <a:ext cx="1" cy="64"/>
              </a:xfrm>
              <a:prstGeom prst="line">
                <a:avLst/>
              </a:prstGeom>
              <a:ln w="12700" cap="flat" cmpd="sng">
                <a:solidFill>
                  <a:srgbClr val="000000"/>
                </a:solidFill>
                <a:prstDash val="solid"/>
                <a:headEnd type="none" w="med" len="med"/>
                <a:tailEnd type="none" w="med" len="med"/>
              </a:ln>
            </p:spPr>
          </p:sp>
          <p:sp>
            <p:nvSpPr>
              <p:cNvPr id="33912" name="Line 192"/>
              <p:cNvSpPr/>
              <p:nvPr/>
            </p:nvSpPr>
            <p:spPr>
              <a:xfrm flipV="1">
                <a:off x="1472" y="1200"/>
                <a:ext cx="1" cy="64"/>
              </a:xfrm>
              <a:prstGeom prst="line">
                <a:avLst/>
              </a:prstGeom>
              <a:ln w="12700" cap="flat" cmpd="sng">
                <a:solidFill>
                  <a:srgbClr val="000000"/>
                </a:solidFill>
                <a:prstDash val="solid"/>
                <a:headEnd type="none" w="med" len="med"/>
                <a:tailEnd type="none" w="med" len="med"/>
              </a:ln>
            </p:spPr>
          </p:sp>
          <p:sp>
            <p:nvSpPr>
              <p:cNvPr id="33913" name="Line 193"/>
              <p:cNvSpPr/>
              <p:nvPr/>
            </p:nvSpPr>
            <p:spPr>
              <a:xfrm flipV="1">
                <a:off x="1472" y="1056"/>
                <a:ext cx="1" cy="64"/>
              </a:xfrm>
              <a:prstGeom prst="line">
                <a:avLst/>
              </a:prstGeom>
              <a:ln w="12700" cap="flat" cmpd="sng">
                <a:solidFill>
                  <a:srgbClr val="000000"/>
                </a:solidFill>
                <a:prstDash val="solid"/>
                <a:headEnd type="none" w="med" len="med"/>
                <a:tailEnd type="none" w="med" len="med"/>
              </a:ln>
            </p:spPr>
          </p:sp>
          <p:sp>
            <p:nvSpPr>
              <p:cNvPr id="33914" name="Line 194"/>
              <p:cNvSpPr/>
              <p:nvPr/>
            </p:nvSpPr>
            <p:spPr>
              <a:xfrm flipV="1">
                <a:off x="1472" y="928"/>
                <a:ext cx="1" cy="48"/>
              </a:xfrm>
              <a:prstGeom prst="line">
                <a:avLst/>
              </a:prstGeom>
              <a:ln w="12700" cap="flat" cmpd="sng">
                <a:solidFill>
                  <a:srgbClr val="000000"/>
                </a:solidFill>
                <a:prstDash val="solid"/>
                <a:headEnd type="none" w="med" len="med"/>
                <a:tailEnd type="none" w="med" len="med"/>
              </a:ln>
            </p:spPr>
          </p:sp>
        </p:grpSp>
        <p:grpSp>
          <p:nvGrpSpPr>
            <p:cNvPr id="33846" name="Group 195"/>
            <p:cNvGrpSpPr/>
            <p:nvPr/>
          </p:nvGrpSpPr>
          <p:grpSpPr>
            <a:xfrm>
              <a:off x="3840" y="1584"/>
              <a:ext cx="56" cy="2592"/>
              <a:chOff x="3840" y="872"/>
              <a:chExt cx="56" cy="2592"/>
            </a:xfrm>
          </p:grpSpPr>
          <p:sp>
            <p:nvSpPr>
              <p:cNvPr id="33877" name="Freeform 196"/>
              <p:cNvSpPr/>
              <p:nvPr>
                <p:custDataLst>
                  <p:tags r:id="rId15"/>
                </p:custDataLst>
              </p:nvPr>
            </p:nvSpPr>
            <p:spPr>
              <a:xfrm>
                <a:off x="3840" y="3344"/>
                <a:ext cx="56" cy="120"/>
              </a:xfrm>
              <a:custGeom>
                <a:avLst/>
                <a:gdLst>
                  <a:gd name="txL" fmla="*/ 0 w 56"/>
                  <a:gd name="txT" fmla="*/ 0 h 120"/>
                  <a:gd name="txR" fmla="*/ 56 w 56"/>
                  <a:gd name="txB" fmla="*/ 120 h 120"/>
                </a:gdLst>
                <a:ahLst/>
                <a:cxnLst>
                  <a:cxn ang="0">
                    <a:pos x="24" y="120"/>
                  </a:cxn>
                  <a:cxn ang="0">
                    <a:pos x="0" y="0"/>
                  </a:cxn>
                  <a:cxn ang="0">
                    <a:pos x="24" y="0"/>
                  </a:cxn>
                  <a:cxn ang="0">
                    <a:pos x="56" y="0"/>
                  </a:cxn>
                  <a:cxn ang="0">
                    <a:pos x="24" y="120"/>
                  </a:cxn>
                </a:cxnLst>
                <a:rect l="txL" t="txT" r="txR" b="txB"/>
                <a:pathLst>
                  <a:path w="56" h="120">
                    <a:moveTo>
                      <a:pt x="24" y="120"/>
                    </a:moveTo>
                    <a:lnTo>
                      <a:pt x="0" y="0"/>
                    </a:lnTo>
                    <a:lnTo>
                      <a:pt x="24" y="0"/>
                    </a:lnTo>
                    <a:lnTo>
                      <a:pt x="56" y="0"/>
                    </a:lnTo>
                    <a:lnTo>
                      <a:pt x="24" y="12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3878" name="Freeform 197"/>
              <p:cNvSpPr/>
              <p:nvPr>
                <p:custDataLst>
                  <p:tags r:id="rId16"/>
                </p:custDataLst>
              </p:nvPr>
            </p:nvSpPr>
            <p:spPr>
              <a:xfrm>
                <a:off x="3840" y="872"/>
                <a:ext cx="56" cy="112"/>
              </a:xfrm>
              <a:custGeom>
                <a:avLst/>
                <a:gdLst>
                  <a:gd name="txL" fmla="*/ 0 w 56"/>
                  <a:gd name="txT" fmla="*/ 0 h 112"/>
                  <a:gd name="txR" fmla="*/ 56 w 56"/>
                  <a:gd name="txB" fmla="*/ 112 h 112"/>
                </a:gdLst>
                <a:ahLst/>
                <a:cxnLst>
                  <a:cxn ang="0">
                    <a:pos x="24" y="0"/>
                  </a:cxn>
                  <a:cxn ang="0">
                    <a:pos x="56" y="112"/>
                  </a:cxn>
                  <a:cxn ang="0">
                    <a:pos x="24" y="112"/>
                  </a:cxn>
                  <a:cxn ang="0">
                    <a:pos x="0" y="112"/>
                  </a:cxn>
                  <a:cxn ang="0">
                    <a:pos x="24" y="0"/>
                  </a:cxn>
                </a:cxnLst>
                <a:rect l="txL" t="txT" r="txR" b="txB"/>
                <a:pathLst>
                  <a:path w="56" h="112">
                    <a:moveTo>
                      <a:pt x="24" y="0"/>
                    </a:moveTo>
                    <a:lnTo>
                      <a:pt x="56" y="112"/>
                    </a:lnTo>
                    <a:lnTo>
                      <a:pt x="24" y="112"/>
                    </a:lnTo>
                    <a:lnTo>
                      <a:pt x="0" y="112"/>
                    </a:lnTo>
                    <a:lnTo>
                      <a:pt x="24" y="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3879" name="Line 198"/>
              <p:cNvSpPr/>
              <p:nvPr/>
            </p:nvSpPr>
            <p:spPr>
              <a:xfrm flipV="1">
                <a:off x="3864" y="3272"/>
                <a:ext cx="1" cy="64"/>
              </a:xfrm>
              <a:prstGeom prst="line">
                <a:avLst/>
              </a:prstGeom>
              <a:ln w="12700" cap="flat" cmpd="sng">
                <a:solidFill>
                  <a:srgbClr val="000000"/>
                </a:solidFill>
                <a:prstDash val="solid"/>
                <a:headEnd type="none" w="med" len="med"/>
                <a:tailEnd type="none" w="med" len="med"/>
              </a:ln>
            </p:spPr>
          </p:sp>
          <p:sp>
            <p:nvSpPr>
              <p:cNvPr id="33880" name="Line 199"/>
              <p:cNvSpPr/>
              <p:nvPr/>
            </p:nvSpPr>
            <p:spPr>
              <a:xfrm flipV="1">
                <a:off x="3864" y="3128"/>
                <a:ext cx="1" cy="64"/>
              </a:xfrm>
              <a:prstGeom prst="line">
                <a:avLst/>
              </a:prstGeom>
              <a:ln w="12700" cap="flat" cmpd="sng">
                <a:solidFill>
                  <a:srgbClr val="000000"/>
                </a:solidFill>
                <a:prstDash val="solid"/>
                <a:headEnd type="none" w="med" len="med"/>
                <a:tailEnd type="none" w="med" len="med"/>
              </a:ln>
            </p:spPr>
          </p:sp>
          <p:sp>
            <p:nvSpPr>
              <p:cNvPr id="33881" name="Line 200"/>
              <p:cNvSpPr/>
              <p:nvPr/>
            </p:nvSpPr>
            <p:spPr>
              <a:xfrm flipV="1">
                <a:off x="3864" y="2984"/>
                <a:ext cx="1" cy="64"/>
              </a:xfrm>
              <a:prstGeom prst="line">
                <a:avLst/>
              </a:prstGeom>
              <a:ln w="12700" cap="flat" cmpd="sng">
                <a:solidFill>
                  <a:srgbClr val="000000"/>
                </a:solidFill>
                <a:prstDash val="solid"/>
                <a:headEnd type="none" w="med" len="med"/>
                <a:tailEnd type="none" w="med" len="med"/>
              </a:ln>
            </p:spPr>
          </p:sp>
          <p:sp>
            <p:nvSpPr>
              <p:cNvPr id="33882" name="Line 201"/>
              <p:cNvSpPr/>
              <p:nvPr/>
            </p:nvSpPr>
            <p:spPr>
              <a:xfrm flipV="1">
                <a:off x="3864" y="2840"/>
                <a:ext cx="1" cy="64"/>
              </a:xfrm>
              <a:prstGeom prst="line">
                <a:avLst/>
              </a:prstGeom>
              <a:ln w="12700" cap="flat" cmpd="sng">
                <a:solidFill>
                  <a:srgbClr val="000000"/>
                </a:solidFill>
                <a:prstDash val="solid"/>
                <a:headEnd type="none" w="med" len="med"/>
                <a:tailEnd type="none" w="med" len="med"/>
              </a:ln>
            </p:spPr>
          </p:sp>
          <p:sp>
            <p:nvSpPr>
              <p:cNvPr id="33883" name="Line 202"/>
              <p:cNvSpPr/>
              <p:nvPr/>
            </p:nvSpPr>
            <p:spPr>
              <a:xfrm flipV="1">
                <a:off x="3864" y="2696"/>
                <a:ext cx="1" cy="64"/>
              </a:xfrm>
              <a:prstGeom prst="line">
                <a:avLst/>
              </a:prstGeom>
              <a:ln w="12700" cap="flat" cmpd="sng">
                <a:solidFill>
                  <a:srgbClr val="000000"/>
                </a:solidFill>
                <a:prstDash val="solid"/>
                <a:headEnd type="none" w="med" len="med"/>
                <a:tailEnd type="none" w="med" len="med"/>
              </a:ln>
            </p:spPr>
          </p:sp>
          <p:sp>
            <p:nvSpPr>
              <p:cNvPr id="33884" name="Line 203"/>
              <p:cNvSpPr/>
              <p:nvPr/>
            </p:nvSpPr>
            <p:spPr>
              <a:xfrm flipV="1">
                <a:off x="3864" y="2552"/>
                <a:ext cx="1" cy="64"/>
              </a:xfrm>
              <a:prstGeom prst="line">
                <a:avLst/>
              </a:prstGeom>
              <a:ln w="12700" cap="flat" cmpd="sng">
                <a:solidFill>
                  <a:srgbClr val="000000"/>
                </a:solidFill>
                <a:prstDash val="solid"/>
                <a:headEnd type="none" w="med" len="med"/>
                <a:tailEnd type="none" w="med" len="med"/>
              </a:ln>
            </p:spPr>
          </p:sp>
          <p:sp>
            <p:nvSpPr>
              <p:cNvPr id="33885" name="Line 204"/>
              <p:cNvSpPr/>
              <p:nvPr/>
            </p:nvSpPr>
            <p:spPr>
              <a:xfrm flipV="1">
                <a:off x="3864" y="2408"/>
                <a:ext cx="1" cy="64"/>
              </a:xfrm>
              <a:prstGeom prst="line">
                <a:avLst/>
              </a:prstGeom>
              <a:ln w="12700" cap="flat" cmpd="sng">
                <a:solidFill>
                  <a:srgbClr val="000000"/>
                </a:solidFill>
                <a:prstDash val="solid"/>
                <a:headEnd type="none" w="med" len="med"/>
                <a:tailEnd type="none" w="med" len="med"/>
              </a:ln>
            </p:spPr>
          </p:sp>
          <p:sp>
            <p:nvSpPr>
              <p:cNvPr id="33886" name="Line 205"/>
              <p:cNvSpPr/>
              <p:nvPr/>
            </p:nvSpPr>
            <p:spPr>
              <a:xfrm flipV="1">
                <a:off x="3864" y="2264"/>
                <a:ext cx="1" cy="64"/>
              </a:xfrm>
              <a:prstGeom prst="line">
                <a:avLst/>
              </a:prstGeom>
              <a:ln w="12700" cap="flat" cmpd="sng">
                <a:solidFill>
                  <a:srgbClr val="000000"/>
                </a:solidFill>
                <a:prstDash val="solid"/>
                <a:headEnd type="none" w="med" len="med"/>
                <a:tailEnd type="none" w="med" len="med"/>
              </a:ln>
            </p:spPr>
          </p:sp>
          <p:sp>
            <p:nvSpPr>
              <p:cNvPr id="33887" name="Line 206"/>
              <p:cNvSpPr/>
              <p:nvPr/>
            </p:nvSpPr>
            <p:spPr>
              <a:xfrm flipV="1">
                <a:off x="3864" y="2120"/>
                <a:ext cx="1" cy="64"/>
              </a:xfrm>
              <a:prstGeom prst="line">
                <a:avLst/>
              </a:prstGeom>
              <a:ln w="12700" cap="flat" cmpd="sng">
                <a:solidFill>
                  <a:srgbClr val="000000"/>
                </a:solidFill>
                <a:prstDash val="solid"/>
                <a:headEnd type="none" w="med" len="med"/>
                <a:tailEnd type="none" w="med" len="med"/>
              </a:ln>
            </p:spPr>
          </p:sp>
          <p:sp>
            <p:nvSpPr>
              <p:cNvPr id="33888" name="Line 207"/>
              <p:cNvSpPr/>
              <p:nvPr/>
            </p:nvSpPr>
            <p:spPr>
              <a:xfrm flipV="1">
                <a:off x="3864" y="1976"/>
                <a:ext cx="1" cy="64"/>
              </a:xfrm>
              <a:prstGeom prst="line">
                <a:avLst/>
              </a:prstGeom>
              <a:ln w="12700" cap="flat" cmpd="sng">
                <a:solidFill>
                  <a:srgbClr val="000000"/>
                </a:solidFill>
                <a:prstDash val="solid"/>
                <a:headEnd type="none" w="med" len="med"/>
                <a:tailEnd type="none" w="med" len="med"/>
              </a:ln>
            </p:spPr>
          </p:sp>
          <p:sp>
            <p:nvSpPr>
              <p:cNvPr id="33889" name="Line 208"/>
              <p:cNvSpPr/>
              <p:nvPr/>
            </p:nvSpPr>
            <p:spPr>
              <a:xfrm flipV="1">
                <a:off x="3864" y="1832"/>
                <a:ext cx="1" cy="64"/>
              </a:xfrm>
              <a:prstGeom prst="line">
                <a:avLst/>
              </a:prstGeom>
              <a:ln w="12700" cap="flat" cmpd="sng">
                <a:solidFill>
                  <a:srgbClr val="000000"/>
                </a:solidFill>
                <a:prstDash val="solid"/>
                <a:headEnd type="none" w="med" len="med"/>
                <a:tailEnd type="none" w="med" len="med"/>
              </a:ln>
            </p:spPr>
          </p:sp>
          <p:sp>
            <p:nvSpPr>
              <p:cNvPr id="33890" name="Line 209"/>
              <p:cNvSpPr/>
              <p:nvPr/>
            </p:nvSpPr>
            <p:spPr>
              <a:xfrm flipV="1">
                <a:off x="3864" y="1688"/>
                <a:ext cx="1" cy="64"/>
              </a:xfrm>
              <a:prstGeom prst="line">
                <a:avLst/>
              </a:prstGeom>
              <a:ln w="12700" cap="flat" cmpd="sng">
                <a:solidFill>
                  <a:srgbClr val="000000"/>
                </a:solidFill>
                <a:prstDash val="solid"/>
                <a:headEnd type="none" w="med" len="med"/>
                <a:tailEnd type="none" w="med" len="med"/>
              </a:ln>
            </p:spPr>
          </p:sp>
          <p:sp>
            <p:nvSpPr>
              <p:cNvPr id="33891" name="Line 210"/>
              <p:cNvSpPr/>
              <p:nvPr/>
            </p:nvSpPr>
            <p:spPr>
              <a:xfrm flipV="1">
                <a:off x="3864" y="1544"/>
                <a:ext cx="1" cy="64"/>
              </a:xfrm>
              <a:prstGeom prst="line">
                <a:avLst/>
              </a:prstGeom>
              <a:ln w="12700" cap="flat" cmpd="sng">
                <a:solidFill>
                  <a:srgbClr val="000000"/>
                </a:solidFill>
                <a:prstDash val="solid"/>
                <a:headEnd type="none" w="med" len="med"/>
                <a:tailEnd type="none" w="med" len="med"/>
              </a:ln>
            </p:spPr>
          </p:sp>
          <p:sp>
            <p:nvSpPr>
              <p:cNvPr id="33892" name="Line 211"/>
              <p:cNvSpPr/>
              <p:nvPr/>
            </p:nvSpPr>
            <p:spPr>
              <a:xfrm flipV="1">
                <a:off x="3864" y="1400"/>
                <a:ext cx="1" cy="64"/>
              </a:xfrm>
              <a:prstGeom prst="line">
                <a:avLst/>
              </a:prstGeom>
              <a:ln w="12700" cap="flat" cmpd="sng">
                <a:solidFill>
                  <a:srgbClr val="000000"/>
                </a:solidFill>
                <a:prstDash val="solid"/>
                <a:headEnd type="none" w="med" len="med"/>
                <a:tailEnd type="none" w="med" len="med"/>
              </a:ln>
            </p:spPr>
          </p:sp>
          <p:sp>
            <p:nvSpPr>
              <p:cNvPr id="33893" name="Line 212"/>
              <p:cNvSpPr/>
              <p:nvPr/>
            </p:nvSpPr>
            <p:spPr>
              <a:xfrm flipV="1">
                <a:off x="3864" y="1256"/>
                <a:ext cx="1" cy="64"/>
              </a:xfrm>
              <a:prstGeom prst="line">
                <a:avLst/>
              </a:prstGeom>
              <a:ln w="12700" cap="flat" cmpd="sng">
                <a:solidFill>
                  <a:srgbClr val="000000"/>
                </a:solidFill>
                <a:prstDash val="solid"/>
                <a:headEnd type="none" w="med" len="med"/>
                <a:tailEnd type="none" w="med" len="med"/>
              </a:ln>
            </p:spPr>
          </p:sp>
          <p:sp>
            <p:nvSpPr>
              <p:cNvPr id="33894" name="Line 213"/>
              <p:cNvSpPr/>
              <p:nvPr/>
            </p:nvSpPr>
            <p:spPr>
              <a:xfrm flipV="1">
                <a:off x="3864" y="1112"/>
                <a:ext cx="1" cy="64"/>
              </a:xfrm>
              <a:prstGeom prst="line">
                <a:avLst/>
              </a:prstGeom>
              <a:ln w="12700" cap="flat" cmpd="sng">
                <a:solidFill>
                  <a:srgbClr val="000000"/>
                </a:solidFill>
                <a:prstDash val="solid"/>
                <a:headEnd type="none" w="med" len="med"/>
                <a:tailEnd type="none" w="med" len="med"/>
              </a:ln>
            </p:spPr>
          </p:sp>
          <p:sp>
            <p:nvSpPr>
              <p:cNvPr id="33895" name="Line 214"/>
              <p:cNvSpPr/>
              <p:nvPr/>
            </p:nvSpPr>
            <p:spPr>
              <a:xfrm flipV="1">
                <a:off x="3864" y="984"/>
                <a:ext cx="1" cy="48"/>
              </a:xfrm>
              <a:prstGeom prst="line">
                <a:avLst/>
              </a:prstGeom>
              <a:ln w="12700" cap="flat" cmpd="sng">
                <a:solidFill>
                  <a:srgbClr val="000000"/>
                </a:solidFill>
                <a:prstDash val="solid"/>
                <a:headEnd type="none" w="med" len="med"/>
                <a:tailEnd type="none" w="med" len="med"/>
              </a:ln>
            </p:spPr>
          </p:sp>
        </p:grpSp>
        <p:grpSp>
          <p:nvGrpSpPr>
            <p:cNvPr id="33847" name="Group 215"/>
            <p:cNvGrpSpPr/>
            <p:nvPr/>
          </p:nvGrpSpPr>
          <p:grpSpPr>
            <a:xfrm>
              <a:off x="2824" y="1504"/>
              <a:ext cx="56" cy="2584"/>
              <a:chOff x="2824" y="792"/>
              <a:chExt cx="56" cy="2584"/>
            </a:xfrm>
          </p:grpSpPr>
          <p:sp>
            <p:nvSpPr>
              <p:cNvPr id="33858" name="Freeform 216"/>
              <p:cNvSpPr/>
              <p:nvPr>
                <p:custDataLst>
                  <p:tags r:id="rId13"/>
                </p:custDataLst>
              </p:nvPr>
            </p:nvSpPr>
            <p:spPr>
              <a:xfrm>
                <a:off x="2824" y="3264"/>
                <a:ext cx="56" cy="112"/>
              </a:xfrm>
              <a:custGeom>
                <a:avLst/>
                <a:gdLst>
                  <a:gd name="txL" fmla="*/ 0 w 56"/>
                  <a:gd name="txT" fmla="*/ 0 h 112"/>
                  <a:gd name="txR" fmla="*/ 56 w 56"/>
                  <a:gd name="txB" fmla="*/ 112 h 112"/>
                </a:gdLst>
                <a:ahLst/>
                <a:cxnLst>
                  <a:cxn ang="0">
                    <a:pos x="24" y="112"/>
                  </a:cxn>
                  <a:cxn ang="0">
                    <a:pos x="0" y="0"/>
                  </a:cxn>
                  <a:cxn ang="0">
                    <a:pos x="24" y="0"/>
                  </a:cxn>
                  <a:cxn ang="0">
                    <a:pos x="56" y="0"/>
                  </a:cxn>
                  <a:cxn ang="0">
                    <a:pos x="24" y="112"/>
                  </a:cxn>
                </a:cxnLst>
                <a:rect l="txL" t="txT" r="txR" b="txB"/>
                <a:pathLst>
                  <a:path w="56" h="112">
                    <a:moveTo>
                      <a:pt x="24" y="112"/>
                    </a:moveTo>
                    <a:lnTo>
                      <a:pt x="0" y="0"/>
                    </a:lnTo>
                    <a:lnTo>
                      <a:pt x="24" y="0"/>
                    </a:lnTo>
                    <a:lnTo>
                      <a:pt x="56" y="0"/>
                    </a:lnTo>
                    <a:lnTo>
                      <a:pt x="24" y="11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3859" name="Freeform 217"/>
              <p:cNvSpPr/>
              <p:nvPr>
                <p:custDataLst>
                  <p:tags r:id="rId14"/>
                </p:custDataLst>
              </p:nvPr>
            </p:nvSpPr>
            <p:spPr>
              <a:xfrm>
                <a:off x="2824" y="792"/>
                <a:ext cx="56" cy="112"/>
              </a:xfrm>
              <a:custGeom>
                <a:avLst/>
                <a:gdLst>
                  <a:gd name="txL" fmla="*/ 0 w 56"/>
                  <a:gd name="txT" fmla="*/ 0 h 112"/>
                  <a:gd name="txR" fmla="*/ 56 w 56"/>
                  <a:gd name="txB" fmla="*/ 112 h 112"/>
                </a:gdLst>
                <a:ahLst/>
                <a:cxnLst>
                  <a:cxn ang="0">
                    <a:pos x="24" y="0"/>
                  </a:cxn>
                  <a:cxn ang="0">
                    <a:pos x="56" y="112"/>
                  </a:cxn>
                  <a:cxn ang="0">
                    <a:pos x="24" y="112"/>
                  </a:cxn>
                  <a:cxn ang="0">
                    <a:pos x="0" y="112"/>
                  </a:cxn>
                  <a:cxn ang="0">
                    <a:pos x="24" y="0"/>
                  </a:cxn>
                </a:cxnLst>
                <a:rect l="txL" t="txT" r="txR" b="txB"/>
                <a:pathLst>
                  <a:path w="56" h="112">
                    <a:moveTo>
                      <a:pt x="24" y="0"/>
                    </a:moveTo>
                    <a:lnTo>
                      <a:pt x="56" y="112"/>
                    </a:lnTo>
                    <a:lnTo>
                      <a:pt x="24" y="112"/>
                    </a:lnTo>
                    <a:lnTo>
                      <a:pt x="0" y="112"/>
                    </a:lnTo>
                    <a:lnTo>
                      <a:pt x="24" y="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3860" name="Line 218"/>
              <p:cNvSpPr/>
              <p:nvPr/>
            </p:nvSpPr>
            <p:spPr>
              <a:xfrm flipV="1">
                <a:off x="2848" y="3192"/>
                <a:ext cx="1" cy="64"/>
              </a:xfrm>
              <a:prstGeom prst="line">
                <a:avLst/>
              </a:prstGeom>
              <a:ln w="12700" cap="flat" cmpd="sng">
                <a:solidFill>
                  <a:srgbClr val="000000"/>
                </a:solidFill>
                <a:prstDash val="solid"/>
                <a:headEnd type="none" w="med" len="med"/>
                <a:tailEnd type="none" w="med" len="med"/>
              </a:ln>
            </p:spPr>
          </p:sp>
          <p:sp>
            <p:nvSpPr>
              <p:cNvPr id="33861" name="Line 219"/>
              <p:cNvSpPr/>
              <p:nvPr/>
            </p:nvSpPr>
            <p:spPr>
              <a:xfrm flipV="1">
                <a:off x="2848" y="3048"/>
                <a:ext cx="1" cy="64"/>
              </a:xfrm>
              <a:prstGeom prst="line">
                <a:avLst/>
              </a:prstGeom>
              <a:ln w="12700" cap="flat" cmpd="sng">
                <a:solidFill>
                  <a:srgbClr val="000000"/>
                </a:solidFill>
                <a:prstDash val="solid"/>
                <a:headEnd type="none" w="med" len="med"/>
                <a:tailEnd type="none" w="med" len="med"/>
              </a:ln>
            </p:spPr>
          </p:sp>
          <p:sp>
            <p:nvSpPr>
              <p:cNvPr id="33862" name="Line 220"/>
              <p:cNvSpPr/>
              <p:nvPr/>
            </p:nvSpPr>
            <p:spPr>
              <a:xfrm flipV="1">
                <a:off x="2848" y="2904"/>
                <a:ext cx="1" cy="64"/>
              </a:xfrm>
              <a:prstGeom prst="line">
                <a:avLst/>
              </a:prstGeom>
              <a:ln w="12700" cap="flat" cmpd="sng">
                <a:solidFill>
                  <a:srgbClr val="000000"/>
                </a:solidFill>
                <a:prstDash val="solid"/>
                <a:headEnd type="none" w="med" len="med"/>
                <a:tailEnd type="none" w="med" len="med"/>
              </a:ln>
            </p:spPr>
          </p:sp>
          <p:sp>
            <p:nvSpPr>
              <p:cNvPr id="33863" name="Line 221"/>
              <p:cNvSpPr/>
              <p:nvPr/>
            </p:nvSpPr>
            <p:spPr>
              <a:xfrm flipV="1">
                <a:off x="2848" y="2760"/>
                <a:ext cx="1" cy="64"/>
              </a:xfrm>
              <a:prstGeom prst="line">
                <a:avLst/>
              </a:prstGeom>
              <a:ln w="12700" cap="flat" cmpd="sng">
                <a:solidFill>
                  <a:srgbClr val="000000"/>
                </a:solidFill>
                <a:prstDash val="solid"/>
                <a:headEnd type="none" w="med" len="med"/>
                <a:tailEnd type="none" w="med" len="med"/>
              </a:ln>
            </p:spPr>
          </p:sp>
          <p:sp>
            <p:nvSpPr>
              <p:cNvPr id="33864" name="Line 222"/>
              <p:cNvSpPr/>
              <p:nvPr/>
            </p:nvSpPr>
            <p:spPr>
              <a:xfrm flipV="1">
                <a:off x="2848" y="2616"/>
                <a:ext cx="1" cy="64"/>
              </a:xfrm>
              <a:prstGeom prst="line">
                <a:avLst/>
              </a:prstGeom>
              <a:ln w="12700" cap="flat" cmpd="sng">
                <a:solidFill>
                  <a:srgbClr val="000000"/>
                </a:solidFill>
                <a:prstDash val="solid"/>
                <a:headEnd type="none" w="med" len="med"/>
                <a:tailEnd type="none" w="med" len="med"/>
              </a:ln>
            </p:spPr>
          </p:sp>
          <p:sp>
            <p:nvSpPr>
              <p:cNvPr id="33865" name="Line 223"/>
              <p:cNvSpPr/>
              <p:nvPr/>
            </p:nvSpPr>
            <p:spPr>
              <a:xfrm flipV="1">
                <a:off x="2848" y="2472"/>
                <a:ext cx="1" cy="64"/>
              </a:xfrm>
              <a:prstGeom prst="line">
                <a:avLst/>
              </a:prstGeom>
              <a:ln w="12700" cap="flat" cmpd="sng">
                <a:solidFill>
                  <a:srgbClr val="000000"/>
                </a:solidFill>
                <a:prstDash val="solid"/>
                <a:headEnd type="none" w="med" len="med"/>
                <a:tailEnd type="none" w="med" len="med"/>
              </a:ln>
            </p:spPr>
          </p:sp>
          <p:sp>
            <p:nvSpPr>
              <p:cNvPr id="33866" name="Line 224"/>
              <p:cNvSpPr/>
              <p:nvPr/>
            </p:nvSpPr>
            <p:spPr>
              <a:xfrm flipV="1">
                <a:off x="2848" y="2328"/>
                <a:ext cx="1" cy="64"/>
              </a:xfrm>
              <a:prstGeom prst="line">
                <a:avLst/>
              </a:prstGeom>
              <a:ln w="12700" cap="flat" cmpd="sng">
                <a:solidFill>
                  <a:srgbClr val="000000"/>
                </a:solidFill>
                <a:prstDash val="solid"/>
                <a:headEnd type="none" w="med" len="med"/>
                <a:tailEnd type="none" w="med" len="med"/>
              </a:ln>
            </p:spPr>
          </p:sp>
          <p:sp>
            <p:nvSpPr>
              <p:cNvPr id="33867" name="Line 225"/>
              <p:cNvSpPr/>
              <p:nvPr/>
            </p:nvSpPr>
            <p:spPr>
              <a:xfrm flipV="1">
                <a:off x="2848" y="2184"/>
                <a:ext cx="1" cy="64"/>
              </a:xfrm>
              <a:prstGeom prst="line">
                <a:avLst/>
              </a:prstGeom>
              <a:ln w="12700" cap="flat" cmpd="sng">
                <a:solidFill>
                  <a:srgbClr val="000000"/>
                </a:solidFill>
                <a:prstDash val="solid"/>
                <a:headEnd type="none" w="med" len="med"/>
                <a:tailEnd type="none" w="med" len="med"/>
              </a:ln>
            </p:spPr>
          </p:sp>
          <p:sp>
            <p:nvSpPr>
              <p:cNvPr id="33868" name="Line 226"/>
              <p:cNvSpPr/>
              <p:nvPr/>
            </p:nvSpPr>
            <p:spPr>
              <a:xfrm flipV="1">
                <a:off x="2848" y="2040"/>
                <a:ext cx="1" cy="64"/>
              </a:xfrm>
              <a:prstGeom prst="line">
                <a:avLst/>
              </a:prstGeom>
              <a:ln w="12700" cap="flat" cmpd="sng">
                <a:solidFill>
                  <a:srgbClr val="000000"/>
                </a:solidFill>
                <a:prstDash val="solid"/>
                <a:headEnd type="none" w="med" len="med"/>
                <a:tailEnd type="none" w="med" len="med"/>
              </a:ln>
            </p:spPr>
          </p:sp>
          <p:sp>
            <p:nvSpPr>
              <p:cNvPr id="33869" name="Line 227"/>
              <p:cNvSpPr/>
              <p:nvPr/>
            </p:nvSpPr>
            <p:spPr>
              <a:xfrm flipV="1">
                <a:off x="2848" y="1896"/>
                <a:ext cx="1" cy="64"/>
              </a:xfrm>
              <a:prstGeom prst="line">
                <a:avLst/>
              </a:prstGeom>
              <a:ln w="12700" cap="flat" cmpd="sng">
                <a:solidFill>
                  <a:srgbClr val="000000"/>
                </a:solidFill>
                <a:prstDash val="solid"/>
                <a:headEnd type="none" w="med" len="med"/>
                <a:tailEnd type="none" w="med" len="med"/>
              </a:ln>
            </p:spPr>
          </p:sp>
          <p:sp>
            <p:nvSpPr>
              <p:cNvPr id="33870" name="Line 228"/>
              <p:cNvSpPr/>
              <p:nvPr/>
            </p:nvSpPr>
            <p:spPr>
              <a:xfrm flipV="1">
                <a:off x="2848" y="1752"/>
                <a:ext cx="1" cy="64"/>
              </a:xfrm>
              <a:prstGeom prst="line">
                <a:avLst/>
              </a:prstGeom>
              <a:ln w="12700" cap="flat" cmpd="sng">
                <a:solidFill>
                  <a:srgbClr val="000000"/>
                </a:solidFill>
                <a:prstDash val="solid"/>
                <a:headEnd type="none" w="med" len="med"/>
                <a:tailEnd type="none" w="med" len="med"/>
              </a:ln>
            </p:spPr>
          </p:sp>
          <p:sp>
            <p:nvSpPr>
              <p:cNvPr id="33871" name="Line 229"/>
              <p:cNvSpPr/>
              <p:nvPr/>
            </p:nvSpPr>
            <p:spPr>
              <a:xfrm flipV="1">
                <a:off x="2848" y="1608"/>
                <a:ext cx="1" cy="64"/>
              </a:xfrm>
              <a:prstGeom prst="line">
                <a:avLst/>
              </a:prstGeom>
              <a:ln w="12700" cap="flat" cmpd="sng">
                <a:solidFill>
                  <a:srgbClr val="000000"/>
                </a:solidFill>
                <a:prstDash val="solid"/>
                <a:headEnd type="none" w="med" len="med"/>
                <a:tailEnd type="none" w="med" len="med"/>
              </a:ln>
            </p:spPr>
          </p:sp>
          <p:sp>
            <p:nvSpPr>
              <p:cNvPr id="33872" name="Line 230"/>
              <p:cNvSpPr/>
              <p:nvPr/>
            </p:nvSpPr>
            <p:spPr>
              <a:xfrm flipV="1">
                <a:off x="2848" y="1464"/>
                <a:ext cx="1" cy="64"/>
              </a:xfrm>
              <a:prstGeom prst="line">
                <a:avLst/>
              </a:prstGeom>
              <a:ln w="12700" cap="flat" cmpd="sng">
                <a:solidFill>
                  <a:srgbClr val="000000"/>
                </a:solidFill>
                <a:prstDash val="solid"/>
                <a:headEnd type="none" w="med" len="med"/>
                <a:tailEnd type="none" w="med" len="med"/>
              </a:ln>
            </p:spPr>
          </p:sp>
          <p:sp>
            <p:nvSpPr>
              <p:cNvPr id="33873" name="Line 231"/>
              <p:cNvSpPr/>
              <p:nvPr/>
            </p:nvSpPr>
            <p:spPr>
              <a:xfrm flipV="1">
                <a:off x="2848" y="1320"/>
                <a:ext cx="1" cy="64"/>
              </a:xfrm>
              <a:prstGeom prst="line">
                <a:avLst/>
              </a:prstGeom>
              <a:ln w="12700" cap="flat" cmpd="sng">
                <a:solidFill>
                  <a:srgbClr val="000000"/>
                </a:solidFill>
                <a:prstDash val="solid"/>
                <a:headEnd type="none" w="med" len="med"/>
                <a:tailEnd type="none" w="med" len="med"/>
              </a:ln>
            </p:spPr>
          </p:sp>
          <p:sp>
            <p:nvSpPr>
              <p:cNvPr id="33874" name="Line 232"/>
              <p:cNvSpPr/>
              <p:nvPr/>
            </p:nvSpPr>
            <p:spPr>
              <a:xfrm flipV="1">
                <a:off x="2848" y="1176"/>
                <a:ext cx="1" cy="64"/>
              </a:xfrm>
              <a:prstGeom prst="line">
                <a:avLst/>
              </a:prstGeom>
              <a:ln w="12700" cap="flat" cmpd="sng">
                <a:solidFill>
                  <a:srgbClr val="000000"/>
                </a:solidFill>
                <a:prstDash val="solid"/>
                <a:headEnd type="none" w="med" len="med"/>
                <a:tailEnd type="none" w="med" len="med"/>
              </a:ln>
            </p:spPr>
          </p:sp>
          <p:sp>
            <p:nvSpPr>
              <p:cNvPr id="33875" name="Line 233"/>
              <p:cNvSpPr/>
              <p:nvPr/>
            </p:nvSpPr>
            <p:spPr>
              <a:xfrm flipV="1">
                <a:off x="2848" y="1032"/>
                <a:ext cx="1" cy="64"/>
              </a:xfrm>
              <a:prstGeom prst="line">
                <a:avLst/>
              </a:prstGeom>
              <a:ln w="12700" cap="flat" cmpd="sng">
                <a:solidFill>
                  <a:srgbClr val="000000"/>
                </a:solidFill>
                <a:prstDash val="solid"/>
                <a:headEnd type="none" w="med" len="med"/>
                <a:tailEnd type="none" w="med" len="med"/>
              </a:ln>
            </p:spPr>
          </p:sp>
          <p:sp>
            <p:nvSpPr>
              <p:cNvPr id="33876" name="Line 234"/>
              <p:cNvSpPr/>
              <p:nvPr/>
            </p:nvSpPr>
            <p:spPr>
              <a:xfrm flipV="1">
                <a:off x="2848" y="904"/>
                <a:ext cx="1" cy="48"/>
              </a:xfrm>
              <a:prstGeom prst="line">
                <a:avLst/>
              </a:prstGeom>
              <a:ln w="12700" cap="flat" cmpd="sng">
                <a:solidFill>
                  <a:srgbClr val="000000"/>
                </a:solidFill>
                <a:prstDash val="solid"/>
                <a:headEnd type="none" w="med" len="med"/>
                <a:tailEnd type="none" w="med" len="med"/>
              </a:ln>
            </p:spPr>
          </p:sp>
        </p:grpSp>
        <p:sp>
          <p:nvSpPr>
            <p:cNvPr id="33848" name="Rectangle 235"/>
            <p:cNvSpPr/>
            <p:nvPr/>
          </p:nvSpPr>
          <p:spPr>
            <a:xfrm>
              <a:off x="522" y="3352"/>
              <a:ext cx="123" cy="203"/>
            </a:xfrm>
            <a:prstGeom prst="rect">
              <a:avLst/>
            </a:prstGeom>
            <a:noFill/>
            <a:ln w="9525">
              <a:noFill/>
            </a:ln>
          </p:spPr>
          <p:txBody>
            <a:bodyPr wrap="squar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e</a:t>
              </a:r>
            </a:p>
          </p:txBody>
        </p:sp>
        <p:sp>
          <p:nvSpPr>
            <p:cNvPr id="33849" name="Rectangle 236"/>
            <p:cNvSpPr/>
            <p:nvPr/>
          </p:nvSpPr>
          <p:spPr>
            <a:xfrm>
              <a:off x="542" y="2472"/>
              <a:ext cx="74" cy="203"/>
            </a:xfrm>
            <a:prstGeom prst="rect">
              <a:avLst/>
            </a:prstGeom>
            <a:noFill/>
            <a:ln w="9525">
              <a:noFill/>
            </a:ln>
          </p:spPr>
          <p:txBody>
            <a:bodyPr wrap="squar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f</a:t>
              </a:r>
            </a:p>
          </p:txBody>
        </p:sp>
        <p:sp>
          <p:nvSpPr>
            <p:cNvPr id="33850" name="Rectangle 237"/>
            <p:cNvSpPr/>
            <p:nvPr/>
          </p:nvSpPr>
          <p:spPr>
            <a:xfrm>
              <a:off x="533" y="2032"/>
              <a:ext cx="135" cy="203"/>
            </a:xfrm>
            <a:prstGeom prst="rect">
              <a:avLst/>
            </a:prstGeom>
            <a:noFill/>
            <a:ln w="9525">
              <a:noFill/>
            </a:ln>
          </p:spPr>
          <p:txBody>
            <a:bodyPr wrap="squar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g</a:t>
              </a:r>
            </a:p>
          </p:txBody>
        </p:sp>
        <p:sp>
          <p:nvSpPr>
            <p:cNvPr id="33851" name="Oval 238"/>
            <p:cNvSpPr/>
            <p:nvPr>
              <p:custDataLst>
                <p:tags r:id="rId6"/>
              </p:custDataLst>
            </p:nvPr>
          </p:nvSpPr>
          <p:spPr>
            <a:xfrm>
              <a:off x="1996" y="2172"/>
              <a:ext cx="64" cy="64"/>
            </a:xfrm>
            <a:prstGeom prst="ellipse">
              <a:avLst/>
            </a:prstGeom>
            <a:blipFill rotWithShape="0">
              <a:blip r:embed="rId31"/>
            </a:blip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33852" name="Oval 239"/>
            <p:cNvSpPr/>
            <p:nvPr>
              <p:custDataLst>
                <p:tags r:id="rId7"/>
              </p:custDataLst>
            </p:nvPr>
          </p:nvSpPr>
          <p:spPr>
            <a:xfrm>
              <a:off x="1196" y="2780"/>
              <a:ext cx="64" cy="64"/>
            </a:xfrm>
            <a:prstGeom prst="ellipse">
              <a:avLst/>
            </a:prstGeom>
            <a:blipFill rotWithShape="0">
              <a:blip r:embed="rId31"/>
            </a:blip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33853" name="Oval 240"/>
            <p:cNvSpPr/>
            <p:nvPr>
              <p:custDataLst>
                <p:tags r:id="rId8"/>
              </p:custDataLst>
            </p:nvPr>
          </p:nvSpPr>
          <p:spPr>
            <a:xfrm>
              <a:off x="3500" y="2908"/>
              <a:ext cx="64" cy="64"/>
            </a:xfrm>
            <a:prstGeom prst="ellipse">
              <a:avLst/>
            </a:prstGeom>
            <a:blipFill rotWithShape="0">
              <a:blip r:embed="rId31"/>
            </a:blip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33854" name="Oval 241"/>
            <p:cNvSpPr/>
            <p:nvPr>
              <p:custDataLst>
                <p:tags r:id="rId9"/>
              </p:custDataLst>
            </p:nvPr>
          </p:nvSpPr>
          <p:spPr>
            <a:xfrm>
              <a:off x="816" y="2592"/>
              <a:ext cx="64" cy="64"/>
            </a:xfrm>
            <a:prstGeom prst="ellipse">
              <a:avLst/>
            </a:prstGeom>
            <a:solidFill>
              <a:srgbClr val="FF00FF"/>
            </a:solid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33855" name="Oval 242"/>
            <p:cNvSpPr/>
            <p:nvPr>
              <p:custDataLst>
                <p:tags r:id="rId10"/>
              </p:custDataLst>
            </p:nvPr>
          </p:nvSpPr>
          <p:spPr>
            <a:xfrm>
              <a:off x="3360" y="1776"/>
              <a:ext cx="64" cy="64"/>
            </a:xfrm>
            <a:prstGeom prst="ellipse">
              <a:avLst/>
            </a:prstGeom>
            <a:solidFill>
              <a:srgbClr val="FF00FF"/>
            </a:solid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33856" name="Oval 243"/>
            <p:cNvSpPr/>
            <p:nvPr>
              <p:custDataLst>
                <p:tags r:id="rId11"/>
              </p:custDataLst>
            </p:nvPr>
          </p:nvSpPr>
          <p:spPr>
            <a:xfrm>
              <a:off x="3312" y="3456"/>
              <a:ext cx="64" cy="64"/>
            </a:xfrm>
            <a:prstGeom prst="ellipse">
              <a:avLst/>
            </a:prstGeom>
            <a:solidFill>
              <a:srgbClr val="FF00FF"/>
            </a:solid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33857" name="Oval 244"/>
            <p:cNvSpPr/>
            <p:nvPr>
              <p:custDataLst>
                <p:tags r:id="rId12"/>
              </p:custDataLst>
            </p:nvPr>
          </p:nvSpPr>
          <p:spPr>
            <a:xfrm>
              <a:off x="4032" y="2160"/>
              <a:ext cx="64" cy="64"/>
            </a:xfrm>
            <a:prstGeom prst="ellipse">
              <a:avLst/>
            </a:prstGeom>
            <a:solidFill>
              <a:srgbClr val="FF00FF"/>
            </a:solid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grpSp>
      <p:sp>
        <p:nvSpPr>
          <p:cNvPr id="273654" name="Text Box 246"/>
          <p:cNvSpPr txBox="1"/>
          <p:nvPr>
            <p:custDataLst>
              <p:tags r:id="rId4"/>
            </p:custDataLst>
          </p:nvPr>
        </p:nvSpPr>
        <p:spPr>
          <a:xfrm>
            <a:off x="5057299" y="4273868"/>
            <a:ext cx="2709386" cy="356235"/>
          </a:xfrm>
          <a:prstGeom prst="rect">
            <a:avLst/>
          </a:prstGeom>
          <a:noFill/>
          <a:ln w="9525">
            <a:noFill/>
          </a:ln>
          <a:extLst>
            <a:ext uri="{909E8E84-426E-40DD-AFC4-6F175D3DCCD1}">
              <a14:hiddenFill xmlns:a14="http://schemas.microsoft.com/office/drawing/2010/main">
                <a:solidFill>
                  <a:schemeClr val="accent2"/>
                </a:solidFill>
              </a14:hiddenFill>
            </a:ext>
          </a:extLst>
        </p:spPr>
        <p:txBody>
          <a:bodyPr lIns="54000" tIns="0" rIns="54000" bIns="0" anchor="t" anchorCtr="1">
            <a:noAutofit/>
          </a:bodyPr>
          <a:lstStyle/>
          <a:p>
            <a:pPr>
              <a:spcBef>
                <a:spcPct val="50000"/>
              </a:spcBef>
            </a:pPr>
            <a:r>
              <a:rPr lang="en-US" altLang="zh-CN" sz="1500" b="1" dirty="0">
                <a:solidFill>
                  <a:schemeClr val="dk1"/>
                </a:solidFill>
                <a:latin typeface="微软雅黑" panose="020B0503020204020204" charset="-122"/>
                <a:ea typeface="微软雅黑" panose="020B0503020204020204" charset="-122"/>
                <a:cs typeface="微软雅黑" panose="020B0503020204020204" charset="-122"/>
              </a:rPr>
              <a:t>max( m</a:t>
            </a:r>
            <a:r>
              <a:rPr lang="en-US" altLang="zh-CN" sz="1500" b="1" baseline="-25000" dirty="0">
                <a:solidFill>
                  <a:schemeClr val="dk1"/>
                </a:solidFill>
                <a:latin typeface="微软雅黑" panose="020B0503020204020204" charset="-122"/>
                <a:ea typeface="微软雅黑" panose="020B0503020204020204" charset="-122"/>
                <a:cs typeface="微软雅黑" panose="020B0503020204020204" charset="-122"/>
              </a:rPr>
              <a:t>i</a:t>
            </a:r>
            <a:r>
              <a:rPr lang="en-US" altLang="zh-CN" sz="1500" b="1" dirty="0">
                <a:solidFill>
                  <a:schemeClr val="dk1"/>
                </a:solidFill>
                <a:latin typeface="微软雅黑" panose="020B0503020204020204" charset="-122"/>
                <a:ea typeface="微软雅黑" panose="020B0503020204020204" charset="-122"/>
                <a:cs typeface="微软雅黑" panose="020B0503020204020204" charset="-122"/>
              </a:rPr>
              <a:t>)+ (l</a:t>
            </a:r>
            <a:r>
              <a:rPr lang="en-US" altLang="zh-CN" sz="1500" b="1" baseline="-25000" dirty="0">
                <a:solidFill>
                  <a:schemeClr val="dk1"/>
                </a:solidFill>
                <a:latin typeface="微软雅黑" panose="020B0503020204020204" charset="-122"/>
                <a:ea typeface="微软雅黑" panose="020B0503020204020204" charset="-122"/>
                <a:cs typeface="微软雅黑" panose="020B0503020204020204" charset="-122"/>
              </a:rPr>
              <a:t>1</a:t>
            </a:r>
            <a:r>
              <a:rPr lang="en-US" altLang="zh-CN" sz="1500" b="1" dirty="0">
                <a:solidFill>
                  <a:schemeClr val="dk1"/>
                </a:solidFill>
                <a:latin typeface="微软雅黑" panose="020B0503020204020204" charset="-122"/>
                <a:ea typeface="微软雅黑" panose="020B0503020204020204" charset="-122"/>
                <a:cs typeface="微软雅黑" panose="020B0503020204020204" charset="-122"/>
              </a:rPr>
              <a:t>+ l</a:t>
            </a:r>
            <a:r>
              <a:rPr lang="en-US" altLang="zh-CN" sz="1500" b="1" baseline="-25000" dirty="0">
                <a:solidFill>
                  <a:schemeClr val="dk1"/>
                </a:solidFill>
                <a:latin typeface="微软雅黑" panose="020B0503020204020204" charset="-122"/>
                <a:ea typeface="微软雅黑" panose="020B0503020204020204" charset="-122"/>
                <a:cs typeface="微软雅黑" panose="020B0503020204020204" charset="-122"/>
              </a:rPr>
              <a:t>2 </a:t>
            </a:r>
            <a:r>
              <a:rPr lang="en-US" altLang="zh-CN" sz="1500" b="1" dirty="0">
                <a:solidFill>
                  <a:schemeClr val="dk1"/>
                </a:solidFill>
                <a:latin typeface="微软雅黑" panose="020B0503020204020204" charset="-122"/>
                <a:ea typeface="微软雅黑" panose="020B0503020204020204" charset="-122"/>
                <a:cs typeface="微软雅黑" panose="020B0503020204020204" charset="-122"/>
              </a:rPr>
              <a:t>+…+l</a:t>
            </a:r>
            <a:r>
              <a:rPr lang="en-US" altLang="zh-CN" sz="1500" b="1" baseline="-25000" dirty="0">
                <a:solidFill>
                  <a:schemeClr val="dk1"/>
                </a:solidFill>
                <a:latin typeface="微软雅黑" panose="020B0503020204020204" charset="-122"/>
                <a:ea typeface="微软雅黑" panose="020B0503020204020204" charset="-122"/>
                <a:cs typeface="微软雅黑" panose="020B0503020204020204" charset="-122"/>
              </a:rPr>
              <a:t>n</a:t>
            </a:r>
            <a:r>
              <a:rPr lang="en-US" altLang="zh-CN" sz="1500" b="1" dirty="0">
                <a:solidFill>
                  <a:schemeClr val="dk1"/>
                </a:solidFill>
                <a:latin typeface="微软雅黑" panose="020B0503020204020204" charset="-122"/>
                <a:ea typeface="微软雅黑" panose="020B0503020204020204" charset="-122"/>
                <a:cs typeface="微软雅黑" panose="020B0503020204020204" charset="-122"/>
              </a:rPr>
              <a:t>)</a:t>
            </a:r>
            <a:r>
              <a:rPr lang="zh-CN" altLang="en-US" sz="1500" b="1" dirty="0">
                <a:solidFill>
                  <a:schemeClr val="dk1"/>
                </a:solidFill>
                <a:latin typeface="微软雅黑" panose="020B0503020204020204" charset="-122"/>
                <a:ea typeface="微软雅黑" panose="020B0503020204020204" charset="-122"/>
                <a:cs typeface="微软雅黑" panose="020B0503020204020204" charset="-122"/>
              </a:rPr>
              <a:t>个。</a:t>
            </a:r>
          </a:p>
        </p:txBody>
      </p:sp>
      <p:sp>
        <p:nvSpPr>
          <p:cNvPr id="264194" name="Rectangle 2"/>
          <p:cNvSpPr>
            <a:spLocks noGrp="1" noChangeArrowheads="1"/>
          </p:cNvSpPr>
          <p:nvPr>
            <p:ph type="title"/>
          </p:nvPr>
        </p:nvSpPr>
        <p:spPr>
          <a:xfrm>
            <a:off x="1439704" y="303848"/>
            <a:ext cx="5617369" cy="756285"/>
          </a:xfrm>
          <a:noFill/>
          <a:ln>
            <a:noFill/>
          </a:ln>
          <a:extLst>
            <a:ext uri="{909E8E84-426E-40DD-AFC4-6F175D3DCCD1}">
              <a14:hiddenFill xmlns:a14="http://schemas.microsoft.com/office/drawing/2010/main">
                <a:solidFill>
                  <a:srgbClr val="FFCC00"/>
                </a:solidFill>
              </a14:hiddenFill>
            </a:ext>
          </a:extLst>
        </p:spPr>
        <p:txBody>
          <a:bodyPr vert="horz" wrap="square" lIns="68580" tIns="34290" rIns="68580" bIns="34290" numCol="1" rtlCol="0" anchor="ctr" anchorCtr="0" compatLnSpc="1">
            <a:normAutofit/>
          </a:bodyPr>
          <a:lstStyle/>
          <a:p>
            <a:pPr algn="just" eaLnBrk="0" fontAlgn="base" hangingPunct="0">
              <a:lnSpc>
                <a:spcPct val="100000"/>
              </a:lnSpc>
              <a:buClrTx/>
            </a:pPr>
            <a:r>
              <a:rPr kumimoji="0" lang="zh-CN" altLang="en-US" sz="2925">
                <a:solidFill>
                  <a:schemeClr val="accent1">
                    <a:lumMod val="75000"/>
                  </a:schemeClr>
                </a:solidFill>
                <a:latin typeface="微软雅黑" panose="020B0503020204020204" charset="-122"/>
                <a:cs typeface="微软雅黑" panose="020B0503020204020204" charset="-122"/>
              </a:rPr>
              <a:t>测试用例设计</a:t>
            </a:r>
            <a:r>
              <a:rPr kumimoji="0" sz="2925">
                <a:solidFill>
                  <a:schemeClr val="accent1">
                    <a:lumMod val="75000"/>
                  </a:schemeClr>
                </a:solidFill>
                <a:latin typeface="微软雅黑" panose="020B0503020204020204" charset="-122"/>
                <a:cs typeface="微软雅黑" panose="020B0503020204020204" charset="-122"/>
              </a:rPr>
              <a:t>--</a:t>
            </a:r>
            <a:r>
              <a:rPr kumimoji="0" lang="zh-CN" altLang="en-US" sz="2925">
                <a:solidFill>
                  <a:schemeClr val="accent1">
                    <a:lumMod val="75000"/>
                  </a:schemeClr>
                </a:solidFill>
                <a:latin typeface="微软雅黑" panose="020B0503020204020204" charset="-122"/>
                <a:cs typeface="微软雅黑" panose="020B0503020204020204" charset="-122"/>
              </a:rPr>
              <a:t>弱健壮等价类</a:t>
            </a:r>
          </a:p>
        </p:txBody>
      </p:sp>
      <p:sp>
        <p:nvSpPr>
          <p:cNvPr id="2" name="日期占位符 1"/>
          <p:cNvSpPr>
            <a:spLocks noGrp="1"/>
          </p:cNvSpPr>
          <p:nvPr>
            <p:ph type="dt" sz="half" idx="10"/>
          </p:nvPr>
        </p:nvSpPr>
        <p:spPr/>
        <p:txBody>
          <a:bodyPr/>
          <a:lstStyle/>
          <a:p>
            <a:fld id="{760FBDFE-C587-4B4C-A407-44438C67B59E}" type="datetime1">
              <a:rPr lang="zh-CN" altLang="en-US" smtClean="0">
                <a:latin typeface="微软雅黑" panose="020B0503020204020204" charset="-122"/>
                <a:ea typeface="微软雅黑" panose="020B0503020204020204" charset="-122"/>
              </a:rPr>
              <a:t>2024/3/12</a:t>
            </a:fld>
            <a:endParaRPr lang="zh-CN" altLang="en-US">
              <a:latin typeface="微软雅黑" panose="020B0503020204020204" charset="-122"/>
              <a:ea typeface="微软雅黑" panose="020B0503020204020204" charset="-122"/>
            </a:endParaRPr>
          </a:p>
        </p:txBody>
      </p:sp>
      <p:sp>
        <p:nvSpPr>
          <p:cNvPr id="3" name="灯片编号占位符 2"/>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fld id="{49AE70B2-8BF9-45C0-BB95-33D1B9D3A854}" type="slidenum">
              <a:rPr lang="zh-CN" altLang="en-US" smtClean="0"/>
              <a:pPr/>
              <a:t>98</a:t>
            </a:fld>
            <a:endParaRPr lang="zh-CN" altLang="en-US">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73656"/>
                                        </p:tgtEl>
                                        <p:attrNameLst>
                                          <p:attrName>style.visibility</p:attrName>
                                        </p:attrNameLst>
                                      </p:cBhvr>
                                      <p:to>
                                        <p:strVal val="visible"/>
                                      </p:to>
                                    </p:set>
                                    <p:animEffect transition="in" filter="dissolve">
                                      <p:cBhvr>
                                        <p:cTn id="7" dur="500"/>
                                        <p:tgtEl>
                                          <p:spTgt spid="27365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73431"/>
                                        </p:tgtEl>
                                        <p:attrNameLst>
                                          <p:attrName>style.visibility</p:attrName>
                                        </p:attrNameLst>
                                      </p:cBhvr>
                                      <p:to>
                                        <p:strVal val="visible"/>
                                      </p:to>
                                    </p:set>
                                    <p:animEffect transition="in" filter="dissolve">
                                      <p:cBhvr>
                                        <p:cTn id="12" dur="500"/>
                                        <p:tgtEl>
                                          <p:spTgt spid="273431"/>
                                        </p:tgtEl>
                                      </p:cBhvr>
                                    </p:animEffect>
                                  </p:childTnLst>
                                </p:cTn>
                              </p:par>
                            </p:childTnLst>
                          </p:cTn>
                        </p:par>
                        <p:par>
                          <p:cTn id="13" fill="hold">
                            <p:stCondLst>
                              <p:cond delay="500"/>
                            </p:stCondLst>
                            <p:childTnLst>
                              <p:par>
                                <p:cTn id="14" presetID="2" presetClass="entr" presetSubtype="4" fill="hold" grpId="0" nodeType="afterEffect">
                                  <p:stCondLst>
                                    <p:cond delay="0"/>
                                  </p:stCondLst>
                                  <p:childTnLst>
                                    <p:set>
                                      <p:cBhvr>
                                        <p:cTn id="15" dur="1" fill="hold">
                                          <p:stCondLst>
                                            <p:cond delay="0"/>
                                          </p:stCondLst>
                                        </p:cTn>
                                        <p:tgtEl>
                                          <p:spTgt spid="273445"/>
                                        </p:tgtEl>
                                        <p:attrNameLst>
                                          <p:attrName>style.visibility</p:attrName>
                                        </p:attrNameLst>
                                      </p:cBhvr>
                                      <p:to>
                                        <p:strVal val="visible"/>
                                      </p:to>
                                    </p:set>
                                    <p:anim calcmode="lin" valueType="num">
                                      <p:cBhvr additive="base">
                                        <p:cTn id="16" dur="500" fill="hold"/>
                                        <p:tgtEl>
                                          <p:spTgt spid="273445"/>
                                        </p:tgtEl>
                                        <p:attrNameLst>
                                          <p:attrName>ppt_x</p:attrName>
                                        </p:attrNameLst>
                                      </p:cBhvr>
                                      <p:tavLst>
                                        <p:tav tm="0">
                                          <p:val>
                                            <p:strVal val="#ppt_x"/>
                                          </p:val>
                                        </p:tav>
                                        <p:tav tm="100000">
                                          <p:val>
                                            <p:strVal val="#ppt_x"/>
                                          </p:val>
                                        </p:tav>
                                      </p:tavLst>
                                    </p:anim>
                                    <p:anim calcmode="lin" valueType="num">
                                      <p:cBhvr additive="base">
                                        <p:cTn id="17" dur="500" fill="hold"/>
                                        <p:tgtEl>
                                          <p:spTgt spid="273445"/>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273654"/>
                                        </p:tgtEl>
                                        <p:attrNameLst>
                                          <p:attrName>style.visibility</p:attrName>
                                        </p:attrNameLst>
                                      </p:cBhvr>
                                      <p:to>
                                        <p:strVal val="visible"/>
                                      </p:to>
                                    </p:set>
                                    <p:anim calcmode="lin" valueType="num">
                                      <p:cBhvr additive="base">
                                        <p:cTn id="22" dur="500" fill="hold"/>
                                        <p:tgtEl>
                                          <p:spTgt spid="273654"/>
                                        </p:tgtEl>
                                        <p:attrNameLst>
                                          <p:attrName>ppt_x</p:attrName>
                                        </p:attrNameLst>
                                      </p:cBhvr>
                                      <p:tavLst>
                                        <p:tav tm="0">
                                          <p:val>
                                            <p:strVal val="#ppt_x"/>
                                          </p:val>
                                        </p:tav>
                                        <p:tav tm="100000">
                                          <p:val>
                                            <p:strVal val="#ppt_x"/>
                                          </p:val>
                                        </p:tav>
                                      </p:tavLst>
                                    </p:anim>
                                    <p:anim calcmode="lin" valueType="num">
                                      <p:cBhvr additive="base">
                                        <p:cTn id="23" dur="500" fill="hold"/>
                                        <p:tgtEl>
                                          <p:spTgt spid="27365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3445" grpId="0" bldLvl="0" animBg="1"/>
      <p:bldP spid="273654" grpId="0" bldLvl="0" animBg="1"/>
    </p:bldLst>
  </p:timing>
</p:sld>
</file>

<file path=ppt/slides/slide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20" name="Rectangle 4"/>
          <p:cNvSpPr>
            <a:spLocks noGrp="1"/>
          </p:cNvSpPr>
          <p:nvPr>
            <p:ph idx="1"/>
          </p:nvPr>
        </p:nvSpPr>
        <p:spPr>
          <a:xfrm>
            <a:off x="1675924" y="1113473"/>
            <a:ext cx="5829300" cy="564356"/>
          </a:xfrm>
        </p:spPr>
        <p:txBody>
          <a:bodyPr vert="horz" wrap="square" lIns="68580" tIns="34290" rIns="68580" bIns="34290" rtlCol="0" anchor="t" anchorCtr="0">
            <a:normAutofit/>
          </a:bodyPr>
          <a:lstStyle/>
          <a:p>
            <a:pPr eaLnBrk="1" hangingPunct="1"/>
            <a:r>
              <a:rPr lang="zh-CN" altLang="en-US" b="1" u="sng" dirty="0">
                <a:latin typeface="微软雅黑" panose="020B0503020204020204" charset="-122"/>
              </a:rPr>
              <a:t>基于单缺陷、健壮值</a:t>
            </a:r>
          </a:p>
        </p:txBody>
      </p:sp>
      <p:sp>
        <p:nvSpPr>
          <p:cNvPr id="272389" name="Rectangle 5"/>
          <p:cNvSpPr/>
          <p:nvPr/>
        </p:nvSpPr>
        <p:spPr>
          <a:xfrm>
            <a:off x="6113145" y="2831783"/>
            <a:ext cx="1751648" cy="692497"/>
          </a:xfrm>
          <a:prstGeom prst="rect">
            <a:avLst/>
          </a:prstGeom>
          <a:noFill/>
          <a:ln w="9525">
            <a:noFill/>
          </a:ln>
        </p:spPr>
        <p:txBody>
          <a:bodyPr wrap="square" lIns="0" tIns="0" rIns="0" bIns="0">
            <a:spAutoFit/>
          </a:bodyPr>
          <a:lstStyle/>
          <a:p>
            <a:pPr>
              <a:buClr>
                <a:schemeClr val="bg2"/>
              </a:buClr>
              <a:buFont typeface="Wingdings" panose="05000000000000000000" pitchFamily="2" charset="2"/>
              <a:buChar char="Ø"/>
            </a:pPr>
            <a:r>
              <a:rPr lang="en-US" altLang="zh-CN" sz="1500" b="1" dirty="0">
                <a:solidFill>
                  <a:srgbClr val="FF0000"/>
                </a:solidFill>
                <a:latin typeface="微软雅黑" panose="020B0503020204020204" charset="-122"/>
                <a:ea typeface="微软雅黑" panose="020B0503020204020204" charset="-122"/>
                <a:cs typeface="微软雅黑" panose="020B0503020204020204" charset="-122"/>
              </a:rPr>
              <a:t> </a:t>
            </a:r>
            <a:r>
              <a:rPr lang="zh-CN" altLang="en-US" sz="1500" b="1" dirty="0">
                <a:solidFill>
                  <a:srgbClr val="FF0000"/>
                </a:solidFill>
                <a:latin typeface="微软雅黑" panose="020B0503020204020204" charset="-122"/>
                <a:ea typeface="微软雅黑" panose="020B0503020204020204" charset="-122"/>
                <a:cs typeface="微软雅黑" panose="020B0503020204020204" charset="-122"/>
              </a:rPr>
              <a:t>规格说明常常未定义无效测试用例所预期的输出是什么。</a:t>
            </a:r>
          </a:p>
        </p:txBody>
      </p:sp>
      <p:grpSp>
        <p:nvGrpSpPr>
          <p:cNvPr id="34822" name="Group 7"/>
          <p:cNvGrpSpPr/>
          <p:nvPr/>
        </p:nvGrpSpPr>
        <p:grpSpPr>
          <a:xfrm>
            <a:off x="1543050" y="1590675"/>
            <a:ext cx="4998244" cy="3381375"/>
            <a:chOff x="336" y="1336"/>
            <a:chExt cx="4198" cy="2840"/>
          </a:xfrm>
        </p:grpSpPr>
        <p:grpSp>
          <p:nvGrpSpPr>
            <p:cNvPr id="34825" name="Group 8"/>
            <p:cNvGrpSpPr/>
            <p:nvPr/>
          </p:nvGrpSpPr>
          <p:grpSpPr>
            <a:xfrm>
              <a:off x="616" y="1400"/>
              <a:ext cx="72" cy="2504"/>
              <a:chOff x="616" y="688"/>
              <a:chExt cx="72" cy="2504"/>
            </a:xfrm>
          </p:grpSpPr>
          <p:sp>
            <p:nvSpPr>
              <p:cNvPr id="35029" name="Freeform 9"/>
              <p:cNvSpPr/>
              <p:nvPr>
                <p:custDataLst>
                  <p:tags r:id="rId24"/>
                </p:custDataLst>
              </p:nvPr>
            </p:nvSpPr>
            <p:spPr>
              <a:xfrm>
                <a:off x="616" y="688"/>
                <a:ext cx="72" cy="112"/>
              </a:xfrm>
              <a:custGeom>
                <a:avLst/>
                <a:gdLst>
                  <a:gd name="txL" fmla="*/ 0 w 72"/>
                  <a:gd name="txT" fmla="*/ 0 h 112"/>
                  <a:gd name="txR" fmla="*/ 72 w 72"/>
                  <a:gd name="txB" fmla="*/ 112 h 112"/>
                </a:gdLst>
                <a:ahLst/>
                <a:cxnLst>
                  <a:cxn ang="0">
                    <a:pos x="32" y="0"/>
                  </a:cxn>
                  <a:cxn ang="0">
                    <a:pos x="72" y="112"/>
                  </a:cxn>
                  <a:cxn ang="0">
                    <a:pos x="32" y="72"/>
                  </a:cxn>
                  <a:cxn ang="0">
                    <a:pos x="0" y="112"/>
                  </a:cxn>
                  <a:cxn ang="0">
                    <a:pos x="32" y="0"/>
                  </a:cxn>
                </a:cxnLst>
                <a:rect l="txL" t="txT" r="txR" b="txB"/>
                <a:pathLst>
                  <a:path w="72" h="112">
                    <a:moveTo>
                      <a:pt x="32" y="0"/>
                    </a:moveTo>
                    <a:lnTo>
                      <a:pt x="72" y="112"/>
                    </a:lnTo>
                    <a:lnTo>
                      <a:pt x="32" y="72"/>
                    </a:lnTo>
                    <a:lnTo>
                      <a:pt x="0" y="112"/>
                    </a:lnTo>
                    <a:lnTo>
                      <a:pt x="32" y="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5030" name="Line 10"/>
              <p:cNvSpPr/>
              <p:nvPr/>
            </p:nvSpPr>
            <p:spPr>
              <a:xfrm flipV="1">
                <a:off x="648" y="760"/>
                <a:ext cx="1" cy="2432"/>
              </a:xfrm>
              <a:prstGeom prst="line">
                <a:avLst/>
              </a:prstGeom>
              <a:ln w="12700" cap="flat" cmpd="sng">
                <a:solidFill>
                  <a:srgbClr val="000000"/>
                </a:solidFill>
                <a:prstDash val="solid"/>
                <a:headEnd type="none" w="med" len="med"/>
                <a:tailEnd type="none" w="med" len="med"/>
              </a:ln>
            </p:spPr>
          </p:sp>
        </p:grpSp>
        <p:grpSp>
          <p:nvGrpSpPr>
            <p:cNvPr id="34826" name="Group 11"/>
            <p:cNvGrpSpPr/>
            <p:nvPr/>
          </p:nvGrpSpPr>
          <p:grpSpPr>
            <a:xfrm>
              <a:off x="512" y="3696"/>
              <a:ext cx="3952" cy="47"/>
              <a:chOff x="512" y="2984"/>
              <a:chExt cx="4928" cy="72"/>
            </a:xfrm>
          </p:grpSpPr>
          <p:sp>
            <p:nvSpPr>
              <p:cNvPr id="35027" name="Freeform 12"/>
              <p:cNvSpPr/>
              <p:nvPr>
                <p:custDataLst>
                  <p:tags r:id="rId23"/>
                </p:custDataLst>
              </p:nvPr>
            </p:nvSpPr>
            <p:spPr>
              <a:xfrm>
                <a:off x="5328" y="2984"/>
                <a:ext cx="112" cy="72"/>
              </a:xfrm>
              <a:custGeom>
                <a:avLst/>
                <a:gdLst>
                  <a:gd name="txL" fmla="*/ 0 w 112"/>
                  <a:gd name="txT" fmla="*/ 0 h 72"/>
                  <a:gd name="txR" fmla="*/ 112 w 112"/>
                  <a:gd name="txB" fmla="*/ 72 h 72"/>
                </a:gdLst>
                <a:ahLst/>
                <a:cxnLst>
                  <a:cxn ang="0">
                    <a:pos x="112" y="32"/>
                  </a:cxn>
                  <a:cxn ang="0">
                    <a:pos x="0" y="72"/>
                  </a:cxn>
                  <a:cxn ang="0">
                    <a:pos x="40" y="32"/>
                  </a:cxn>
                  <a:cxn ang="0">
                    <a:pos x="0" y="0"/>
                  </a:cxn>
                  <a:cxn ang="0">
                    <a:pos x="112" y="32"/>
                  </a:cxn>
                </a:cxnLst>
                <a:rect l="txL" t="txT" r="txR" b="txB"/>
                <a:pathLst>
                  <a:path w="112" h="72">
                    <a:moveTo>
                      <a:pt x="112" y="32"/>
                    </a:moveTo>
                    <a:lnTo>
                      <a:pt x="0" y="72"/>
                    </a:lnTo>
                    <a:lnTo>
                      <a:pt x="40" y="32"/>
                    </a:lnTo>
                    <a:lnTo>
                      <a:pt x="0" y="0"/>
                    </a:lnTo>
                    <a:lnTo>
                      <a:pt x="112" y="3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5028" name="Line 13"/>
              <p:cNvSpPr/>
              <p:nvPr/>
            </p:nvSpPr>
            <p:spPr>
              <a:xfrm>
                <a:off x="512" y="3016"/>
                <a:ext cx="4856" cy="1"/>
              </a:xfrm>
              <a:prstGeom prst="line">
                <a:avLst/>
              </a:prstGeom>
              <a:ln w="12700" cap="flat" cmpd="sng">
                <a:solidFill>
                  <a:srgbClr val="000000"/>
                </a:solidFill>
                <a:prstDash val="solid"/>
                <a:headEnd type="none" w="med" len="med"/>
                <a:tailEnd type="none" w="med" len="med"/>
              </a:ln>
            </p:spPr>
          </p:sp>
        </p:grpSp>
        <p:grpSp>
          <p:nvGrpSpPr>
            <p:cNvPr id="34827" name="Group 14"/>
            <p:cNvGrpSpPr/>
            <p:nvPr/>
          </p:nvGrpSpPr>
          <p:grpSpPr>
            <a:xfrm>
              <a:off x="336" y="3256"/>
              <a:ext cx="3888" cy="48"/>
              <a:chOff x="336" y="2544"/>
              <a:chExt cx="4520" cy="56"/>
            </a:xfrm>
          </p:grpSpPr>
          <p:sp>
            <p:nvSpPr>
              <p:cNvPr id="34995" name="Freeform 15"/>
              <p:cNvSpPr/>
              <p:nvPr>
                <p:custDataLst>
                  <p:tags r:id="rId21"/>
                </p:custDataLst>
              </p:nvPr>
            </p:nvSpPr>
            <p:spPr>
              <a:xfrm>
                <a:off x="336" y="2544"/>
                <a:ext cx="112" cy="56"/>
              </a:xfrm>
              <a:custGeom>
                <a:avLst/>
                <a:gdLst>
                  <a:gd name="txL" fmla="*/ 0 w 112"/>
                  <a:gd name="txT" fmla="*/ 0 h 56"/>
                  <a:gd name="txR" fmla="*/ 112 w 112"/>
                  <a:gd name="txB" fmla="*/ 56 h 56"/>
                </a:gdLst>
                <a:ahLst/>
                <a:cxnLst>
                  <a:cxn ang="0">
                    <a:pos x="0" y="32"/>
                  </a:cxn>
                  <a:cxn ang="0">
                    <a:pos x="112" y="0"/>
                  </a:cxn>
                  <a:cxn ang="0">
                    <a:pos x="112" y="32"/>
                  </a:cxn>
                  <a:cxn ang="0">
                    <a:pos x="112" y="56"/>
                  </a:cxn>
                  <a:cxn ang="0">
                    <a:pos x="0" y="32"/>
                  </a:cxn>
                </a:cxnLst>
                <a:rect l="txL" t="txT" r="txR" b="txB"/>
                <a:pathLst>
                  <a:path w="112" h="56">
                    <a:moveTo>
                      <a:pt x="0" y="32"/>
                    </a:moveTo>
                    <a:lnTo>
                      <a:pt x="112" y="0"/>
                    </a:lnTo>
                    <a:lnTo>
                      <a:pt x="112" y="32"/>
                    </a:lnTo>
                    <a:lnTo>
                      <a:pt x="112" y="56"/>
                    </a:lnTo>
                    <a:lnTo>
                      <a:pt x="0" y="3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4996" name="Freeform 16"/>
              <p:cNvSpPr/>
              <p:nvPr>
                <p:custDataLst>
                  <p:tags r:id="rId22"/>
                </p:custDataLst>
              </p:nvPr>
            </p:nvSpPr>
            <p:spPr>
              <a:xfrm>
                <a:off x="4744" y="2544"/>
                <a:ext cx="112" cy="56"/>
              </a:xfrm>
              <a:custGeom>
                <a:avLst/>
                <a:gdLst>
                  <a:gd name="txL" fmla="*/ 0 w 112"/>
                  <a:gd name="txT" fmla="*/ 0 h 56"/>
                  <a:gd name="txR" fmla="*/ 112 w 112"/>
                  <a:gd name="txB" fmla="*/ 56 h 56"/>
                </a:gdLst>
                <a:ahLst/>
                <a:cxnLst>
                  <a:cxn ang="0">
                    <a:pos x="112" y="32"/>
                  </a:cxn>
                  <a:cxn ang="0">
                    <a:pos x="0" y="56"/>
                  </a:cxn>
                  <a:cxn ang="0">
                    <a:pos x="0" y="32"/>
                  </a:cxn>
                  <a:cxn ang="0">
                    <a:pos x="0" y="0"/>
                  </a:cxn>
                  <a:cxn ang="0">
                    <a:pos x="112" y="32"/>
                  </a:cxn>
                </a:cxnLst>
                <a:rect l="txL" t="txT" r="txR" b="txB"/>
                <a:pathLst>
                  <a:path w="112" h="56">
                    <a:moveTo>
                      <a:pt x="112" y="32"/>
                    </a:moveTo>
                    <a:lnTo>
                      <a:pt x="0" y="56"/>
                    </a:lnTo>
                    <a:lnTo>
                      <a:pt x="0" y="32"/>
                    </a:lnTo>
                    <a:lnTo>
                      <a:pt x="0" y="0"/>
                    </a:lnTo>
                    <a:lnTo>
                      <a:pt x="112" y="3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4997" name="Line 17"/>
              <p:cNvSpPr/>
              <p:nvPr/>
            </p:nvSpPr>
            <p:spPr>
              <a:xfrm>
                <a:off x="448" y="2576"/>
                <a:ext cx="64" cy="1"/>
              </a:xfrm>
              <a:prstGeom prst="line">
                <a:avLst/>
              </a:prstGeom>
              <a:ln w="12700" cap="flat" cmpd="sng">
                <a:solidFill>
                  <a:srgbClr val="000000"/>
                </a:solidFill>
                <a:prstDash val="solid"/>
                <a:headEnd type="none" w="med" len="med"/>
                <a:tailEnd type="none" w="med" len="med"/>
              </a:ln>
            </p:spPr>
          </p:sp>
          <p:sp>
            <p:nvSpPr>
              <p:cNvPr id="34998" name="Line 18"/>
              <p:cNvSpPr/>
              <p:nvPr/>
            </p:nvSpPr>
            <p:spPr>
              <a:xfrm>
                <a:off x="592" y="2576"/>
                <a:ext cx="64" cy="1"/>
              </a:xfrm>
              <a:prstGeom prst="line">
                <a:avLst/>
              </a:prstGeom>
              <a:ln w="12700" cap="flat" cmpd="sng">
                <a:solidFill>
                  <a:srgbClr val="000000"/>
                </a:solidFill>
                <a:prstDash val="solid"/>
                <a:headEnd type="none" w="med" len="med"/>
                <a:tailEnd type="none" w="med" len="med"/>
              </a:ln>
            </p:spPr>
          </p:sp>
          <p:sp>
            <p:nvSpPr>
              <p:cNvPr id="34999" name="Line 19"/>
              <p:cNvSpPr/>
              <p:nvPr/>
            </p:nvSpPr>
            <p:spPr>
              <a:xfrm>
                <a:off x="736" y="2576"/>
                <a:ext cx="64" cy="1"/>
              </a:xfrm>
              <a:prstGeom prst="line">
                <a:avLst/>
              </a:prstGeom>
              <a:ln w="12700" cap="flat" cmpd="sng">
                <a:solidFill>
                  <a:srgbClr val="000000"/>
                </a:solidFill>
                <a:prstDash val="solid"/>
                <a:headEnd type="none" w="med" len="med"/>
                <a:tailEnd type="none" w="med" len="med"/>
              </a:ln>
            </p:spPr>
          </p:sp>
          <p:sp>
            <p:nvSpPr>
              <p:cNvPr id="35000" name="Line 20"/>
              <p:cNvSpPr/>
              <p:nvPr/>
            </p:nvSpPr>
            <p:spPr>
              <a:xfrm>
                <a:off x="880" y="2576"/>
                <a:ext cx="64" cy="1"/>
              </a:xfrm>
              <a:prstGeom prst="line">
                <a:avLst/>
              </a:prstGeom>
              <a:ln w="12700" cap="flat" cmpd="sng">
                <a:solidFill>
                  <a:srgbClr val="000000"/>
                </a:solidFill>
                <a:prstDash val="solid"/>
                <a:headEnd type="none" w="med" len="med"/>
                <a:tailEnd type="none" w="med" len="med"/>
              </a:ln>
            </p:spPr>
          </p:sp>
          <p:sp>
            <p:nvSpPr>
              <p:cNvPr id="35001" name="Line 21"/>
              <p:cNvSpPr/>
              <p:nvPr/>
            </p:nvSpPr>
            <p:spPr>
              <a:xfrm>
                <a:off x="1024" y="2576"/>
                <a:ext cx="64" cy="1"/>
              </a:xfrm>
              <a:prstGeom prst="line">
                <a:avLst/>
              </a:prstGeom>
              <a:ln w="12700" cap="flat" cmpd="sng">
                <a:solidFill>
                  <a:srgbClr val="000000"/>
                </a:solidFill>
                <a:prstDash val="solid"/>
                <a:headEnd type="none" w="med" len="med"/>
                <a:tailEnd type="none" w="med" len="med"/>
              </a:ln>
            </p:spPr>
          </p:sp>
          <p:sp>
            <p:nvSpPr>
              <p:cNvPr id="35002" name="Line 22"/>
              <p:cNvSpPr/>
              <p:nvPr/>
            </p:nvSpPr>
            <p:spPr>
              <a:xfrm>
                <a:off x="1168" y="2576"/>
                <a:ext cx="64" cy="1"/>
              </a:xfrm>
              <a:prstGeom prst="line">
                <a:avLst/>
              </a:prstGeom>
              <a:ln w="12700" cap="flat" cmpd="sng">
                <a:solidFill>
                  <a:srgbClr val="000000"/>
                </a:solidFill>
                <a:prstDash val="solid"/>
                <a:headEnd type="none" w="med" len="med"/>
                <a:tailEnd type="none" w="med" len="med"/>
              </a:ln>
            </p:spPr>
          </p:sp>
          <p:sp>
            <p:nvSpPr>
              <p:cNvPr id="35003" name="Line 23"/>
              <p:cNvSpPr/>
              <p:nvPr/>
            </p:nvSpPr>
            <p:spPr>
              <a:xfrm>
                <a:off x="1312" y="2576"/>
                <a:ext cx="64" cy="1"/>
              </a:xfrm>
              <a:prstGeom prst="line">
                <a:avLst/>
              </a:prstGeom>
              <a:ln w="12700" cap="flat" cmpd="sng">
                <a:solidFill>
                  <a:srgbClr val="000000"/>
                </a:solidFill>
                <a:prstDash val="solid"/>
                <a:headEnd type="none" w="med" len="med"/>
                <a:tailEnd type="none" w="med" len="med"/>
              </a:ln>
            </p:spPr>
          </p:sp>
          <p:sp>
            <p:nvSpPr>
              <p:cNvPr id="35004" name="Line 24"/>
              <p:cNvSpPr/>
              <p:nvPr/>
            </p:nvSpPr>
            <p:spPr>
              <a:xfrm>
                <a:off x="1456" y="2576"/>
                <a:ext cx="64" cy="1"/>
              </a:xfrm>
              <a:prstGeom prst="line">
                <a:avLst/>
              </a:prstGeom>
              <a:ln w="12700" cap="flat" cmpd="sng">
                <a:solidFill>
                  <a:srgbClr val="000000"/>
                </a:solidFill>
                <a:prstDash val="solid"/>
                <a:headEnd type="none" w="med" len="med"/>
                <a:tailEnd type="none" w="med" len="med"/>
              </a:ln>
            </p:spPr>
          </p:sp>
          <p:sp>
            <p:nvSpPr>
              <p:cNvPr id="35005" name="Line 25"/>
              <p:cNvSpPr/>
              <p:nvPr/>
            </p:nvSpPr>
            <p:spPr>
              <a:xfrm>
                <a:off x="1600" y="2576"/>
                <a:ext cx="64" cy="1"/>
              </a:xfrm>
              <a:prstGeom prst="line">
                <a:avLst/>
              </a:prstGeom>
              <a:ln w="12700" cap="flat" cmpd="sng">
                <a:solidFill>
                  <a:srgbClr val="000000"/>
                </a:solidFill>
                <a:prstDash val="solid"/>
                <a:headEnd type="none" w="med" len="med"/>
                <a:tailEnd type="none" w="med" len="med"/>
              </a:ln>
            </p:spPr>
          </p:sp>
          <p:sp>
            <p:nvSpPr>
              <p:cNvPr id="35006" name="Line 26"/>
              <p:cNvSpPr/>
              <p:nvPr/>
            </p:nvSpPr>
            <p:spPr>
              <a:xfrm>
                <a:off x="1744" y="2576"/>
                <a:ext cx="64" cy="1"/>
              </a:xfrm>
              <a:prstGeom prst="line">
                <a:avLst/>
              </a:prstGeom>
              <a:ln w="12700" cap="flat" cmpd="sng">
                <a:solidFill>
                  <a:srgbClr val="000000"/>
                </a:solidFill>
                <a:prstDash val="solid"/>
                <a:headEnd type="none" w="med" len="med"/>
                <a:tailEnd type="none" w="med" len="med"/>
              </a:ln>
            </p:spPr>
          </p:sp>
          <p:sp>
            <p:nvSpPr>
              <p:cNvPr id="35007" name="Line 27"/>
              <p:cNvSpPr/>
              <p:nvPr/>
            </p:nvSpPr>
            <p:spPr>
              <a:xfrm>
                <a:off x="1888" y="2576"/>
                <a:ext cx="64" cy="1"/>
              </a:xfrm>
              <a:prstGeom prst="line">
                <a:avLst/>
              </a:prstGeom>
              <a:ln w="12700" cap="flat" cmpd="sng">
                <a:solidFill>
                  <a:srgbClr val="000000"/>
                </a:solidFill>
                <a:prstDash val="solid"/>
                <a:headEnd type="none" w="med" len="med"/>
                <a:tailEnd type="none" w="med" len="med"/>
              </a:ln>
            </p:spPr>
          </p:sp>
          <p:sp>
            <p:nvSpPr>
              <p:cNvPr id="35008" name="Line 28"/>
              <p:cNvSpPr/>
              <p:nvPr/>
            </p:nvSpPr>
            <p:spPr>
              <a:xfrm>
                <a:off x="2032" y="2576"/>
                <a:ext cx="64" cy="1"/>
              </a:xfrm>
              <a:prstGeom prst="line">
                <a:avLst/>
              </a:prstGeom>
              <a:ln w="12700" cap="flat" cmpd="sng">
                <a:solidFill>
                  <a:srgbClr val="000000"/>
                </a:solidFill>
                <a:prstDash val="solid"/>
                <a:headEnd type="none" w="med" len="med"/>
                <a:tailEnd type="none" w="med" len="med"/>
              </a:ln>
            </p:spPr>
          </p:sp>
          <p:sp>
            <p:nvSpPr>
              <p:cNvPr id="35009" name="Line 29"/>
              <p:cNvSpPr/>
              <p:nvPr/>
            </p:nvSpPr>
            <p:spPr>
              <a:xfrm>
                <a:off x="2176" y="2576"/>
                <a:ext cx="64" cy="1"/>
              </a:xfrm>
              <a:prstGeom prst="line">
                <a:avLst/>
              </a:prstGeom>
              <a:ln w="12700" cap="flat" cmpd="sng">
                <a:solidFill>
                  <a:srgbClr val="000000"/>
                </a:solidFill>
                <a:prstDash val="solid"/>
                <a:headEnd type="none" w="med" len="med"/>
                <a:tailEnd type="none" w="med" len="med"/>
              </a:ln>
            </p:spPr>
          </p:sp>
          <p:sp>
            <p:nvSpPr>
              <p:cNvPr id="35010" name="Line 30"/>
              <p:cNvSpPr/>
              <p:nvPr/>
            </p:nvSpPr>
            <p:spPr>
              <a:xfrm>
                <a:off x="2320" y="2576"/>
                <a:ext cx="64" cy="1"/>
              </a:xfrm>
              <a:prstGeom prst="line">
                <a:avLst/>
              </a:prstGeom>
              <a:ln w="12700" cap="flat" cmpd="sng">
                <a:solidFill>
                  <a:srgbClr val="000000"/>
                </a:solidFill>
                <a:prstDash val="solid"/>
                <a:headEnd type="none" w="med" len="med"/>
                <a:tailEnd type="none" w="med" len="med"/>
              </a:ln>
            </p:spPr>
          </p:sp>
          <p:sp>
            <p:nvSpPr>
              <p:cNvPr id="35011" name="Line 31"/>
              <p:cNvSpPr/>
              <p:nvPr/>
            </p:nvSpPr>
            <p:spPr>
              <a:xfrm>
                <a:off x="2464" y="2576"/>
                <a:ext cx="64" cy="1"/>
              </a:xfrm>
              <a:prstGeom prst="line">
                <a:avLst/>
              </a:prstGeom>
              <a:ln w="12700" cap="flat" cmpd="sng">
                <a:solidFill>
                  <a:srgbClr val="000000"/>
                </a:solidFill>
                <a:prstDash val="solid"/>
                <a:headEnd type="none" w="med" len="med"/>
                <a:tailEnd type="none" w="med" len="med"/>
              </a:ln>
            </p:spPr>
          </p:sp>
          <p:sp>
            <p:nvSpPr>
              <p:cNvPr id="35012" name="Line 32"/>
              <p:cNvSpPr/>
              <p:nvPr/>
            </p:nvSpPr>
            <p:spPr>
              <a:xfrm>
                <a:off x="2608" y="2576"/>
                <a:ext cx="64" cy="1"/>
              </a:xfrm>
              <a:prstGeom prst="line">
                <a:avLst/>
              </a:prstGeom>
              <a:ln w="12700" cap="flat" cmpd="sng">
                <a:solidFill>
                  <a:srgbClr val="000000"/>
                </a:solidFill>
                <a:prstDash val="solid"/>
                <a:headEnd type="none" w="med" len="med"/>
                <a:tailEnd type="none" w="med" len="med"/>
              </a:ln>
            </p:spPr>
          </p:sp>
          <p:sp>
            <p:nvSpPr>
              <p:cNvPr id="35013" name="Line 33"/>
              <p:cNvSpPr/>
              <p:nvPr/>
            </p:nvSpPr>
            <p:spPr>
              <a:xfrm>
                <a:off x="2752" y="2576"/>
                <a:ext cx="64" cy="1"/>
              </a:xfrm>
              <a:prstGeom prst="line">
                <a:avLst/>
              </a:prstGeom>
              <a:ln w="12700" cap="flat" cmpd="sng">
                <a:solidFill>
                  <a:srgbClr val="000000"/>
                </a:solidFill>
                <a:prstDash val="solid"/>
                <a:headEnd type="none" w="med" len="med"/>
                <a:tailEnd type="none" w="med" len="med"/>
              </a:ln>
            </p:spPr>
          </p:sp>
          <p:sp>
            <p:nvSpPr>
              <p:cNvPr id="35014" name="Line 34"/>
              <p:cNvSpPr/>
              <p:nvPr/>
            </p:nvSpPr>
            <p:spPr>
              <a:xfrm>
                <a:off x="2896" y="2576"/>
                <a:ext cx="64" cy="1"/>
              </a:xfrm>
              <a:prstGeom prst="line">
                <a:avLst/>
              </a:prstGeom>
              <a:ln w="12700" cap="flat" cmpd="sng">
                <a:solidFill>
                  <a:srgbClr val="000000"/>
                </a:solidFill>
                <a:prstDash val="solid"/>
                <a:headEnd type="none" w="med" len="med"/>
                <a:tailEnd type="none" w="med" len="med"/>
              </a:ln>
            </p:spPr>
          </p:sp>
          <p:sp>
            <p:nvSpPr>
              <p:cNvPr id="35015" name="Line 35"/>
              <p:cNvSpPr/>
              <p:nvPr/>
            </p:nvSpPr>
            <p:spPr>
              <a:xfrm>
                <a:off x="3040" y="2576"/>
                <a:ext cx="64" cy="1"/>
              </a:xfrm>
              <a:prstGeom prst="line">
                <a:avLst/>
              </a:prstGeom>
              <a:ln w="12700" cap="flat" cmpd="sng">
                <a:solidFill>
                  <a:srgbClr val="000000"/>
                </a:solidFill>
                <a:prstDash val="solid"/>
                <a:headEnd type="none" w="med" len="med"/>
                <a:tailEnd type="none" w="med" len="med"/>
              </a:ln>
            </p:spPr>
          </p:sp>
          <p:sp>
            <p:nvSpPr>
              <p:cNvPr id="35016" name="Line 36"/>
              <p:cNvSpPr/>
              <p:nvPr/>
            </p:nvSpPr>
            <p:spPr>
              <a:xfrm>
                <a:off x="3184" y="2576"/>
                <a:ext cx="64" cy="1"/>
              </a:xfrm>
              <a:prstGeom prst="line">
                <a:avLst/>
              </a:prstGeom>
              <a:ln w="12700" cap="flat" cmpd="sng">
                <a:solidFill>
                  <a:srgbClr val="000000"/>
                </a:solidFill>
                <a:prstDash val="solid"/>
                <a:headEnd type="none" w="med" len="med"/>
                <a:tailEnd type="none" w="med" len="med"/>
              </a:ln>
            </p:spPr>
          </p:sp>
          <p:sp>
            <p:nvSpPr>
              <p:cNvPr id="35017" name="Line 37"/>
              <p:cNvSpPr/>
              <p:nvPr/>
            </p:nvSpPr>
            <p:spPr>
              <a:xfrm>
                <a:off x="3328" y="2576"/>
                <a:ext cx="64" cy="1"/>
              </a:xfrm>
              <a:prstGeom prst="line">
                <a:avLst/>
              </a:prstGeom>
              <a:ln w="12700" cap="flat" cmpd="sng">
                <a:solidFill>
                  <a:srgbClr val="000000"/>
                </a:solidFill>
                <a:prstDash val="solid"/>
                <a:headEnd type="none" w="med" len="med"/>
                <a:tailEnd type="none" w="med" len="med"/>
              </a:ln>
            </p:spPr>
          </p:sp>
          <p:sp>
            <p:nvSpPr>
              <p:cNvPr id="35018" name="Line 38"/>
              <p:cNvSpPr/>
              <p:nvPr/>
            </p:nvSpPr>
            <p:spPr>
              <a:xfrm>
                <a:off x="3472" y="2576"/>
                <a:ext cx="64" cy="1"/>
              </a:xfrm>
              <a:prstGeom prst="line">
                <a:avLst/>
              </a:prstGeom>
              <a:ln w="12700" cap="flat" cmpd="sng">
                <a:solidFill>
                  <a:srgbClr val="000000"/>
                </a:solidFill>
                <a:prstDash val="solid"/>
                <a:headEnd type="none" w="med" len="med"/>
                <a:tailEnd type="none" w="med" len="med"/>
              </a:ln>
            </p:spPr>
          </p:sp>
          <p:sp>
            <p:nvSpPr>
              <p:cNvPr id="35019" name="Line 39"/>
              <p:cNvSpPr/>
              <p:nvPr/>
            </p:nvSpPr>
            <p:spPr>
              <a:xfrm>
                <a:off x="3616" y="2576"/>
                <a:ext cx="64" cy="1"/>
              </a:xfrm>
              <a:prstGeom prst="line">
                <a:avLst/>
              </a:prstGeom>
              <a:ln w="12700" cap="flat" cmpd="sng">
                <a:solidFill>
                  <a:srgbClr val="000000"/>
                </a:solidFill>
                <a:prstDash val="solid"/>
                <a:headEnd type="none" w="med" len="med"/>
                <a:tailEnd type="none" w="med" len="med"/>
              </a:ln>
            </p:spPr>
          </p:sp>
          <p:sp>
            <p:nvSpPr>
              <p:cNvPr id="35020" name="Line 40"/>
              <p:cNvSpPr/>
              <p:nvPr/>
            </p:nvSpPr>
            <p:spPr>
              <a:xfrm>
                <a:off x="3760" y="2576"/>
                <a:ext cx="64" cy="1"/>
              </a:xfrm>
              <a:prstGeom prst="line">
                <a:avLst/>
              </a:prstGeom>
              <a:ln w="12700" cap="flat" cmpd="sng">
                <a:solidFill>
                  <a:srgbClr val="000000"/>
                </a:solidFill>
                <a:prstDash val="solid"/>
                <a:headEnd type="none" w="med" len="med"/>
                <a:tailEnd type="none" w="med" len="med"/>
              </a:ln>
            </p:spPr>
          </p:sp>
          <p:sp>
            <p:nvSpPr>
              <p:cNvPr id="35021" name="Line 41"/>
              <p:cNvSpPr/>
              <p:nvPr/>
            </p:nvSpPr>
            <p:spPr>
              <a:xfrm>
                <a:off x="3904" y="2576"/>
                <a:ext cx="64" cy="1"/>
              </a:xfrm>
              <a:prstGeom prst="line">
                <a:avLst/>
              </a:prstGeom>
              <a:ln w="12700" cap="flat" cmpd="sng">
                <a:solidFill>
                  <a:srgbClr val="000000"/>
                </a:solidFill>
                <a:prstDash val="solid"/>
                <a:headEnd type="none" w="med" len="med"/>
                <a:tailEnd type="none" w="med" len="med"/>
              </a:ln>
            </p:spPr>
          </p:sp>
          <p:sp>
            <p:nvSpPr>
              <p:cNvPr id="35022" name="Line 42"/>
              <p:cNvSpPr/>
              <p:nvPr/>
            </p:nvSpPr>
            <p:spPr>
              <a:xfrm>
                <a:off x="4048" y="2576"/>
                <a:ext cx="64" cy="1"/>
              </a:xfrm>
              <a:prstGeom prst="line">
                <a:avLst/>
              </a:prstGeom>
              <a:ln w="12700" cap="flat" cmpd="sng">
                <a:solidFill>
                  <a:srgbClr val="000000"/>
                </a:solidFill>
                <a:prstDash val="solid"/>
                <a:headEnd type="none" w="med" len="med"/>
                <a:tailEnd type="none" w="med" len="med"/>
              </a:ln>
            </p:spPr>
          </p:sp>
          <p:sp>
            <p:nvSpPr>
              <p:cNvPr id="35023" name="Line 43"/>
              <p:cNvSpPr/>
              <p:nvPr/>
            </p:nvSpPr>
            <p:spPr>
              <a:xfrm>
                <a:off x="4192" y="2576"/>
                <a:ext cx="64" cy="1"/>
              </a:xfrm>
              <a:prstGeom prst="line">
                <a:avLst/>
              </a:prstGeom>
              <a:ln w="12700" cap="flat" cmpd="sng">
                <a:solidFill>
                  <a:srgbClr val="000000"/>
                </a:solidFill>
                <a:prstDash val="solid"/>
                <a:headEnd type="none" w="med" len="med"/>
                <a:tailEnd type="none" w="med" len="med"/>
              </a:ln>
            </p:spPr>
          </p:sp>
          <p:sp>
            <p:nvSpPr>
              <p:cNvPr id="35024" name="Line 44"/>
              <p:cNvSpPr/>
              <p:nvPr/>
            </p:nvSpPr>
            <p:spPr>
              <a:xfrm>
                <a:off x="4336" y="2576"/>
                <a:ext cx="64" cy="1"/>
              </a:xfrm>
              <a:prstGeom prst="line">
                <a:avLst/>
              </a:prstGeom>
              <a:ln w="12700" cap="flat" cmpd="sng">
                <a:solidFill>
                  <a:srgbClr val="000000"/>
                </a:solidFill>
                <a:prstDash val="solid"/>
                <a:headEnd type="none" w="med" len="med"/>
                <a:tailEnd type="none" w="med" len="med"/>
              </a:ln>
            </p:spPr>
          </p:sp>
          <p:sp>
            <p:nvSpPr>
              <p:cNvPr id="35025" name="Line 45"/>
              <p:cNvSpPr/>
              <p:nvPr/>
            </p:nvSpPr>
            <p:spPr>
              <a:xfrm>
                <a:off x="4480" y="2576"/>
                <a:ext cx="64" cy="1"/>
              </a:xfrm>
              <a:prstGeom prst="line">
                <a:avLst/>
              </a:prstGeom>
              <a:ln w="12700" cap="flat" cmpd="sng">
                <a:solidFill>
                  <a:srgbClr val="000000"/>
                </a:solidFill>
                <a:prstDash val="solid"/>
                <a:headEnd type="none" w="med" len="med"/>
                <a:tailEnd type="none" w="med" len="med"/>
              </a:ln>
            </p:spPr>
          </p:sp>
          <p:sp>
            <p:nvSpPr>
              <p:cNvPr id="35026" name="Line 46"/>
              <p:cNvSpPr/>
              <p:nvPr/>
            </p:nvSpPr>
            <p:spPr>
              <a:xfrm>
                <a:off x="4624" y="2576"/>
                <a:ext cx="64" cy="1"/>
              </a:xfrm>
              <a:prstGeom prst="line">
                <a:avLst/>
              </a:prstGeom>
              <a:ln w="12700" cap="flat" cmpd="sng">
                <a:solidFill>
                  <a:srgbClr val="000000"/>
                </a:solidFill>
                <a:prstDash val="solid"/>
                <a:headEnd type="none" w="med" len="med"/>
                <a:tailEnd type="none" w="med" len="med"/>
              </a:ln>
            </p:spPr>
          </p:sp>
        </p:grpSp>
        <p:grpSp>
          <p:nvGrpSpPr>
            <p:cNvPr id="34828" name="Group 47"/>
            <p:cNvGrpSpPr/>
            <p:nvPr/>
          </p:nvGrpSpPr>
          <p:grpSpPr>
            <a:xfrm>
              <a:off x="960" y="1496"/>
              <a:ext cx="56" cy="2584"/>
              <a:chOff x="960" y="784"/>
              <a:chExt cx="56" cy="2584"/>
            </a:xfrm>
          </p:grpSpPr>
          <p:sp>
            <p:nvSpPr>
              <p:cNvPr id="34976" name="Freeform 48"/>
              <p:cNvSpPr/>
              <p:nvPr>
                <p:custDataLst>
                  <p:tags r:id="rId19"/>
                </p:custDataLst>
              </p:nvPr>
            </p:nvSpPr>
            <p:spPr>
              <a:xfrm>
                <a:off x="960" y="3256"/>
                <a:ext cx="56" cy="112"/>
              </a:xfrm>
              <a:custGeom>
                <a:avLst/>
                <a:gdLst>
                  <a:gd name="txL" fmla="*/ 0 w 56"/>
                  <a:gd name="txT" fmla="*/ 0 h 112"/>
                  <a:gd name="txR" fmla="*/ 56 w 56"/>
                  <a:gd name="txB" fmla="*/ 112 h 112"/>
                </a:gdLst>
                <a:ahLst/>
                <a:cxnLst>
                  <a:cxn ang="0">
                    <a:pos x="24" y="112"/>
                  </a:cxn>
                  <a:cxn ang="0">
                    <a:pos x="0" y="0"/>
                  </a:cxn>
                  <a:cxn ang="0">
                    <a:pos x="24" y="0"/>
                  </a:cxn>
                  <a:cxn ang="0">
                    <a:pos x="56" y="0"/>
                  </a:cxn>
                  <a:cxn ang="0">
                    <a:pos x="24" y="112"/>
                  </a:cxn>
                </a:cxnLst>
                <a:rect l="txL" t="txT" r="txR" b="txB"/>
                <a:pathLst>
                  <a:path w="56" h="112">
                    <a:moveTo>
                      <a:pt x="24" y="112"/>
                    </a:moveTo>
                    <a:lnTo>
                      <a:pt x="0" y="0"/>
                    </a:lnTo>
                    <a:lnTo>
                      <a:pt x="24" y="0"/>
                    </a:lnTo>
                    <a:lnTo>
                      <a:pt x="56" y="0"/>
                    </a:lnTo>
                    <a:lnTo>
                      <a:pt x="24" y="11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4977" name="Freeform 49"/>
              <p:cNvSpPr/>
              <p:nvPr>
                <p:custDataLst>
                  <p:tags r:id="rId20"/>
                </p:custDataLst>
              </p:nvPr>
            </p:nvSpPr>
            <p:spPr>
              <a:xfrm>
                <a:off x="960" y="784"/>
                <a:ext cx="56" cy="112"/>
              </a:xfrm>
              <a:custGeom>
                <a:avLst/>
                <a:gdLst>
                  <a:gd name="txL" fmla="*/ 0 w 56"/>
                  <a:gd name="txT" fmla="*/ 0 h 112"/>
                  <a:gd name="txR" fmla="*/ 56 w 56"/>
                  <a:gd name="txB" fmla="*/ 112 h 112"/>
                </a:gdLst>
                <a:ahLst/>
                <a:cxnLst>
                  <a:cxn ang="0">
                    <a:pos x="24" y="0"/>
                  </a:cxn>
                  <a:cxn ang="0">
                    <a:pos x="56" y="112"/>
                  </a:cxn>
                  <a:cxn ang="0">
                    <a:pos x="24" y="112"/>
                  </a:cxn>
                  <a:cxn ang="0">
                    <a:pos x="0" y="112"/>
                  </a:cxn>
                  <a:cxn ang="0">
                    <a:pos x="24" y="0"/>
                  </a:cxn>
                </a:cxnLst>
                <a:rect l="txL" t="txT" r="txR" b="txB"/>
                <a:pathLst>
                  <a:path w="56" h="112">
                    <a:moveTo>
                      <a:pt x="24" y="0"/>
                    </a:moveTo>
                    <a:lnTo>
                      <a:pt x="56" y="112"/>
                    </a:lnTo>
                    <a:lnTo>
                      <a:pt x="24" y="112"/>
                    </a:lnTo>
                    <a:lnTo>
                      <a:pt x="0" y="112"/>
                    </a:lnTo>
                    <a:lnTo>
                      <a:pt x="24" y="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4978" name="Line 50"/>
              <p:cNvSpPr/>
              <p:nvPr/>
            </p:nvSpPr>
            <p:spPr>
              <a:xfrm flipV="1">
                <a:off x="984" y="3184"/>
                <a:ext cx="1" cy="64"/>
              </a:xfrm>
              <a:prstGeom prst="line">
                <a:avLst/>
              </a:prstGeom>
              <a:ln w="12700" cap="flat" cmpd="sng">
                <a:solidFill>
                  <a:srgbClr val="000000"/>
                </a:solidFill>
                <a:prstDash val="solid"/>
                <a:headEnd type="none" w="med" len="med"/>
                <a:tailEnd type="none" w="med" len="med"/>
              </a:ln>
            </p:spPr>
          </p:sp>
          <p:sp>
            <p:nvSpPr>
              <p:cNvPr id="34979" name="Line 51"/>
              <p:cNvSpPr/>
              <p:nvPr/>
            </p:nvSpPr>
            <p:spPr>
              <a:xfrm flipV="1">
                <a:off x="984" y="3040"/>
                <a:ext cx="1" cy="64"/>
              </a:xfrm>
              <a:prstGeom prst="line">
                <a:avLst/>
              </a:prstGeom>
              <a:ln w="12700" cap="flat" cmpd="sng">
                <a:solidFill>
                  <a:srgbClr val="000000"/>
                </a:solidFill>
                <a:prstDash val="solid"/>
                <a:headEnd type="none" w="med" len="med"/>
                <a:tailEnd type="none" w="med" len="med"/>
              </a:ln>
            </p:spPr>
          </p:sp>
          <p:sp>
            <p:nvSpPr>
              <p:cNvPr id="34980" name="Line 52"/>
              <p:cNvSpPr/>
              <p:nvPr/>
            </p:nvSpPr>
            <p:spPr>
              <a:xfrm flipV="1">
                <a:off x="984" y="2896"/>
                <a:ext cx="1" cy="64"/>
              </a:xfrm>
              <a:prstGeom prst="line">
                <a:avLst/>
              </a:prstGeom>
              <a:ln w="12700" cap="flat" cmpd="sng">
                <a:solidFill>
                  <a:srgbClr val="000000"/>
                </a:solidFill>
                <a:prstDash val="solid"/>
                <a:headEnd type="none" w="med" len="med"/>
                <a:tailEnd type="none" w="med" len="med"/>
              </a:ln>
            </p:spPr>
          </p:sp>
          <p:sp>
            <p:nvSpPr>
              <p:cNvPr id="34981" name="Line 53"/>
              <p:cNvSpPr/>
              <p:nvPr/>
            </p:nvSpPr>
            <p:spPr>
              <a:xfrm flipV="1">
                <a:off x="984" y="2752"/>
                <a:ext cx="1" cy="64"/>
              </a:xfrm>
              <a:prstGeom prst="line">
                <a:avLst/>
              </a:prstGeom>
              <a:ln w="12700" cap="flat" cmpd="sng">
                <a:solidFill>
                  <a:srgbClr val="000000"/>
                </a:solidFill>
                <a:prstDash val="solid"/>
                <a:headEnd type="none" w="med" len="med"/>
                <a:tailEnd type="none" w="med" len="med"/>
              </a:ln>
            </p:spPr>
          </p:sp>
          <p:sp>
            <p:nvSpPr>
              <p:cNvPr id="34982" name="Line 54"/>
              <p:cNvSpPr/>
              <p:nvPr/>
            </p:nvSpPr>
            <p:spPr>
              <a:xfrm flipV="1">
                <a:off x="984" y="2608"/>
                <a:ext cx="1" cy="64"/>
              </a:xfrm>
              <a:prstGeom prst="line">
                <a:avLst/>
              </a:prstGeom>
              <a:ln w="12700" cap="flat" cmpd="sng">
                <a:solidFill>
                  <a:srgbClr val="000000"/>
                </a:solidFill>
                <a:prstDash val="solid"/>
                <a:headEnd type="none" w="med" len="med"/>
                <a:tailEnd type="none" w="med" len="med"/>
              </a:ln>
            </p:spPr>
          </p:sp>
          <p:sp>
            <p:nvSpPr>
              <p:cNvPr id="34983" name="Line 55"/>
              <p:cNvSpPr/>
              <p:nvPr/>
            </p:nvSpPr>
            <p:spPr>
              <a:xfrm flipV="1">
                <a:off x="984" y="2464"/>
                <a:ext cx="1" cy="64"/>
              </a:xfrm>
              <a:prstGeom prst="line">
                <a:avLst/>
              </a:prstGeom>
              <a:ln w="12700" cap="flat" cmpd="sng">
                <a:solidFill>
                  <a:srgbClr val="000000"/>
                </a:solidFill>
                <a:prstDash val="solid"/>
                <a:headEnd type="none" w="med" len="med"/>
                <a:tailEnd type="none" w="med" len="med"/>
              </a:ln>
            </p:spPr>
          </p:sp>
          <p:sp>
            <p:nvSpPr>
              <p:cNvPr id="34984" name="Line 56"/>
              <p:cNvSpPr/>
              <p:nvPr/>
            </p:nvSpPr>
            <p:spPr>
              <a:xfrm flipV="1">
                <a:off x="984" y="2320"/>
                <a:ext cx="1" cy="64"/>
              </a:xfrm>
              <a:prstGeom prst="line">
                <a:avLst/>
              </a:prstGeom>
              <a:ln w="12700" cap="flat" cmpd="sng">
                <a:solidFill>
                  <a:srgbClr val="000000"/>
                </a:solidFill>
                <a:prstDash val="solid"/>
                <a:headEnd type="none" w="med" len="med"/>
                <a:tailEnd type="none" w="med" len="med"/>
              </a:ln>
            </p:spPr>
          </p:sp>
          <p:sp>
            <p:nvSpPr>
              <p:cNvPr id="34985" name="Line 57"/>
              <p:cNvSpPr/>
              <p:nvPr/>
            </p:nvSpPr>
            <p:spPr>
              <a:xfrm flipV="1">
                <a:off x="984" y="2176"/>
                <a:ext cx="1" cy="64"/>
              </a:xfrm>
              <a:prstGeom prst="line">
                <a:avLst/>
              </a:prstGeom>
              <a:ln w="12700" cap="flat" cmpd="sng">
                <a:solidFill>
                  <a:srgbClr val="000000"/>
                </a:solidFill>
                <a:prstDash val="solid"/>
                <a:headEnd type="none" w="med" len="med"/>
                <a:tailEnd type="none" w="med" len="med"/>
              </a:ln>
            </p:spPr>
          </p:sp>
          <p:sp>
            <p:nvSpPr>
              <p:cNvPr id="34986" name="Line 58"/>
              <p:cNvSpPr/>
              <p:nvPr/>
            </p:nvSpPr>
            <p:spPr>
              <a:xfrm flipV="1">
                <a:off x="984" y="2032"/>
                <a:ext cx="1" cy="64"/>
              </a:xfrm>
              <a:prstGeom prst="line">
                <a:avLst/>
              </a:prstGeom>
              <a:ln w="12700" cap="flat" cmpd="sng">
                <a:solidFill>
                  <a:srgbClr val="000000"/>
                </a:solidFill>
                <a:prstDash val="solid"/>
                <a:headEnd type="none" w="med" len="med"/>
                <a:tailEnd type="none" w="med" len="med"/>
              </a:ln>
            </p:spPr>
          </p:sp>
          <p:sp>
            <p:nvSpPr>
              <p:cNvPr id="34987" name="Line 59"/>
              <p:cNvSpPr/>
              <p:nvPr/>
            </p:nvSpPr>
            <p:spPr>
              <a:xfrm flipV="1">
                <a:off x="984" y="1888"/>
                <a:ext cx="1" cy="64"/>
              </a:xfrm>
              <a:prstGeom prst="line">
                <a:avLst/>
              </a:prstGeom>
              <a:ln w="12700" cap="flat" cmpd="sng">
                <a:solidFill>
                  <a:srgbClr val="000000"/>
                </a:solidFill>
                <a:prstDash val="solid"/>
                <a:headEnd type="none" w="med" len="med"/>
                <a:tailEnd type="none" w="med" len="med"/>
              </a:ln>
            </p:spPr>
          </p:sp>
          <p:sp>
            <p:nvSpPr>
              <p:cNvPr id="34988" name="Line 60"/>
              <p:cNvSpPr/>
              <p:nvPr/>
            </p:nvSpPr>
            <p:spPr>
              <a:xfrm flipV="1">
                <a:off x="984" y="1744"/>
                <a:ext cx="1" cy="64"/>
              </a:xfrm>
              <a:prstGeom prst="line">
                <a:avLst/>
              </a:prstGeom>
              <a:ln w="12700" cap="flat" cmpd="sng">
                <a:solidFill>
                  <a:srgbClr val="000000"/>
                </a:solidFill>
                <a:prstDash val="solid"/>
                <a:headEnd type="none" w="med" len="med"/>
                <a:tailEnd type="none" w="med" len="med"/>
              </a:ln>
            </p:spPr>
          </p:sp>
          <p:sp>
            <p:nvSpPr>
              <p:cNvPr id="34989" name="Line 61"/>
              <p:cNvSpPr/>
              <p:nvPr/>
            </p:nvSpPr>
            <p:spPr>
              <a:xfrm flipV="1">
                <a:off x="984" y="1600"/>
                <a:ext cx="1" cy="64"/>
              </a:xfrm>
              <a:prstGeom prst="line">
                <a:avLst/>
              </a:prstGeom>
              <a:ln w="12700" cap="flat" cmpd="sng">
                <a:solidFill>
                  <a:srgbClr val="000000"/>
                </a:solidFill>
                <a:prstDash val="solid"/>
                <a:headEnd type="none" w="med" len="med"/>
                <a:tailEnd type="none" w="med" len="med"/>
              </a:ln>
            </p:spPr>
          </p:sp>
          <p:sp>
            <p:nvSpPr>
              <p:cNvPr id="34990" name="Line 62"/>
              <p:cNvSpPr/>
              <p:nvPr/>
            </p:nvSpPr>
            <p:spPr>
              <a:xfrm flipV="1">
                <a:off x="984" y="1456"/>
                <a:ext cx="1" cy="64"/>
              </a:xfrm>
              <a:prstGeom prst="line">
                <a:avLst/>
              </a:prstGeom>
              <a:ln w="12700" cap="flat" cmpd="sng">
                <a:solidFill>
                  <a:srgbClr val="000000"/>
                </a:solidFill>
                <a:prstDash val="solid"/>
                <a:headEnd type="none" w="med" len="med"/>
                <a:tailEnd type="none" w="med" len="med"/>
              </a:ln>
            </p:spPr>
          </p:sp>
          <p:sp>
            <p:nvSpPr>
              <p:cNvPr id="34991" name="Line 63"/>
              <p:cNvSpPr/>
              <p:nvPr/>
            </p:nvSpPr>
            <p:spPr>
              <a:xfrm flipV="1">
                <a:off x="984" y="1312"/>
                <a:ext cx="1" cy="64"/>
              </a:xfrm>
              <a:prstGeom prst="line">
                <a:avLst/>
              </a:prstGeom>
              <a:ln w="12700" cap="flat" cmpd="sng">
                <a:solidFill>
                  <a:srgbClr val="000000"/>
                </a:solidFill>
                <a:prstDash val="solid"/>
                <a:headEnd type="none" w="med" len="med"/>
                <a:tailEnd type="none" w="med" len="med"/>
              </a:ln>
            </p:spPr>
          </p:sp>
          <p:sp>
            <p:nvSpPr>
              <p:cNvPr id="34992" name="Line 64"/>
              <p:cNvSpPr/>
              <p:nvPr/>
            </p:nvSpPr>
            <p:spPr>
              <a:xfrm flipV="1">
                <a:off x="984" y="1168"/>
                <a:ext cx="1" cy="64"/>
              </a:xfrm>
              <a:prstGeom prst="line">
                <a:avLst/>
              </a:prstGeom>
              <a:ln w="12700" cap="flat" cmpd="sng">
                <a:solidFill>
                  <a:srgbClr val="000000"/>
                </a:solidFill>
                <a:prstDash val="solid"/>
                <a:headEnd type="none" w="med" len="med"/>
                <a:tailEnd type="none" w="med" len="med"/>
              </a:ln>
            </p:spPr>
          </p:sp>
          <p:sp>
            <p:nvSpPr>
              <p:cNvPr id="34993" name="Line 65"/>
              <p:cNvSpPr/>
              <p:nvPr/>
            </p:nvSpPr>
            <p:spPr>
              <a:xfrm flipV="1">
                <a:off x="984" y="1024"/>
                <a:ext cx="1" cy="64"/>
              </a:xfrm>
              <a:prstGeom prst="line">
                <a:avLst/>
              </a:prstGeom>
              <a:ln w="12700" cap="flat" cmpd="sng">
                <a:solidFill>
                  <a:srgbClr val="000000"/>
                </a:solidFill>
                <a:prstDash val="solid"/>
                <a:headEnd type="none" w="med" len="med"/>
                <a:tailEnd type="none" w="med" len="med"/>
              </a:ln>
            </p:spPr>
          </p:sp>
          <p:sp>
            <p:nvSpPr>
              <p:cNvPr id="34994" name="Line 66"/>
              <p:cNvSpPr/>
              <p:nvPr/>
            </p:nvSpPr>
            <p:spPr>
              <a:xfrm flipV="1">
                <a:off x="984" y="896"/>
                <a:ext cx="1" cy="48"/>
              </a:xfrm>
              <a:prstGeom prst="line">
                <a:avLst/>
              </a:prstGeom>
              <a:ln w="12700" cap="flat" cmpd="sng">
                <a:solidFill>
                  <a:srgbClr val="000000"/>
                </a:solidFill>
                <a:prstDash val="solid"/>
                <a:headEnd type="none" w="med" len="med"/>
                <a:tailEnd type="none" w="med" len="med"/>
              </a:ln>
            </p:spPr>
          </p:sp>
        </p:grpSp>
        <p:grpSp>
          <p:nvGrpSpPr>
            <p:cNvPr id="34829" name="Group 67"/>
            <p:cNvGrpSpPr/>
            <p:nvPr/>
          </p:nvGrpSpPr>
          <p:grpSpPr>
            <a:xfrm>
              <a:off x="336" y="1968"/>
              <a:ext cx="3936" cy="47"/>
              <a:chOff x="336" y="1256"/>
              <a:chExt cx="4512" cy="56"/>
            </a:xfrm>
          </p:grpSpPr>
          <p:sp>
            <p:nvSpPr>
              <p:cNvPr id="34944" name="Freeform 68"/>
              <p:cNvSpPr/>
              <p:nvPr>
                <p:custDataLst>
                  <p:tags r:id="rId17"/>
                </p:custDataLst>
              </p:nvPr>
            </p:nvSpPr>
            <p:spPr>
              <a:xfrm>
                <a:off x="336" y="1256"/>
                <a:ext cx="112" cy="56"/>
              </a:xfrm>
              <a:custGeom>
                <a:avLst/>
                <a:gdLst>
                  <a:gd name="txL" fmla="*/ 0 w 112"/>
                  <a:gd name="txT" fmla="*/ 0 h 56"/>
                  <a:gd name="txR" fmla="*/ 112 w 112"/>
                  <a:gd name="txB" fmla="*/ 56 h 56"/>
                </a:gdLst>
                <a:ahLst/>
                <a:cxnLst>
                  <a:cxn ang="0">
                    <a:pos x="0" y="24"/>
                  </a:cxn>
                  <a:cxn ang="0">
                    <a:pos x="112" y="0"/>
                  </a:cxn>
                  <a:cxn ang="0">
                    <a:pos x="112" y="24"/>
                  </a:cxn>
                  <a:cxn ang="0">
                    <a:pos x="112" y="56"/>
                  </a:cxn>
                  <a:cxn ang="0">
                    <a:pos x="0" y="24"/>
                  </a:cxn>
                </a:cxnLst>
                <a:rect l="txL" t="txT" r="txR" b="txB"/>
                <a:pathLst>
                  <a:path w="112" h="56">
                    <a:moveTo>
                      <a:pt x="0" y="24"/>
                    </a:moveTo>
                    <a:lnTo>
                      <a:pt x="112" y="0"/>
                    </a:lnTo>
                    <a:lnTo>
                      <a:pt x="112" y="24"/>
                    </a:lnTo>
                    <a:lnTo>
                      <a:pt x="112" y="56"/>
                    </a:lnTo>
                    <a:lnTo>
                      <a:pt x="0" y="24"/>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4945" name="Freeform 69"/>
              <p:cNvSpPr/>
              <p:nvPr>
                <p:custDataLst>
                  <p:tags r:id="rId18"/>
                </p:custDataLst>
              </p:nvPr>
            </p:nvSpPr>
            <p:spPr>
              <a:xfrm>
                <a:off x="4736" y="1256"/>
                <a:ext cx="112" cy="56"/>
              </a:xfrm>
              <a:custGeom>
                <a:avLst/>
                <a:gdLst>
                  <a:gd name="txL" fmla="*/ 0 w 112"/>
                  <a:gd name="txT" fmla="*/ 0 h 56"/>
                  <a:gd name="txR" fmla="*/ 112 w 112"/>
                  <a:gd name="txB" fmla="*/ 56 h 56"/>
                </a:gdLst>
                <a:ahLst/>
                <a:cxnLst>
                  <a:cxn ang="0">
                    <a:pos x="112" y="24"/>
                  </a:cxn>
                  <a:cxn ang="0">
                    <a:pos x="0" y="56"/>
                  </a:cxn>
                  <a:cxn ang="0">
                    <a:pos x="0" y="24"/>
                  </a:cxn>
                  <a:cxn ang="0">
                    <a:pos x="0" y="0"/>
                  </a:cxn>
                  <a:cxn ang="0">
                    <a:pos x="112" y="24"/>
                  </a:cxn>
                </a:cxnLst>
                <a:rect l="txL" t="txT" r="txR" b="txB"/>
                <a:pathLst>
                  <a:path w="112" h="56">
                    <a:moveTo>
                      <a:pt x="112" y="24"/>
                    </a:moveTo>
                    <a:lnTo>
                      <a:pt x="0" y="56"/>
                    </a:lnTo>
                    <a:lnTo>
                      <a:pt x="0" y="24"/>
                    </a:lnTo>
                    <a:lnTo>
                      <a:pt x="0" y="0"/>
                    </a:lnTo>
                    <a:lnTo>
                      <a:pt x="112" y="24"/>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4946" name="Line 70"/>
              <p:cNvSpPr/>
              <p:nvPr/>
            </p:nvSpPr>
            <p:spPr>
              <a:xfrm>
                <a:off x="448" y="1280"/>
                <a:ext cx="64" cy="1"/>
              </a:xfrm>
              <a:prstGeom prst="line">
                <a:avLst/>
              </a:prstGeom>
              <a:ln w="12700" cap="flat" cmpd="sng">
                <a:solidFill>
                  <a:srgbClr val="000000"/>
                </a:solidFill>
                <a:prstDash val="solid"/>
                <a:headEnd type="none" w="med" len="med"/>
                <a:tailEnd type="none" w="med" len="med"/>
              </a:ln>
            </p:spPr>
          </p:sp>
          <p:sp>
            <p:nvSpPr>
              <p:cNvPr id="34947" name="Line 71"/>
              <p:cNvSpPr/>
              <p:nvPr/>
            </p:nvSpPr>
            <p:spPr>
              <a:xfrm>
                <a:off x="592" y="1280"/>
                <a:ext cx="64" cy="1"/>
              </a:xfrm>
              <a:prstGeom prst="line">
                <a:avLst/>
              </a:prstGeom>
              <a:ln w="12700" cap="flat" cmpd="sng">
                <a:solidFill>
                  <a:srgbClr val="000000"/>
                </a:solidFill>
                <a:prstDash val="solid"/>
                <a:headEnd type="none" w="med" len="med"/>
                <a:tailEnd type="none" w="med" len="med"/>
              </a:ln>
            </p:spPr>
          </p:sp>
          <p:sp>
            <p:nvSpPr>
              <p:cNvPr id="34948" name="Line 72"/>
              <p:cNvSpPr/>
              <p:nvPr/>
            </p:nvSpPr>
            <p:spPr>
              <a:xfrm>
                <a:off x="736" y="1280"/>
                <a:ext cx="64" cy="1"/>
              </a:xfrm>
              <a:prstGeom prst="line">
                <a:avLst/>
              </a:prstGeom>
              <a:ln w="12700" cap="flat" cmpd="sng">
                <a:solidFill>
                  <a:srgbClr val="000000"/>
                </a:solidFill>
                <a:prstDash val="solid"/>
                <a:headEnd type="none" w="med" len="med"/>
                <a:tailEnd type="none" w="med" len="med"/>
              </a:ln>
            </p:spPr>
          </p:sp>
          <p:sp>
            <p:nvSpPr>
              <p:cNvPr id="34949" name="Line 73"/>
              <p:cNvSpPr/>
              <p:nvPr/>
            </p:nvSpPr>
            <p:spPr>
              <a:xfrm>
                <a:off x="880" y="1280"/>
                <a:ext cx="64" cy="1"/>
              </a:xfrm>
              <a:prstGeom prst="line">
                <a:avLst/>
              </a:prstGeom>
              <a:ln w="12700" cap="flat" cmpd="sng">
                <a:solidFill>
                  <a:srgbClr val="000000"/>
                </a:solidFill>
                <a:prstDash val="solid"/>
                <a:headEnd type="none" w="med" len="med"/>
                <a:tailEnd type="none" w="med" len="med"/>
              </a:ln>
            </p:spPr>
          </p:sp>
          <p:sp>
            <p:nvSpPr>
              <p:cNvPr id="34950" name="Line 74"/>
              <p:cNvSpPr/>
              <p:nvPr/>
            </p:nvSpPr>
            <p:spPr>
              <a:xfrm>
                <a:off x="1024" y="1280"/>
                <a:ext cx="64" cy="1"/>
              </a:xfrm>
              <a:prstGeom prst="line">
                <a:avLst/>
              </a:prstGeom>
              <a:ln w="12700" cap="flat" cmpd="sng">
                <a:solidFill>
                  <a:srgbClr val="000000"/>
                </a:solidFill>
                <a:prstDash val="solid"/>
                <a:headEnd type="none" w="med" len="med"/>
                <a:tailEnd type="none" w="med" len="med"/>
              </a:ln>
            </p:spPr>
          </p:sp>
          <p:sp>
            <p:nvSpPr>
              <p:cNvPr id="34951" name="Line 75"/>
              <p:cNvSpPr/>
              <p:nvPr/>
            </p:nvSpPr>
            <p:spPr>
              <a:xfrm>
                <a:off x="1168" y="1280"/>
                <a:ext cx="64" cy="1"/>
              </a:xfrm>
              <a:prstGeom prst="line">
                <a:avLst/>
              </a:prstGeom>
              <a:ln w="12700" cap="flat" cmpd="sng">
                <a:solidFill>
                  <a:srgbClr val="000000"/>
                </a:solidFill>
                <a:prstDash val="solid"/>
                <a:headEnd type="none" w="med" len="med"/>
                <a:tailEnd type="none" w="med" len="med"/>
              </a:ln>
            </p:spPr>
          </p:sp>
          <p:sp>
            <p:nvSpPr>
              <p:cNvPr id="34952" name="Line 76"/>
              <p:cNvSpPr/>
              <p:nvPr/>
            </p:nvSpPr>
            <p:spPr>
              <a:xfrm>
                <a:off x="1312" y="1280"/>
                <a:ext cx="64" cy="1"/>
              </a:xfrm>
              <a:prstGeom prst="line">
                <a:avLst/>
              </a:prstGeom>
              <a:ln w="12700" cap="flat" cmpd="sng">
                <a:solidFill>
                  <a:srgbClr val="000000"/>
                </a:solidFill>
                <a:prstDash val="solid"/>
                <a:headEnd type="none" w="med" len="med"/>
                <a:tailEnd type="none" w="med" len="med"/>
              </a:ln>
            </p:spPr>
          </p:sp>
          <p:sp>
            <p:nvSpPr>
              <p:cNvPr id="34953" name="Line 77"/>
              <p:cNvSpPr/>
              <p:nvPr/>
            </p:nvSpPr>
            <p:spPr>
              <a:xfrm>
                <a:off x="1456" y="1280"/>
                <a:ext cx="64" cy="1"/>
              </a:xfrm>
              <a:prstGeom prst="line">
                <a:avLst/>
              </a:prstGeom>
              <a:ln w="12700" cap="flat" cmpd="sng">
                <a:solidFill>
                  <a:srgbClr val="000000"/>
                </a:solidFill>
                <a:prstDash val="solid"/>
                <a:headEnd type="none" w="med" len="med"/>
                <a:tailEnd type="none" w="med" len="med"/>
              </a:ln>
            </p:spPr>
          </p:sp>
          <p:sp>
            <p:nvSpPr>
              <p:cNvPr id="34954" name="Line 78"/>
              <p:cNvSpPr/>
              <p:nvPr/>
            </p:nvSpPr>
            <p:spPr>
              <a:xfrm>
                <a:off x="1600" y="1280"/>
                <a:ext cx="64" cy="1"/>
              </a:xfrm>
              <a:prstGeom prst="line">
                <a:avLst/>
              </a:prstGeom>
              <a:ln w="12700" cap="flat" cmpd="sng">
                <a:solidFill>
                  <a:srgbClr val="000000"/>
                </a:solidFill>
                <a:prstDash val="solid"/>
                <a:headEnd type="none" w="med" len="med"/>
                <a:tailEnd type="none" w="med" len="med"/>
              </a:ln>
            </p:spPr>
          </p:sp>
          <p:sp>
            <p:nvSpPr>
              <p:cNvPr id="34955" name="Line 79"/>
              <p:cNvSpPr/>
              <p:nvPr/>
            </p:nvSpPr>
            <p:spPr>
              <a:xfrm>
                <a:off x="1744" y="1280"/>
                <a:ext cx="64" cy="1"/>
              </a:xfrm>
              <a:prstGeom prst="line">
                <a:avLst/>
              </a:prstGeom>
              <a:ln w="12700" cap="flat" cmpd="sng">
                <a:solidFill>
                  <a:srgbClr val="000000"/>
                </a:solidFill>
                <a:prstDash val="solid"/>
                <a:headEnd type="none" w="med" len="med"/>
                <a:tailEnd type="none" w="med" len="med"/>
              </a:ln>
            </p:spPr>
          </p:sp>
          <p:sp>
            <p:nvSpPr>
              <p:cNvPr id="34956" name="Line 80"/>
              <p:cNvSpPr/>
              <p:nvPr/>
            </p:nvSpPr>
            <p:spPr>
              <a:xfrm>
                <a:off x="1888" y="1280"/>
                <a:ext cx="64" cy="1"/>
              </a:xfrm>
              <a:prstGeom prst="line">
                <a:avLst/>
              </a:prstGeom>
              <a:ln w="12700" cap="flat" cmpd="sng">
                <a:solidFill>
                  <a:srgbClr val="000000"/>
                </a:solidFill>
                <a:prstDash val="solid"/>
                <a:headEnd type="none" w="med" len="med"/>
                <a:tailEnd type="none" w="med" len="med"/>
              </a:ln>
            </p:spPr>
          </p:sp>
          <p:sp>
            <p:nvSpPr>
              <p:cNvPr id="34957" name="Line 81"/>
              <p:cNvSpPr/>
              <p:nvPr/>
            </p:nvSpPr>
            <p:spPr>
              <a:xfrm>
                <a:off x="2032" y="1280"/>
                <a:ext cx="64" cy="1"/>
              </a:xfrm>
              <a:prstGeom prst="line">
                <a:avLst/>
              </a:prstGeom>
              <a:ln w="12700" cap="flat" cmpd="sng">
                <a:solidFill>
                  <a:srgbClr val="000000"/>
                </a:solidFill>
                <a:prstDash val="solid"/>
                <a:headEnd type="none" w="med" len="med"/>
                <a:tailEnd type="none" w="med" len="med"/>
              </a:ln>
            </p:spPr>
          </p:sp>
          <p:sp>
            <p:nvSpPr>
              <p:cNvPr id="34958" name="Line 82"/>
              <p:cNvSpPr/>
              <p:nvPr/>
            </p:nvSpPr>
            <p:spPr>
              <a:xfrm>
                <a:off x="2176" y="1280"/>
                <a:ext cx="64" cy="1"/>
              </a:xfrm>
              <a:prstGeom prst="line">
                <a:avLst/>
              </a:prstGeom>
              <a:ln w="12700" cap="flat" cmpd="sng">
                <a:solidFill>
                  <a:srgbClr val="000000"/>
                </a:solidFill>
                <a:prstDash val="solid"/>
                <a:headEnd type="none" w="med" len="med"/>
                <a:tailEnd type="none" w="med" len="med"/>
              </a:ln>
            </p:spPr>
          </p:sp>
          <p:sp>
            <p:nvSpPr>
              <p:cNvPr id="34959" name="Line 83"/>
              <p:cNvSpPr/>
              <p:nvPr/>
            </p:nvSpPr>
            <p:spPr>
              <a:xfrm>
                <a:off x="2320" y="1280"/>
                <a:ext cx="64" cy="1"/>
              </a:xfrm>
              <a:prstGeom prst="line">
                <a:avLst/>
              </a:prstGeom>
              <a:ln w="12700" cap="flat" cmpd="sng">
                <a:solidFill>
                  <a:srgbClr val="000000"/>
                </a:solidFill>
                <a:prstDash val="solid"/>
                <a:headEnd type="none" w="med" len="med"/>
                <a:tailEnd type="none" w="med" len="med"/>
              </a:ln>
            </p:spPr>
          </p:sp>
          <p:sp>
            <p:nvSpPr>
              <p:cNvPr id="34960" name="Line 84"/>
              <p:cNvSpPr/>
              <p:nvPr/>
            </p:nvSpPr>
            <p:spPr>
              <a:xfrm>
                <a:off x="2464" y="1280"/>
                <a:ext cx="64" cy="1"/>
              </a:xfrm>
              <a:prstGeom prst="line">
                <a:avLst/>
              </a:prstGeom>
              <a:ln w="12700" cap="flat" cmpd="sng">
                <a:solidFill>
                  <a:srgbClr val="000000"/>
                </a:solidFill>
                <a:prstDash val="solid"/>
                <a:headEnd type="none" w="med" len="med"/>
                <a:tailEnd type="none" w="med" len="med"/>
              </a:ln>
            </p:spPr>
          </p:sp>
          <p:sp>
            <p:nvSpPr>
              <p:cNvPr id="34961" name="Line 85"/>
              <p:cNvSpPr/>
              <p:nvPr/>
            </p:nvSpPr>
            <p:spPr>
              <a:xfrm>
                <a:off x="2608" y="1280"/>
                <a:ext cx="64" cy="1"/>
              </a:xfrm>
              <a:prstGeom prst="line">
                <a:avLst/>
              </a:prstGeom>
              <a:ln w="12700" cap="flat" cmpd="sng">
                <a:solidFill>
                  <a:srgbClr val="000000"/>
                </a:solidFill>
                <a:prstDash val="solid"/>
                <a:headEnd type="none" w="med" len="med"/>
                <a:tailEnd type="none" w="med" len="med"/>
              </a:ln>
            </p:spPr>
          </p:sp>
          <p:sp>
            <p:nvSpPr>
              <p:cNvPr id="34962" name="Line 86"/>
              <p:cNvSpPr/>
              <p:nvPr/>
            </p:nvSpPr>
            <p:spPr>
              <a:xfrm>
                <a:off x="2752" y="1280"/>
                <a:ext cx="64" cy="1"/>
              </a:xfrm>
              <a:prstGeom prst="line">
                <a:avLst/>
              </a:prstGeom>
              <a:ln w="12700" cap="flat" cmpd="sng">
                <a:solidFill>
                  <a:srgbClr val="000000"/>
                </a:solidFill>
                <a:prstDash val="solid"/>
                <a:headEnd type="none" w="med" len="med"/>
                <a:tailEnd type="none" w="med" len="med"/>
              </a:ln>
            </p:spPr>
          </p:sp>
          <p:sp>
            <p:nvSpPr>
              <p:cNvPr id="34963" name="Line 87"/>
              <p:cNvSpPr/>
              <p:nvPr/>
            </p:nvSpPr>
            <p:spPr>
              <a:xfrm>
                <a:off x="2896" y="1280"/>
                <a:ext cx="64" cy="1"/>
              </a:xfrm>
              <a:prstGeom prst="line">
                <a:avLst/>
              </a:prstGeom>
              <a:ln w="12700" cap="flat" cmpd="sng">
                <a:solidFill>
                  <a:srgbClr val="000000"/>
                </a:solidFill>
                <a:prstDash val="solid"/>
                <a:headEnd type="none" w="med" len="med"/>
                <a:tailEnd type="none" w="med" len="med"/>
              </a:ln>
            </p:spPr>
          </p:sp>
          <p:sp>
            <p:nvSpPr>
              <p:cNvPr id="34964" name="Line 88"/>
              <p:cNvSpPr/>
              <p:nvPr/>
            </p:nvSpPr>
            <p:spPr>
              <a:xfrm>
                <a:off x="3040" y="1280"/>
                <a:ext cx="64" cy="1"/>
              </a:xfrm>
              <a:prstGeom prst="line">
                <a:avLst/>
              </a:prstGeom>
              <a:ln w="12700" cap="flat" cmpd="sng">
                <a:solidFill>
                  <a:srgbClr val="000000"/>
                </a:solidFill>
                <a:prstDash val="solid"/>
                <a:headEnd type="none" w="med" len="med"/>
                <a:tailEnd type="none" w="med" len="med"/>
              </a:ln>
            </p:spPr>
          </p:sp>
          <p:sp>
            <p:nvSpPr>
              <p:cNvPr id="34965" name="Line 89"/>
              <p:cNvSpPr/>
              <p:nvPr/>
            </p:nvSpPr>
            <p:spPr>
              <a:xfrm>
                <a:off x="3184" y="1280"/>
                <a:ext cx="64" cy="1"/>
              </a:xfrm>
              <a:prstGeom prst="line">
                <a:avLst/>
              </a:prstGeom>
              <a:ln w="12700" cap="flat" cmpd="sng">
                <a:solidFill>
                  <a:srgbClr val="000000"/>
                </a:solidFill>
                <a:prstDash val="solid"/>
                <a:headEnd type="none" w="med" len="med"/>
                <a:tailEnd type="none" w="med" len="med"/>
              </a:ln>
            </p:spPr>
          </p:sp>
          <p:sp>
            <p:nvSpPr>
              <p:cNvPr id="34966" name="Line 90"/>
              <p:cNvSpPr/>
              <p:nvPr/>
            </p:nvSpPr>
            <p:spPr>
              <a:xfrm>
                <a:off x="3328" y="1280"/>
                <a:ext cx="64" cy="1"/>
              </a:xfrm>
              <a:prstGeom prst="line">
                <a:avLst/>
              </a:prstGeom>
              <a:ln w="12700" cap="flat" cmpd="sng">
                <a:solidFill>
                  <a:srgbClr val="000000"/>
                </a:solidFill>
                <a:prstDash val="solid"/>
                <a:headEnd type="none" w="med" len="med"/>
                <a:tailEnd type="none" w="med" len="med"/>
              </a:ln>
            </p:spPr>
          </p:sp>
          <p:sp>
            <p:nvSpPr>
              <p:cNvPr id="34967" name="Line 91"/>
              <p:cNvSpPr/>
              <p:nvPr/>
            </p:nvSpPr>
            <p:spPr>
              <a:xfrm>
                <a:off x="3472" y="1280"/>
                <a:ext cx="64" cy="1"/>
              </a:xfrm>
              <a:prstGeom prst="line">
                <a:avLst/>
              </a:prstGeom>
              <a:ln w="12700" cap="flat" cmpd="sng">
                <a:solidFill>
                  <a:srgbClr val="000000"/>
                </a:solidFill>
                <a:prstDash val="solid"/>
                <a:headEnd type="none" w="med" len="med"/>
                <a:tailEnd type="none" w="med" len="med"/>
              </a:ln>
            </p:spPr>
          </p:sp>
          <p:sp>
            <p:nvSpPr>
              <p:cNvPr id="34968" name="Line 92"/>
              <p:cNvSpPr/>
              <p:nvPr/>
            </p:nvSpPr>
            <p:spPr>
              <a:xfrm>
                <a:off x="3616" y="1280"/>
                <a:ext cx="64" cy="1"/>
              </a:xfrm>
              <a:prstGeom prst="line">
                <a:avLst/>
              </a:prstGeom>
              <a:ln w="12700" cap="flat" cmpd="sng">
                <a:solidFill>
                  <a:srgbClr val="000000"/>
                </a:solidFill>
                <a:prstDash val="solid"/>
                <a:headEnd type="none" w="med" len="med"/>
                <a:tailEnd type="none" w="med" len="med"/>
              </a:ln>
            </p:spPr>
          </p:sp>
          <p:sp>
            <p:nvSpPr>
              <p:cNvPr id="34969" name="Line 93"/>
              <p:cNvSpPr/>
              <p:nvPr/>
            </p:nvSpPr>
            <p:spPr>
              <a:xfrm>
                <a:off x="3760" y="1280"/>
                <a:ext cx="64" cy="1"/>
              </a:xfrm>
              <a:prstGeom prst="line">
                <a:avLst/>
              </a:prstGeom>
              <a:ln w="12700" cap="flat" cmpd="sng">
                <a:solidFill>
                  <a:srgbClr val="000000"/>
                </a:solidFill>
                <a:prstDash val="solid"/>
                <a:headEnd type="none" w="med" len="med"/>
                <a:tailEnd type="none" w="med" len="med"/>
              </a:ln>
            </p:spPr>
          </p:sp>
          <p:sp>
            <p:nvSpPr>
              <p:cNvPr id="34970" name="Line 94"/>
              <p:cNvSpPr/>
              <p:nvPr/>
            </p:nvSpPr>
            <p:spPr>
              <a:xfrm>
                <a:off x="3904" y="1280"/>
                <a:ext cx="64" cy="1"/>
              </a:xfrm>
              <a:prstGeom prst="line">
                <a:avLst/>
              </a:prstGeom>
              <a:ln w="12700" cap="flat" cmpd="sng">
                <a:solidFill>
                  <a:srgbClr val="000000"/>
                </a:solidFill>
                <a:prstDash val="solid"/>
                <a:headEnd type="none" w="med" len="med"/>
                <a:tailEnd type="none" w="med" len="med"/>
              </a:ln>
            </p:spPr>
          </p:sp>
          <p:sp>
            <p:nvSpPr>
              <p:cNvPr id="34971" name="Line 95"/>
              <p:cNvSpPr/>
              <p:nvPr/>
            </p:nvSpPr>
            <p:spPr>
              <a:xfrm>
                <a:off x="4048" y="1280"/>
                <a:ext cx="64" cy="1"/>
              </a:xfrm>
              <a:prstGeom prst="line">
                <a:avLst/>
              </a:prstGeom>
              <a:ln w="12700" cap="flat" cmpd="sng">
                <a:solidFill>
                  <a:srgbClr val="000000"/>
                </a:solidFill>
                <a:prstDash val="solid"/>
                <a:headEnd type="none" w="med" len="med"/>
                <a:tailEnd type="none" w="med" len="med"/>
              </a:ln>
            </p:spPr>
          </p:sp>
          <p:sp>
            <p:nvSpPr>
              <p:cNvPr id="34972" name="Line 96"/>
              <p:cNvSpPr/>
              <p:nvPr/>
            </p:nvSpPr>
            <p:spPr>
              <a:xfrm>
                <a:off x="4192" y="1280"/>
                <a:ext cx="64" cy="1"/>
              </a:xfrm>
              <a:prstGeom prst="line">
                <a:avLst/>
              </a:prstGeom>
              <a:ln w="12700" cap="flat" cmpd="sng">
                <a:solidFill>
                  <a:srgbClr val="000000"/>
                </a:solidFill>
                <a:prstDash val="solid"/>
                <a:headEnd type="none" w="med" len="med"/>
                <a:tailEnd type="none" w="med" len="med"/>
              </a:ln>
            </p:spPr>
          </p:sp>
          <p:sp>
            <p:nvSpPr>
              <p:cNvPr id="34973" name="Line 97"/>
              <p:cNvSpPr/>
              <p:nvPr/>
            </p:nvSpPr>
            <p:spPr>
              <a:xfrm>
                <a:off x="4336" y="1280"/>
                <a:ext cx="64" cy="1"/>
              </a:xfrm>
              <a:prstGeom prst="line">
                <a:avLst/>
              </a:prstGeom>
              <a:ln w="12700" cap="flat" cmpd="sng">
                <a:solidFill>
                  <a:srgbClr val="000000"/>
                </a:solidFill>
                <a:prstDash val="solid"/>
                <a:headEnd type="none" w="med" len="med"/>
                <a:tailEnd type="none" w="med" len="med"/>
              </a:ln>
            </p:spPr>
          </p:sp>
          <p:sp>
            <p:nvSpPr>
              <p:cNvPr id="34974" name="Line 98"/>
              <p:cNvSpPr/>
              <p:nvPr/>
            </p:nvSpPr>
            <p:spPr>
              <a:xfrm>
                <a:off x="4480" y="1280"/>
                <a:ext cx="64" cy="1"/>
              </a:xfrm>
              <a:prstGeom prst="line">
                <a:avLst/>
              </a:prstGeom>
              <a:ln w="12700" cap="flat" cmpd="sng">
                <a:solidFill>
                  <a:srgbClr val="000000"/>
                </a:solidFill>
                <a:prstDash val="solid"/>
                <a:headEnd type="none" w="med" len="med"/>
                <a:tailEnd type="none" w="med" len="med"/>
              </a:ln>
            </p:spPr>
          </p:sp>
          <p:sp>
            <p:nvSpPr>
              <p:cNvPr id="34975" name="Line 99"/>
              <p:cNvSpPr/>
              <p:nvPr/>
            </p:nvSpPr>
            <p:spPr>
              <a:xfrm>
                <a:off x="4624" y="1280"/>
                <a:ext cx="64" cy="1"/>
              </a:xfrm>
              <a:prstGeom prst="line">
                <a:avLst/>
              </a:prstGeom>
              <a:ln w="12700" cap="flat" cmpd="sng">
                <a:solidFill>
                  <a:srgbClr val="000000"/>
                </a:solidFill>
                <a:prstDash val="solid"/>
                <a:headEnd type="none" w="med" len="med"/>
                <a:tailEnd type="none" w="med" len="med"/>
              </a:ln>
            </p:spPr>
          </p:sp>
        </p:grpSp>
        <p:sp>
          <p:nvSpPr>
            <p:cNvPr id="34830" name="Rectangle 100"/>
            <p:cNvSpPr/>
            <p:nvPr/>
          </p:nvSpPr>
          <p:spPr>
            <a:xfrm>
              <a:off x="1076" y="3872"/>
              <a:ext cx="83" cy="174"/>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a</a:t>
              </a:r>
            </a:p>
          </p:txBody>
        </p:sp>
        <p:sp>
          <p:nvSpPr>
            <p:cNvPr id="34831" name="Rectangle 101"/>
            <p:cNvSpPr/>
            <p:nvPr/>
          </p:nvSpPr>
          <p:spPr>
            <a:xfrm>
              <a:off x="1612" y="3856"/>
              <a:ext cx="97" cy="174"/>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b</a:t>
              </a:r>
            </a:p>
          </p:txBody>
        </p:sp>
        <p:sp>
          <p:nvSpPr>
            <p:cNvPr id="34832" name="Rectangle 102"/>
            <p:cNvSpPr/>
            <p:nvPr/>
          </p:nvSpPr>
          <p:spPr>
            <a:xfrm>
              <a:off x="2972" y="3856"/>
              <a:ext cx="75" cy="174"/>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c</a:t>
              </a:r>
            </a:p>
          </p:txBody>
        </p:sp>
        <p:sp>
          <p:nvSpPr>
            <p:cNvPr id="34833" name="Rectangle 103"/>
            <p:cNvSpPr/>
            <p:nvPr/>
          </p:nvSpPr>
          <p:spPr>
            <a:xfrm>
              <a:off x="3980" y="3848"/>
              <a:ext cx="97" cy="174"/>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d</a:t>
              </a:r>
            </a:p>
          </p:txBody>
        </p:sp>
        <p:grpSp>
          <p:nvGrpSpPr>
            <p:cNvPr id="34834" name="Group 104"/>
            <p:cNvGrpSpPr/>
            <p:nvPr/>
          </p:nvGrpSpPr>
          <p:grpSpPr>
            <a:xfrm>
              <a:off x="424" y="1336"/>
              <a:ext cx="166" cy="222"/>
              <a:chOff x="624" y="352"/>
              <a:chExt cx="166" cy="222"/>
            </a:xfrm>
          </p:grpSpPr>
          <p:sp>
            <p:nvSpPr>
              <p:cNvPr id="34942" name="Rectangle 105"/>
              <p:cNvSpPr/>
              <p:nvPr/>
            </p:nvSpPr>
            <p:spPr>
              <a:xfrm>
                <a:off x="624" y="352"/>
                <a:ext cx="85" cy="174"/>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x</a:t>
                </a:r>
              </a:p>
            </p:txBody>
          </p:sp>
          <p:sp>
            <p:nvSpPr>
              <p:cNvPr id="34943" name="Rectangle 106"/>
              <p:cNvSpPr/>
              <p:nvPr/>
            </p:nvSpPr>
            <p:spPr>
              <a:xfrm>
                <a:off x="700" y="400"/>
                <a:ext cx="90" cy="174"/>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2</a:t>
                </a:r>
              </a:p>
            </p:txBody>
          </p:sp>
        </p:grpSp>
        <p:grpSp>
          <p:nvGrpSpPr>
            <p:cNvPr id="34835" name="Group 107"/>
            <p:cNvGrpSpPr/>
            <p:nvPr/>
          </p:nvGrpSpPr>
          <p:grpSpPr>
            <a:xfrm>
              <a:off x="4368" y="3824"/>
              <a:ext cx="166" cy="222"/>
              <a:chOff x="4544" y="3112"/>
              <a:chExt cx="166" cy="222"/>
            </a:xfrm>
          </p:grpSpPr>
          <p:sp>
            <p:nvSpPr>
              <p:cNvPr id="34940" name="Rectangle 108"/>
              <p:cNvSpPr/>
              <p:nvPr/>
            </p:nvSpPr>
            <p:spPr>
              <a:xfrm>
                <a:off x="4544" y="3112"/>
                <a:ext cx="85" cy="174"/>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x</a:t>
                </a:r>
              </a:p>
            </p:txBody>
          </p:sp>
          <p:sp>
            <p:nvSpPr>
              <p:cNvPr id="34941" name="Rectangle 109"/>
              <p:cNvSpPr/>
              <p:nvPr/>
            </p:nvSpPr>
            <p:spPr>
              <a:xfrm>
                <a:off x="4620" y="3160"/>
                <a:ext cx="90" cy="174"/>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1</a:t>
                </a:r>
              </a:p>
            </p:txBody>
          </p:sp>
        </p:grpSp>
        <p:sp>
          <p:nvSpPr>
            <p:cNvPr id="34836" name="Rectangle 110"/>
            <p:cNvSpPr/>
            <p:nvPr>
              <p:custDataLst>
                <p:tags r:id="rId1"/>
              </p:custDataLst>
            </p:nvPr>
          </p:nvSpPr>
          <p:spPr>
            <a:xfrm>
              <a:off x="1016" y="2024"/>
              <a:ext cx="2848" cy="1248"/>
            </a:xfrm>
            <a:prstGeom prst="rect">
              <a:avLst/>
            </a:prstGeom>
            <a:blipFill rotWithShape="0">
              <a:blip r:embed="rId26"/>
            </a:blipFill>
            <a:ln w="9525">
              <a:noFill/>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grpSp>
          <p:nvGrpSpPr>
            <p:cNvPr id="34837" name="Group 111"/>
            <p:cNvGrpSpPr/>
            <p:nvPr/>
          </p:nvGrpSpPr>
          <p:grpSpPr>
            <a:xfrm>
              <a:off x="368" y="2392"/>
              <a:ext cx="3856" cy="56"/>
              <a:chOff x="368" y="1680"/>
              <a:chExt cx="4520" cy="56"/>
            </a:xfrm>
          </p:grpSpPr>
          <p:sp>
            <p:nvSpPr>
              <p:cNvPr id="34908" name="Freeform 112"/>
              <p:cNvSpPr/>
              <p:nvPr>
                <p:custDataLst>
                  <p:tags r:id="rId15"/>
                </p:custDataLst>
              </p:nvPr>
            </p:nvSpPr>
            <p:spPr>
              <a:xfrm>
                <a:off x="368" y="1680"/>
                <a:ext cx="112" cy="56"/>
              </a:xfrm>
              <a:custGeom>
                <a:avLst/>
                <a:gdLst>
                  <a:gd name="txL" fmla="*/ 0 w 112"/>
                  <a:gd name="txT" fmla="*/ 0 h 56"/>
                  <a:gd name="txR" fmla="*/ 112 w 112"/>
                  <a:gd name="txB" fmla="*/ 56 h 56"/>
                </a:gdLst>
                <a:ahLst/>
                <a:cxnLst>
                  <a:cxn ang="0">
                    <a:pos x="0" y="24"/>
                  </a:cxn>
                  <a:cxn ang="0">
                    <a:pos x="112" y="0"/>
                  </a:cxn>
                  <a:cxn ang="0">
                    <a:pos x="112" y="24"/>
                  </a:cxn>
                  <a:cxn ang="0">
                    <a:pos x="112" y="56"/>
                  </a:cxn>
                  <a:cxn ang="0">
                    <a:pos x="0" y="24"/>
                  </a:cxn>
                </a:cxnLst>
                <a:rect l="txL" t="txT" r="txR" b="txB"/>
                <a:pathLst>
                  <a:path w="112" h="56">
                    <a:moveTo>
                      <a:pt x="0" y="24"/>
                    </a:moveTo>
                    <a:lnTo>
                      <a:pt x="112" y="0"/>
                    </a:lnTo>
                    <a:lnTo>
                      <a:pt x="112" y="24"/>
                    </a:lnTo>
                    <a:lnTo>
                      <a:pt x="112" y="56"/>
                    </a:lnTo>
                    <a:lnTo>
                      <a:pt x="0" y="24"/>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4909" name="Freeform 113"/>
              <p:cNvSpPr/>
              <p:nvPr>
                <p:custDataLst>
                  <p:tags r:id="rId16"/>
                </p:custDataLst>
              </p:nvPr>
            </p:nvSpPr>
            <p:spPr>
              <a:xfrm>
                <a:off x="4776" y="1680"/>
                <a:ext cx="112" cy="56"/>
              </a:xfrm>
              <a:custGeom>
                <a:avLst/>
                <a:gdLst>
                  <a:gd name="txL" fmla="*/ 0 w 112"/>
                  <a:gd name="txT" fmla="*/ 0 h 56"/>
                  <a:gd name="txR" fmla="*/ 112 w 112"/>
                  <a:gd name="txB" fmla="*/ 56 h 56"/>
                </a:gdLst>
                <a:ahLst/>
                <a:cxnLst>
                  <a:cxn ang="0">
                    <a:pos x="112" y="24"/>
                  </a:cxn>
                  <a:cxn ang="0">
                    <a:pos x="0" y="56"/>
                  </a:cxn>
                  <a:cxn ang="0">
                    <a:pos x="0" y="24"/>
                  </a:cxn>
                  <a:cxn ang="0">
                    <a:pos x="0" y="0"/>
                  </a:cxn>
                  <a:cxn ang="0">
                    <a:pos x="112" y="24"/>
                  </a:cxn>
                </a:cxnLst>
                <a:rect l="txL" t="txT" r="txR" b="txB"/>
                <a:pathLst>
                  <a:path w="112" h="56">
                    <a:moveTo>
                      <a:pt x="112" y="24"/>
                    </a:moveTo>
                    <a:lnTo>
                      <a:pt x="0" y="56"/>
                    </a:lnTo>
                    <a:lnTo>
                      <a:pt x="0" y="24"/>
                    </a:lnTo>
                    <a:lnTo>
                      <a:pt x="0" y="0"/>
                    </a:lnTo>
                    <a:lnTo>
                      <a:pt x="112" y="24"/>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4910" name="Line 114"/>
              <p:cNvSpPr/>
              <p:nvPr/>
            </p:nvSpPr>
            <p:spPr>
              <a:xfrm>
                <a:off x="480" y="1704"/>
                <a:ext cx="64" cy="1"/>
              </a:xfrm>
              <a:prstGeom prst="line">
                <a:avLst/>
              </a:prstGeom>
              <a:ln w="12700" cap="flat" cmpd="sng">
                <a:solidFill>
                  <a:srgbClr val="000000"/>
                </a:solidFill>
                <a:prstDash val="solid"/>
                <a:headEnd type="none" w="med" len="med"/>
                <a:tailEnd type="none" w="med" len="med"/>
              </a:ln>
            </p:spPr>
          </p:sp>
          <p:sp>
            <p:nvSpPr>
              <p:cNvPr id="34911" name="Line 115"/>
              <p:cNvSpPr/>
              <p:nvPr/>
            </p:nvSpPr>
            <p:spPr>
              <a:xfrm>
                <a:off x="624" y="1704"/>
                <a:ext cx="64" cy="1"/>
              </a:xfrm>
              <a:prstGeom prst="line">
                <a:avLst/>
              </a:prstGeom>
              <a:ln w="12700" cap="flat" cmpd="sng">
                <a:solidFill>
                  <a:srgbClr val="000000"/>
                </a:solidFill>
                <a:prstDash val="solid"/>
                <a:headEnd type="none" w="med" len="med"/>
                <a:tailEnd type="none" w="med" len="med"/>
              </a:ln>
            </p:spPr>
          </p:sp>
          <p:sp>
            <p:nvSpPr>
              <p:cNvPr id="34912" name="Line 116"/>
              <p:cNvSpPr/>
              <p:nvPr/>
            </p:nvSpPr>
            <p:spPr>
              <a:xfrm>
                <a:off x="768" y="1704"/>
                <a:ext cx="64" cy="1"/>
              </a:xfrm>
              <a:prstGeom prst="line">
                <a:avLst/>
              </a:prstGeom>
              <a:ln w="12700" cap="flat" cmpd="sng">
                <a:solidFill>
                  <a:srgbClr val="000000"/>
                </a:solidFill>
                <a:prstDash val="solid"/>
                <a:headEnd type="none" w="med" len="med"/>
                <a:tailEnd type="none" w="med" len="med"/>
              </a:ln>
            </p:spPr>
          </p:sp>
          <p:sp>
            <p:nvSpPr>
              <p:cNvPr id="34913" name="Line 117"/>
              <p:cNvSpPr/>
              <p:nvPr/>
            </p:nvSpPr>
            <p:spPr>
              <a:xfrm>
                <a:off x="912" y="1704"/>
                <a:ext cx="64" cy="1"/>
              </a:xfrm>
              <a:prstGeom prst="line">
                <a:avLst/>
              </a:prstGeom>
              <a:ln w="12700" cap="flat" cmpd="sng">
                <a:solidFill>
                  <a:srgbClr val="000000"/>
                </a:solidFill>
                <a:prstDash val="solid"/>
                <a:headEnd type="none" w="med" len="med"/>
                <a:tailEnd type="none" w="med" len="med"/>
              </a:ln>
            </p:spPr>
          </p:sp>
          <p:sp>
            <p:nvSpPr>
              <p:cNvPr id="34914" name="Line 118"/>
              <p:cNvSpPr/>
              <p:nvPr/>
            </p:nvSpPr>
            <p:spPr>
              <a:xfrm>
                <a:off x="1056" y="1704"/>
                <a:ext cx="64" cy="1"/>
              </a:xfrm>
              <a:prstGeom prst="line">
                <a:avLst/>
              </a:prstGeom>
              <a:ln w="12700" cap="flat" cmpd="sng">
                <a:solidFill>
                  <a:srgbClr val="000000"/>
                </a:solidFill>
                <a:prstDash val="solid"/>
                <a:headEnd type="none" w="med" len="med"/>
                <a:tailEnd type="none" w="med" len="med"/>
              </a:ln>
            </p:spPr>
          </p:sp>
          <p:sp>
            <p:nvSpPr>
              <p:cNvPr id="34915" name="Line 119"/>
              <p:cNvSpPr/>
              <p:nvPr/>
            </p:nvSpPr>
            <p:spPr>
              <a:xfrm>
                <a:off x="1200" y="1704"/>
                <a:ext cx="64" cy="1"/>
              </a:xfrm>
              <a:prstGeom prst="line">
                <a:avLst/>
              </a:prstGeom>
              <a:ln w="12700" cap="flat" cmpd="sng">
                <a:solidFill>
                  <a:srgbClr val="000000"/>
                </a:solidFill>
                <a:prstDash val="solid"/>
                <a:headEnd type="none" w="med" len="med"/>
                <a:tailEnd type="none" w="med" len="med"/>
              </a:ln>
            </p:spPr>
          </p:sp>
          <p:sp>
            <p:nvSpPr>
              <p:cNvPr id="34916" name="Line 120"/>
              <p:cNvSpPr/>
              <p:nvPr/>
            </p:nvSpPr>
            <p:spPr>
              <a:xfrm>
                <a:off x="1344" y="1704"/>
                <a:ext cx="64" cy="1"/>
              </a:xfrm>
              <a:prstGeom prst="line">
                <a:avLst/>
              </a:prstGeom>
              <a:ln w="12700" cap="flat" cmpd="sng">
                <a:solidFill>
                  <a:srgbClr val="000000"/>
                </a:solidFill>
                <a:prstDash val="solid"/>
                <a:headEnd type="none" w="med" len="med"/>
                <a:tailEnd type="none" w="med" len="med"/>
              </a:ln>
            </p:spPr>
          </p:sp>
          <p:sp>
            <p:nvSpPr>
              <p:cNvPr id="34917" name="Line 121"/>
              <p:cNvSpPr/>
              <p:nvPr/>
            </p:nvSpPr>
            <p:spPr>
              <a:xfrm>
                <a:off x="1488" y="1704"/>
                <a:ext cx="64" cy="1"/>
              </a:xfrm>
              <a:prstGeom prst="line">
                <a:avLst/>
              </a:prstGeom>
              <a:ln w="12700" cap="flat" cmpd="sng">
                <a:solidFill>
                  <a:srgbClr val="000000"/>
                </a:solidFill>
                <a:prstDash val="solid"/>
                <a:headEnd type="none" w="med" len="med"/>
                <a:tailEnd type="none" w="med" len="med"/>
              </a:ln>
            </p:spPr>
          </p:sp>
          <p:sp>
            <p:nvSpPr>
              <p:cNvPr id="34918" name="Line 122"/>
              <p:cNvSpPr/>
              <p:nvPr/>
            </p:nvSpPr>
            <p:spPr>
              <a:xfrm>
                <a:off x="1632" y="1704"/>
                <a:ext cx="64" cy="1"/>
              </a:xfrm>
              <a:prstGeom prst="line">
                <a:avLst/>
              </a:prstGeom>
              <a:ln w="12700" cap="flat" cmpd="sng">
                <a:solidFill>
                  <a:srgbClr val="000000"/>
                </a:solidFill>
                <a:prstDash val="solid"/>
                <a:headEnd type="none" w="med" len="med"/>
                <a:tailEnd type="none" w="med" len="med"/>
              </a:ln>
            </p:spPr>
          </p:sp>
          <p:sp>
            <p:nvSpPr>
              <p:cNvPr id="34919" name="Line 123"/>
              <p:cNvSpPr/>
              <p:nvPr/>
            </p:nvSpPr>
            <p:spPr>
              <a:xfrm>
                <a:off x="1776" y="1704"/>
                <a:ext cx="64" cy="1"/>
              </a:xfrm>
              <a:prstGeom prst="line">
                <a:avLst/>
              </a:prstGeom>
              <a:ln w="12700" cap="flat" cmpd="sng">
                <a:solidFill>
                  <a:srgbClr val="000000"/>
                </a:solidFill>
                <a:prstDash val="solid"/>
                <a:headEnd type="none" w="med" len="med"/>
                <a:tailEnd type="none" w="med" len="med"/>
              </a:ln>
            </p:spPr>
          </p:sp>
          <p:sp>
            <p:nvSpPr>
              <p:cNvPr id="34920" name="Line 124"/>
              <p:cNvSpPr/>
              <p:nvPr/>
            </p:nvSpPr>
            <p:spPr>
              <a:xfrm>
                <a:off x="1920" y="1704"/>
                <a:ext cx="64" cy="1"/>
              </a:xfrm>
              <a:prstGeom prst="line">
                <a:avLst/>
              </a:prstGeom>
              <a:ln w="12700" cap="flat" cmpd="sng">
                <a:solidFill>
                  <a:srgbClr val="000000"/>
                </a:solidFill>
                <a:prstDash val="solid"/>
                <a:headEnd type="none" w="med" len="med"/>
                <a:tailEnd type="none" w="med" len="med"/>
              </a:ln>
            </p:spPr>
          </p:sp>
          <p:sp>
            <p:nvSpPr>
              <p:cNvPr id="34921" name="Line 125"/>
              <p:cNvSpPr/>
              <p:nvPr/>
            </p:nvSpPr>
            <p:spPr>
              <a:xfrm>
                <a:off x="2064" y="1704"/>
                <a:ext cx="64" cy="1"/>
              </a:xfrm>
              <a:prstGeom prst="line">
                <a:avLst/>
              </a:prstGeom>
              <a:ln w="12700" cap="flat" cmpd="sng">
                <a:solidFill>
                  <a:srgbClr val="000000"/>
                </a:solidFill>
                <a:prstDash val="solid"/>
                <a:headEnd type="none" w="med" len="med"/>
                <a:tailEnd type="none" w="med" len="med"/>
              </a:ln>
            </p:spPr>
          </p:sp>
          <p:sp>
            <p:nvSpPr>
              <p:cNvPr id="34922" name="Line 126"/>
              <p:cNvSpPr/>
              <p:nvPr/>
            </p:nvSpPr>
            <p:spPr>
              <a:xfrm>
                <a:off x="2208" y="1704"/>
                <a:ext cx="64" cy="1"/>
              </a:xfrm>
              <a:prstGeom prst="line">
                <a:avLst/>
              </a:prstGeom>
              <a:ln w="12700" cap="flat" cmpd="sng">
                <a:solidFill>
                  <a:srgbClr val="000000"/>
                </a:solidFill>
                <a:prstDash val="solid"/>
                <a:headEnd type="none" w="med" len="med"/>
                <a:tailEnd type="none" w="med" len="med"/>
              </a:ln>
            </p:spPr>
          </p:sp>
          <p:sp>
            <p:nvSpPr>
              <p:cNvPr id="34923" name="Line 127"/>
              <p:cNvSpPr/>
              <p:nvPr/>
            </p:nvSpPr>
            <p:spPr>
              <a:xfrm>
                <a:off x="2352" y="1704"/>
                <a:ext cx="64" cy="1"/>
              </a:xfrm>
              <a:prstGeom prst="line">
                <a:avLst/>
              </a:prstGeom>
              <a:ln w="12700" cap="flat" cmpd="sng">
                <a:solidFill>
                  <a:srgbClr val="000000"/>
                </a:solidFill>
                <a:prstDash val="solid"/>
                <a:headEnd type="none" w="med" len="med"/>
                <a:tailEnd type="none" w="med" len="med"/>
              </a:ln>
            </p:spPr>
          </p:sp>
          <p:sp>
            <p:nvSpPr>
              <p:cNvPr id="34924" name="Line 128"/>
              <p:cNvSpPr/>
              <p:nvPr/>
            </p:nvSpPr>
            <p:spPr>
              <a:xfrm>
                <a:off x="2496" y="1704"/>
                <a:ext cx="64" cy="1"/>
              </a:xfrm>
              <a:prstGeom prst="line">
                <a:avLst/>
              </a:prstGeom>
              <a:ln w="12700" cap="flat" cmpd="sng">
                <a:solidFill>
                  <a:srgbClr val="000000"/>
                </a:solidFill>
                <a:prstDash val="solid"/>
                <a:headEnd type="none" w="med" len="med"/>
                <a:tailEnd type="none" w="med" len="med"/>
              </a:ln>
            </p:spPr>
          </p:sp>
          <p:sp>
            <p:nvSpPr>
              <p:cNvPr id="34925" name="Line 129"/>
              <p:cNvSpPr/>
              <p:nvPr/>
            </p:nvSpPr>
            <p:spPr>
              <a:xfrm>
                <a:off x="2640" y="1704"/>
                <a:ext cx="64" cy="1"/>
              </a:xfrm>
              <a:prstGeom prst="line">
                <a:avLst/>
              </a:prstGeom>
              <a:ln w="12700" cap="flat" cmpd="sng">
                <a:solidFill>
                  <a:srgbClr val="000000"/>
                </a:solidFill>
                <a:prstDash val="solid"/>
                <a:headEnd type="none" w="med" len="med"/>
                <a:tailEnd type="none" w="med" len="med"/>
              </a:ln>
            </p:spPr>
          </p:sp>
          <p:sp>
            <p:nvSpPr>
              <p:cNvPr id="34926" name="Line 130"/>
              <p:cNvSpPr/>
              <p:nvPr/>
            </p:nvSpPr>
            <p:spPr>
              <a:xfrm>
                <a:off x="2784" y="1704"/>
                <a:ext cx="64" cy="1"/>
              </a:xfrm>
              <a:prstGeom prst="line">
                <a:avLst/>
              </a:prstGeom>
              <a:ln w="12700" cap="flat" cmpd="sng">
                <a:solidFill>
                  <a:srgbClr val="000000"/>
                </a:solidFill>
                <a:prstDash val="solid"/>
                <a:headEnd type="none" w="med" len="med"/>
                <a:tailEnd type="none" w="med" len="med"/>
              </a:ln>
            </p:spPr>
          </p:sp>
          <p:sp>
            <p:nvSpPr>
              <p:cNvPr id="34927" name="Line 131"/>
              <p:cNvSpPr/>
              <p:nvPr/>
            </p:nvSpPr>
            <p:spPr>
              <a:xfrm>
                <a:off x="2928" y="1704"/>
                <a:ext cx="64" cy="1"/>
              </a:xfrm>
              <a:prstGeom prst="line">
                <a:avLst/>
              </a:prstGeom>
              <a:ln w="12700" cap="flat" cmpd="sng">
                <a:solidFill>
                  <a:srgbClr val="000000"/>
                </a:solidFill>
                <a:prstDash val="solid"/>
                <a:headEnd type="none" w="med" len="med"/>
                <a:tailEnd type="none" w="med" len="med"/>
              </a:ln>
            </p:spPr>
          </p:sp>
          <p:sp>
            <p:nvSpPr>
              <p:cNvPr id="34928" name="Line 132"/>
              <p:cNvSpPr/>
              <p:nvPr/>
            </p:nvSpPr>
            <p:spPr>
              <a:xfrm>
                <a:off x="3072" y="1704"/>
                <a:ext cx="64" cy="1"/>
              </a:xfrm>
              <a:prstGeom prst="line">
                <a:avLst/>
              </a:prstGeom>
              <a:ln w="12700" cap="flat" cmpd="sng">
                <a:solidFill>
                  <a:srgbClr val="000000"/>
                </a:solidFill>
                <a:prstDash val="solid"/>
                <a:headEnd type="none" w="med" len="med"/>
                <a:tailEnd type="none" w="med" len="med"/>
              </a:ln>
            </p:spPr>
          </p:sp>
          <p:sp>
            <p:nvSpPr>
              <p:cNvPr id="34929" name="Line 133"/>
              <p:cNvSpPr/>
              <p:nvPr/>
            </p:nvSpPr>
            <p:spPr>
              <a:xfrm>
                <a:off x="3216" y="1704"/>
                <a:ext cx="64" cy="1"/>
              </a:xfrm>
              <a:prstGeom prst="line">
                <a:avLst/>
              </a:prstGeom>
              <a:ln w="12700" cap="flat" cmpd="sng">
                <a:solidFill>
                  <a:srgbClr val="000000"/>
                </a:solidFill>
                <a:prstDash val="solid"/>
                <a:headEnd type="none" w="med" len="med"/>
                <a:tailEnd type="none" w="med" len="med"/>
              </a:ln>
            </p:spPr>
          </p:sp>
          <p:sp>
            <p:nvSpPr>
              <p:cNvPr id="34930" name="Line 134"/>
              <p:cNvSpPr/>
              <p:nvPr/>
            </p:nvSpPr>
            <p:spPr>
              <a:xfrm>
                <a:off x="3360" y="1704"/>
                <a:ext cx="64" cy="1"/>
              </a:xfrm>
              <a:prstGeom prst="line">
                <a:avLst/>
              </a:prstGeom>
              <a:ln w="12700" cap="flat" cmpd="sng">
                <a:solidFill>
                  <a:srgbClr val="000000"/>
                </a:solidFill>
                <a:prstDash val="solid"/>
                <a:headEnd type="none" w="med" len="med"/>
                <a:tailEnd type="none" w="med" len="med"/>
              </a:ln>
            </p:spPr>
          </p:sp>
          <p:sp>
            <p:nvSpPr>
              <p:cNvPr id="34931" name="Line 135"/>
              <p:cNvSpPr/>
              <p:nvPr/>
            </p:nvSpPr>
            <p:spPr>
              <a:xfrm>
                <a:off x="3504" y="1704"/>
                <a:ext cx="64" cy="1"/>
              </a:xfrm>
              <a:prstGeom prst="line">
                <a:avLst/>
              </a:prstGeom>
              <a:ln w="12700" cap="flat" cmpd="sng">
                <a:solidFill>
                  <a:srgbClr val="000000"/>
                </a:solidFill>
                <a:prstDash val="solid"/>
                <a:headEnd type="none" w="med" len="med"/>
                <a:tailEnd type="none" w="med" len="med"/>
              </a:ln>
            </p:spPr>
          </p:sp>
          <p:sp>
            <p:nvSpPr>
              <p:cNvPr id="34932" name="Line 136"/>
              <p:cNvSpPr/>
              <p:nvPr/>
            </p:nvSpPr>
            <p:spPr>
              <a:xfrm>
                <a:off x="3648" y="1704"/>
                <a:ext cx="64" cy="1"/>
              </a:xfrm>
              <a:prstGeom prst="line">
                <a:avLst/>
              </a:prstGeom>
              <a:ln w="12700" cap="flat" cmpd="sng">
                <a:solidFill>
                  <a:srgbClr val="000000"/>
                </a:solidFill>
                <a:prstDash val="solid"/>
                <a:headEnd type="none" w="med" len="med"/>
                <a:tailEnd type="none" w="med" len="med"/>
              </a:ln>
            </p:spPr>
          </p:sp>
          <p:sp>
            <p:nvSpPr>
              <p:cNvPr id="34933" name="Line 137"/>
              <p:cNvSpPr/>
              <p:nvPr/>
            </p:nvSpPr>
            <p:spPr>
              <a:xfrm>
                <a:off x="3792" y="1704"/>
                <a:ext cx="64" cy="1"/>
              </a:xfrm>
              <a:prstGeom prst="line">
                <a:avLst/>
              </a:prstGeom>
              <a:ln w="12700" cap="flat" cmpd="sng">
                <a:solidFill>
                  <a:srgbClr val="000000"/>
                </a:solidFill>
                <a:prstDash val="solid"/>
                <a:headEnd type="none" w="med" len="med"/>
                <a:tailEnd type="none" w="med" len="med"/>
              </a:ln>
            </p:spPr>
          </p:sp>
          <p:sp>
            <p:nvSpPr>
              <p:cNvPr id="34934" name="Line 138"/>
              <p:cNvSpPr/>
              <p:nvPr/>
            </p:nvSpPr>
            <p:spPr>
              <a:xfrm>
                <a:off x="3936" y="1704"/>
                <a:ext cx="64" cy="1"/>
              </a:xfrm>
              <a:prstGeom prst="line">
                <a:avLst/>
              </a:prstGeom>
              <a:ln w="12700" cap="flat" cmpd="sng">
                <a:solidFill>
                  <a:srgbClr val="000000"/>
                </a:solidFill>
                <a:prstDash val="solid"/>
                <a:headEnd type="none" w="med" len="med"/>
                <a:tailEnd type="none" w="med" len="med"/>
              </a:ln>
            </p:spPr>
          </p:sp>
          <p:sp>
            <p:nvSpPr>
              <p:cNvPr id="34935" name="Line 139"/>
              <p:cNvSpPr/>
              <p:nvPr/>
            </p:nvSpPr>
            <p:spPr>
              <a:xfrm>
                <a:off x="4080" y="1704"/>
                <a:ext cx="64" cy="1"/>
              </a:xfrm>
              <a:prstGeom prst="line">
                <a:avLst/>
              </a:prstGeom>
              <a:ln w="12700" cap="flat" cmpd="sng">
                <a:solidFill>
                  <a:srgbClr val="000000"/>
                </a:solidFill>
                <a:prstDash val="solid"/>
                <a:headEnd type="none" w="med" len="med"/>
                <a:tailEnd type="none" w="med" len="med"/>
              </a:ln>
            </p:spPr>
          </p:sp>
          <p:sp>
            <p:nvSpPr>
              <p:cNvPr id="34936" name="Line 140"/>
              <p:cNvSpPr/>
              <p:nvPr/>
            </p:nvSpPr>
            <p:spPr>
              <a:xfrm>
                <a:off x="4224" y="1704"/>
                <a:ext cx="64" cy="1"/>
              </a:xfrm>
              <a:prstGeom prst="line">
                <a:avLst/>
              </a:prstGeom>
              <a:ln w="12700" cap="flat" cmpd="sng">
                <a:solidFill>
                  <a:srgbClr val="000000"/>
                </a:solidFill>
                <a:prstDash val="solid"/>
                <a:headEnd type="none" w="med" len="med"/>
                <a:tailEnd type="none" w="med" len="med"/>
              </a:ln>
            </p:spPr>
          </p:sp>
          <p:sp>
            <p:nvSpPr>
              <p:cNvPr id="34937" name="Line 141"/>
              <p:cNvSpPr/>
              <p:nvPr/>
            </p:nvSpPr>
            <p:spPr>
              <a:xfrm>
                <a:off x="4368" y="1704"/>
                <a:ext cx="64" cy="1"/>
              </a:xfrm>
              <a:prstGeom prst="line">
                <a:avLst/>
              </a:prstGeom>
              <a:ln w="12700" cap="flat" cmpd="sng">
                <a:solidFill>
                  <a:srgbClr val="000000"/>
                </a:solidFill>
                <a:prstDash val="solid"/>
                <a:headEnd type="none" w="med" len="med"/>
                <a:tailEnd type="none" w="med" len="med"/>
              </a:ln>
            </p:spPr>
          </p:sp>
          <p:sp>
            <p:nvSpPr>
              <p:cNvPr id="34938" name="Line 142"/>
              <p:cNvSpPr/>
              <p:nvPr/>
            </p:nvSpPr>
            <p:spPr>
              <a:xfrm>
                <a:off x="4512" y="1704"/>
                <a:ext cx="64" cy="1"/>
              </a:xfrm>
              <a:prstGeom prst="line">
                <a:avLst/>
              </a:prstGeom>
              <a:ln w="12700" cap="flat" cmpd="sng">
                <a:solidFill>
                  <a:srgbClr val="000000"/>
                </a:solidFill>
                <a:prstDash val="solid"/>
                <a:headEnd type="none" w="med" len="med"/>
                <a:tailEnd type="none" w="med" len="med"/>
              </a:ln>
            </p:spPr>
          </p:sp>
          <p:sp>
            <p:nvSpPr>
              <p:cNvPr id="34939" name="Line 143"/>
              <p:cNvSpPr/>
              <p:nvPr/>
            </p:nvSpPr>
            <p:spPr>
              <a:xfrm>
                <a:off x="4656" y="1704"/>
                <a:ext cx="64" cy="1"/>
              </a:xfrm>
              <a:prstGeom prst="line">
                <a:avLst/>
              </a:prstGeom>
              <a:ln w="12700" cap="flat" cmpd="sng">
                <a:solidFill>
                  <a:srgbClr val="000000"/>
                </a:solidFill>
                <a:prstDash val="solid"/>
                <a:headEnd type="none" w="med" len="med"/>
                <a:tailEnd type="none" w="med" len="med"/>
              </a:ln>
            </p:spPr>
          </p:sp>
        </p:grpSp>
        <p:grpSp>
          <p:nvGrpSpPr>
            <p:cNvPr id="34838" name="Group 144"/>
            <p:cNvGrpSpPr/>
            <p:nvPr/>
          </p:nvGrpSpPr>
          <p:grpSpPr>
            <a:xfrm>
              <a:off x="1448" y="1528"/>
              <a:ext cx="56" cy="2584"/>
              <a:chOff x="1448" y="816"/>
              <a:chExt cx="56" cy="2584"/>
            </a:xfrm>
          </p:grpSpPr>
          <p:sp>
            <p:nvSpPr>
              <p:cNvPr id="34889" name="Freeform 145"/>
              <p:cNvSpPr/>
              <p:nvPr>
                <p:custDataLst>
                  <p:tags r:id="rId13"/>
                </p:custDataLst>
              </p:nvPr>
            </p:nvSpPr>
            <p:spPr>
              <a:xfrm>
                <a:off x="1448" y="3288"/>
                <a:ext cx="56" cy="112"/>
              </a:xfrm>
              <a:custGeom>
                <a:avLst/>
                <a:gdLst>
                  <a:gd name="txL" fmla="*/ 0 w 56"/>
                  <a:gd name="txT" fmla="*/ 0 h 112"/>
                  <a:gd name="txR" fmla="*/ 56 w 56"/>
                  <a:gd name="txB" fmla="*/ 112 h 112"/>
                </a:gdLst>
                <a:ahLst/>
                <a:cxnLst>
                  <a:cxn ang="0">
                    <a:pos x="24" y="112"/>
                  </a:cxn>
                  <a:cxn ang="0">
                    <a:pos x="0" y="0"/>
                  </a:cxn>
                  <a:cxn ang="0">
                    <a:pos x="24" y="0"/>
                  </a:cxn>
                  <a:cxn ang="0">
                    <a:pos x="56" y="0"/>
                  </a:cxn>
                  <a:cxn ang="0">
                    <a:pos x="24" y="112"/>
                  </a:cxn>
                </a:cxnLst>
                <a:rect l="txL" t="txT" r="txR" b="txB"/>
                <a:pathLst>
                  <a:path w="56" h="112">
                    <a:moveTo>
                      <a:pt x="24" y="112"/>
                    </a:moveTo>
                    <a:lnTo>
                      <a:pt x="0" y="0"/>
                    </a:lnTo>
                    <a:lnTo>
                      <a:pt x="24" y="0"/>
                    </a:lnTo>
                    <a:lnTo>
                      <a:pt x="56" y="0"/>
                    </a:lnTo>
                    <a:lnTo>
                      <a:pt x="24" y="11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4890" name="Freeform 146"/>
              <p:cNvSpPr/>
              <p:nvPr>
                <p:custDataLst>
                  <p:tags r:id="rId14"/>
                </p:custDataLst>
              </p:nvPr>
            </p:nvSpPr>
            <p:spPr>
              <a:xfrm>
                <a:off x="1448" y="816"/>
                <a:ext cx="56" cy="112"/>
              </a:xfrm>
              <a:custGeom>
                <a:avLst/>
                <a:gdLst>
                  <a:gd name="txL" fmla="*/ 0 w 56"/>
                  <a:gd name="txT" fmla="*/ 0 h 112"/>
                  <a:gd name="txR" fmla="*/ 56 w 56"/>
                  <a:gd name="txB" fmla="*/ 112 h 112"/>
                </a:gdLst>
                <a:ahLst/>
                <a:cxnLst>
                  <a:cxn ang="0">
                    <a:pos x="24" y="0"/>
                  </a:cxn>
                  <a:cxn ang="0">
                    <a:pos x="56" y="112"/>
                  </a:cxn>
                  <a:cxn ang="0">
                    <a:pos x="24" y="112"/>
                  </a:cxn>
                  <a:cxn ang="0">
                    <a:pos x="0" y="112"/>
                  </a:cxn>
                  <a:cxn ang="0">
                    <a:pos x="24" y="0"/>
                  </a:cxn>
                </a:cxnLst>
                <a:rect l="txL" t="txT" r="txR" b="txB"/>
                <a:pathLst>
                  <a:path w="56" h="112">
                    <a:moveTo>
                      <a:pt x="24" y="0"/>
                    </a:moveTo>
                    <a:lnTo>
                      <a:pt x="56" y="112"/>
                    </a:lnTo>
                    <a:lnTo>
                      <a:pt x="24" y="112"/>
                    </a:lnTo>
                    <a:lnTo>
                      <a:pt x="0" y="112"/>
                    </a:lnTo>
                    <a:lnTo>
                      <a:pt x="24" y="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4891" name="Line 147"/>
              <p:cNvSpPr/>
              <p:nvPr/>
            </p:nvSpPr>
            <p:spPr>
              <a:xfrm flipV="1">
                <a:off x="1472" y="3216"/>
                <a:ext cx="1" cy="64"/>
              </a:xfrm>
              <a:prstGeom prst="line">
                <a:avLst/>
              </a:prstGeom>
              <a:ln w="12700" cap="flat" cmpd="sng">
                <a:solidFill>
                  <a:srgbClr val="000000"/>
                </a:solidFill>
                <a:prstDash val="solid"/>
                <a:headEnd type="none" w="med" len="med"/>
                <a:tailEnd type="none" w="med" len="med"/>
              </a:ln>
            </p:spPr>
          </p:sp>
          <p:sp>
            <p:nvSpPr>
              <p:cNvPr id="34892" name="Line 148"/>
              <p:cNvSpPr/>
              <p:nvPr/>
            </p:nvSpPr>
            <p:spPr>
              <a:xfrm flipV="1">
                <a:off x="1472" y="3072"/>
                <a:ext cx="1" cy="64"/>
              </a:xfrm>
              <a:prstGeom prst="line">
                <a:avLst/>
              </a:prstGeom>
              <a:ln w="12700" cap="flat" cmpd="sng">
                <a:solidFill>
                  <a:srgbClr val="000000"/>
                </a:solidFill>
                <a:prstDash val="solid"/>
                <a:headEnd type="none" w="med" len="med"/>
                <a:tailEnd type="none" w="med" len="med"/>
              </a:ln>
            </p:spPr>
          </p:sp>
          <p:sp>
            <p:nvSpPr>
              <p:cNvPr id="34893" name="Line 149"/>
              <p:cNvSpPr/>
              <p:nvPr/>
            </p:nvSpPr>
            <p:spPr>
              <a:xfrm flipV="1">
                <a:off x="1472" y="2928"/>
                <a:ext cx="1" cy="64"/>
              </a:xfrm>
              <a:prstGeom prst="line">
                <a:avLst/>
              </a:prstGeom>
              <a:ln w="12700" cap="flat" cmpd="sng">
                <a:solidFill>
                  <a:srgbClr val="000000"/>
                </a:solidFill>
                <a:prstDash val="solid"/>
                <a:headEnd type="none" w="med" len="med"/>
                <a:tailEnd type="none" w="med" len="med"/>
              </a:ln>
            </p:spPr>
          </p:sp>
          <p:sp>
            <p:nvSpPr>
              <p:cNvPr id="34894" name="Line 150"/>
              <p:cNvSpPr/>
              <p:nvPr/>
            </p:nvSpPr>
            <p:spPr>
              <a:xfrm flipV="1">
                <a:off x="1472" y="2784"/>
                <a:ext cx="1" cy="64"/>
              </a:xfrm>
              <a:prstGeom prst="line">
                <a:avLst/>
              </a:prstGeom>
              <a:ln w="12700" cap="flat" cmpd="sng">
                <a:solidFill>
                  <a:srgbClr val="000000"/>
                </a:solidFill>
                <a:prstDash val="solid"/>
                <a:headEnd type="none" w="med" len="med"/>
                <a:tailEnd type="none" w="med" len="med"/>
              </a:ln>
            </p:spPr>
          </p:sp>
          <p:sp>
            <p:nvSpPr>
              <p:cNvPr id="34895" name="Line 151"/>
              <p:cNvSpPr/>
              <p:nvPr/>
            </p:nvSpPr>
            <p:spPr>
              <a:xfrm flipV="1">
                <a:off x="1472" y="2640"/>
                <a:ext cx="1" cy="64"/>
              </a:xfrm>
              <a:prstGeom prst="line">
                <a:avLst/>
              </a:prstGeom>
              <a:ln w="12700" cap="flat" cmpd="sng">
                <a:solidFill>
                  <a:srgbClr val="000000"/>
                </a:solidFill>
                <a:prstDash val="solid"/>
                <a:headEnd type="none" w="med" len="med"/>
                <a:tailEnd type="none" w="med" len="med"/>
              </a:ln>
            </p:spPr>
          </p:sp>
          <p:sp>
            <p:nvSpPr>
              <p:cNvPr id="34896" name="Line 152"/>
              <p:cNvSpPr/>
              <p:nvPr/>
            </p:nvSpPr>
            <p:spPr>
              <a:xfrm flipV="1">
                <a:off x="1472" y="2496"/>
                <a:ext cx="1" cy="64"/>
              </a:xfrm>
              <a:prstGeom prst="line">
                <a:avLst/>
              </a:prstGeom>
              <a:ln w="12700" cap="flat" cmpd="sng">
                <a:solidFill>
                  <a:srgbClr val="000000"/>
                </a:solidFill>
                <a:prstDash val="solid"/>
                <a:headEnd type="none" w="med" len="med"/>
                <a:tailEnd type="none" w="med" len="med"/>
              </a:ln>
            </p:spPr>
          </p:sp>
          <p:sp>
            <p:nvSpPr>
              <p:cNvPr id="34897" name="Line 153"/>
              <p:cNvSpPr/>
              <p:nvPr/>
            </p:nvSpPr>
            <p:spPr>
              <a:xfrm flipV="1">
                <a:off x="1472" y="2352"/>
                <a:ext cx="1" cy="64"/>
              </a:xfrm>
              <a:prstGeom prst="line">
                <a:avLst/>
              </a:prstGeom>
              <a:ln w="12700" cap="flat" cmpd="sng">
                <a:solidFill>
                  <a:srgbClr val="000000"/>
                </a:solidFill>
                <a:prstDash val="solid"/>
                <a:headEnd type="none" w="med" len="med"/>
                <a:tailEnd type="none" w="med" len="med"/>
              </a:ln>
            </p:spPr>
          </p:sp>
          <p:sp>
            <p:nvSpPr>
              <p:cNvPr id="34898" name="Line 154"/>
              <p:cNvSpPr/>
              <p:nvPr/>
            </p:nvSpPr>
            <p:spPr>
              <a:xfrm flipV="1">
                <a:off x="1472" y="2208"/>
                <a:ext cx="1" cy="64"/>
              </a:xfrm>
              <a:prstGeom prst="line">
                <a:avLst/>
              </a:prstGeom>
              <a:ln w="12700" cap="flat" cmpd="sng">
                <a:solidFill>
                  <a:srgbClr val="000000"/>
                </a:solidFill>
                <a:prstDash val="solid"/>
                <a:headEnd type="none" w="med" len="med"/>
                <a:tailEnd type="none" w="med" len="med"/>
              </a:ln>
            </p:spPr>
          </p:sp>
          <p:sp>
            <p:nvSpPr>
              <p:cNvPr id="34899" name="Line 155"/>
              <p:cNvSpPr/>
              <p:nvPr/>
            </p:nvSpPr>
            <p:spPr>
              <a:xfrm flipV="1">
                <a:off x="1472" y="2064"/>
                <a:ext cx="1" cy="64"/>
              </a:xfrm>
              <a:prstGeom prst="line">
                <a:avLst/>
              </a:prstGeom>
              <a:ln w="12700" cap="flat" cmpd="sng">
                <a:solidFill>
                  <a:srgbClr val="000000"/>
                </a:solidFill>
                <a:prstDash val="solid"/>
                <a:headEnd type="none" w="med" len="med"/>
                <a:tailEnd type="none" w="med" len="med"/>
              </a:ln>
            </p:spPr>
          </p:sp>
          <p:sp>
            <p:nvSpPr>
              <p:cNvPr id="34900" name="Line 156"/>
              <p:cNvSpPr/>
              <p:nvPr/>
            </p:nvSpPr>
            <p:spPr>
              <a:xfrm flipV="1">
                <a:off x="1472" y="1920"/>
                <a:ext cx="1" cy="64"/>
              </a:xfrm>
              <a:prstGeom prst="line">
                <a:avLst/>
              </a:prstGeom>
              <a:ln w="12700" cap="flat" cmpd="sng">
                <a:solidFill>
                  <a:srgbClr val="000000"/>
                </a:solidFill>
                <a:prstDash val="solid"/>
                <a:headEnd type="none" w="med" len="med"/>
                <a:tailEnd type="none" w="med" len="med"/>
              </a:ln>
            </p:spPr>
          </p:sp>
          <p:sp>
            <p:nvSpPr>
              <p:cNvPr id="34901" name="Line 157"/>
              <p:cNvSpPr/>
              <p:nvPr/>
            </p:nvSpPr>
            <p:spPr>
              <a:xfrm flipV="1">
                <a:off x="1472" y="1776"/>
                <a:ext cx="1" cy="64"/>
              </a:xfrm>
              <a:prstGeom prst="line">
                <a:avLst/>
              </a:prstGeom>
              <a:ln w="12700" cap="flat" cmpd="sng">
                <a:solidFill>
                  <a:srgbClr val="000000"/>
                </a:solidFill>
                <a:prstDash val="solid"/>
                <a:headEnd type="none" w="med" len="med"/>
                <a:tailEnd type="none" w="med" len="med"/>
              </a:ln>
            </p:spPr>
          </p:sp>
          <p:sp>
            <p:nvSpPr>
              <p:cNvPr id="34902" name="Line 158"/>
              <p:cNvSpPr/>
              <p:nvPr/>
            </p:nvSpPr>
            <p:spPr>
              <a:xfrm flipV="1">
                <a:off x="1472" y="1632"/>
                <a:ext cx="1" cy="64"/>
              </a:xfrm>
              <a:prstGeom prst="line">
                <a:avLst/>
              </a:prstGeom>
              <a:ln w="12700" cap="flat" cmpd="sng">
                <a:solidFill>
                  <a:srgbClr val="000000"/>
                </a:solidFill>
                <a:prstDash val="solid"/>
                <a:headEnd type="none" w="med" len="med"/>
                <a:tailEnd type="none" w="med" len="med"/>
              </a:ln>
            </p:spPr>
          </p:sp>
          <p:sp>
            <p:nvSpPr>
              <p:cNvPr id="34903" name="Line 159"/>
              <p:cNvSpPr/>
              <p:nvPr/>
            </p:nvSpPr>
            <p:spPr>
              <a:xfrm flipV="1">
                <a:off x="1472" y="1488"/>
                <a:ext cx="1" cy="64"/>
              </a:xfrm>
              <a:prstGeom prst="line">
                <a:avLst/>
              </a:prstGeom>
              <a:ln w="12700" cap="flat" cmpd="sng">
                <a:solidFill>
                  <a:srgbClr val="000000"/>
                </a:solidFill>
                <a:prstDash val="solid"/>
                <a:headEnd type="none" w="med" len="med"/>
                <a:tailEnd type="none" w="med" len="med"/>
              </a:ln>
            </p:spPr>
          </p:sp>
          <p:sp>
            <p:nvSpPr>
              <p:cNvPr id="34904" name="Line 160"/>
              <p:cNvSpPr/>
              <p:nvPr/>
            </p:nvSpPr>
            <p:spPr>
              <a:xfrm flipV="1">
                <a:off x="1472" y="1344"/>
                <a:ext cx="1" cy="64"/>
              </a:xfrm>
              <a:prstGeom prst="line">
                <a:avLst/>
              </a:prstGeom>
              <a:ln w="12700" cap="flat" cmpd="sng">
                <a:solidFill>
                  <a:srgbClr val="000000"/>
                </a:solidFill>
                <a:prstDash val="solid"/>
                <a:headEnd type="none" w="med" len="med"/>
                <a:tailEnd type="none" w="med" len="med"/>
              </a:ln>
            </p:spPr>
          </p:sp>
          <p:sp>
            <p:nvSpPr>
              <p:cNvPr id="34905" name="Line 161"/>
              <p:cNvSpPr/>
              <p:nvPr/>
            </p:nvSpPr>
            <p:spPr>
              <a:xfrm flipV="1">
                <a:off x="1472" y="1200"/>
                <a:ext cx="1" cy="64"/>
              </a:xfrm>
              <a:prstGeom prst="line">
                <a:avLst/>
              </a:prstGeom>
              <a:ln w="12700" cap="flat" cmpd="sng">
                <a:solidFill>
                  <a:srgbClr val="000000"/>
                </a:solidFill>
                <a:prstDash val="solid"/>
                <a:headEnd type="none" w="med" len="med"/>
                <a:tailEnd type="none" w="med" len="med"/>
              </a:ln>
            </p:spPr>
          </p:sp>
          <p:sp>
            <p:nvSpPr>
              <p:cNvPr id="34906" name="Line 162"/>
              <p:cNvSpPr/>
              <p:nvPr/>
            </p:nvSpPr>
            <p:spPr>
              <a:xfrm flipV="1">
                <a:off x="1472" y="1056"/>
                <a:ext cx="1" cy="64"/>
              </a:xfrm>
              <a:prstGeom prst="line">
                <a:avLst/>
              </a:prstGeom>
              <a:ln w="12700" cap="flat" cmpd="sng">
                <a:solidFill>
                  <a:srgbClr val="000000"/>
                </a:solidFill>
                <a:prstDash val="solid"/>
                <a:headEnd type="none" w="med" len="med"/>
                <a:tailEnd type="none" w="med" len="med"/>
              </a:ln>
            </p:spPr>
          </p:sp>
          <p:sp>
            <p:nvSpPr>
              <p:cNvPr id="34907" name="Line 163"/>
              <p:cNvSpPr/>
              <p:nvPr/>
            </p:nvSpPr>
            <p:spPr>
              <a:xfrm flipV="1">
                <a:off x="1472" y="928"/>
                <a:ext cx="1" cy="48"/>
              </a:xfrm>
              <a:prstGeom prst="line">
                <a:avLst/>
              </a:prstGeom>
              <a:ln w="12700" cap="flat" cmpd="sng">
                <a:solidFill>
                  <a:srgbClr val="000000"/>
                </a:solidFill>
                <a:prstDash val="solid"/>
                <a:headEnd type="none" w="med" len="med"/>
                <a:tailEnd type="none" w="med" len="med"/>
              </a:ln>
            </p:spPr>
          </p:sp>
        </p:grpSp>
        <p:grpSp>
          <p:nvGrpSpPr>
            <p:cNvPr id="34839" name="Group 164"/>
            <p:cNvGrpSpPr/>
            <p:nvPr/>
          </p:nvGrpSpPr>
          <p:grpSpPr>
            <a:xfrm>
              <a:off x="3840" y="1584"/>
              <a:ext cx="56" cy="2592"/>
              <a:chOff x="3840" y="872"/>
              <a:chExt cx="56" cy="2592"/>
            </a:xfrm>
          </p:grpSpPr>
          <p:sp>
            <p:nvSpPr>
              <p:cNvPr id="34870" name="Freeform 165"/>
              <p:cNvSpPr/>
              <p:nvPr>
                <p:custDataLst>
                  <p:tags r:id="rId11"/>
                </p:custDataLst>
              </p:nvPr>
            </p:nvSpPr>
            <p:spPr>
              <a:xfrm>
                <a:off x="3840" y="3344"/>
                <a:ext cx="56" cy="120"/>
              </a:xfrm>
              <a:custGeom>
                <a:avLst/>
                <a:gdLst>
                  <a:gd name="txL" fmla="*/ 0 w 56"/>
                  <a:gd name="txT" fmla="*/ 0 h 120"/>
                  <a:gd name="txR" fmla="*/ 56 w 56"/>
                  <a:gd name="txB" fmla="*/ 120 h 120"/>
                </a:gdLst>
                <a:ahLst/>
                <a:cxnLst>
                  <a:cxn ang="0">
                    <a:pos x="24" y="120"/>
                  </a:cxn>
                  <a:cxn ang="0">
                    <a:pos x="0" y="0"/>
                  </a:cxn>
                  <a:cxn ang="0">
                    <a:pos x="24" y="0"/>
                  </a:cxn>
                  <a:cxn ang="0">
                    <a:pos x="56" y="0"/>
                  </a:cxn>
                  <a:cxn ang="0">
                    <a:pos x="24" y="120"/>
                  </a:cxn>
                </a:cxnLst>
                <a:rect l="txL" t="txT" r="txR" b="txB"/>
                <a:pathLst>
                  <a:path w="56" h="120">
                    <a:moveTo>
                      <a:pt x="24" y="120"/>
                    </a:moveTo>
                    <a:lnTo>
                      <a:pt x="0" y="0"/>
                    </a:lnTo>
                    <a:lnTo>
                      <a:pt x="24" y="0"/>
                    </a:lnTo>
                    <a:lnTo>
                      <a:pt x="56" y="0"/>
                    </a:lnTo>
                    <a:lnTo>
                      <a:pt x="24" y="12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4871" name="Freeform 166"/>
              <p:cNvSpPr/>
              <p:nvPr>
                <p:custDataLst>
                  <p:tags r:id="rId12"/>
                </p:custDataLst>
              </p:nvPr>
            </p:nvSpPr>
            <p:spPr>
              <a:xfrm>
                <a:off x="3840" y="872"/>
                <a:ext cx="56" cy="112"/>
              </a:xfrm>
              <a:custGeom>
                <a:avLst/>
                <a:gdLst>
                  <a:gd name="txL" fmla="*/ 0 w 56"/>
                  <a:gd name="txT" fmla="*/ 0 h 112"/>
                  <a:gd name="txR" fmla="*/ 56 w 56"/>
                  <a:gd name="txB" fmla="*/ 112 h 112"/>
                </a:gdLst>
                <a:ahLst/>
                <a:cxnLst>
                  <a:cxn ang="0">
                    <a:pos x="24" y="0"/>
                  </a:cxn>
                  <a:cxn ang="0">
                    <a:pos x="56" y="112"/>
                  </a:cxn>
                  <a:cxn ang="0">
                    <a:pos x="24" y="112"/>
                  </a:cxn>
                  <a:cxn ang="0">
                    <a:pos x="0" y="112"/>
                  </a:cxn>
                  <a:cxn ang="0">
                    <a:pos x="24" y="0"/>
                  </a:cxn>
                </a:cxnLst>
                <a:rect l="txL" t="txT" r="txR" b="txB"/>
                <a:pathLst>
                  <a:path w="56" h="112">
                    <a:moveTo>
                      <a:pt x="24" y="0"/>
                    </a:moveTo>
                    <a:lnTo>
                      <a:pt x="56" y="112"/>
                    </a:lnTo>
                    <a:lnTo>
                      <a:pt x="24" y="112"/>
                    </a:lnTo>
                    <a:lnTo>
                      <a:pt x="0" y="112"/>
                    </a:lnTo>
                    <a:lnTo>
                      <a:pt x="24" y="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4872" name="Line 167"/>
              <p:cNvSpPr/>
              <p:nvPr/>
            </p:nvSpPr>
            <p:spPr>
              <a:xfrm flipV="1">
                <a:off x="3864" y="3272"/>
                <a:ext cx="1" cy="64"/>
              </a:xfrm>
              <a:prstGeom prst="line">
                <a:avLst/>
              </a:prstGeom>
              <a:ln w="12700" cap="flat" cmpd="sng">
                <a:solidFill>
                  <a:srgbClr val="000000"/>
                </a:solidFill>
                <a:prstDash val="solid"/>
                <a:headEnd type="none" w="med" len="med"/>
                <a:tailEnd type="none" w="med" len="med"/>
              </a:ln>
            </p:spPr>
          </p:sp>
          <p:sp>
            <p:nvSpPr>
              <p:cNvPr id="34873" name="Line 168"/>
              <p:cNvSpPr/>
              <p:nvPr/>
            </p:nvSpPr>
            <p:spPr>
              <a:xfrm flipV="1">
                <a:off x="3864" y="3128"/>
                <a:ext cx="1" cy="64"/>
              </a:xfrm>
              <a:prstGeom prst="line">
                <a:avLst/>
              </a:prstGeom>
              <a:ln w="12700" cap="flat" cmpd="sng">
                <a:solidFill>
                  <a:srgbClr val="000000"/>
                </a:solidFill>
                <a:prstDash val="solid"/>
                <a:headEnd type="none" w="med" len="med"/>
                <a:tailEnd type="none" w="med" len="med"/>
              </a:ln>
            </p:spPr>
          </p:sp>
          <p:sp>
            <p:nvSpPr>
              <p:cNvPr id="34874" name="Line 169"/>
              <p:cNvSpPr/>
              <p:nvPr/>
            </p:nvSpPr>
            <p:spPr>
              <a:xfrm flipV="1">
                <a:off x="3864" y="2984"/>
                <a:ext cx="1" cy="64"/>
              </a:xfrm>
              <a:prstGeom prst="line">
                <a:avLst/>
              </a:prstGeom>
              <a:ln w="12700" cap="flat" cmpd="sng">
                <a:solidFill>
                  <a:srgbClr val="000000"/>
                </a:solidFill>
                <a:prstDash val="solid"/>
                <a:headEnd type="none" w="med" len="med"/>
                <a:tailEnd type="none" w="med" len="med"/>
              </a:ln>
            </p:spPr>
          </p:sp>
          <p:sp>
            <p:nvSpPr>
              <p:cNvPr id="34875" name="Line 170"/>
              <p:cNvSpPr/>
              <p:nvPr/>
            </p:nvSpPr>
            <p:spPr>
              <a:xfrm flipV="1">
                <a:off x="3864" y="2840"/>
                <a:ext cx="1" cy="64"/>
              </a:xfrm>
              <a:prstGeom prst="line">
                <a:avLst/>
              </a:prstGeom>
              <a:ln w="12700" cap="flat" cmpd="sng">
                <a:solidFill>
                  <a:srgbClr val="000000"/>
                </a:solidFill>
                <a:prstDash val="solid"/>
                <a:headEnd type="none" w="med" len="med"/>
                <a:tailEnd type="none" w="med" len="med"/>
              </a:ln>
            </p:spPr>
          </p:sp>
          <p:sp>
            <p:nvSpPr>
              <p:cNvPr id="34876" name="Line 171"/>
              <p:cNvSpPr/>
              <p:nvPr/>
            </p:nvSpPr>
            <p:spPr>
              <a:xfrm flipV="1">
                <a:off x="3864" y="2696"/>
                <a:ext cx="1" cy="64"/>
              </a:xfrm>
              <a:prstGeom prst="line">
                <a:avLst/>
              </a:prstGeom>
              <a:ln w="12700" cap="flat" cmpd="sng">
                <a:solidFill>
                  <a:srgbClr val="000000"/>
                </a:solidFill>
                <a:prstDash val="solid"/>
                <a:headEnd type="none" w="med" len="med"/>
                <a:tailEnd type="none" w="med" len="med"/>
              </a:ln>
            </p:spPr>
          </p:sp>
          <p:sp>
            <p:nvSpPr>
              <p:cNvPr id="34877" name="Line 172"/>
              <p:cNvSpPr/>
              <p:nvPr/>
            </p:nvSpPr>
            <p:spPr>
              <a:xfrm flipV="1">
                <a:off x="3864" y="2552"/>
                <a:ext cx="1" cy="64"/>
              </a:xfrm>
              <a:prstGeom prst="line">
                <a:avLst/>
              </a:prstGeom>
              <a:ln w="12700" cap="flat" cmpd="sng">
                <a:solidFill>
                  <a:srgbClr val="000000"/>
                </a:solidFill>
                <a:prstDash val="solid"/>
                <a:headEnd type="none" w="med" len="med"/>
                <a:tailEnd type="none" w="med" len="med"/>
              </a:ln>
            </p:spPr>
          </p:sp>
          <p:sp>
            <p:nvSpPr>
              <p:cNvPr id="34878" name="Line 173"/>
              <p:cNvSpPr/>
              <p:nvPr/>
            </p:nvSpPr>
            <p:spPr>
              <a:xfrm flipV="1">
                <a:off x="3864" y="2408"/>
                <a:ext cx="1" cy="64"/>
              </a:xfrm>
              <a:prstGeom prst="line">
                <a:avLst/>
              </a:prstGeom>
              <a:ln w="12700" cap="flat" cmpd="sng">
                <a:solidFill>
                  <a:srgbClr val="000000"/>
                </a:solidFill>
                <a:prstDash val="solid"/>
                <a:headEnd type="none" w="med" len="med"/>
                <a:tailEnd type="none" w="med" len="med"/>
              </a:ln>
            </p:spPr>
          </p:sp>
          <p:sp>
            <p:nvSpPr>
              <p:cNvPr id="34879" name="Line 174"/>
              <p:cNvSpPr/>
              <p:nvPr/>
            </p:nvSpPr>
            <p:spPr>
              <a:xfrm flipV="1">
                <a:off x="3864" y="2264"/>
                <a:ext cx="1" cy="64"/>
              </a:xfrm>
              <a:prstGeom prst="line">
                <a:avLst/>
              </a:prstGeom>
              <a:ln w="12700" cap="flat" cmpd="sng">
                <a:solidFill>
                  <a:srgbClr val="000000"/>
                </a:solidFill>
                <a:prstDash val="solid"/>
                <a:headEnd type="none" w="med" len="med"/>
                <a:tailEnd type="none" w="med" len="med"/>
              </a:ln>
            </p:spPr>
          </p:sp>
          <p:sp>
            <p:nvSpPr>
              <p:cNvPr id="34880" name="Line 175"/>
              <p:cNvSpPr/>
              <p:nvPr/>
            </p:nvSpPr>
            <p:spPr>
              <a:xfrm flipV="1">
                <a:off x="3864" y="2120"/>
                <a:ext cx="1" cy="64"/>
              </a:xfrm>
              <a:prstGeom prst="line">
                <a:avLst/>
              </a:prstGeom>
              <a:ln w="12700" cap="flat" cmpd="sng">
                <a:solidFill>
                  <a:srgbClr val="000000"/>
                </a:solidFill>
                <a:prstDash val="solid"/>
                <a:headEnd type="none" w="med" len="med"/>
                <a:tailEnd type="none" w="med" len="med"/>
              </a:ln>
            </p:spPr>
          </p:sp>
          <p:sp>
            <p:nvSpPr>
              <p:cNvPr id="34881" name="Line 176"/>
              <p:cNvSpPr/>
              <p:nvPr/>
            </p:nvSpPr>
            <p:spPr>
              <a:xfrm flipV="1">
                <a:off x="3864" y="1976"/>
                <a:ext cx="1" cy="64"/>
              </a:xfrm>
              <a:prstGeom prst="line">
                <a:avLst/>
              </a:prstGeom>
              <a:ln w="12700" cap="flat" cmpd="sng">
                <a:solidFill>
                  <a:srgbClr val="000000"/>
                </a:solidFill>
                <a:prstDash val="solid"/>
                <a:headEnd type="none" w="med" len="med"/>
                <a:tailEnd type="none" w="med" len="med"/>
              </a:ln>
            </p:spPr>
          </p:sp>
          <p:sp>
            <p:nvSpPr>
              <p:cNvPr id="34882" name="Line 177"/>
              <p:cNvSpPr/>
              <p:nvPr/>
            </p:nvSpPr>
            <p:spPr>
              <a:xfrm flipV="1">
                <a:off x="3864" y="1832"/>
                <a:ext cx="1" cy="64"/>
              </a:xfrm>
              <a:prstGeom prst="line">
                <a:avLst/>
              </a:prstGeom>
              <a:ln w="12700" cap="flat" cmpd="sng">
                <a:solidFill>
                  <a:srgbClr val="000000"/>
                </a:solidFill>
                <a:prstDash val="solid"/>
                <a:headEnd type="none" w="med" len="med"/>
                <a:tailEnd type="none" w="med" len="med"/>
              </a:ln>
            </p:spPr>
          </p:sp>
          <p:sp>
            <p:nvSpPr>
              <p:cNvPr id="34883" name="Line 178"/>
              <p:cNvSpPr/>
              <p:nvPr/>
            </p:nvSpPr>
            <p:spPr>
              <a:xfrm flipV="1">
                <a:off x="3864" y="1688"/>
                <a:ext cx="1" cy="64"/>
              </a:xfrm>
              <a:prstGeom prst="line">
                <a:avLst/>
              </a:prstGeom>
              <a:ln w="12700" cap="flat" cmpd="sng">
                <a:solidFill>
                  <a:srgbClr val="000000"/>
                </a:solidFill>
                <a:prstDash val="solid"/>
                <a:headEnd type="none" w="med" len="med"/>
                <a:tailEnd type="none" w="med" len="med"/>
              </a:ln>
            </p:spPr>
          </p:sp>
          <p:sp>
            <p:nvSpPr>
              <p:cNvPr id="34884" name="Line 179"/>
              <p:cNvSpPr/>
              <p:nvPr/>
            </p:nvSpPr>
            <p:spPr>
              <a:xfrm flipV="1">
                <a:off x="3864" y="1544"/>
                <a:ext cx="1" cy="64"/>
              </a:xfrm>
              <a:prstGeom prst="line">
                <a:avLst/>
              </a:prstGeom>
              <a:ln w="12700" cap="flat" cmpd="sng">
                <a:solidFill>
                  <a:srgbClr val="000000"/>
                </a:solidFill>
                <a:prstDash val="solid"/>
                <a:headEnd type="none" w="med" len="med"/>
                <a:tailEnd type="none" w="med" len="med"/>
              </a:ln>
            </p:spPr>
          </p:sp>
          <p:sp>
            <p:nvSpPr>
              <p:cNvPr id="34885" name="Line 180"/>
              <p:cNvSpPr/>
              <p:nvPr/>
            </p:nvSpPr>
            <p:spPr>
              <a:xfrm flipV="1">
                <a:off x="3864" y="1400"/>
                <a:ext cx="1" cy="64"/>
              </a:xfrm>
              <a:prstGeom prst="line">
                <a:avLst/>
              </a:prstGeom>
              <a:ln w="12700" cap="flat" cmpd="sng">
                <a:solidFill>
                  <a:srgbClr val="000000"/>
                </a:solidFill>
                <a:prstDash val="solid"/>
                <a:headEnd type="none" w="med" len="med"/>
                <a:tailEnd type="none" w="med" len="med"/>
              </a:ln>
            </p:spPr>
          </p:sp>
          <p:sp>
            <p:nvSpPr>
              <p:cNvPr id="34886" name="Line 181"/>
              <p:cNvSpPr/>
              <p:nvPr/>
            </p:nvSpPr>
            <p:spPr>
              <a:xfrm flipV="1">
                <a:off x="3864" y="1256"/>
                <a:ext cx="1" cy="64"/>
              </a:xfrm>
              <a:prstGeom prst="line">
                <a:avLst/>
              </a:prstGeom>
              <a:ln w="12700" cap="flat" cmpd="sng">
                <a:solidFill>
                  <a:srgbClr val="000000"/>
                </a:solidFill>
                <a:prstDash val="solid"/>
                <a:headEnd type="none" w="med" len="med"/>
                <a:tailEnd type="none" w="med" len="med"/>
              </a:ln>
            </p:spPr>
          </p:sp>
          <p:sp>
            <p:nvSpPr>
              <p:cNvPr id="34887" name="Line 182"/>
              <p:cNvSpPr/>
              <p:nvPr/>
            </p:nvSpPr>
            <p:spPr>
              <a:xfrm flipV="1">
                <a:off x="3864" y="1112"/>
                <a:ext cx="1" cy="64"/>
              </a:xfrm>
              <a:prstGeom prst="line">
                <a:avLst/>
              </a:prstGeom>
              <a:ln w="12700" cap="flat" cmpd="sng">
                <a:solidFill>
                  <a:srgbClr val="000000"/>
                </a:solidFill>
                <a:prstDash val="solid"/>
                <a:headEnd type="none" w="med" len="med"/>
                <a:tailEnd type="none" w="med" len="med"/>
              </a:ln>
            </p:spPr>
          </p:sp>
          <p:sp>
            <p:nvSpPr>
              <p:cNvPr id="34888" name="Line 183"/>
              <p:cNvSpPr/>
              <p:nvPr/>
            </p:nvSpPr>
            <p:spPr>
              <a:xfrm flipV="1">
                <a:off x="3864" y="984"/>
                <a:ext cx="1" cy="48"/>
              </a:xfrm>
              <a:prstGeom prst="line">
                <a:avLst/>
              </a:prstGeom>
              <a:ln w="12700" cap="flat" cmpd="sng">
                <a:solidFill>
                  <a:srgbClr val="000000"/>
                </a:solidFill>
                <a:prstDash val="solid"/>
                <a:headEnd type="none" w="med" len="med"/>
                <a:tailEnd type="none" w="med" len="med"/>
              </a:ln>
            </p:spPr>
          </p:sp>
        </p:grpSp>
        <p:grpSp>
          <p:nvGrpSpPr>
            <p:cNvPr id="34840" name="Group 184"/>
            <p:cNvGrpSpPr/>
            <p:nvPr/>
          </p:nvGrpSpPr>
          <p:grpSpPr>
            <a:xfrm>
              <a:off x="2824" y="1504"/>
              <a:ext cx="56" cy="2584"/>
              <a:chOff x="2824" y="792"/>
              <a:chExt cx="56" cy="2584"/>
            </a:xfrm>
          </p:grpSpPr>
          <p:sp>
            <p:nvSpPr>
              <p:cNvPr id="34851" name="Freeform 185"/>
              <p:cNvSpPr/>
              <p:nvPr>
                <p:custDataLst>
                  <p:tags r:id="rId9"/>
                </p:custDataLst>
              </p:nvPr>
            </p:nvSpPr>
            <p:spPr>
              <a:xfrm>
                <a:off x="2824" y="3264"/>
                <a:ext cx="56" cy="112"/>
              </a:xfrm>
              <a:custGeom>
                <a:avLst/>
                <a:gdLst>
                  <a:gd name="txL" fmla="*/ 0 w 56"/>
                  <a:gd name="txT" fmla="*/ 0 h 112"/>
                  <a:gd name="txR" fmla="*/ 56 w 56"/>
                  <a:gd name="txB" fmla="*/ 112 h 112"/>
                </a:gdLst>
                <a:ahLst/>
                <a:cxnLst>
                  <a:cxn ang="0">
                    <a:pos x="24" y="112"/>
                  </a:cxn>
                  <a:cxn ang="0">
                    <a:pos x="0" y="0"/>
                  </a:cxn>
                  <a:cxn ang="0">
                    <a:pos x="24" y="0"/>
                  </a:cxn>
                  <a:cxn ang="0">
                    <a:pos x="56" y="0"/>
                  </a:cxn>
                  <a:cxn ang="0">
                    <a:pos x="24" y="112"/>
                  </a:cxn>
                </a:cxnLst>
                <a:rect l="txL" t="txT" r="txR" b="txB"/>
                <a:pathLst>
                  <a:path w="56" h="112">
                    <a:moveTo>
                      <a:pt x="24" y="112"/>
                    </a:moveTo>
                    <a:lnTo>
                      <a:pt x="0" y="0"/>
                    </a:lnTo>
                    <a:lnTo>
                      <a:pt x="24" y="0"/>
                    </a:lnTo>
                    <a:lnTo>
                      <a:pt x="56" y="0"/>
                    </a:lnTo>
                    <a:lnTo>
                      <a:pt x="24" y="11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4852" name="Freeform 186"/>
              <p:cNvSpPr/>
              <p:nvPr>
                <p:custDataLst>
                  <p:tags r:id="rId10"/>
                </p:custDataLst>
              </p:nvPr>
            </p:nvSpPr>
            <p:spPr>
              <a:xfrm>
                <a:off x="2824" y="792"/>
                <a:ext cx="56" cy="112"/>
              </a:xfrm>
              <a:custGeom>
                <a:avLst/>
                <a:gdLst>
                  <a:gd name="txL" fmla="*/ 0 w 56"/>
                  <a:gd name="txT" fmla="*/ 0 h 112"/>
                  <a:gd name="txR" fmla="*/ 56 w 56"/>
                  <a:gd name="txB" fmla="*/ 112 h 112"/>
                </a:gdLst>
                <a:ahLst/>
                <a:cxnLst>
                  <a:cxn ang="0">
                    <a:pos x="24" y="0"/>
                  </a:cxn>
                  <a:cxn ang="0">
                    <a:pos x="56" y="112"/>
                  </a:cxn>
                  <a:cxn ang="0">
                    <a:pos x="24" y="112"/>
                  </a:cxn>
                  <a:cxn ang="0">
                    <a:pos x="0" y="112"/>
                  </a:cxn>
                  <a:cxn ang="0">
                    <a:pos x="24" y="0"/>
                  </a:cxn>
                </a:cxnLst>
                <a:rect l="txL" t="txT" r="txR" b="txB"/>
                <a:pathLst>
                  <a:path w="56" h="112">
                    <a:moveTo>
                      <a:pt x="24" y="0"/>
                    </a:moveTo>
                    <a:lnTo>
                      <a:pt x="56" y="112"/>
                    </a:lnTo>
                    <a:lnTo>
                      <a:pt x="24" y="112"/>
                    </a:lnTo>
                    <a:lnTo>
                      <a:pt x="0" y="112"/>
                    </a:lnTo>
                    <a:lnTo>
                      <a:pt x="24" y="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4853" name="Line 187"/>
              <p:cNvSpPr/>
              <p:nvPr/>
            </p:nvSpPr>
            <p:spPr>
              <a:xfrm flipV="1">
                <a:off x="2848" y="3192"/>
                <a:ext cx="1" cy="64"/>
              </a:xfrm>
              <a:prstGeom prst="line">
                <a:avLst/>
              </a:prstGeom>
              <a:ln w="12700" cap="flat" cmpd="sng">
                <a:solidFill>
                  <a:srgbClr val="000000"/>
                </a:solidFill>
                <a:prstDash val="solid"/>
                <a:headEnd type="none" w="med" len="med"/>
                <a:tailEnd type="none" w="med" len="med"/>
              </a:ln>
            </p:spPr>
          </p:sp>
          <p:sp>
            <p:nvSpPr>
              <p:cNvPr id="34854" name="Line 188"/>
              <p:cNvSpPr/>
              <p:nvPr/>
            </p:nvSpPr>
            <p:spPr>
              <a:xfrm flipV="1">
                <a:off x="2848" y="3048"/>
                <a:ext cx="1" cy="64"/>
              </a:xfrm>
              <a:prstGeom prst="line">
                <a:avLst/>
              </a:prstGeom>
              <a:ln w="12700" cap="flat" cmpd="sng">
                <a:solidFill>
                  <a:srgbClr val="000000"/>
                </a:solidFill>
                <a:prstDash val="solid"/>
                <a:headEnd type="none" w="med" len="med"/>
                <a:tailEnd type="none" w="med" len="med"/>
              </a:ln>
            </p:spPr>
          </p:sp>
          <p:sp>
            <p:nvSpPr>
              <p:cNvPr id="34855" name="Line 189"/>
              <p:cNvSpPr/>
              <p:nvPr/>
            </p:nvSpPr>
            <p:spPr>
              <a:xfrm flipV="1">
                <a:off x="2848" y="2904"/>
                <a:ext cx="1" cy="64"/>
              </a:xfrm>
              <a:prstGeom prst="line">
                <a:avLst/>
              </a:prstGeom>
              <a:ln w="12700" cap="flat" cmpd="sng">
                <a:solidFill>
                  <a:srgbClr val="000000"/>
                </a:solidFill>
                <a:prstDash val="solid"/>
                <a:headEnd type="none" w="med" len="med"/>
                <a:tailEnd type="none" w="med" len="med"/>
              </a:ln>
            </p:spPr>
          </p:sp>
          <p:sp>
            <p:nvSpPr>
              <p:cNvPr id="34856" name="Line 190"/>
              <p:cNvSpPr/>
              <p:nvPr/>
            </p:nvSpPr>
            <p:spPr>
              <a:xfrm flipV="1">
                <a:off x="2848" y="2760"/>
                <a:ext cx="1" cy="64"/>
              </a:xfrm>
              <a:prstGeom prst="line">
                <a:avLst/>
              </a:prstGeom>
              <a:ln w="12700" cap="flat" cmpd="sng">
                <a:solidFill>
                  <a:srgbClr val="000000"/>
                </a:solidFill>
                <a:prstDash val="solid"/>
                <a:headEnd type="none" w="med" len="med"/>
                <a:tailEnd type="none" w="med" len="med"/>
              </a:ln>
            </p:spPr>
          </p:sp>
          <p:sp>
            <p:nvSpPr>
              <p:cNvPr id="34857" name="Line 191"/>
              <p:cNvSpPr/>
              <p:nvPr/>
            </p:nvSpPr>
            <p:spPr>
              <a:xfrm flipV="1">
                <a:off x="2848" y="2616"/>
                <a:ext cx="1" cy="64"/>
              </a:xfrm>
              <a:prstGeom prst="line">
                <a:avLst/>
              </a:prstGeom>
              <a:ln w="12700" cap="flat" cmpd="sng">
                <a:solidFill>
                  <a:srgbClr val="000000"/>
                </a:solidFill>
                <a:prstDash val="solid"/>
                <a:headEnd type="none" w="med" len="med"/>
                <a:tailEnd type="none" w="med" len="med"/>
              </a:ln>
            </p:spPr>
          </p:sp>
          <p:sp>
            <p:nvSpPr>
              <p:cNvPr id="34858" name="Line 192"/>
              <p:cNvSpPr/>
              <p:nvPr/>
            </p:nvSpPr>
            <p:spPr>
              <a:xfrm flipV="1">
                <a:off x="2848" y="2472"/>
                <a:ext cx="1" cy="64"/>
              </a:xfrm>
              <a:prstGeom prst="line">
                <a:avLst/>
              </a:prstGeom>
              <a:ln w="12700" cap="flat" cmpd="sng">
                <a:solidFill>
                  <a:srgbClr val="000000"/>
                </a:solidFill>
                <a:prstDash val="solid"/>
                <a:headEnd type="none" w="med" len="med"/>
                <a:tailEnd type="none" w="med" len="med"/>
              </a:ln>
            </p:spPr>
          </p:sp>
          <p:sp>
            <p:nvSpPr>
              <p:cNvPr id="34859" name="Line 193"/>
              <p:cNvSpPr/>
              <p:nvPr/>
            </p:nvSpPr>
            <p:spPr>
              <a:xfrm flipV="1">
                <a:off x="2848" y="2328"/>
                <a:ext cx="1" cy="64"/>
              </a:xfrm>
              <a:prstGeom prst="line">
                <a:avLst/>
              </a:prstGeom>
              <a:ln w="12700" cap="flat" cmpd="sng">
                <a:solidFill>
                  <a:srgbClr val="000000"/>
                </a:solidFill>
                <a:prstDash val="solid"/>
                <a:headEnd type="none" w="med" len="med"/>
                <a:tailEnd type="none" w="med" len="med"/>
              </a:ln>
            </p:spPr>
          </p:sp>
          <p:sp>
            <p:nvSpPr>
              <p:cNvPr id="34860" name="Line 194"/>
              <p:cNvSpPr/>
              <p:nvPr/>
            </p:nvSpPr>
            <p:spPr>
              <a:xfrm flipV="1">
                <a:off x="2848" y="2184"/>
                <a:ext cx="1" cy="64"/>
              </a:xfrm>
              <a:prstGeom prst="line">
                <a:avLst/>
              </a:prstGeom>
              <a:ln w="12700" cap="flat" cmpd="sng">
                <a:solidFill>
                  <a:srgbClr val="000000"/>
                </a:solidFill>
                <a:prstDash val="solid"/>
                <a:headEnd type="none" w="med" len="med"/>
                <a:tailEnd type="none" w="med" len="med"/>
              </a:ln>
            </p:spPr>
          </p:sp>
          <p:sp>
            <p:nvSpPr>
              <p:cNvPr id="34861" name="Line 195"/>
              <p:cNvSpPr/>
              <p:nvPr/>
            </p:nvSpPr>
            <p:spPr>
              <a:xfrm flipV="1">
                <a:off x="2848" y="2040"/>
                <a:ext cx="1" cy="64"/>
              </a:xfrm>
              <a:prstGeom prst="line">
                <a:avLst/>
              </a:prstGeom>
              <a:ln w="12700" cap="flat" cmpd="sng">
                <a:solidFill>
                  <a:srgbClr val="000000"/>
                </a:solidFill>
                <a:prstDash val="solid"/>
                <a:headEnd type="none" w="med" len="med"/>
                <a:tailEnd type="none" w="med" len="med"/>
              </a:ln>
            </p:spPr>
          </p:sp>
          <p:sp>
            <p:nvSpPr>
              <p:cNvPr id="34862" name="Line 196"/>
              <p:cNvSpPr/>
              <p:nvPr/>
            </p:nvSpPr>
            <p:spPr>
              <a:xfrm flipV="1">
                <a:off x="2848" y="1896"/>
                <a:ext cx="1" cy="64"/>
              </a:xfrm>
              <a:prstGeom prst="line">
                <a:avLst/>
              </a:prstGeom>
              <a:ln w="12700" cap="flat" cmpd="sng">
                <a:solidFill>
                  <a:srgbClr val="000000"/>
                </a:solidFill>
                <a:prstDash val="solid"/>
                <a:headEnd type="none" w="med" len="med"/>
                <a:tailEnd type="none" w="med" len="med"/>
              </a:ln>
            </p:spPr>
          </p:sp>
          <p:sp>
            <p:nvSpPr>
              <p:cNvPr id="34863" name="Line 197"/>
              <p:cNvSpPr/>
              <p:nvPr/>
            </p:nvSpPr>
            <p:spPr>
              <a:xfrm flipV="1">
                <a:off x="2848" y="1752"/>
                <a:ext cx="1" cy="64"/>
              </a:xfrm>
              <a:prstGeom prst="line">
                <a:avLst/>
              </a:prstGeom>
              <a:ln w="12700" cap="flat" cmpd="sng">
                <a:solidFill>
                  <a:srgbClr val="000000"/>
                </a:solidFill>
                <a:prstDash val="solid"/>
                <a:headEnd type="none" w="med" len="med"/>
                <a:tailEnd type="none" w="med" len="med"/>
              </a:ln>
            </p:spPr>
          </p:sp>
          <p:sp>
            <p:nvSpPr>
              <p:cNvPr id="34864" name="Line 198"/>
              <p:cNvSpPr/>
              <p:nvPr/>
            </p:nvSpPr>
            <p:spPr>
              <a:xfrm flipV="1">
                <a:off x="2848" y="1608"/>
                <a:ext cx="1" cy="64"/>
              </a:xfrm>
              <a:prstGeom prst="line">
                <a:avLst/>
              </a:prstGeom>
              <a:ln w="12700" cap="flat" cmpd="sng">
                <a:solidFill>
                  <a:srgbClr val="000000"/>
                </a:solidFill>
                <a:prstDash val="solid"/>
                <a:headEnd type="none" w="med" len="med"/>
                <a:tailEnd type="none" w="med" len="med"/>
              </a:ln>
            </p:spPr>
          </p:sp>
          <p:sp>
            <p:nvSpPr>
              <p:cNvPr id="34865" name="Line 199"/>
              <p:cNvSpPr/>
              <p:nvPr/>
            </p:nvSpPr>
            <p:spPr>
              <a:xfrm flipV="1">
                <a:off x="2848" y="1464"/>
                <a:ext cx="1" cy="64"/>
              </a:xfrm>
              <a:prstGeom prst="line">
                <a:avLst/>
              </a:prstGeom>
              <a:ln w="12700" cap="flat" cmpd="sng">
                <a:solidFill>
                  <a:srgbClr val="000000"/>
                </a:solidFill>
                <a:prstDash val="solid"/>
                <a:headEnd type="none" w="med" len="med"/>
                <a:tailEnd type="none" w="med" len="med"/>
              </a:ln>
            </p:spPr>
          </p:sp>
          <p:sp>
            <p:nvSpPr>
              <p:cNvPr id="34866" name="Line 200"/>
              <p:cNvSpPr/>
              <p:nvPr/>
            </p:nvSpPr>
            <p:spPr>
              <a:xfrm flipV="1">
                <a:off x="2848" y="1320"/>
                <a:ext cx="1" cy="64"/>
              </a:xfrm>
              <a:prstGeom prst="line">
                <a:avLst/>
              </a:prstGeom>
              <a:ln w="12700" cap="flat" cmpd="sng">
                <a:solidFill>
                  <a:srgbClr val="000000"/>
                </a:solidFill>
                <a:prstDash val="solid"/>
                <a:headEnd type="none" w="med" len="med"/>
                <a:tailEnd type="none" w="med" len="med"/>
              </a:ln>
            </p:spPr>
          </p:sp>
          <p:sp>
            <p:nvSpPr>
              <p:cNvPr id="34867" name="Line 201"/>
              <p:cNvSpPr/>
              <p:nvPr/>
            </p:nvSpPr>
            <p:spPr>
              <a:xfrm flipV="1">
                <a:off x="2848" y="1176"/>
                <a:ext cx="1" cy="64"/>
              </a:xfrm>
              <a:prstGeom prst="line">
                <a:avLst/>
              </a:prstGeom>
              <a:ln w="12700" cap="flat" cmpd="sng">
                <a:solidFill>
                  <a:srgbClr val="000000"/>
                </a:solidFill>
                <a:prstDash val="solid"/>
                <a:headEnd type="none" w="med" len="med"/>
                <a:tailEnd type="none" w="med" len="med"/>
              </a:ln>
            </p:spPr>
          </p:sp>
          <p:sp>
            <p:nvSpPr>
              <p:cNvPr id="34868" name="Line 202"/>
              <p:cNvSpPr/>
              <p:nvPr/>
            </p:nvSpPr>
            <p:spPr>
              <a:xfrm flipV="1">
                <a:off x="2848" y="1032"/>
                <a:ext cx="1" cy="64"/>
              </a:xfrm>
              <a:prstGeom prst="line">
                <a:avLst/>
              </a:prstGeom>
              <a:ln w="12700" cap="flat" cmpd="sng">
                <a:solidFill>
                  <a:srgbClr val="000000"/>
                </a:solidFill>
                <a:prstDash val="solid"/>
                <a:headEnd type="none" w="med" len="med"/>
                <a:tailEnd type="none" w="med" len="med"/>
              </a:ln>
            </p:spPr>
          </p:sp>
          <p:sp>
            <p:nvSpPr>
              <p:cNvPr id="34869" name="Line 203"/>
              <p:cNvSpPr/>
              <p:nvPr/>
            </p:nvSpPr>
            <p:spPr>
              <a:xfrm flipV="1">
                <a:off x="2848" y="904"/>
                <a:ext cx="1" cy="48"/>
              </a:xfrm>
              <a:prstGeom prst="line">
                <a:avLst/>
              </a:prstGeom>
              <a:ln w="12700" cap="flat" cmpd="sng">
                <a:solidFill>
                  <a:srgbClr val="000000"/>
                </a:solidFill>
                <a:prstDash val="solid"/>
                <a:headEnd type="none" w="med" len="med"/>
                <a:tailEnd type="none" w="med" len="med"/>
              </a:ln>
            </p:spPr>
          </p:sp>
        </p:grpSp>
        <p:sp>
          <p:nvSpPr>
            <p:cNvPr id="34841" name="Rectangle 204"/>
            <p:cNvSpPr/>
            <p:nvPr/>
          </p:nvSpPr>
          <p:spPr>
            <a:xfrm>
              <a:off x="544" y="3352"/>
              <a:ext cx="85" cy="174"/>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e</a:t>
              </a:r>
            </a:p>
          </p:txBody>
        </p:sp>
        <p:sp>
          <p:nvSpPr>
            <p:cNvPr id="34842" name="Rectangle 205"/>
            <p:cNvSpPr/>
            <p:nvPr/>
          </p:nvSpPr>
          <p:spPr>
            <a:xfrm>
              <a:off x="556" y="2472"/>
              <a:ext cx="59" cy="174"/>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f</a:t>
              </a:r>
            </a:p>
          </p:txBody>
        </p:sp>
        <p:sp>
          <p:nvSpPr>
            <p:cNvPr id="34843" name="Rectangle 206"/>
            <p:cNvSpPr/>
            <p:nvPr/>
          </p:nvSpPr>
          <p:spPr>
            <a:xfrm>
              <a:off x="556" y="2032"/>
              <a:ext cx="97" cy="174"/>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g</a:t>
              </a:r>
            </a:p>
          </p:txBody>
        </p:sp>
        <p:sp>
          <p:nvSpPr>
            <p:cNvPr id="34844" name="Oval 207"/>
            <p:cNvSpPr/>
            <p:nvPr>
              <p:custDataLst>
                <p:tags r:id="rId2"/>
              </p:custDataLst>
            </p:nvPr>
          </p:nvSpPr>
          <p:spPr>
            <a:xfrm>
              <a:off x="1996" y="2172"/>
              <a:ext cx="64" cy="64"/>
            </a:xfrm>
            <a:prstGeom prst="ellipse">
              <a:avLst/>
            </a:prstGeom>
            <a:blipFill rotWithShape="0">
              <a:blip r:embed="rId27"/>
            </a:blip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34845" name="Oval 208"/>
            <p:cNvSpPr/>
            <p:nvPr>
              <p:custDataLst>
                <p:tags r:id="rId3"/>
              </p:custDataLst>
            </p:nvPr>
          </p:nvSpPr>
          <p:spPr>
            <a:xfrm>
              <a:off x="1196" y="2780"/>
              <a:ext cx="64" cy="64"/>
            </a:xfrm>
            <a:prstGeom prst="ellipse">
              <a:avLst/>
            </a:prstGeom>
            <a:blipFill rotWithShape="0">
              <a:blip r:embed="rId27"/>
            </a:blip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34846" name="Oval 209"/>
            <p:cNvSpPr/>
            <p:nvPr>
              <p:custDataLst>
                <p:tags r:id="rId4"/>
              </p:custDataLst>
            </p:nvPr>
          </p:nvSpPr>
          <p:spPr>
            <a:xfrm>
              <a:off x="3500" y="2908"/>
              <a:ext cx="64" cy="64"/>
            </a:xfrm>
            <a:prstGeom prst="ellipse">
              <a:avLst/>
            </a:prstGeom>
            <a:blipFill rotWithShape="0">
              <a:blip r:embed="rId27"/>
            </a:blip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34847" name="Oval 210"/>
            <p:cNvSpPr/>
            <p:nvPr>
              <p:custDataLst>
                <p:tags r:id="rId5"/>
              </p:custDataLst>
            </p:nvPr>
          </p:nvSpPr>
          <p:spPr>
            <a:xfrm>
              <a:off x="816" y="2592"/>
              <a:ext cx="64" cy="64"/>
            </a:xfrm>
            <a:prstGeom prst="ellipse">
              <a:avLst/>
            </a:prstGeom>
            <a:solidFill>
              <a:srgbClr val="FF00FF"/>
            </a:solid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34848" name="Oval 211"/>
            <p:cNvSpPr/>
            <p:nvPr>
              <p:custDataLst>
                <p:tags r:id="rId6"/>
              </p:custDataLst>
            </p:nvPr>
          </p:nvSpPr>
          <p:spPr>
            <a:xfrm>
              <a:off x="3360" y="1776"/>
              <a:ext cx="64" cy="64"/>
            </a:xfrm>
            <a:prstGeom prst="ellipse">
              <a:avLst/>
            </a:prstGeom>
            <a:solidFill>
              <a:srgbClr val="FF00FF"/>
            </a:solid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34849" name="Oval 212"/>
            <p:cNvSpPr/>
            <p:nvPr>
              <p:custDataLst>
                <p:tags r:id="rId7"/>
              </p:custDataLst>
            </p:nvPr>
          </p:nvSpPr>
          <p:spPr>
            <a:xfrm>
              <a:off x="3312" y="3456"/>
              <a:ext cx="64" cy="64"/>
            </a:xfrm>
            <a:prstGeom prst="ellipse">
              <a:avLst/>
            </a:prstGeom>
            <a:solidFill>
              <a:srgbClr val="FF00FF"/>
            </a:solid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34850" name="Oval 213"/>
            <p:cNvSpPr/>
            <p:nvPr>
              <p:custDataLst>
                <p:tags r:id="rId8"/>
              </p:custDataLst>
            </p:nvPr>
          </p:nvSpPr>
          <p:spPr>
            <a:xfrm>
              <a:off x="4032" y="2160"/>
              <a:ext cx="64" cy="64"/>
            </a:xfrm>
            <a:prstGeom prst="ellipse">
              <a:avLst/>
            </a:prstGeom>
            <a:solidFill>
              <a:srgbClr val="FF00FF"/>
            </a:solid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grpSp>
      <p:sp>
        <p:nvSpPr>
          <p:cNvPr id="34823" name="Text Box 214"/>
          <p:cNvSpPr txBox="1"/>
          <p:nvPr/>
        </p:nvSpPr>
        <p:spPr>
          <a:xfrm>
            <a:off x="6400800" y="2216944"/>
            <a:ext cx="1257300" cy="300082"/>
          </a:xfrm>
          <a:prstGeom prst="rect">
            <a:avLst/>
          </a:prstGeom>
          <a:noFill/>
          <a:ln w="9525">
            <a:noFill/>
          </a:ln>
        </p:spPr>
        <p:txBody>
          <a:bodyPr lIns="0" tIns="0" rIns="0" bIns="0" anchor="t" anchorCtr="1">
            <a:spAutoFit/>
          </a:bodyPr>
          <a:lstStyle/>
          <a:p>
            <a:pPr>
              <a:spcBef>
                <a:spcPct val="50000"/>
              </a:spcBef>
            </a:pPr>
            <a:r>
              <a:rPr lang="zh-CN" altLang="en-US" sz="1950" b="1" dirty="0">
                <a:latin typeface="微软雅黑" panose="020B0503020204020204" charset="-122"/>
                <a:ea typeface="微软雅黑" panose="020B0503020204020204" charset="-122"/>
              </a:rPr>
              <a:t>存在的问题</a:t>
            </a:r>
          </a:p>
        </p:txBody>
      </p:sp>
      <p:sp>
        <p:nvSpPr>
          <p:cNvPr id="264194" name="Rectangle 2"/>
          <p:cNvSpPr>
            <a:spLocks noGrp="1" noChangeArrowheads="1"/>
          </p:cNvSpPr>
          <p:nvPr>
            <p:ph type="title"/>
          </p:nvPr>
        </p:nvSpPr>
        <p:spPr>
          <a:xfrm>
            <a:off x="1439704" y="303848"/>
            <a:ext cx="5617369" cy="756285"/>
          </a:xfrm>
          <a:noFill/>
          <a:ln>
            <a:noFill/>
          </a:ln>
          <a:extLst>
            <a:ext uri="{909E8E84-426E-40DD-AFC4-6F175D3DCCD1}">
              <a14:hiddenFill xmlns:a14="http://schemas.microsoft.com/office/drawing/2010/main">
                <a:solidFill>
                  <a:srgbClr val="FFCC00"/>
                </a:solidFill>
              </a14:hiddenFill>
            </a:ext>
          </a:extLst>
        </p:spPr>
        <p:txBody>
          <a:bodyPr vert="horz" wrap="square" lIns="68580" tIns="34290" rIns="68580" bIns="34290" numCol="1" rtlCol="0" anchor="ctr" anchorCtr="0" compatLnSpc="1">
            <a:normAutofit/>
          </a:bodyPr>
          <a:lstStyle/>
          <a:p>
            <a:pPr algn="just" eaLnBrk="0" fontAlgn="base" hangingPunct="0">
              <a:lnSpc>
                <a:spcPct val="100000"/>
              </a:lnSpc>
              <a:buClrTx/>
            </a:pPr>
            <a:r>
              <a:rPr kumimoji="0" lang="zh-CN" altLang="en-US" sz="2925">
                <a:solidFill>
                  <a:schemeClr val="accent1">
                    <a:lumMod val="75000"/>
                  </a:schemeClr>
                </a:solidFill>
                <a:latin typeface="微软雅黑" panose="020B0503020204020204" charset="-122"/>
                <a:cs typeface="微软雅黑" panose="020B0503020204020204" charset="-122"/>
              </a:rPr>
              <a:t>测试用例设计</a:t>
            </a:r>
            <a:r>
              <a:rPr kumimoji="0" sz="2925">
                <a:solidFill>
                  <a:schemeClr val="accent1">
                    <a:lumMod val="75000"/>
                  </a:schemeClr>
                </a:solidFill>
                <a:latin typeface="微软雅黑" panose="020B0503020204020204" charset="-122"/>
                <a:cs typeface="微软雅黑" panose="020B0503020204020204" charset="-122"/>
              </a:rPr>
              <a:t>--</a:t>
            </a:r>
            <a:r>
              <a:rPr kumimoji="0" lang="zh-CN" altLang="en-US" sz="2925">
                <a:solidFill>
                  <a:schemeClr val="accent1">
                    <a:lumMod val="75000"/>
                  </a:schemeClr>
                </a:solidFill>
                <a:latin typeface="微软雅黑" panose="020B0503020204020204" charset="-122"/>
                <a:cs typeface="微软雅黑" panose="020B0503020204020204" charset="-122"/>
              </a:rPr>
              <a:t>弱健壮等价类</a:t>
            </a:r>
          </a:p>
        </p:txBody>
      </p:sp>
      <p:sp>
        <p:nvSpPr>
          <p:cNvPr id="2" name="日期占位符 1"/>
          <p:cNvSpPr>
            <a:spLocks noGrp="1"/>
          </p:cNvSpPr>
          <p:nvPr>
            <p:ph type="dt" sz="half" idx="10"/>
          </p:nvPr>
        </p:nvSpPr>
        <p:spPr/>
        <p:txBody>
          <a:bodyPr/>
          <a:lstStyle/>
          <a:p>
            <a:fld id="{760FBDFE-C587-4B4C-A407-44438C67B59E}" type="datetime1">
              <a:rPr lang="zh-CN" altLang="en-US" smtClean="0">
                <a:latin typeface="微软雅黑" panose="020B0503020204020204" charset="-122"/>
                <a:ea typeface="微软雅黑" panose="020B0503020204020204" charset="-122"/>
              </a:rPr>
              <a:t>2024/3/12</a:t>
            </a:fld>
            <a:endParaRPr lang="zh-CN" altLang="en-US">
              <a:latin typeface="微软雅黑" panose="020B0503020204020204" charset="-122"/>
              <a:ea typeface="微软雅黑" panose="020B0503020204020204" charset="-122"/>
            </a:endParaRPr>
          </a:p>
        </p:txBody>
      </p:sp>
      <p:sp>
        <p:nvSpPr>
          <p:cNvPr id="3" name="灯片编号占位符 2"/>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fld id="{49AE70B2-8BF9-45C0-BB95-33D1B9D3A854}" type="slidenum">
              <a:rPr lang="zh-CN" altLang="en-US" smtClean="0"/>
              <a:pPr/>
              <a:t>99</a:t>
            </a:fld>
            <a:endParaRPr lang="zh-CN" altLang="en-US">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72389"/>
                                        </p:tgtEl>
                                        <p:attrNameLst>
                                          <p:attrName>style.visibility</p:attrName>
                                        </p:attrNameLst>
                                      </p:cBhvr>
                                      <p:to>
                                        <p:strVal val="visible"/>
                                      </p:to>
                                    </p:set>
                                    <p:anim calcmode="lin" valueType="num">
                                      <p:cBhvr additive="base">
                                        <p:cTn id="7" dur="500" fill="hold"/>
                                        <p:tgtEl>
                                          <p:spTgt spid="272389"/>
                                        </p:tgtEl>
                                        <p:attrNameLst>
                                          <p:attrName>ppt_x</p:attrName>
                                        </p:attrNameLst>
                                      </p:cBhvr>
                                      <p:tavLst>
                                        <p:tav tm="0">
                                          <p:val>
                                            <p:strVal val="#ppt_x"/>
                                          </p:val>
                                        </p:tav>
                                        <p:tav tm="100000">
                                          <p:val>
                                            <p:strVal val="#ppt_x"/>
                                          </p:val>
                                        </p:tav>
                                      </p:tavLst>
                                    </p:anim>
                                    <p:anim calcmode="lin" valueType="num">
                                      <p:cBhvr additive="base">
                                        <p:cTn id="8" dur="500" fill="hold"/>
                                        <p:tgtEl>
                                          <p:spTgt spid="27238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2389" grpId="0"/>
    </p:bldLst>
  </p:timing>
</p:sld>
</file>

<file path=ppt/slides/slide1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844" name="Rectangle 4"/>
          <p:cNvSpPr>
            <a:spLocks noGrp="1"/>
          </p:cNvSpPr>
          <p:nvPr>
            <p:ph idx="1"/>
          </p:nvPr>
        </p:nvSpPr>
        <p:spPr>
          <a:xfrm>
            <a:off x="1657350" y="1167765"/>
            <a:ext cx="5829300" cy="571500"/>
          </a:xfrm>
        </p:spPr>
        <p:txBody>
          <a:bodyPr vert="horz" wrap="square" lIns="68580" tIns="34290" rIns="68580" bIns="34290" rtlCol="0" anchor="t" anchorCtr="0">
            <a:normAutofit/>
          </a:bodyPr>
          <a:lstStyle/>
          <a:p>
            <a:pPr eaLnBrk="1" hangingPunct="1"/>
            <a:r>
              <a:rPr lang="zh-CN" altLang="en-US" b="1" u="sng" dirty="0">
                <a:latin typeface="微软雅黑" panose="020B0503020204020204" charset="-122"/>
              </a:rPr>
              <a:t>基于多缺陷、健壮值</a:t>
            </a:r>
          </a:p>
        </p:txBody>
      </p:sp>
      <p:grpSp>
        <p:nvGrpSpPr>
          <p:cNvPr id="35845" name="Group 5"/>
          <p:cNvGrpSpPr/>
          <p:nvPr/>
        </p:nvGrpSpPr>
        <p:grpSpPr>
          <a:xfrm>
            <a:off x="2657451" y="1784509"/>
            <a:ext cx="4105300" cy="2981859"/>
            <a:chOff x="720" y="1478"/>
            <a:chExt cx="3696" cy="2817"/>
          </a:xfrm>
        </p:grpSpPr>
        <p:sp>
          <p:nvSpPr>
            <p:cNvPr id="35846" name="Rectangle 6"/>
            <p:cNvSpPr/>
            <p:nvPr/>
          </p:nvSpPr>
          <p:spPr>
            <a:xfrm>
              <a:off x="1076" y="4099"/>
              <a:ext cx="40" cy="196"/>
            </a:xfrm>
            <a:prstGeom prst="rect">
              <a:avLst/>
            </a:prstGeom>
            <a:noFill/>
            <a:ln w="9525">
              <a:noFill/>
            </a:ln>
          </p:spPr>
          <p:txBody>
            <a:bodyPr wrap="square" lIns="0" tIns="0" rIns="0" bIns="0">
              <a:spAutoFit/>
            </a:bodyPr>
            <a:lstStyle/>
            <a:p>
              <a:r>
                <a:rPr lang="en-US" altLang="zh-CN" sz="1350" b="1" dirty="0">
                  <a:solidFill>
                    <a:srgbClr val="000000"/>
                  </a:solidFill>
                  <a:latin typeface="Helvetica" charset="0"/>
                  <a:ea typeface="宋体" panose="02010600030101010101" pitchFamily="2" charset="-122"/>
                </a:rPr>
                <a:t> </a:t>
              </a:r>
            </a:p>
          </p:txBody>
        </p:sp>
        <p:grpSp>
          <p:nvGrpSpPr>
            <p:cNvPr id="35847" name="Group 7"/>
            <p:cNvGrpSpPr/>
            <p:nvPr/>
          </p:nvGrpSpPr>
          <p:grpSpPr>
            <a:xfrm>
              <a:off x="1336" y="1595"/>
              <a:ext cx="56" cy="2592"/>
              <a:chOff x="1624" y="1016"/>
              <a:chExt cx="56" cy="2592"/>
            </a:xfrm>
          </p:grpSpPr>
          <p:sp>
            <p:nvSpPr>
              <p:cNvPr id="35940" name="Freeform 8"/>
              <p:cNvSpPr/>
              <p:nvPr>
                <p:custDataLst>
                  <p:tags r:id="rId19"/>
                </p:custDataLst>
              </p:nvPr>
            </p:nvSpPr>
            <p:spPr>
              <a:xfrm>
                <a:off x="1624" y="3496"/>
                <a:ext cx="56" cy="112"/>
              </a:xfrm>
              <a:custGeom>
                <a:avLst/>
                <a:gdLst>
                  <a:gd name="txL" fmla="*/ 0 w 56"/>
                  <a:gd name="txT" fmla="*/ 0 h 112"/>
                  <a:gd name="txR" fmla="*/ 56 w 56"/>
                  <a:gd name="txB" fmla="*/ 112 h 112"/>
                </a:gdLst>
                <a:ahLst/>
                <a:cxnLst>
                  <a:cxn ang="0">
                    <a:pos x="24" y="112"/>
                  </a:cxn>
                  <a:cxn ang="0">
                    <a:pos x="0" y="0"/>
                  </a:cxn>
                  <a:cxn ang="0">
                    <a:pos x="24" y="0"/>
                  </a:cxn>
                  <a:cxn ang="0">
                    <a:pos x="56" y="0"/>
                  </a:cxn>
                  <a:cxn ang="0">
                    <a:pos x="24" y="112"/>
                  </a:cxn>
                </a:cxnLst>
                <a:rect l="txL" t="txT" r="txR" b="txB"/>
                <a:pathLst>
                  <a:path w="56" h="112">
                    <a:moveTo>
                      <a:pt x="24" y="112"/>
                    </a:moveTo>
                    <a:lnTo>
                      <a:pt x="0" y="0"/>
                    </a:lnTo>
                    <a:lnTo>
                      <a:pt x="24" y="0"/>
                    </a:lnTo>
                    <a:lnTo>
                      <a:pt x="56" y="0"/>
                    </a:lnTo>
                    <a:lnTo>
                      <a:pt x="24" y="112"/>
                    </a:lnTo>
                    <a:close/>
                  </a:path>
                </a:pathLst>
              </a:custGeom>
              <a:solidFill>
                <a:srgbClr val="000000">
                  <a:alpha val="100000"/>
                </a:srgbClr>
              </a:solidFill>
              <a:ln w="9525">
                <a:noFill/>
              </a:ln>
            </p:spPr>
            <p:txBody>
              <a:bodyPr/>
              <a:lstStyle/>
              <a:p>
                <a:endParaRPr lang="zh-CN" altLang="en-US" sz="1350">
                  <a:solidFill>
                    <a:schemeClr val="dk1"/>
                  </a:solidFill>
                </a:endParaRPr>
              </a:p>
            </p:txBody>
          </p:sp>
          <p:sp>
            <p:nvSpPr>
              <p:cNvPr id="35941" name="Freeform 9"/>
              <p:cNvSpPr/>
              <p:nvPr>
                <p:custDataLst>
                  <p:tags r:id="rId20"/>
                </p:custDataLst>
              </p:nvPr>
            </p:nvSpPr>
            <p:spPr>
              <a:xfrm>
                <a:off x="1624" y="1016"/>
                <a:ext cx="56" cy="120"/>
              </a:xfrm>
              <a:custGeom>
                <a:avLst/>
                <a:gdLst>
                  <a:gd name="txL" fmla="*/ 0 w 56"/>
                  <a:gd name="txT" fmla="*/ 0 h 120"/>
                  <a:gd name="txR" fmla="*/ 56 w 56"/>
                  <a:gd name="txB" fmla="*/ 120 h 120"/>
                </a:gdLst>
                <a:ahLst/>
                <a:cxnLst>
                  <a:cxn ang="0">
                    <a:pos x="24" y="0"/>
                  </a:cxn>
                  <a:cxn ang="0">
                    <a:pos x="56" y="120"/>
                  </a:cxn>
                  <a:cxn ang="0">
                    <a:pos x="24" y="120"/>
                  </a:cxn>
                  <a:cxn ang="0">
                    <a:pos x="0" y="120"/>
                  </a:cxn>
                  <a:cxn ang="0">
                    <a:pos x="24" y="0"/>
                  </a:cxn>
                </a:cxnLst>
                <a:rect l="txL" t="txT" r="txR" b="txB"/>
                <a:pathLst>
                  <a:path w="56" h="120">
                    <a:moveTo>
                      <a:pt x="24" y="0"/>
                    </a:moveTo>
                    <a:lnTo>
                      <a:pt x="56" y="120"/>
                    </a:lnTo>
                    <a:lnTo>
                      <a:pt x="24" y="120"/>
                    </a:lnTo>
                    <a:lnTo>
                      <a:pt x="0" y="120"/>
                    </a:lnTo>
                    <a:lnTo>
                      <a:pt x="24" y="0"/>
                    </a:lnTo>
                    <a:close/>
                  </a:path>
                </a:pathLst>
              </a:custGeom>
              <a:solidFill>
                <a:srgbClr val="000000">
                  <a:alpha val="100000"/>
                </a:srgbClr>
              </a:solidFill>
              <a:ln w="9525">
                <a:noFill/>
              </a:ln>
            </p:spPr>
            <p:txBody>
              <a:bodyPr/>
              <a:lstStyle/>
              <a:p>
                <a:endParaRPr lang="zh-CN" altLang="en-US" sz="1350">
                  <a:solidFill>
                    <a:schemeClr val="dk1"/>
                  </a:solidFill>
                </a:endParaRPr>
              </a:p>
            </p:txBody>
          </p:sp>
          <p:sp>
            <p:nvSpPr>
              <p:cNvPr id="35942" name="Line 10"/>
              <p:cNvSpPr/>
              <p:nvPr/>
            </p:nvSpPr>
            <p:spPr>
              <a:xfrm flipV="1">
                <a:off x="1648" y="3424"/>
                <a:ext cx="1" cy="64"/>
              </a:xfrm>
              <a:prstGeom prst="line">
                <a:avLst/>
              </a:prstGeom>
              <a:ln w="12700" cap="flat" cmpd="sng">
                <a:solidFill>
                  <a:srgbClr val="000000"/>
                </a:solidFill>
                <a:prstDash val="solid"/>
                <a:headEnd type="none" w="med" len="med"/>
                <a:tailEnd type="none" w="med" len="med"/>
              </a:ln>
            </p:spPr>
          </p:sp>
          <p:sp>
            <p:nvSpPr>
              <p:cNvPr id="35943" name="Line 11"/>
              <p:cNvSpPr/>
              <p:nvPr/>
            </p:nvSpPr>
            <p:spPr>
              <a:xfrm flipV="1">
                <a:off x="1648" y="3280"/>
                <a:ext cx="1" cy="64"/>
              </a:xfrm>
              <a:prstGeom prst="line">
                <a:avLst/>
              </a:prstGeom>
              <a:ln w="12700" cap="flat" cmpd="sng">
                <a:solidFill>
                  <a:srgbClr val="000000"/>
                </a:solidFill>
                <a:prstDash val="solid"/>
                <a:headEnd type="none" w="med" len="med"/>
                <a:tailEnd type="none" w="med" len="med"/>
              </a:ln>
            </p:spPr>
          </p:sp>
          <p:sp>
            <p:nvSpPr>
              <p:cNvPr id="35944" name="Line 12"/>
              <p:cNvSpPr/>
              <p:nvPr/>
            </p:nvSpPr>
            <p:spPr>
              <a:xfrm flipV="1">
                <a:off x="1648" y="3136"/>
                <a:ext cx="1" cy="64"/>
              </a:xfrm>
              <a:prstGeom prst="line">
                <a:avLst/>
              </a:prstGeom>
              <a:ln w="12700" cap="flat" cmpd="sng">
                <a:solidFill>
                  <a:srgbClr val="000000"/>
                </a:solidFill>
                <a:prstDash val="solid"/>
                <a:headEnd type="none" w="med" len="med"/>
                <a:tailEnd type="none" w="med" len="med"/>
              </a:ln>
            </p:spPr>
          </p:sp>
          <p:sp>
            <p:nvSpPr>
              <p:cNvPr id="35945" name="Line 13"/>
              <p:cNvSpPr/>
              <p:nvPr/>
            </p:nvSpPr>
            <p:spPr>
              <a:xfrm flipV="1">
                <a:off x="1648" y="2992"/>
                <a:ext cx="1" cy="64"/>
              </a:xfrm>
              <a:prstGeom prst="line">
                <a:avLst/>
              </a:prstGeom>
              <a:ln w="12700" cap="flat" cmpd="sng">
                <a:solidFill>
                  <a:srgbClr val="000000"/>
                </a:solidFill>
                <a:prstDash val="solid"/>
                <a:headEnd type="none" w="med" len="med"/>
                <a:tailEnd type="none" w="med" len="med"/>
              </a:ln>
            </p:spPr>
          </p:sp>
          <p:sp>
            <p:nvSpPr>
              <p:cNvPr id="35946" name="Line 14"/>
              <p:cNvSpPr/>
              <p:nvPr/>
            </p:nvSpPr>
            <p:spPr>
              <a:xfrm flipV="1">
                <a:off x="1648" y="2848"/>
                <a:ext cx="1" cy="64"/>
              </a:xfrm>
              <a:prstGeom prst="line">
                <a:avLst/>
              </a:prstGeom>
              <a:ln w="12700" cap="flat" cmpd="sng">
                <a:solidFill>
                  <a:srgbClr val="000000"/>
                </a:solidFill>
                <a:prstDash val="solid"/>
                <a:headEnd type="none" w="med" len="med"/>
                <a:tailEnd type="none" w="med" len="med"/>
              </a:ln>
            </p:spPr>
          </p:sp>
          <p:sp>
            <p:nvSpPr>
              <p:cNvPr id="35947" name="Line 15"/>
              <p:cNvSpPr/>
              <p:nvPr/>
            </p:nvSpPr>
            <p:spPr>
              <a:xfrm flipV="1">
                <a:off x="1648" y="2704"/>
                <a:ext cx="1" cy="64"/>
              </a:xfrm>
              <a:prstGeom prst="line">
                <a:avLst/>
              </a:prstGeom>
              <a:ln w="12700" cap="flat" cmpd="sng">
                <a:solidFill>
                  <a:srgbClr val="000000"/>
                </a:solidFill>
                <a:prstDash val="solid"/>
                <a:headEnd type="none" w="med" len="med"/>
                <a:tailEnd type="none" w="med" len="med"/>
              </a:ln>
            </p:spPr>
          </p:sp>
          <p:sp>
            <p:nvSpPr>
              <p:cNvPr id="35948" name="Line 16"/>
              <p:cNvSpPr/>
              <p:nvPr/>
            </p:nvSpPr>
            <p:spPr>
              <a:xfrm flipV="1">
                <a:off x="1648" y="2560"/>
                <a:ext cx="1" cy="64"/>
              </a:xfrm>
              <a:prstGeom prst="line">
                <a:avLst/>
              </a:prstGeom>
              <a:ln w="12700" cap="flat" cmpd="sng">
                <a:solidFill>
                  <a:srgbClr val="000000"/>
                </a:solidFill>
                <a:prstDash val="solid"/>
                <a:headEnd type="none" w="med" len="med"/>
                <a:tailEnd type="none" w="med" len="med"/>
              </a:ln>
            </p:spPr>
          </p:sp>
          <p:sp>
            <p:nvSpPr>
              <p:cNvPr id="35949" name="Line 17"/>
              <p:cNvSpPr/>
              <p:nvPr/>
            </p:nvSpPr>
            <p:spPr>
              <a:xfrm flipV="1">
                <a:off x="1648" y="2416"/>
                <a:ext cx="1" cy="64"/>
              </a:xfrm>
              <a:prstGeom prst="line">
                <a:avLst/>
              </a:prstGeom>
              <a:ln w="12700" cap="flat" cmpd="sng">
                <a:solidFill>
                  <a:srgbClr val="000000"/>
                </a:solidFill>
                <a:prstDash val="solid"/>
                <a:headEnd type="none" w="med" len="med"/>
                <a:tailEnd type="none" w="med" len="med"/>
              </a:ln>
            </p:spPr>
          </p:sp>
          <p:sp>
            <p:nvSpPr>
              <p:cNvPr id="35950" name="Line 18"/>
              <p:cNvSpPr/>
              <p:nvPr/>
            </p:nvSpPr>
            <p:spPr>
              <a:xfrm flipV="1">
                <a:off x="1648" y="2272"/>
                <a:ext cx="1" cy="64"/>
              </a:xfrm>
              <a:prstGeom prst="line">
                <a:avLst/>
              </a:prstGeom>
              <a:ln w="12700" cap="flat" cmpd="sng">
                <a:solidFill>
                  <a:srgbClr val="000000"/>
                </a:solidFill>
                <a:prstDash val="solid"/>
                <a:headEnd type="none" w="med" len="med"/>
                <a:tailEnd type="none" w="med" len="med"/>
              </a:ln>
            </p:spPr>
          </p:sp>
          <p:sp>
            <p:nvSpPr>
              <p:cNvPr id="35951" name="Line 19"/>
              <p:cNvSpPr/>
              <p:nvPr/>
            </p:nvSpPr>
            <p:spPr>
              <a:xfrm flipV="1">
                <a:off x="1648" y="2128"/>
                <a:ext cx="1" cy="64"/>
              </a:xfrm>
              <a:prstGeom prst="line">
                <a:avLst/>
              </a:prstGeom>
              <a:ln w="12700" cap="flat" cmpd="sng">
                <a:solidFill>
                  <a:srgbClr val="000000"/>
                </a:solidFill>
                <a:prstDash val="solid"/>
                <a:headEnd type="none" w="med" len="med"/>
                <a:tailEnd type="none" w="med" len="med"/>
              </a:ln>
            </p:spPr>
          </p:sp>
          <p:sp>
            <p:nvSpPr>
              <p:cNvPr id="35952" name="Line 20"/>
              <p:cNvSpPr/>
              <p:nvPr/>
            </p:nvSpPr>
            <p:spPr>
              <a:xfrm flipV="1">
                <a:off x="1648" y="1984"/>
                <a:ext cx="1" cy="64"/>
              </a:xfrm>
              <a:prstGeom prst="line">
                <a:avLst/>
              </a:prstGeom>
              <a:ln w="12700" cap="flat" cmpd="sng">
                <a:solidFill>
                  <a:srgbClr val="000000"/>
                </a:solidFill>
                <a:prstDash val="solid"/>
                <a:headEnd type="none" w="med" len="med"/>
                <a:tailEnd type="none" w="med" len="med"/>
              </a:ln>
            </p:spPr>
          </p:sp>
          <p:sp>
            <p:nvSpPr>
              <p:cNvPr id="35953" name="Line 21"/>
              <p:cNvSpPr/>
              <p:nvPr/>
            </p:nvSpPr>
            <p:spPr>
              <a:xfrm flipV="1">
                <a:off x="1648" y="1840"/>
                <a:ext cx="1" cy="64"/>
              </a:xfrm>
              <a:prstGeom prst="line">
                <a:avLst/>
              </a:prstGeom>
              <a:ln w="12700" cap="flat" cmpd="sng">
                <a:solidFill>
                  <a:srgbClr val="000000"/>
                </a:solidFill>
                <a:prstDash val="solid"/>
                <a:headEnd type="none" w="med" len="med"/>
                <a:tailEnd type="none" w="med" len="med"/>
              </a:ln>
            </p:spPr>
          </p:sp>
          <p:sp>
            <p:nvSpPr>
              <p:cNvPr id="35954" name="Line 22"/>
              <p:cNvSpPr/>
              <p:nvPr/>
            </p:nvSpPr>
            <p:spPr>
              <a:xfrm flipV="1">
                <a:off x="1648" y="1696"/>
                <a:ext cx="1" cy="64"/>
              </a:xfrm>
              <a:prstGeom prst="line">
                <a:avLst/>
              </a:prstGeom>
              <a:ln w="12700" cap="flat" cmpd="sng">
                <a:solidFill>
                  <a:srgbClr val="000000"/>
                </a:solidFill>
                <a:prstDash val="solid"/>
                <a:headEnd type="none" w="med" len="med"/>
                <a:tailEnd type="none" w="med" len="med"/>
              </a:ln>
            </p:spPr>
          </p:sp>
          <p:sp>
            <p:nvSpPr>
              <p:cNvPr id="35955" name="Line 23"/>
              <p:cNvSpPr/>
              <p:nvPr/>
            </p:nvSpPr>
            <p:spPr>
              <a:xfrm flipV="1">
                <a:off x="1648" y="1552"/>
                <a:ext cx="1" cy="64"/>
              </a:xfrm>
              <a:prstGeom prst="line">
                <a:avLst/>
              </a:prstGeom>
              <a:ln w="12700" cap="flat" cmpd="sng">
                <a:solidFill>
                  <a:srgbClr val="000000"/>
                </a:solidFill>
                <a:prstDash val="solid"/>
                <a:headEnd type="none" w="med" len="med"/>
                <a:tailEnd type="none" w="med" len="med"/>
              </a:ln>
            </p:spPr>
          </p:sp>
          <p:sp>
            <p:nvSpPr>
              <p:cNvPr id="35956" name="Line 24"/>
              <p:cNvSpPr/>
              <p:nvPr/>
            </p:nvSpPr>
            <p:spPr>
              <a:xfrm flipV="1">
                <a:off x="1648" y="1408"/>
                <a:ext cx="1" cy="64"/>
              </a:xfrm>
              <a:prstGeom prst="line">
                <a:avLst/>
              </a:prstGeom>
              <a:ln w="12700" cap="flat" cmpd="sng">
                <a:solidFill>
                  <a:srgbClr val="000000"/>
                </a:solidFill>
                <a:prstDash val="solid"/>
                <a:headEnd type="none" w="med" len="med"/>
                <a:tailEnd type="none" w="med" len="med"/>
              </a:ln>
            </p:spPr>
          </p:sp>
          <p:sp>
            <p:nvSpPr>
              <p:cNvPr id="35957" name="Line 25"/>
              <p:cNvSpPr/>
              <p:nvPr/>
            </p:nvSpPr>
            <p:spPr>
              <a:xfrm flipV="1">
                <a:off x="1648" y="1264"/>
                <a:ext cx="1" cy="64"/>
              </a:xfrm>
              <a:prstGeom prst="line">
                <a:avLst/>
              </a:prstGeom>
              <a:ln w="12700" cap="flat" cmpd="sng">
                <a:solidFill>
                  <a:srgbClr val="000000"/>
                </a:solidFill>
                <a:prstDash val="solid"/>
                <a:headEnd type="none" w="med" len="med"/>
                <a:tailEnd type="none" w="med" len="med"/>
              </a:ln>
            </p:spPr>
          </p:sp>
          <p:sp>
            <p:nvSpPr>
              <p:cNvPr id="35958" name="Line 26"/>
              <p:cNvSpPr/>
              <p:nvPr/>
            </p:nvSpPr>
            <p:spPr>
              <a:xfrm flipV="1">
                <a:off x="1648" y="1136"/>
                <a:ext cx="1" cy="48"/>
              </a:xfrm>
              <a:prstGeom prst="line">
                <a:avLst/>
              </a:prstGeom>
              <a:ln w="12700" cap="flat" cmpd="sng">
                <a:solidFill>
                  <a:srgbClr val="000000"/>
                </a:solidFill>
                <a:prstDash val="solid"/>
                <a:headEnd type="none" w="med" len="med"/>
                <a:tailEnd type="none" w="med" len="med"/>
              </a:ln>
            </p:spPr>
          </p:sp>
        </p:grpSp>
        <p:grpSp>
          <p:nvGrpSpPr>
            <p:cNvPr id="35848" name="Group 27"/>
            <p:cNvGrpSpPr/>
            <p:nvPr/>
          </p:nvGrpSpPr>
          <p:grpSpPr>
            <a:xfrm>
              <a:off x="3200" y="1603"/>
              <a:ext cx="56" cy="2592"/>
              <a:chOff x="3488" y="1024"/>
              <a:chExt cx="56" cy="2592"/>
            </a:xfrm>
          </p:grpSpPr>
          <p:sp>
            <p:nvSpPr>
              <p:cNvPr id="35921" name="Freeform 28"/>
              <p:cNvSpPr/>
              <p:nvPr>
                <p:custDataLst>
                  <p:tags r:id="rId17"/>
                </p:custDataLst>
              </p:nvPr>
            </p:nvSpPr>
            <p:spPr>
              <a:xfrm>
                <a:off x="3488" y="3504"/>
                <a:ext cx="56" cy="112"/>
              </a:xfrm>
              <a:custGeom>
                <a:avLst/>
                <a:gdLst>
                  <a:gd name="txL" fmla="*/ 0 w 56"/>
                  <a:gd name="txT" fmla="*/ 0 h 112"/>
                  <a:gd name="txR" fmla="*/ 56 w 56"/>
                  <a:gd name="txB" fmla="*/ 112 h 112"/>
                </a:gdLst>
                <a:ahLst/>
                <a:cxnLst>
                  <a:cxn ang="0">
                    <a:pos x="24" y="112"/>
                  </a:cxn>
                  <a:cxn ang="0">
                    <a:pos x="0" y="0"/>
                  </a:cxn>
                  <a:cxn ang="0">
                    <a:pos x="24" y="0"/>
                  </a:cxn>
                  <a:cxn ang="0">
                    <a:pos x="56" y="0"/>
                  </a:cxn>
                  <a:cxn ang="0">
                    <a:pos x="24" y="112"/>
                  </a:cxn>
                </a:cxnLst>
                <a:rect l="txL" t="txT" r="txR" b="txB"/>
                <a:pathLst>
                  <a:path w="56" h="112">
                    <a:moveTo>
                      <a:pt x="24" y="112"/>
                    </a:moveTo>
                    <a:lnTo>
                      <a:pt x="0" y="0"/>
                    </a:lnTo>
                    <a:lnTo>
                      <a:pt x="24" y="0"/>
                    </a:lnTo>
                    <a:lnTo>
                      <a:pt x="56" y="0"/>
                    </a:lnTo>
                    <a:lnTo>
                      <a:pt x="24" y="112"/>
                    </a:lnTo>
                    <a:close/>
                  </a:path>
                </a:pathLst>
              </a:custGeom>
              <a:solidFill>
                <a:srgbClr val="000000">
                  <a:alpha val="100000"/>
                </a:srgbClr>
              </a:solidFill>
              <a:ln w="9525">
                <a:noFill/>
              </a:ln>
            </p:spPr>
            <p:txBody>
              <a:bodyPr/>
              <a:lstStyle/>
              <a:p>
                <a:endParaRPr lang="zh-CN" altLang="en-US" sz="1350">
                  <a:solidFill>
                    <a:schemeClr val="dk1"/>
                  </a:solidFill>
                </a:endParaRPr>
              </a:p>
            </p:txBody>
          </p:sp>
          <p:sp>
            <p:nvSpPr>
              <p:cNvPr id="35922" name="Freeform 29"/>
              <p:cNvSpPr/>
              <p:nvPr>
                <p:custDataLst>
                  <p:tags r:id="rId18"/>
                </p:custDataLst>
              </p:nvPr>
            </p:nvSpPr>
            <p:spPr>
              <a:xfrm>
                <a:off x="3488" y="1024"/>
                <a:ext cx="56" cy="120"/>
              </a:xfrm>
              <a:custGeom>
                <a:avLst/>
                <a:gdLst>
                  <a:gd name="txL" fmla="*/ 0 w 56"/>
                  <a:gd name="txT" fmla="*/ 0 h 120"/>
                  <a:gd name="txR" fmla="*/ 56 w 56"/>
                  <a:gd name="txB" fmla="*/ 120 h 120"/>
                </a:gdLst>
                <a:ahLst/>
                <a:cxnLst>
                  <a:cxn ang="0">
                    <a:pos x="24" y="0"/>
                  </a:cxn>
                  <a:cxn ang="0">
                    <a:pos x="56" y="120"/>
                  </a:cxn>
                  <a:cxn ang="0">
                    <a:pos x="24" y="120"/>
                  </a:cxn>
                  <a:cxn ang="0">
                    <a:pos x="0" y="120"/>
                  </a:cxn>
                  <a:cxn ang="0">
                    <a:pos x="24" y="0"/>
                  </a:cxn>
                </a:cxnLst>
                <a:rect l="txL" t="txT" r="txR" b="txB"/>
                <a:pathLst>
                  <a:path w="56" h="120">
                    <a:moveTo>
                      <a:pt x="24" y="0"/>
                    </a:moveTo>
                    <a:lnTo>
                      <a:pt x="56" y="120"/>
                    </a:lnTo>
                    <a:lnTo>
                      <a:pt x="24" y="120"/>
                    </a:lnTo>
                    <a:lnTo>
                      <a:pt x="0" y="120"/>
                    </a:lnTo>
                    <a:lnTo>
                      <a:pt x="24" y="0"/>
                    </a:lnTo>
                    <a:close/>
                  </a:path>
                </a:pathLst>
              </a:custGeom>
              <a:solidFill>
                <a:srgbClr val="000000">
                  <a:alpha val="100000"/>
                </a:srgbClr>
              </a:solidFill>
              <a:ln w="9525">
                <a:noFill/>
              </a:ln>
            </p:spPr>
            <p:txBody>
              <a:bodyPr/>
              <a:lstStyle/>
              <a:p>
                <a:endParaRPr lang="zh-CN" altLang="en-US" sz="1350">
                  <a:solidFill>
                    <a:schemeClr val="dk1"/>
                  </a:solidFill>
                </a:endParaRPr>
              </a:p>
            </p:txBody>
          </p:sp>
          <p:sp>
            <p:nvSpPr>
              <p:cNvPr id="35923" name="Line 30"/>
              <p:cNvSpPr/>
              <p:nvPr/>
            </p:nvSpPr>
            <p:spPr>
              <a:xfrm flipV="1">
                <a:off x="3512" y="3432"/>
                <a:ext cx="1" cy="64"/>
              </a:xfrm>
              <a:prstGeom prst="line">
                <a:avLst/>
              </a:prstGeom>
              <a:ln w="12700" cap="flat" cmpd="sng">
                <a:solidFill>
                  <a:srgbClr val="000000"/>
                </a:solidFill>
                <a:prstDash val="solid"/>
                <a:headEnd type="none" w="med" len="med"/>
                <a:tailEnd type="none" w="med" len="med"/>
              </a:ln>
            </p:spPr>
          </p:sp>
          <p:sp>
            <p:nvSpPr>
              <p:cNvPr id="35924" name="Line 31"/>
              <p:cNvSpPr/>
              <p:nvPr/>
            </p:nvSpPr>
            <p:spPr>
              <a:xfrm flipV="1">
                <a:off x="3512" y="3288"/>
                <a:ext cx="1" cy="64"/>
              </a:xfrm>
              <a:prstGeom prst="line">
                <a:avLst/>
              </a:prstGeom>
              <a:ln w="12700" cap="flat" cmpd="sng">
                <a:solidFill>
                  <a:srgbClr val="000000"/>
                </a:solidFill>
                <a:prstDash val="solid"/>
                <a:headEnd type="none" w="med" len="med"/>
                <a:tailEnd type="none" w="med" len="med"/>
              </a:ln>
            </p:spPr>
          </p:sp>
          <p:sp>
            <p:nvSpPr>
              <p:cNvPr id="35925" name="Line 32"/>
              <p:cNvSpPr/>
              <p:nvPr/>
            </p:nvSpPr>
            <p:spPr>
              <a:xfrm flipV="1">
                <a:off x="3512" y="3144"/>
                <a:ext cx="1" cy="64"/>
              </a:xfrm>
              <a:prstGeom prst="line">
                <a:avLst/>
              </a:prstGeom>
              <a:ln w="12700" cap="flat" cmpd="sng">
                <a:solidFill>
                  <a:srgbClr val="000000"/>
                </a:solidFill>
                <a:prstDash val="solid"/>
                <a:headEnd type="none" w="med" len="med"/>
                <a:tailEnd type="none" w="med" len="med"/>
              </a:ln>
            </p:spPr>
          </p:sp>
          <p:sp>
            <p:nvSpPr>
              <p:cNvPr id="35926" name="Line 33"/>
              <p:cNvSpPr/>
              <p:nvPr/>
            </p:nvSpPr>
            <p:spPr>
              <a:xfrm flipV="1">
                <a:off x="3512" y="3000"/>
                <a:ext cx="1" cy="64"/>
              </a:xfrm>
              <a:prstGeom prst="line">
                <a:avLst/>
              </a:prstGeom>
              <a:ln w="12700" cap="flat" cmpd="sng">
                <a:solidFill>
                  <a:srgbClr val="000000"/>
                </a:solidFill>
                <a:prstDash val="solid"/>
                <a:headEnd type="none" w="med" len="med"/>
                <a:tailEnd type="none" w="med" len="med"/>
              </a:ln>
            </p:spPr>
          </p:sp>
          <p:sp>
            <p:nvSpPr>
              <p:cNvPr id="35927" name="Line 34"/>
              <p:cNvSpPr/>
              <p:nvPr/>
            </p:nvSpPr>
            <p:spPr>
              <a:xfrm flipV="1">
                <a:off x="3512" y="2856"/>
                <a:ext cx="1" cy="64"/>
              </a:xfrm>
              <a:prstGeom prst="line">
                <a:avLst/>
              </a:prstGeom>
              <a:ln w="12700" cap="flat" cmpd="sng">
                <a:solidFill>
                  <a:srgbClr val="000000"/>
                </a:solidFill>
                <a:prstDash val="solid"/>
                <a:headEnd type="none" w="med" len="med"/>
                <a:tailEnd type="none" w="med" len="med"/>
              </a:ln>
            </p:spPr>
          </p:sp>
          <p:sp>
            <p:nvSpPr>
              <p:cNvPr id="35928" name="Line 35"/>
              <p:cNvSpPr/>
              <p:nvPr/>
            </p:nvSpPr>
            <p:spPr>
              <a:xfrm flipV="1">
                <a:off x="3512" y="2712"/>
                <a:ext cx="1" cy="64"/>
              </a:xfrm>
              <a:prstGeom prst="line">
                <a:avLst/>
              </a:prstGeom>
              <a:ln w="12700" cap="flat" cmpd="sng">
                <a:solidFill>
                  <a:srgbClr val="000000"/>
                </a:solidFill>
                <a:prstDash val="solid"/>
                <a:headEnd type="none" w="med" len="med"/>
                <a:tailEnd type="none" w="med" len="med"/>
              </a:ln>
            </p:spPr>
          </p:sp>
          <p:sp>
            <p:nvSpPr>
              <p:cNvPr id="35929" name="Line 36"/>
              <p:cNvSpPr/>
              <p:nvPr/>
            </p:nvSpPr>
            <p:spPr>
              <a:xfrm flipV="1">
                <a:off x="3512" y="2568"/>
                <a:ext cx="1" cy="64"/>
              </a:xfrm>
              <a:prstGeom prst="line">
                <a:avLst/>
              </a:prstGeom>
              <a:ln w="12700" cap="flat" cmpd="sng">
                <a:solidFill>
                  <a:srgbClr val="000000"/>
                </a:solidFill>
                <a:prstDash val="solid"/>
                <a:headEnd type="none" w="med" len="med"/>
                <a:tailEnd type="none" w="med" len="med"/>
              </a:ln>
            </p:spPr>
          </p:sp>
          <p:sp>
            <p:nvSpPr>
              <p:cNvPr id="35930" name="Line 37"/>
              <p:cNvSpPr/>
              <p:nvPr/>
            </p:nvSpPr>
            <p:spPr>
              <a:xfrm flipV="1">
                <a:off x="3512" y="2424"/>
                <a:ext cx="1" cy="64"/>
              </a:xfrm>
              <a:prstGeom prst="line">
                <a:avLst/>
              </a:prstGeom>
              <a:ln w="12700" cap="flat" cmpd="sng">
                <a:solidFill>
                  <a:srgbClr val="000000"/>
                </a:solidFill>
                <a:prstDash val="solid"/>
                <a:headEnd type="none" w="med" len="med"/>
                <a:tailEnd type="none" w="med" len="med"/>
              </a:ln>
            </p:spPr>
          </p:sp>
          <p:sp>
            <p:nvSpPr>
              <p:cNvPr id="35931" name="Line 38"/>
              <p:cNvSpPr/>
              <p:nvPr/>
            </p:nvSpPr>
            <p:spPr>
              <a:xfrm flipV="1">
                <a:off x="3512" y="2280"/>
                <a:ext cx="1" cy="64"/>
              </a:xfrm>
              <a:prstGeom prst="line">
                <a:avLst/>
              </a:prstGeom>
              <a:ln w="12700" cap="flat" cmpd="sng">
                <a:solidFill>
                  <a:srgbClr val="000000"/>
                </a:solidFill>
                <a:prstDash val="solid"/>
                <a:headEnd type="none" w="med" len="med"/>
                <a:tailEnd type="none" w="med" len="med"/>
              </a:ln>
            </p:spPr>
          </p:sp>
          <p:sp>
            <p:nvSpPr>
              <p:cNvPr id="35932" name="Line 39"/>
              <p:cNvSpPr/>
              <p:nvPr/>
            </p:nvSpPr>
            <p:spPr>
              <a:xfrm flipV="1">
                <a:off x="3512" y="2136"/>
                <a:ext cx="1" cy="64"/>
              </a:xfrm>
              <a:prstGeom prst="line">
                <a:avLst/>
              </a:prstGeom>
              <a:ln w="12700" cap="flat" cmpd="sng">
                <a:solidFill>
                  <a:srgbClr val="000000"/>
                </a:solidFill>
                <a:prstDash val="solid"/>
                <a:headEnd type="none" w="med" len="med"/>
                <a:tailEnd type="none" w="med" len="med"/>
              </a:ln>
            </p:spPr>
          </p:sp>
          <p:sp>
            <p:nvSpPr>
              <p:cNvPr id="35933" name="Line 40"/>
              <p:cNvSpPr/>
              <p:nvPr/>
            </p:nvSpPr>
            <p:spPr>
              <a:xfrm flipV="1">
                <a:off x="3512" y="1992"/>
                <a:ext cx="1" cy="64"/>
              </a:xfrm>
              <a:prstGeom prst="line">
                <a:avLst/>
              </a:prstGeom>
              <a:ln w="12700" cap="flat" cmpd="sng">
                <a:solidFill>
                  <a:srgbClr val="000000"/>
                </a:solidFill>
                <a:prstDash val="solid"/>
                <a:headEnd type="none" w="med" len="med"/>
                <a:tailEnd type="none" w="med" len="med"/>
              </a:ln>
            </p:spPr>
          </p:sp>
          <p:sp>
            <p:nvSpPr>
              <p:cNvPr id="35934" name="Line 41"/>
              <p:cNvSpPr/>
              <p:nvPr/>
            </p:nvSpPr>
            <p:spPr>
              <a:xfrm flipV="1">
                <a:off x="3512" y="1848"/>
                <a:ext cx="1" cy="64"/>
              </a:xfrm>
              <a:prstGeom prst="line">
                <a:avLst/>
              </a:prstGeom>
              <a:ln w="12700" cap="flat" cmpd="sng">
                <a:solidFill>
                  <a:srgbClr val="000000"/>
                </a:solidFill>
                <a:prstDash val="solid"/>
                <a:headEnd type="none" w="med" len="med"/>
                <a:tailEnd type="none" w="med" len="med"/>
              </a:ln>
            </p:spPr>
          </p:sp>
          <p:sp>
            <p:nvSpPr>
              <p:cNvPr id="35935" name="Line 42"/>
              <p:cNvSpPr/>
              <p:nvPr/>
            </p:nvSpPr>
            <p:spPr>
              <a:xfrm flipV="1">
                <a:off x="3512" y="1704"/>
                <a:ext cx="1" cy="64"/>
              </a:xfrm>
              <a:prstGeom prst="line">
                <a:avLst/>
              </a:prstGeom>
              <a:ln w="12700" cap="flat" cmpd="sng">
                <a:solidFill>
                  <a:srgbClr val="000000"/>
                </a:solidFill>
                <a:prstDash val="solid"/>
                <a:headEnd type="none" w="med" len="med"/>
                <a:tailEnd type="none" w="med" len="med"/>
              </a:ln>
            </p:spPr>
          </p:sp>
          <p:sp>
            <p:nvSpPr>
              <p:cNvPr id="35936" name="Line 43"/>
              <p:cNvSpPr/>
              <p:nvPr/>
            </p:nvSpPr>
            <p:spPr>
              <a:xfrm flipV="1">
                <a:off x="3512" y="1560"/>
                <a:ext cx="1" cy="64"/>
              </a:xfrm>
              <a:prstGeom prst="line">
                <a:avLst/>
              </a:prstGeom>
              <a:ln w="12700" cap="flat" cmpd="sng">
                <a:solidFill>
                  <a:srgbClr val="000000"/>
                </a:solidFill>
                <a:prstDash val="solid"/>
                <a:headEnd type="none" w="med" len="med"/>
                <a:tailEnd type="none" w="med" len="med"/>
              </a:ln>
            </p:spPr>
          </p:sp>
          <p:sp>
            <p:nvSpPr>
              <p:cNvPr id="35937" name="Line 44"/>
              <p:cNvSpPr/>
              <p:nvPr/>
            </p:nvSpPr>
            <p:spPr>
              <a:xfrm flipV="1">
                <a:off x="3512" y="1416"/>
                <a:ext cx="1" cy="64"/>
              </a:xfrm>
              <a:prstGeom prst="line">
                <a:avLst/>
              </a:prstGeom>
              <a:ln w="12700" cap="flat" cmpd="sng">
                <a:solidFill>
                  <a:srgbClr val="000000"/>
                </a:solidFill>
                <a:prstDash val="solid"/>
                <a:headEnd type="none" w="med" len="med"/>
                <a:tailEnd type="none" w="med" len="med"/>
              </a:ln>
            </p:spPr>
          </p:sp>
          <p:sp>
            <p:nvSpPr>
              <p:cNvPr id="35938" name="Line 45"/>
              <p:cNvSpPr/>
              <p:nvPr/>
            </p:nvSpPr>
            <p:spPr>
              <a:xfrm flipV="1">
                <a:off x="3512" y="1272"/>
                <a:ext cx="1" cy="64"/>
              </a:xfrm>
              <a:prstGeom prst="line">
                <a:avLst/>
              </a:prstGeom>
              <a:ln w="12700" cap="flat" cmpd="sng">
                <a:solidFill>
                  <a:srgbClr val="000000"/>
                </a:solidFill>
                <a:prstDash val="solid"/>
                <a:headEnd type="none" w="med" len="med"/>
                <a:tailEnd type="none" w="med" len="med"/>
              </a:ln>
            </p:spPr>
          </p:sp>
          <p:sp>
            <p:nvSpPr>
              <p:cNvPr id="35939" name="Line 46"/>
              <p:cNvSpPr/>
              <p:nvPr/>
            </p:nvSpPr>
            <p:spPr>
              <a:xfrm flipV="1">
                <a:off x="3512" y="1144"/>
                <a:ext cx="1" cy="48"/>
              </a:xfrm>
              <a:prstGeom prst="line">
                <a:avLst/>
              </a:prstGeom>
              <a:ln w="12700" cap="flat" cmpd="sng">
                <a:solidFill>
                  <a:srgbClr val="000000"/>
                </a:solidFill>
                <a:prstDash val="solid"/>
                <a:headEnd type="none" w="med" len="med"/>
                <a:tailEnd type="none" w="med" len="med"/>
              </a:ln>
            </p:spPr>
          </p:sp>
        </p:grpSp>
        <p:grpSp>
          <p:nvGrpSpPr>
            <p:cNvPr id="35849" name="Group 47"/>
            <p:cNvGrpSpPr/>
            <p:nvPr/>
          </p:nvGrpSpPr>
          <p:grpSpPr>
            <a:xfrm>
              <a:off x="992" y="1499"/>
              <a:ext cx="72" cy="2504"/>
              <a:chOff x="1280" y="920"/>
              <a:chExt cx="72" cy="2504"/>
            </a:xfrm>
          </p:grpSpPr>
          <p:sp>
            <p:nvSpPr>
              <p:cNvPr id="35919" name="Freeform 48"/>
              <p:cNvSpPr/>
              <p:nvPr>
                <p:custDataLst>
                  <p:tags r:id="rId16"/>
                </p:custDataLst>
              </p:nvPr>
            </p:nvSpPr>
            <p:spPr>
              <a:xfrm>
                <a:off x="1280" y="920"/>
                <a:ext cx="72" cy="112"/>
              </a:xfrm>
              <a:custGeom>
                <a:avLst/>
                <a:gdLst>
                  <a:gd name="txL" fmla="*/ 0 w 72"/>
                  <a:gd name="txT" fmla="*/ 0 h 112"/>
                  <a:gd name="txR" fmla="*/ 72 w 72"/>
                  <a:gd name="txB" fmla="*/ 112 h 112"/>
                </a:gdLst>
                <a:ahLst/>
                <a:cxnLst>
                  <a:cxn ang="0">
                    <a:pos x="32" y="0"/>
                  </a:cxn>
                  <a:cxn ang="0">
                    <a:pos x="72" y="112"/>
                  </a:cxn>
                  <a:cxn ang="0">
                    <a:pos x="32" y="72"/>
                  </a:cxn>
                  <a:cxn ang="0">
                    <a:pos x="0" y="112"/>
                  </a:cxn>
                  <a:cxn ang="0">
                    <a:pos x="32" y="0"/>
                  </a:cxn>
                </a:cxnLst>
                <a:rect l="txL" t="txT" r="txR" b="txB"/>
                <a:pathLst>
                  <a:path w="72" h="112">
                    <a:moveTo>
                      <a:pt x="32" y="0"/>
                    </a:moveTo>
                    <a:lnTo>
                      <a:pt x="72" y="112"/>
                    </a:lnTo>
                    <a:lnTo>
                      <a:pt x="32" y="72"/>
                    </a:lnTo>
                    <a:lnTo>
                      <a:pt x="0" y="112"/>
                    </a:lnTo>
                    <a:lnTo>
                      <a:pt x="32" y="0"/>
                    </a:lnTo>
                    <a:close/>
                  </a:path>
                </a:pathLst>
              </a:custGeom>
              <a:solidFill>
                <a:srgbClr val="000000">
                  <a:alpha val="100000"/>
                </a:srgbClr>
              </a:solidFill>
              <a:ln w="9525">
                <a:noFill/>
              </a:ln>
            </p:spPr>
            <p:txBody>
              <a:bodyPr/>
              <a:lstStyle/>
              <a:p>
                <a:endParaRPr lang="zh-CN" altLang="en-US" sz="1350">
                  <a:solidFill>
                    <a:schemeClr val="dk1"/>
                  </a:solidFill>
                </a:endParaRPr>
              </a:p>
            </p:txBody>
          </p:sp>
          <p:sp>
            <p:nvSpPr>
              <p:cNvPr id="35920" name="Line 49"/>
              <p:cNvSpPr/>
              <p:nvPr/>
            </p:nvSpPr>
            <p:spPr>
              <a:xfrm flipV="1">
                <a:off x="1312" y="992"/>
                <a:ext cx="1" cy="2432"/>
              </a:xfrm>
              <a:prstGeom prst="line">
                <a:avLst/>
              </a:prstGeom>
              <a:ln w="12700" cap="flat" cmpd="sng">
                <a:solidFill>
                  <a:srgbClr val="000000"/>
                </a:solidFill>
                <a:prstDash val="solid"/>
                <a:headEnd type="none" w="med" len="med"/>
                <a:tailEnd type="none" w="med" len="med"/>
              </a:ln>
            </p:spPr>
          </p:sp>
        </p:grpSp>
        <p:grpSp>
          <p:nvGrpSpPr>
            <p:cNvPr id="35850" name="Group 50"/>
            <p:cNvGrpSpPr/>
            <p:nvPr/>
          </p:nvGrpSpPr>
          <p:grpSpPr>
            <a:xfrm>
              <a:off x="888" y="3795"/>
              <a:ext cx="3328" cy="80"/>
              <a:chOff x="1176" y="3216"/>
              <a:chExt cx="3328" cy="80"/>
            </a:xfrm>
          </p:grpSpPr>
          <p:sp>
            <p:nvSpPr>
              <p:cNvPr id="35917" name="Freeform 51"/>
              <p:cNvSpPr/>
              <p:nvPr>
                <p:custDataLst>
                  <p:tags r:id="rId15"/>
                </p:custDataLst>
              </p:nvPr>
            </p:nvSpPr>
            <p:spPr>
              <a:xfrm>
                <a:off x="4392" y="3216"/>
                <a:ext cx="112" cy="80"/>
              </a:xfrm>
              <a:custGeom>
                <a:avLst/>
                <a:gdLst>
                  <a:gd name="txL" fmla="*/ 0 w 112"/>
                  <a:gd name="txT" fmla="*/ 0 h 80"/>
                  <a:gd name="txR" fmla="*/ 112 w 112"/>
                  <a:gd name="txB" fmla="*/ 80 h 80"/>
                </a:gdLst>
                <a:ahLst/>
                <a:cxnLst>
                  <a:cxn ang="0">
                    <a:pos x="112" y="40"/>
                  </a:cxn>
                  <a:cxn ang="0">
                    <a:pos x="0" y="80"/>
                  </a:cxn>
                  <a:cxn ang="0">
                    <a:pos x="32" y="40"/>
                  </a:cxn>
                  <a:cxn ang="0">
                    <a:pos x="0" y="0"/>
                  </a:cxn>
                  <a:cxn ang="0">
                    <a:pos x="112" y="40"/>
                  </a:cxn>
                </a:cxnLst>
                <a:rect l="txL" t="txT" r="txR" b="txB"/>
                <a:pathLst>
                  <a:path w="112" h="80">
                    <a:moveTo>
                      <a:pt x="112" y="40"/>
                    </a:moveTo>
                    <a:lnTo>
                      <a:pt x="0" y="80"/>
                    </a:lnTo>
                    <a:lnTo>
                      <a:pt x="32" y="40"/>
                    </a:lnTo>
                    <a:lnTo>
                      <a:pt x="0" y="0"/>
                    </a:lnTo>
                    <a:lnTo>
                      <a:pt x="112" y="40"/>
                    </a:lnTo>
                    <a:close/>
                  </a:path>
                </a:pathLst>
              </a:custGeom>
              <a:solidFill>
                <a:srgbClr val="000000">
                  <a:alpha val="100000"/>
                </a:srgbClr>
              </a:solidFill>
              <a:ln w="9525">
                <a:noFill/>
              </a:ln>
            </p:spPr>
            <p:txBody>
              <a:bodyPr/>
              <a:lstStyle/>
              <a:p>
                <a:endParaRPr lang="zh-CN" altLang="en-US" sz="1350">
                  <a:solidFill>
                    <a:schemeClr val="dk1"/>
                  </a:solidFill>
                </a:endParaRPr>
              </a:p>
            </p:txBody>
          </p:sp>
          <p:sp>
            <p:nvSpPr>
              <p:cNvPr id="35918" name="Line 52"/>
              <p:cNvSpPr/>
              <p:nvPr/>
            </p:nvSpPr>
            <p:spPr>
              <a:xfrm>
                <a:off x="1176" y="3256"/>
                <a:ext cx="3248" cy="1"/>
              </a:xfrm>
              <a:prstGeom prst="line">
                <a:avLst/>
              </a:prstGeom>
              <a:ln w="12700" cap="flat" cmpd="sng">
                <a:solidFill>
                  <a:srgbClr val="000000"/>
                </a:solidFill>
                <a:prstDash val="solid"/>
                <a:headEnd type="none" w="med" len="med"/>
                <a:tailEnd type="none" w="med" len="med"/>
              </a:ln>
            </p:spPr>
          </p:sp>
        </p:grpSp>
        <p:grpSp>
          <p:nvGrpSpPr>
            <p:cNvPr id="35851" name="Group 53"/>
            <p:cNvGrpSpPr/>
            <p:nvPr/>
          </p:nvGrpSpPr>
          <p:grpSpPr>
            <a:xfrm>
              <a:off x="720" y="3355"/>
              <a:ext cx="3040" cy="56"/>
              <a:chOff x="1008" y="2776"/>
              <a:chExt cx="3040" cy="56"/>
            </a:xfrm>
          </p:grpSpPr>
          <p:sp>
            <p:nvSpPr>
              <p:cNvPr id="35895" name="Freeform 54"/>
              <p:cNvSpPr/>
              <p:nvPr>
                <p:custDataLst>
                  <p:tags r:id="rId13"/>
                </p:custDataLst>
              </p:nvPr>
            </p:nvSpPr>
            <p:spPr>
              <a:xfrm>
                <a:off x="1008" y="2776"/>
                <a:ext cx="112" cy="56"/>
              </a:xfrm>
              <a:custGeom>
                <a:avLst/>
                <a:gdLst>
                  <a:gd name="txL" fmla="*/ 0 w 112"/>
                  <a:gd name="txT" fmla="*/ 0 h 56"/>
                  <a:gd name="txR" fmla="*/ 112 w 112"/>
                  <a:gd name="txB" fmla="*/ 56 h 56"/>
                </a:gdLst>
                <a:ahLst/>
                <a:cxnLst>
                  <a:cxn ang="0">
                    <a:pos x="0" y="32"/>
                  </a:cxn>
                  <a:cxn ang="0">
                    <a:pos x="112" y="0"/>
                  </a:cxn>
                  <a:cxn ang="0">
                    <a:pos x="112" y="32"/>
                  </a:cxn>
                  <a:cxn ang="0">
                    <a:pos x="112" y="56"/>
                  </a:cxn>
                  <a:cxn ang="0">
                    <a:pos x="0" y="32"/>
                  </a:cxn>
                </a:cxnLst>
                <a:rect l="txL" t="txT" r="txR" b="txB"/>
                <a:pathLst>
                  <a:path w="112" h="56">
                    <a:moveTo>
                      <a:pt x="0" y="32"/>
                    </a:moveTo>
                    <a:lnTo>
                      <a:pt x="112" y="0"/>
                    </a:lnTo>
                    <a:lnTo>
                      <a:pt x="112" y="32"/>
                    </a:lnTo>
                    <a:lnTo>
                      <a:pt x="112" y="56"/>
                    </a:lnTo>
                    <a:lnTo>
                      <a:pt x="0" y="32"/>
                    </a:lnTo>
                    <a:close/>
                  </a:path>
                </a:pathLst>
              </a:custGeom>
              <a:solidFill>
                <a:srgbClr val="000000">
                  <a:alpha val="100000"/>
                </a:srgbClr>
              </a:solidFill>
              <a:ln w="9525">
                <a:noFill/>
              </a:ln>
            </p:spPr>
            <p:txBody>
              <a:bodyPr/>
              <a:lstStyle/>
              <a:p>
                <a:endParaRPr lang="zh-CN" altLang="en-US" sz="1350">
                  <a:solidFill>
                    <a:schemeClr val="dk1"/>
                  </a:solidFill>
                </a:endParaRPr>
              </a:p>
            </p:txBody>
          </p:sp>
          <p:sp>
            <p:nvSpPr>
              <p:cNvPr id="35896" name="Freeform 55"/>
              <p:cNvSpPr/>
              <p:nvPr>
                <p:custDataLst>
                  <p:tags r:id="rId14"/>
                </p:custDataLst>
              </p:nvPr>
            </p:nvSpPr>
            <p:spPr>
              <a:xfrm>
                <a:off x="3936" y="2776"/>
                <a:ext cx="112" cy="56"/>
              </a:xfrm>
              <a:custGeom>
                <a:avLst/>
                <a:gdLst>
                  <a:gd name="txL" fmla="*/ 0 w 112"/>
                  <a:gd name="txT" fmla="*/ 0 h 56"/>
                  <a:gd name="txR" fmla="*/ 112 w 112"/>
                  <a:gd name="txB" fmla="*/ 56 h 56"/>
                </a:gdLst>
                <a:ahLst/>
                <a:cxnLst>
                  <a:cxn ang="0">
                    <a:pos x="112" y="32"/>
                  </a:cxn>
                  <a:cxn ang="0">
                    <a:pos x="0" y="56"/>
                  </a:cxn>
                  <a:cxn ang="0">
                    <a:pos x="0" y="32"/>
                  </a:cxn>
                  <a:cxn ang="0">
                    <a:pos x="0" y="0"/>
                  </a:cxn>
                  <a:cxn ang="0">
                    <a:pos x="112" y="32"/>
                  </a:cxn>
                </a:cxnLst>
                <a:rect l="txL" t="txT" r="txR" b="txB"/>
                <a:pathLst>
                  <a:path w="112" h="56">
                    <a:moveTo>
                      <a:pt x="112" y="32"/>
                    </a:moveTo>
                    <a:lnTo>
                      <a:pt x="0" y="56"/>
                    </a:lnTo>
                    <a:lnTo>
                      <a:pt x="0" y="32"/>
                    </a:lnTo>
                    <a:lnTo>
                      <a:pt x="0" y="0"/>
                    </a:lnTo>
                    <a:lnTo>
                      <a:pt x="112" y="32"/>
                    </a:lnTo>
                    <a:close/>
                  </a:path>
                </a:pathLst>
              </a:custGeom>
              <a:solidFill>
                <a:srgbClr val="000000">
                  <a:alpha val="100000"/>
                </a:srgbClr>
              </a:solidFill>
              <a:ln w="9525">
                <a:noFill/>
              </a:ln>
            </p:spPr>
            <p:txBody>
              <a:bodyPr/>
              <a:lstStyle/>
              <a:p>
                <a:endParaRPr lang="zh-CN" altLang="en-US" sz="1350">
                  <a:solidFill>
                    <a:schemeClr val="dk1"/>
                  </a:solidFill>
                </a:endParaRPr>
              </a:p>
            </p:txBody>
          </p:sp>
          <p:sp>
            <p:nvSpPr>
              <p:cNvPr id="35897" name="Line 56"/>
              <p:cNvSpPr/>
              <p:nvPr/>
            </p:nvSpPr>
            <p:spPr>
              <a:xfrm>
                <a:off x="1120" y="2808"/>
                <a:ext cx="64" cy="1"/>
              </a:xfrm>
              <a:prstGeom prst="line">
                <a:avLst/>
              </a:prstGeom>
              <a:ln w="12700" cap="flat" cmpd="sng">
                <a:solidFill>
                  <a:srgbClr val="000000"/>
                </a:solidFill>
                <a:prstDash val="solid"/>
                <a:headEnd type="none" w="med" len="med"/>
                <a:tailEnd type="none" w="med" len="med"/>
              </a:ln>
            </p:spPr>
          </p:sp>
          <p:sp>
            <p:nvSpPr>
              <p:cNvPr id="35898" name="Line 57"/>
              <p:cNvSpPr/>
              <p:nvPr/>
            </p:nvSpPr>
            <p:spPr>
              <a:xfrm>
                <a:off x="1264" y="2808"/>
                <a:ext cx="64" cy="1"/>
              </a:xfrm>
              <a:prstGeom prst="line">
                <a:avLst/>
              </a:prstGeom>
              <a:ln w="12700" cap="flat" cmpd="sng">
                <a:solidFill>
                  <a:srgbClr val="000000"/>
                </a:solidFill>
                <a:prstDash val="solid"/>
                <a:headEnd type="none" w="med" len="med"/>
                <a:tailEnd type="none" w="med" len="med"/>
              </a:ln>
            </p:spPr>
          </p:sp>
          <p:sp>
            <p:nvSpPr>
              <p:cNvPr id="35899" name="Line 58"/>
              <p:cNvSpPr/>
              <p:nvPr/>
            </p:nvSpPr>
            <p:spPr>
              <a:xfrm>
                <a:off x="1408" y="2808"/>
                <a:ext cx="64" cy="1"/>
              </a:xfrm>
              <a:prstGeom prst="line">
                <a:avLst/>
              </a:prstGeom>
              <a:ln w="12700" cap="flat" cmpd="sng">
                <a:solidFill>
                  <a:srgbClr val="000000"/>
                </a:solidFill>
                <a:prstDash val="solid"/>
                <a:headEnd type="none" w="med" len="med"/>
                <a:tailEnd type="none" w="med" len="med"/>
              </a:ln>
            </p:spPr>
          </p:sp>
          <p:sp>
            <p:nvSpPr>
              <p:cNvPr id="35900" name="Line 59"/>
              <p:cNvSpPr/>
              <p:nvPr/>
            </p:nvSpPr>
            <p:spPr>
              <a:xfrm>
                <a:off x="1552" y="2808"/>
                <a:ext cx="64" cy="1"/>
              </a:xfrm>
              <a:prstGeom prst="line">
                <a:avLst/>
              </a:prstGeom>
              <a:ln w="12700" cap="flat" cmpd="sng">
                <a:solidFill>
                  <a:srgbClr val="000000"/>
                </a:solidFill>
                <a:prstDash val="solid"/>
                <a:headEnd type="none" w="med" len="med"/>
                <a:tailEnd type="none" w="med" len="med"/>
              </a:ln>
            </p:spPr>
          </p:sp>
          <p:sp>
            <p:nvSpPr>
              <p:cNvPr id="35901" name="Line 60"/>
              <p:cNvSpPr/>
              <p:nvPr/>
            </p:nvSpPr>
            <p:spPr>
              <a:xfrm>
                <a:off x="1696" y="2808"/>
                <a:ext cx="64" cy="1"/>
              </a:xfrm>
              <a:prstGeom prst="line">
                <a:avLst/>
              </a:prstGeom>
              <a:ln w="12700" cap="flat" cmpd="sng">
                <a:solidFill>
                  <a:srgbClr val="000000"/>
                </a:solidFill>
                <a:prstDash val="solid"/>
                <a:headEnd type="none" w="med" len="med"/>
                <a:tailEnd type="none" w="med" len="med"/>
              </a:ln>
            </p:spPr>
          </p:sp>
          <p:sp>
            <p:nvSpPr>
              <p:cNvPr id="35902" name="Line 61"/>
              <p:cNvSpPr/>
              <p:nvPr/>
            </p:nvSpPr>
            <p:spPr>
              <a:xfrm>
                <a:off x="1840" y="2808"/>
                <a:ext cx="64" cy="1"/>
              </a:xfrm>
              <a:prstGeom prst="line">
                <a:avLst/>
              </a:prstGeom>
              <a:ln w="12700" cap="flat" cmpd="sng">
                <a:solidFill>
                  <a:srgbClr val="000000"/>
                </a:solidFill>
                <a:prstDash val="solid"/>
                <a:headEnd type="none" w="med" len="med"/>
                <a:tailEnd type="none" w="med" len="med"/>
              </a:ln>
            </p:spPr>
          </p:sp>
          <p:sp>
            <p:nvSpPr>
              <p:cNvPr id="35903" name="Line 62"/>
              <p:cNvSpPr/>
              <p:nvPr/>
            </p:nvSpPr>
            <p:spPr>
              <a:xfrm>
                <a:off x="1984" y="2808"/>
                <a:ext cx="64" cy="1"/>
              </a:xfrm>
              <a:prstGeom prst="line">
                <a:avLst/>
              </a:prstGeom>
              <a:ln w="12700" cap="flat" cmpd="sng">
                <a:solidFill>
                  <a:srgbClr val="000000"/>
                </a:solidFill>
                <a:prstDash val="solid"/>
                <a:headEnd type="none" w="med" len="med"/>
                <a:tailEnd type="none" w="med" len="med"/>
              </a:ln>
            </p:spPr>
          </p:sp>
          <p:sp>
            <p:nvSpPr>
              <p:cNvPr id="35904" name="Line 63"/>
              <p:cNvSpPr/>
              <p:nvPr/>
            </p:nvSpPr>
            <p:spPr>
              <a:xfrm>
                <a:off x="2128" y="2808"/>
                <a:ext cx="64" cy="1"/>
              </a:xfrm>
              <a:prstGeom prst="line">
                <a:avLst/>
              </a:prstGeom>
              <a:ln w="12700" cap="flat" cmpd="sng">
                <a:solidFill>
                  <a:srgbClr val="000000"/>
                </a:solidFill>
                <a:prstDash val="solid"/>
                <a:headEnd type="none" w="med" len="med"/>
                <a:tailEnd type="none" w="med" len="med"/>
              </a:ln>
            </p:spPr>
          </p:sp>
          <p:sp>
            <p:nvSpPr>
              <p:cNvPr id="35905" name="Line 64"/>
              <p:cNvSpPr/>
              <p:nvPr/>
            </p:nvSpPr>
            <p:spPr>
              <a:xfrm>
                <a:off x="2272" y="2808"/>
                <a:ext cx="64" cy="1"/>
              </a:xfrm>
              <a:prstGeom prst="line">
                <a:avLst/>
              </a:prstGeom>
              <a:ln w="12700" cap="flat" cmpd="sng">
                <a:solidFill>
                  <a:srgbClr val="000000"/>
                </a:solidFill>
                <a:prstDash val="solid"/>
                <a:headEnd type="none" w="med" len="med"/>
                <a:tailEnd type="none" w="med" len="med"/>
              </a:ln>
            </p:spPr>
          </p:sp>
          <p:sp>
            <p:nvSpPr>
              <p:cNvPr id="35906" name="Line 65"/>
              <p:cNvSpPr/>
              <p:nvPr/>
            </p:nvSpPr>
            <p:spPr>
              <a:xfrm>
                <a:off x="2416" y="2808"/>
                <a:ext cx="64" cy="1"/>
              </a:xfrm>
              <a:prstGeom prst="line">
                <a:avLst/>
              </a:prstGeom>
              <a:ln w="12700" cap="flat" cmpd="sng">
                <a:solidFill>
                  <a:srgbClr val="000000"/>
                </a:solidFill>
                <a:prstDash val="solid"/>
                <a:headEnd type="none" w="med" len="med"/>
                <a:tailEnd type="none" w="med" len="med"/>
              </a:ln>
            </p:spPr>
          </p:sp>
          <p:sp>
            <p:nvSpPr>
              <p:cNvPr id="35907" name="Line 66"/>
              <p:cNvSpPr/>
              <p:nvPr/>
            </p:nvSpPr>
            <p:spPr>
              <a:xfrm>
                <a:off x="2560" y="2808"/>
                <a:ext cx="64" cy="1"/>
              </a:xfrm>
              <a:prstGeom prst="line">
                <a:avLst/>
              </a:prstGeom>
              <a:ln w="12700" cap="flat" cmpd="sng">
                <a:solidFill>
                  <a:srgbClr val="000000"/>
                </a:solidFill>
                <a:prstDash val="solid"/>
                <a:headEnd type="none" w="med" len="med"/>
                <a:tailEnd type="none" w="med" len="med"/>
              </a:ln>
            </p:spPr>
          </p:sp>
          <p:sp>
            <p:nvSpPr>
              <p:cNvPr id="35908" name="Line 67"/>
              <p:cNvSpPr/>
              <p:nvPr/>
            </p:nvSpPr>
            <p:spPr>
              <a:xfrm>
                <a:off x="2704" y="2808"/>
                <a:ext cx="64" cy="1"/>
              </a:xfrm>
              <a:prstGeom prst="line">
                <a:avLst/>
              </a:prstGeom>
              <a:ln w="12700" cap="flat" cmpd="sng">
                <a:solidFill>
                  <a:srgbClr val="000000"/>
                </a:solidFill>
                <a:prstDash val="solid"/>
                <a:headEnd type="none" w="med" len="med"/>
                <a:tailEnd type="none" w="med" len="med"/>
              </a:ln>
            </p:spPr>
          </p:sp>
          <p:sp>
            <p:nvSpPr>
              <p:cNvPr id="35909" name="Line 68"/>
              <p:cNvSpPr/>
              <p:nvPr/>
            </p:nvSpPr>
            <p:spPr>
              <a:xfrm>
                <a:off x="2848" y="2808"/>
                <a:ext cx="64" cy="1"/>
              </a:xfrm>
              <a:prstGeom prst="line">
                <a:avLst/>
              </a:prstGeom>
              <a:ln w="12700" cap="flat" cmpd="sng">
                <a:solidFill>
                  <a:srgbClr val="000000"/>
                </a:solidFill>
                <a:prstDash val="solid"/>
                <a:headEnd type="none" w="med" len="med"/>
                <a:tailEnd type="none" w="med" len="med"/>
              </a:ln>
            </p:spPr>
          </p:sp>
          <p:sp>
            <p:nvSpPr>
              <p:cNvPr id="35910" name="Line 69"/>
              <p:cNvSpPr/>
              <p:nvPr/>
            </p:nvSpPr>
            <p:spPr>
              <a:xfrm>
                <a:off x="2992" y="2808"/>
                <a:ext cx="64" cy="1"/>
              </a:xfrm>
              <a:prstGeom prst="line">
                <a:avLst/>
              </a:prstGeom>
              <a:ln w="12700" cap="flat" cmpd="sng">
                <a:solidFill>
                  <a:srgbClr val="000000"/>
                </a:solidFill>
                <a:prstDash val="solid"/>
                <a:headEnd type="none" w="med" len="med"/>
                <a:tailEnd type="none" w="med" len="med"/>
              </a:ln>
            </p:spPr>
          </p:sp>
          <p:sp>
            <p:nvSpPr>
              <p:cNvPr id="35911" name="Line 70"/>
              <p:cNvSpPr/>
              <p:nvPr/>
            </p:nvSpPr>
            <p:spPr>
              <a:xfrm>
                <a:off x="3136" y="2808"/>
                <a:ext cx="64" cy="1"/>
              </a:xfrm>
              <a:prstGeom prst="line">
                <a:avLst/>
              </a:prstGeom>
              <a:ln w="12700" cap="flat" cmpd="sng">
                <a:solidFill>
                  <a:srgbClr val="000000"/>
                </a:solidFill>
                <a:prstDash val="solid"/>
                <a:headEnd type="none" w="med" len="med"/>
                <a:tailEnd type="none" w="med" len="med"/>
              </a:ln>
            </p:spPr>
          </p:sp>
          <p:sp>
            <p:nvSpPr>
              <p:cNvPr id="35912" name="Line 71"/>
              <p:cNvSpPr/>
              <p:nvPr/>
            </p:nvSpPr>
            <p:spPr>
              <a:xfrm>
                <a:off x="3280" y="2808"/>
                <a:ext cx="64" cy="1"/>
              </a:xfrm>
              <a:prstGeom prst="line">
                <a:avLst/>
              </a:prstGeom>
              <a:ln w="12700" cap="flat" cmpd="sng">
                <a:solidFill>
                  <a:srgbClr val="000000"/>
                </a:solidFill>
                <a:prstDash val="solid"/>
                <a:headEnd type="none" w="med" len="med"/>
                <a:tailEnd type="none" w="med" len="med"/>
              </a:ln>
            </p:spPr>
          </p:sp>
          <p:sp>
            <p:nvSpPr>
              <p:cNvPr id="35913" name="Line 72"/>
              <p:cNvSpPr/>
              <p:nvPr/>
            </p:nvSpPr>
            <p:spPr>
              <a:xfrm>
                <a:off x="3424" y="2808"/>
                <a:ext cx="64" cy="1"/>
              </a:xfrm>
              <a:prstGeom prst="line">
                <a:avLst/>
              </a:prstGeom>
              <a:ln w="12700" cap="flat" cmpd="sng">
                <a:solidFill>
                  <a:srgbClr val="000000"/>
                </a:solidFill>
                <a:prstDash val="solid"/>
                <a:headEnd type="none" w="med" len="med"/>
                <a:tailEnd type="none" w="med" len="med"/>
              </a:ln>
            </p:spPr>
          </p:sp>
          <p:sp>
            <p:nvSpPr>
              <p:cNvPr id="35914" name="Line 73"/>
              <p:cNvSpPr/>
              <p:nvPr/>
            </p:nvSpPr>
            <p:spPr>
              <a:xfrm>
                <a:off x="3568" y="2808"/>
                <a:ext cx="64" cy="1"/>
              </a:xfrm>
              <a:prstGeom prst="line">
                <a:avLst/>
              </a:prstGeom>
              <a:ln w="12700" cap="flat" cmpd="sng">
                <a:solidFill>
                  <a:srgbClr val="000000"/>
                </a:solidFill>
                <a:prstDash val="solid"/>
                <a:headEnd type="none" w="med" len="med"/>
                <a:tailEnd type="none" w="med" len="med"/>
              </a:ln>
            </p:spPr>
          </p:sp>
          <p:sp>
            <p:nvSpPr>
              <p:cNvPr id="35915" name="Line 74"/>
              <p:cNvSpPr/>
              <p:nvPr/>
            </p:nvSpPr>
            <p:spPr>
              <a:xfrm>
                <a:off x="3712" y="2808"/>
                <a:ext cx="64" cy="1"/>
              </a:xfrm>
              <a:prstGeom prst="line">
                <a:avLst/>
              </a:prstGeom>
              <a:ln w="12700" cap="flat" cmpd="sng">
                <a:solidFill>
                  <a:srgbClr val="000000"/>
                </a:solidFill>
                <a:prstDash val="solid"/>
                <a:headEnd type="none" w="med" len="med"/>
                <a:tailEnd type="none" w="med" len="med"/>
              </a:ln>
            </p:spPr>
          </p:sp>
          <p:sp>
            <p:nvSpPr>
              <p:cNvPr id="35916" name="Line 75"/>
              <p:cNvSpPr/>
              <p:nvPr/>
            </p:nvSpPr>
            <p:spPr>
              <a:xfrm>
                <a:off x="3856" y="2808"/>
                <a:ext cx="64" cy="1"/>
              </a:xfrm>
              <a:prstGeom prst="line">
                <a:avLst/>
              </a:prstGeom>
              <a:ln w="12700" cap="flat" cmpd="sng">
                <a:solidFill>
                  <a:srgbClr val="000000"/>
                </a:solidFill>
                <a:prstDash val="solid"/>
                <a:headEnd type="none" w="med" len="med"/>
                <a:tailEnd type="none" w="med" len="med"/>
              </a:ln>
            </p:spPr>
          </p:sp>
        </p:grpSp>
        <p:grpSp>
          <p:nvGrpSpPr>
            <p:cNvPr id="35852" name="Group 76"/>
            <p:cNvGrpSpPr/>
            <p:nvPr/>
          </p:nvGrpSpPr>
          <p:grpSpPr>
            <a:xfrm>
              <a:off x="720" y="2067"/>
              <a:ext cx="3048" cy="56"/>
              <a:chOff x="1008" y="1488"/>
              <a:chExt cx="3048" cy="56"/>
            </a:xfrm>
          </p:grpSpPr>
          <p:sp>
            <p:nvSpPr>
              <p:cNvPr id="35873" name="Freeform 77"/>
              <p:cNvSpPr/>
              <p:nvPr>
                <p:custDataLst>
                  <p:tags r:id="rId11"/>
                </p:custDataLst>
              </p:nvPr>
            </p:nvSpPr>
            <p:spPr>
              <a:xfrm>
                <a:off x="1008" y="1488"/>
                <a:ext cx="112" cy="56"/>
              </a:xfrm>
              <a:custGeom>
                <a:avLst/>
                <a:gdLst>
                  <a:gd name="txL" fmla="*/ 0 w 112"/>
                  <a:gd name="txT" fmla="*/ 0 h 56"/>
                  <a:gd name="txR" fmla="*/ 112 w 112"/>
                  <a:gd name="txB" fmla="*/ 56 h 56"/>
                </a:gdLst>
                <a:ahLst/>
                <a:cxnLst>
                  <a:cxn ang="0">
                    <a:pos x="0" y="32"/>
                  </a:cxn>
                  <a:cxn ang="0">
                    <a:pos x="112" y="0"/>
                  </a:cxn>
                  <a:cxn ang="0">
                    <a:pos x="112" y="32"/>
                  </a:cxn>
                  <a:cxn ang="0">
                    <a:pos x="112" y="56"/>
                  </a:cxn>
                  <a:cxn ang="0">
                    <a:pos x="0" y="32"/>
                  </a:cxn>
                </a:cxnLst>
                <a:rect l="txL" t="txT" r="txR" b="txB"/>
                <a:pathLst>
                  <a:path w="112" h="56">
                    <a:moveTo>
                      <a:pt x="0" y="32"/>
                    </a:moveTo>
                    <a:lnTo>
                      <a:pt x="112" y="0"/>
                    </a:lnTo>
                    <a:lnTo>
                      <a:pt x="112" y="32"/>
                    </a:lnTo>
                    <a:lnTo>
                      <a:pt x="112" y="56"/>
                    </a:lnTo>
                    <a:lnTo>
                      <a:pt x="0" y="32"/>
                    </a:lnTo>
                    <a:close/>
                  </a:path>
                </a:pathLst>
              </a:custGeom>
              <a:solidFill>
                <a:srgbClr val="000000">
                  <a:alpha val="100000"/>
                </a:srgbClr>
              </a:solidFill>
              <a:ln w="9525">
                <a:noFill/>
              </a:ln>
            </p:spPr>
            <p:txBody>
              <a:bodyPr/>
              <a:lstStyle/>
              <a:p>
                <a:endParaRPr lang="zh-CN" altLang="en-US" sz="1350">
                  <a:solidFill>
                    <a:schemeClr val="dk1"/>
                  </a:solidFill>
                </a:endParaRPr>
              </a:p>
            </p:txBody>
          </p:sp>
          <p:sp>
            <p:nvSpPr>
              <p:cNvPr id="35874" name="Freeform 78"/>
              <p:cNvSpPr/>
              <p:nvPr>
                <p:custDataLst>
                  <p:tags r:id="rId12"/>
                </p:custDataLst>
              </p:nvPr>
            </p:nvSpPr>
            <p:spPr>
              <a:xfrm>
                <a:off x="3944" y="1488"/>
                <a:ext cx="112" cy="56"/>
              </a:xfrm>
              <a:custGeom>
                <a:avLst/>
                <a:gdLst>
                  <a:gd name="txL" fmla="*/ 0 w 112"/>
                  <a:gd name="txT" fmla="*/ 0 h 56"/>
                  <a:gd name="txR" fmla="*/ 112 w 112"/>
                  <a:gd name="txB" fmla="*/ 56 h 56"/>
                </a:gdLst>
                <a:ahLst/>
                <a:cxnLst>
                  <a:cxn ang="0">
                    <a:pos x="112" y="32"/>
                  </a:cxn>
                  <a:cxn ang="0">
                    <a:pos x="0" y="56"/>
                  </a:cxn>
                  <a:cxn ang="0">
                    <a:pos x="0" y="32"/>
                  </a:cxn>
                  <a:cxn ang="0">
                    <a:pos x="0" y="0"/>
                  </a:cxn>
                  <a:cxn ang="0">
                    <a:pos x="112" y="32"/>
                  </a:cxn>
                </a:cxnLst>
                <a:rect l="txL" t="txT" r="txR" b="txB"/>
                <a:pathLst>
                  <a:path w="112" h="56">
                    <a:moveTo>
                      <a:pt x="112" y="32"/>
                    </a:moveTo>
                    <a:lnTo>
                      <a:pt x="0" y="56"/>
                    </a:lnTo>
                    <a:lnTo>
                      <a:pt x="0" y="32"/>
                    </a:lnTo>
                    <a:lnTo>
                      <a:pt x="0" y="0"/>
                    </a:lnTo>
                    <a:lnTo>
                      <a:pt x="112" y="32"/>
                    </a:lnTo>
                    <a:close/>
                  </a:path>
                </a:pathLst>
              </a:custGeom>
              <a:solidFill>
                <a:srgbClr val="000000">
                  <a:alpha val="100000"/>
                </a:srgbClr>
              </a:solidFill>
              <a:ln w="9525">
                <a:noFill/>
              </a:ln>
            </p:spPr>
            <p:txBody>
              <a:bodyPr/>
              <a:lstStyle/>
              <a:p>
                <a:endParaRPr lang="zh-CN" altLang="en-US" sz="1350">
                  <a:solidFill>
                    <a:schemeClr val="dk1"/>
                  </a:solidFill>
                </a:endParaRPr>
              </a:p>
            </p:txBody>
          </p:sp>
          <p:sp>
            <p:nvSpPr>
              <p:cNvPr id="35875" name="Line 79"/>
              <p:cNvSpPr/>
              <p:nvPr/>
            </p:nvSpPr>
            <p:spPr>
              <a:xfrm>
                <a:off x="1120" y="1520"/>
                <a:ext cx="64" cy="1"/>
              </a:xfrm>
              <a:prstGeom prst="line">
                <a:avLst/>
              </a:prstGeom>
              <a:ln w="12700" cap="flat" cmpd="sng">
                <a:solidFill>
                  <a:srgbClr val="000000"/>
                </a:solidFill>
                <a:prstDash val="solid"/>
                <a:headEnd type="none" w="med" len="med"/>
                <a:tailEnd type="none" w="med" len="med"/>
              </a:ln>
            </p:spPr>
          </p:sp>
          <p:sp>
            <p:nvSpPr>
              <p:cNvPr id="35876" name="Line 80"/>
              <p:cNvSpPr/>
              <p:nvPr/>
            </p:nvSpPr>
            <p:spPr>
              <a:xfrm>
                <a:off x="1264" y="1520"/>
                <a:ext cx="64" cy="1"/>
              </a:xfrm>
              <a:prstGeom prst="line">
                <a:avLst/>
              </a:prstGeom>
              <a:ln w="12700" cap="flat" cmpd="sng">
                <a:solidFill>
                  <a:srgbClr val="000000"/>
                </a:solidFill>
                <a:prstDash val="solid"/>
                <a:headEnd type="none" w="med" len="med"/>
                <a:tailEnd type="none" w="med" len="med"/>
              </a:ln>
            </p:spPr>
          </p:sp>
          <p:sp>
            <p:nvSpPr>
              <p:cNvPr id="35877" name="Line 81"/>
              <p:cNvSpPr/>
              <p:nvPr/>
            </p:nvSpPr>
            <p:spPr>
              <a:xfrm>
                <a:off x="1408" y="1520"/>
                <a:ext cx="64" cy="1"/>
              </a:xfrm>
              <a:prstGeom prst="line">
                <a:avLst/>
              </a:prstGeom>
              <a:ln w="12700" cap="flat" cmpd="sng">
                <a:solidFill>
                  <a:srgbClr val="000000"/>
                </a:solidFill>
                <a:prstDash val="solid"/>
                <a:headEnd type="none" w="med" len="med"/>
                <a:tailEnd type="none" w="med" len="med"/>
              </a:ln>
            </p:spPr>
          </p:sp>
          <p:sp>
            <p:nvSpPr>
              <p:cNvPr id="35878" name="Line 82"/>
              <p:cNvSpPr/>
              <p:nvPr/>
            </p:nvSpPr>
            <p:spPr>
              <a:xfrm>
                <a:off x="1552" y="1520"/>
                <a:ext cx="64" cy="1"/>
              </a:xfrm>
              <a:prstGeom prst="line">
                <a:avLst/>
              </a:prstGeom>
              <a:ln w="12700" cap="flat" cmpd="sng">
                <a:solidFill>
                  <a:srgbClr val="000000"/>
                </a:solidFill>
                <a:prstDash val="solid"/>
                <a:headEnd type="none" w="med" len="med"/>
                <a:tailEnd type="none" w="med" len="med"/>
              </a:ln>
            </p:spPr>
          </p:sp>
          <p:sp>
            <p:nvSpPr>
              <p:cNvPr id="35879" name="Line 83"/>
              <p:cNvSpPr/>
              <p:nvPr/>
            </p:nvSpPr>
            <p:spPr>
              <a:xfrm>
                <a:off x="1696" y="1520"/>
                <a:ext cx="64" cy="1"/>
              </a:xfrm>
              <a:prstGeom prst="line">
                <a:avLst/>
              </a:prstGeom>
              <a:ln w="12700" cap="flat" cmpd="sng">
                <a:solidFill>
                  <a:srgbClr val="000000"/>
                </a:solidFill>
                <a:prstDash val="solid"/>
                <a:headEnd type="none" w="med" len="med"/>
                <a:tailEnd type="none" w="med" len="med"/>
              </a:ln>
            </p:spPr>
          </p:sp>
          <p:sp>
            <p:nvSpPr>
              <p:cNvPr id="35880" name="Line 84"/>
              <p:cNvSpPr/>
              <p:nvPr/>
            </p:nvSpPr>
            <p:spPr>
              <a:xfrm>
                <a:off x="1840" y="1520"/>
                <a:ext cx="64" cy="1"/>
              </a:xfrm>
              <a:prstGeom prst="line">
                <a:avLst/>
              </a:prstGeom>
              <a:ln w="12700" cap="flat" cmpd="sng">
                <a:solidFill>
                  <a:srgbClr val="000000"/>
                </a:solidFill>
                <a:prstDash val="solid"/>
                <a:headEnd type="none" w="med" len="med"/>
                <a:tailEnd type="none" w="med" len="med"/>
              </a:ln>
            </p:spPr>
          </p:sp>
          <p:sp>
            <p:nvSpPr>
              <p:cNvPr id="35881" name="Line 85"/>
              <p:cNvSpPr/>
              <p:nvPr/>
            </p:nvSpPr>
            <p:spPr>
              <a:xfrm>
                <a:off x="1984" y="1520"/>
                <a:ext cx="64" cy="1"/>
              </a:xfrm>
              <a:prstGeom prst="line">
                <a:avLst/>
              </a:prstGeom>
              <a:ln w="12700" cap="flat" cmpd="sng">
                <a:solidFill>
                  <a:srgbClr val="000000"/>
                </a:solidFill>
                <a:prstDash val="solid"/>
                <a:headEnd type="none" w="med" len="med"/>
                <a:tailEnd type="none" w="med" len="med"/>
              </a:ln>
            </p:spPr>
          </p:sp>
          <p:sp>
            <p:nvSpPr>
              <p:cNvPr id="35882" name="Line 86"/>
              <p:cNvSpPr/>
              <p:nvPr/>
            </p:nvSpPr>
            <p:spPr>
              <a:xfrm>
                <a:off x="2128" y="1520"/>
                <a:ext cx="64" cy="1"/>
              </a:xfrm>
              <a:prstGeom prst="line">
                <a:avLst/>
              </a:prstGeom>
              <a:ln w="12700" cap="flat" cmpd="sng">
                <a:solidFill>
                  <a:srgbClr val="000000"/>
                </a:solidFill>
                <a:prstDash val="solid"/>
                <a:headEnd type="none" w="med" len="med"/>
                <a:tailEnd type="none" w="med" len="med"/>
              </a:ln>
            </p:spPr>
          </p:sp>
          <p:sp>
            <p:nvSpPr>
              <p:cNvPr id="35883" name="Line 87"/>
              <p:cNvSpPr/>
              <p:nvPr/>
            </p:nvSpPr>
            <p:spPr>
              <a:xfrm>
                <a:off x="2272" y="1520"/>
                <a:ext cx="64" cy="1"/>
              </a:xfrm>
              <a:prstGeom prst="line">
                <a:avLst/>
              </a:prstGeom>
              <a:ln w="12700" cap="flat" cmpd="sng">
                <a:solidFill>
                  <a:srgbClr val="000000"/>
                </a:solidFill>
                <a:prstDash val="solid"/>
                <a:headEnd type="none" w="med" len="med"/>
                <a:tailEnd type="none" w="med" len="med"/>
              </a:ln>
            </p:spPr>
          </p:sp>
          <p:sp>
            <p:nvSpPr>
              <p:cNvPr id="35884" name="Line 88"/>
              <p:cNvSpPr/>
              <p:nvPr/>
            </p:nvSpPr>
            <p:spPr>
              <a:xfrm>
                <a:off x="2416" y="1520"/>
                <a:ext cx="64" cy="1"/>
              </a:xfrm>
              <a:prstGeom prst="line">
                <a:avLst/>
              </a:prstGeom>
              <a:ln w="12700" cap="flat" cmpd="sng">
                <a:solidFill>
                  <a:srgbClr val="000000"/>
                </a:solidFill>
                <a:prstDash val="solid"/>
                <a:headEnd type="none" w="med" len="med"/>
                <a:tailEnd type="none" w="med" len="med"/>
              </a:ln>
            </p:spPr>
          </p:sp>
          <p:sp>
            <p:nvSpPr>
              <p:cNvPr id="35885" name="Line 89"/>
              <p:cNvSpPr/>
              <p:nvPr/>
            </p:nvSpPr>
            <p:spPr>
              <a:xfrm>
                <a:off x="2560" y="1520"/>
                <a:ext cx="64" cy="1"/>
              </a:xfrm>
              <a:prstGeom prst="line">
                <a:avLst/>
              </a:prstGeom>
              <a:ln w="12700" cap="flat" cmpd="sng">
                <a:solidFill>
                  <a:srgbClr val="000000"/>
                </a:solidFill>
                <a:prstDash val="solid"/>
                <a:headEnd type="none" w="med" len="med"/>
                <a:tailEnd type="none" w="med" len="med"/>
              </a:ln>
            </p:spPr>
          </p:sp>
          <p:sp>
            <p:nvSpPr>
              <p:cNvPr id="35886" name="Line 90"/>
              <p:cNvSpPr/>
              <p:nvPr/>
            </p:nvSpPr>
            <p:spPr>
              <a:xfrm>
                <a:off x="2704" y="1520"/>
                <a:ext cx="64" cy="1"/>
              </a:xfrm>
              <a:prstGeom prst="line">
                <a:avLst/>
              </a:prstGeom>
              <a:ln w="12700" cap="flat" cmpd="sng">
                <a:solidFill>
                  <a:srgbClr val="000000"/>
                </a:solidFill>
                <a:prstDash val="solid"/>
                <a:headEnd type="none" w="med" len="med"/>
                <a:tailEnd type="none" w="med" len="med"/>
              </a:ln>
            </p:spPr>
          </p:sp>
          <p:sp>
            <p:nvSpPr>
              <p:cNvPr id="35887" name="Line 91"/>
              <p:cNvSpPr/>
              <p:nvPr/>
            </p:nvSpPr>
            <p:spPr>
              <a:xfrm>
                <a:off x="2848" y="1520"/>
                <a:ext cx="64" cy="1"/>
              </a:xfrm>
              <a:prstGeom prst="line">
                <a:avLst/>
              </a:prstGeom>
              <a:ln w="12700" cap="flat" cmpd="sng">
                <a:solidFill>
                  <a:srgbClr val="000000"/>
                </a:solidFill>
                <a:prstDash val="solid"/>
                <a:headEnd type="none" w="med" len="med"/>
                <a:tailEnd type="none" w="med" len="med"/>
              </a:ln>
            </p:spPr>
          </p:sp>
          <p:sp>
            <p:nvSpPr>
              <p:cNvPr id="35888" name="Line 92"/>
              <p:cNvSpPr/>
              <p:nvPr/>
            </p:nvSpPr>
            <p:spPr>
              <a:xfrm>
                <a:off x="2992" y="1520"/>
                <a:ext cx="64" cy="1"/>
              </a:xfrm>
              <a:prstGeom prst="line">
                <a:avLst/>
              </a:prstGeom>
              <a:ln w="12700" cap="flat" cmpd="sng">
                <a:solidFill>
                  <a:srgbClr val="000000"/>
                </a:solidFill>
                <a:prstDash val="solid"/>
                <a:headEnd type="none" w="med" len="med"/>
                <a:tailEnd type="none" w="med" len="med"/>
              </a:ln>
            </p:spPr>
          </p:sp>
          <p:sp>
            <p:nvSpPr>
              <p:cNvPr id="35889" name="Line 93"/>
              <p:cNvSpPr/>
              <p:nvPr/>
            </p:nvSpPr>
            <p:spPr>
              <a:xfrm>
                <a:off x="3136" y="1520"/>
                <a:ext cx="64" cy="1"/>
              </a:xfrm>
              <a:prstGeom prst="line">
                <a:avLst/>
              </a:prstGeom>
              <a:ln w="12700" cap="flat" cmpd="sng">
                <a:solidFill>
                  <a:srgbClr val="000000"/>
                </a:solidFill>
                <a:prstDash val="solid"/>
                <a:headEnd type="none" w="med" len="med"/>
                <a:tailEnd type="none" w="med" len="med"/>
              </a:ln>
            </p:spPr>
          </p:sp>
          <p:sp>
            <p:nvSpPr>
              <p:cNvPr id="35890" name="Line 94"/>
              <p:cNvSpPr/>
              <p:nvPr/>
            </p:nvSpPr>
            <p:spPr>
              <a:xfrm>
                <a:off x="3280" y="1520"/>
                <a:ext cx="64" cy="1"/>
              </a:xfrm>
              <a:prstGeom prst="line">
                <a:avLst/>
              </a:prstGeom>
              <a:ln w="12700" cap="flat" cmpd="sng">
                <a:solidFill>
                  <a:srgbClr val="000000"/>
                </a:solidFill>
                <a:prstDash val="solid"/>
                <a:headEnd type="none" w="med" len="med"/>
                <a:tailEnd type="none" w="med" len="med"/>
              </a:ln>
            </p:spPr>
          </p:sp>
          <p:sp>
            <p:nvSpPr>
              <p:cNvPr id="35891" name="Line 95"/>
              <p:cNvSpPr/>
              <p:nvPr/>
            </p:nvSpPr>
            <p:spPr>
              <a:xfrm>
                <a:off x="3424" y="1520"/>
                <a:ext cx="64" cy="1"/>
              </a:xfrm>
              <a:prstGeom prst="line">
                <a:avLst/>
              </a:prstGeom>
              <a:ln w="12700" cap="flat" cmpd="sng">
                <a:solidFill>
                  <a:srgbClr val="000000"/>
                </a:solidFill>
                <a:prstDash val="solid"/>
                <a:headEnd type="none" w="med" len="med"/>
                <a:tailEnd type="none" w="med" len="med"/>
              </a:ln>
            </p:spPr>
          </p:sp>
          <p:sp>
            <p:nvSpPr>
              <p:cNvPr id="35892" name="Line 96"/>
              <p:cNvSpPr/>
              <p:nvPr/>
            </p:nvSpPr>
            <p:spPr>
              <a:xfrm>
                <a:off x="3568" y="1520"/>
                <a:ext cx="64" cy="1"/>
              </a:xfrm>
              <a:prstGeom prst="line">
                <a:avLst/>
              </a:prstGeom>
              <a:ln w="12700" cap="flat" cmpd="sng">
                <a:solidFill>
                  <a:srgbClr val="000000"/>
                </a:solidFill>
                <a:prstDash val="solid"/>
                <a:headEnd type="none" w="med" len="med"/>
                <a:tailEnd type="none" w="med" len="med"/>
              </a:ln>
            </p:spPr>
          </p:sp>
          <p:sp>
            <p:nvSpPr>
              <p:cNvPr id="35893" name="Line 97"/>
              <p:cNvSpPr/>
              <p:nvPr/>
            </p:nvSpPr>
            <p:spPr>
              <a:xfrm>
                <a:off x="3712" y="1520"/>
                <a:ext cx="64" cy="1"/>
              </a:xfrm>
              <a:prstGeom prst="line">
                <a:avLst/>
              </a:prstGeom>
              <a:ln w="12700" cap="flat" cmpd="sng">
                <a:solidFill>
                  <a:srgbClr val="000000"/>
                </a:solidFill>
                <a:prstDash val="solid"/>
                <a:headEnd type="none" w="med" len="med"/>
                <a:tailEnd type="none" w="med" len="med"/>
              </a:ln>
            </p:spPr>
          </p:sp>
          <p:sp>
            <p:nvSpPr>
              <p:cNvPr id="35894" name="Line 98"/>
              <p:cNvSpPr/>
              <p:nvPr/>
            </p:nvSpPr>
            <p:spPr>
              <a:xfrm>
                <a:off x="3856" y="1520"/>
                <a:ext cx="64" cy="1"/>
              </a:xfrm>
              <a:prstGeom prst="line">
                <a:avLst/>
              </a:prstGeom>
              <a:ln w="12700" cap="flat" cmpd="sng">
                <a:solidFill>
                  <a:srgbClr val="000000"/>
                </a:solidFill>
                <a:prstDash val="solid"/>
                <a:headEnd type="none" w="med" len="med"/>
                <a:tailEnd type="none" w="med" len="med"/>
              </a:ln>
            </p:spPr>
          </p:sp>
        </p:grpSp>
        <p:sp>
          <p:nvSpPr>
            <p:cNvPr id="35853" name="Rectangle 99"/>
            <p:cNvSpPr/>
            <p:nvPr/>
          </p:nvSpPr>
          <p:spPr>
            <a:xfrm>
              <a:off x="1452" y="3971"/>
              <a:ext cx="80" cy="196"/>
            </a:xfrm>
            <a:prstGeom prst="rect">
              <a:avLst/>
            </a:prstGeom>
            <a:noFill/>
            <a:ln w="9525">
              <a:noFill/>
            </a:ln>
          </p:spPr>
          <p:txBody>
            <a:bodyPr wrap="square" lIns="0" tIns="0" rIns="0" bIns="0">
              <a:spAutoFit/>
            </a:bodyPr>
            <a:lstStyle/>
            <a:p>
              <a:r>
                <a:rPr lang="en-US" altLang="zh-CN" sz="1350" b="1" dirty="0">
                  <a:solidFill>
                    <a:srgbClr val="000000"/>
                  </a:solidFill>
                  <a:latin typeface="Arial" panose="020B0604020202020204" pitchFamily="34" charset="0"/>
                  <a:ea typeface="汉仪旗黑-55简" panose="00020600040101010101" charset="-122"/>
                </a:rPr>
                <a:t>a</a:t>
              </a:r>
            </a:p>
          </p:txBody>
        </p:sp>
        <p:sp>
          <p:nvSpPr>
            <p:cNvPr id="35854" name="Rectangle 100"/>
            <p:cNvSpPr/>
            <p:nvPr/>
          </p:nvSpPr>
          <p:spPr>
            <a:xfrm>
              <a:off x="3324" y="3915"/>
              <a:ext cx="88" cy="196"/>
            </a:xfrm>
            <a:prstGeom prst="rect">
              <a:avLst/>
            </a:prstGeom>
            <a:noFill/>
            <a:ln w="9525">
              <a:noFill/>
            </a:ln>
          </p:spPr>
          <p:txBody>
            <a:bodyPr wrap="square" lIns="0" tIns="0" rIns="0" bIns="0">
              <a:spAutoFit/>
            </a:bodyPr>
            <a:lstStyle/>
            <a:p>
              <a:r>
                <a:rPr lang="en-US" altLang="zh-CN" sz="1350" b="1" dirty="0">
                  <a:solidFill>
                    <a:srgbClr val="000000"/>
                  </a:solidFill>
                  <a:latin typeface="Arial" panose="020B0604020202020204" pitchFamily="34" charset="0"/>
                  <a:ea typeface="汉仪旗黑-55简" panose="00020600040101010101" charset="-122"/>
                </a:rPr>
                <a:t>b</a:t>
              </a:r>
            </a:p>
          </p:txBody>
        </p:sp>
        <p:sp>
          <p:nvSpPr>
            <p:cNvPr id="35855" name="Rectangle 101"/>
            <p:cNvSpPr/>
            <p:nvPr/>
          </p:nvSpPr>
          <p:spPr>
            <a:xfrm>
              <a:off x="820" y="3275"/>
              <a:ext cx="80" cy="196"/>
            </a:xfrm>
            <a:prstGeom prst="rect">
              <a:avLst/>
            </a:prstGeom>
            <a:noFill/>
            <a:ln w="9525">
              <a:noFill/>
            </a:ln>
          </p:spPr>
          <p:txBody>
            <a:bodyPr wrap="square" lIns="0" tIns="0" rIns="0" bIns="0">
              <a:spAutoFit/>
            </a:bodyPr>
            <a:lstStyle/>
            <a:p>
              <a:r>
                <a:rPr lang="en-US" altLang="zh-CN" sz="1350" b="1" dirty="0">
                  <a:solidFill>
                    <a:srgbClr val="000000"/>
                  </a:solidFill>
                  <a:latin typeface="Arial" panose="020B0604020202020204" pitchFamily="34" charset="0"/>
                  <a:ea typeface="汉仪旗黑-55简" panose="00020600040101010101" charset="-122"/>
                </a:rPr>
                <a:t>c</a:t>
              </a:r>
            </a:p>
          </p:txBody>
        </p:sp>
        <p:sp>
          <p:nvSpPr>
            <p:cNvPr id="35856" name="Rectangle 102"/>
            <p:cNvSpPr/>
            <p:nvPr/>
          </p:nvSpPr>
          <p:spPr>
            <a:xfrm>
              <a:off x="844" y="1955"/>
              <a:ext cx="88" cy="196"/>
            </a:xfrm>
            <a:prstGeom prst="rect">
              <a:avLst/>
            </a:prstGeom>
            <a:noFill/>
            <a:ln w="9525">
              <a:noFill/>
            </a:ln>
          </p:spPr>
          <p:txBody>
            <a:bodyPr wrap="square" lIns="0" tIns="0" rIns="0" bIns="0">
              <a:spAutoFit/>
            </a:bodyPr>
            <a:lstStyle/>
            <a:p>
              <a:r>
                <a:rPr lang="en-US" altLang="zh-CN" sz="1350" b="1" dirty="0">
                  <a:solidFill>
                    <a:srgbClr val="000000"/>
                  </a:solidFill>
                  <a:latin typeface="Arial" panose="020B0604020202020204" pitchFamily="34" charset="0"/>
                  <a:ea typeface="汉仪旗黑-55简" panose="00020600040101010101" charset="-122"/>
                </a:rPr>
                <a:t>d</a:t>
              </a:r>
            </a:p>
          </p:txBody>
        </p:sp>
        <p:grpSp>
          <p:nvGrpSpPr>
            <p:cNvPr id="35857" name="Group 103"/>
            <p:cNvGrpSpPr/>
            <p:nvPr/>
          </p:nvGrpSpPr>
          <p:grpSpPr>
            <a:xfrm>
              <a:off x="804" y="1478"/>
              <a:ext cx="156" cy="244"/>
              <a:chOff x="1288" y="808"/>
              <a:chExt cx="156" cy="244"/>
            </a:xfrm>
          </p:grpSpPr>
          <p:sp>
            <p:nvSpPr>
              <p:cNvPr id="35871" name="Rectangle 104"/>
              <p:cNvSpPr/>
              <p:nvPr/>
            </p:nvSpPr>
            <p:spPr>
              <a:xfrm>
                <a:off x="1288" y="808"/>
                <a:ext cx="80" cy="196"/>
              </a:xfrm>
              <a:prstGeom prst="rect">
                <a:avLst/>
              </a:prstGeom>
              <a:noFill/>
              <a:ln w="9525">
                <a:noFill/>
              </a:ln>
            </p:spPr>
            <p:txBody>
              <a:bodyPr wrap="square" lIns="0" tIns="0" rIns="0" bIns="0">
                <a:spAutoFit/>
              </a:bodyPr>
              <a:lstStyle/>
              <a:p>
                <a:r>
                  <a:rPr lang="en-US" altLang="zh-CN" sz="1350" b="1" dirty="0">
                    <a:solidFill>
                      <a:srgbClr val="000000"/>
                    </a:solidFill>
                    <a:latin typeface="Arial" panose="020B0604020202020204" pitchFamily="34" charset="0"/>
                    <a:ea typeface="汉仪旗黑-55简" panose="00020600040101010101" charset="-122"/>
                  </a:rPr>
                  <a:t>x</a:t>
                </a:r>
              </a:p>
            </p:txBody>
          </p:sp>
          <p:sp>
            <p:nvSpPr>
              <p:cNvPr id="35872" name="Rectangle 105"/>
              <p:cNvSpPr/>
              <p:nvPr/>
            </p:nvSpPr>
            <p:spPr>
              <a:xfrm>
                <a:off x="1364" y="856"/>
                <a:ext cx="80" cy="196"/>
              </a:xfrm>
              <a:prstGeom prst="rect">
                <a:avLst/>
              </a:prstGeom>
              <a:noFill/>
              <a:ln w="9525">
                <a:noFill/>
              </a:ln>
            </p:spPr>
            <p:txBody>
              <a:bodyPr wrap="square" lIns="0" tIns="0" rIns="0" bIns="0">
                <a:spAutoFit/>
              </a:bodyPr>
              <a:lstStyle/>
              <a:p>
                <a:r>
                  <a:rPr lang="en-US" altLang="zh-CN" sz="1350" b="1" dirty="0">
                    <a:solidFill>
                      <a:srgbClr val="000000"/>
                    </a:solidFill>
                    <a:latin typeface="Arial" panose="020B0604020202020204" pitchFamily="34" charset="0"/>
                    <a:ea typeface="汉仪旗黑-55简" panose="00020600040101010101" charset="-122"/>
                  </a:rPr>
                  <a:t>2</a:t>
                </a:r>
              </a:p>
            </p:txBody>
          </p:sp>
        </p:grpSp>
        <p:grpSp>
          <p:nvGrpSpPr>
            <p:cNvPr id="35858" name="Group 106"/>
            <p:cNvGrpSpPr/>
            <p:nvPr/>
          </p:nvGrpSpPr>
          <p:grpSpPr>
            <a:xfrm>
              <a:off x="4260" y="3763"/>
              <a:ext cx="156" cy="244"/>
              <a:chOff x="4704" y="3320"/>
              <a:chExt cx="156" cy="244"/>
            </a:xfrm>
          </p:grpSpPr>
          <p:sp>
            <p:nvSpPr>
              <p:cNvPr id="35869" name="Rectangle 107"/>
              <p:cNvSpPr/>
              <p:nvPr/>
            </p:nvSpPr>
            <p:spPr>
              <a:xfrm>
                <a:off x="4704" y="3320"/>
                <a:ext cx="80" cy="196"/>
              </a:xfrm>
              <a:prstGeom prst="rect">
                <a:avLst/>
              </a:prstGeom>
              <a:noFill/>
              <a:ln w="9525">
                <a:noFill/>
              </a:ln>
            </p:spPr>
            <p:txBody>
              <a:bodyPr wrap="square" lIns="0" tIns="0" rIns="0" bIns="0">
                <a:spAutoFit/>
              </a:bodyPr>
              <a:lstStyle/>
              <a:p>
                <a:r>
                  <a:rPr lang="en-US" altLang="zh-CN" sz="1350" b="1" dirty="0">
                    <a:solidFill>
                      <a:srgbClr val="000000"/>
                    </a:solidFill>
                    <a:latin typeface="Arial" panose="020B0604020202020204" pitchFamily="34" charset="0"/>
                    <a:ea typeface="汉仪旗黑-55简" panose="00020600040101010101" charset="-122"/>
                  </a:rPr>
                  <a:t>x</a:t>
                </a:r>
              </a:p>
            </p:txBody>
          </p:sp>
          <p:sp>
            <p:nvSpPr>
              <p:cNvPr id="35870" name="Rectangle 108"/>
              <p:cNvSpPr/>
              <p:nvPr/>
            </p:nvSpPr>
            <p:spPr>
              <a:xfrm>
                <a:off x="4780" y="3368"/>
                <a:ext cx="80" cy="196"/>
              </a:xfrm>
              <a:prstGeom prst="rect">
                <a:avLst/>
              </a:prstGeom>
              <a:noFill/>
              <a:ln w="9525">
                <a:noFill/>
              </a:ln>
            </p:spPr>
            <p:txBody>
              <a:bodyPr wrap="square" lIns="0" tIns="0" rIns="0" bIns="0">
                <a:spAutoFit/>
              </a:bodyPr>
              <a:lstStyle/>
              <a:p>
                <a:r>
                  <a:rPr lang="en-US" altLang="zh-CN" sz="1350" b="1" dirty="0">
                    <a:solidFill>
                      <a:srgbClr val="000000"/>
                    </a:solidFill>
                    <a:latin typeface="Helvetica" charset="0"/>
                    <a:ea typeface="宋体" panose="02010600030101010101" pitchFamily="2" charset="-122"/>
                  </a:rPr>
                  <a:t>1</a:t>
                </a:r>
              </a:p>
            </p:txBody>
          </p:sp>
        </p:grpSp>
        <p:sp>
          <p:nvSpPr>
            <p:cNvPr id="35859" name="Rectangle 109"/>
            <p:cNvSpPr/>
            <p:nvPr>
              <p:custDataLst>
                <p:tags r:id="rId1"/>
              </p:custDataLst>
            </p:nvPr>
          </p:nvSpPr>
          <p:spPr>
            <a:xfrm>
              <a:off x="1392" y="2123"/>
              <a:ext cx="1824" cy="1248"/>
            </a:xfrm>
            <a:prstGeom prst="rect">
              <a:avLst/>
            </a:prstGeom>
            <a:blipFill rotWithShape="0">
              <a:blip r:embed="rId22"/>
            </a:blipFill>
            <a:ln w="9525">
              <a:noFill/>
            </a:ln>
          </p:spPr>
          <p:txBody>
            <a:bodyPr/>
            <a:lstStyle/>
            <a:p>
              <a:endParaRPr lang="zh-CN" altLang="en-US" sz="1350" dirty="0">
                <a:solidFill>
                  <a:schemeClr val="dk1"/>
                </a:solidFill>
                <a:latin typeface="Comic Sans MS" panose="030F0702030302020204" pitchFamily="66" charset="0"/>
              </a:endParaRPr>
            </a:p>
          </p:txBody>
        </p:sp>
        <p:sp>
          <p:nvSpPr>
            <p:cNvPr id="35860" name="Oval 110"/>
            <p:cNvSpPr>
              <a:spLocks noChangeAspect="1"/>
            </p:cNvSpPr>
            <p:nvPr>
              <p:custDataLst>
                <p:tags r:id="rId2"/>
              </p:custDataLst>
            </p:nvPr>
          </p:nvSpPr>
          <p:spPr>
            <a:xfrm>
              <a:off x="1920" y="2640"/>
              <a:ext cx="96" cy="96"/>
            </a:xfrm>
            <a:prstGeom prst="ellipse">
              <a:avLst/>
            </a:prstGeom>
            <a:solidFill>
              <a:schemeClr val="dk1"/>
            </a:solidFill>
            <a:ln w="9525" cap="flat" cmpd="sng">
              <a:solidFill>
                <a:schemeClr val="dk1"/>
              </a:solidFill>
              <a:prstDash val="solid"/>
              <a:headEnd type="none" w="med" len="med"/>
              <a:tailEnd type="none" w="med" len="med"/>
            </a:ln>
          </p:spPr>
          <p:txBody>
            <a:bodyPr wrap="none" lIns="0" tIns="0" rIns="0" bIns="0" anchor="ctr" anchorCtr="0"/>
            <a:lstStyle/>
            <a:p>
              <a:endParaRPr lang="zh-CN" altLang="en-US" sz="1350" dirty="0">
                <a:solidFill>
                  <a:schemeClr val="dk1"/>
                </a:solidFill>
                <a:latin typeface="Comic Sans MS" panose="030F0702030302020204" pitchFamily="66" charset="0"/>
              </a:endParaRPr>
            </a:p>
          </p:txBody>
        </p:sp>
        <p:sp>
          <p:nvSpPr>
            <p:cNvPr id="35861" name="Oval 111"/>
            <p:cNvSpPr>
              <a:spLocks noChangeAspect="1"/>
            </p:cNvSpPr>
            <p:nvPr>
              <p:custDataLst>
                <p:tags r:id="rId3"/>
              </p:custDataLst>
            </p:nvPr>
          </p:nvSpPr>
          <p:spPr>
            <a:xfrm>
              <a:off x="2400" y="1824"/>
              <a:ext cx="96" cy="96"/>
            </a:xfrm>
            <a:prstGeom prst="ellipse">
              <a:avLst/>
            </a:prstGeom>
            <a:solidFill>
              <a:srgbClr val="FF00FF"/>
            </a:solidFill>
            <a:ln w="9525" cap="flat" cmpd="sng">
              <a:solidFill>
                <a:schemeClr val="dk1"/>
              </a:solidFill>
              <a:prstDash val="solid"/>
              <a:headEnd type="none" w="med" len="med"/>
              <a:tailEnd type="none" w="med" len="med"/>
            </a:ln>
          </p:spPr>
          <p:txBody>
            <a:bodyPr wrap="none" lIns="0" tIns="0" rIns="0" bIns="0" anchor="ctr" anchorCtr="0"/>
            <a:lstStyle/>
            <a:p>
              <a:endParaRPr lang="zh-CN" altLang="en-US" sz="1350" dirty="0">
                <a:solidFill>
                  <a:schemeClr val="dk1"/>
                </a:solidFill>
                <a:latin typeface="Comic Sans MS" panose="030F0702030302020204" pitchFamily="66" charset="0"/>
              </a:endParaRPr>
            </a:p>
          </p:txBody>
        </p:sp>
        <p:sp>
          <p:nvSpPr>
            <p:cNvPr id="35862" name="Oval 112"/>
            <p:cNvSpPr>
              <a:spLocks noChangeAspect="1"/>
            </p:cNvSpPr>
            <p:nvPr>
              <p:custDataLst>
                <p:tags r:id="rId4"/>
              </p:custDataLst>
            </p:nvPr>
          </p:nvSpPr>
          <p:spPr>
            <a:xfrm>
              <a:off x="3552" y="2544"/>
              <a:ext cx="96" cy="96"/>
            </a:xfrm>
            <a:prstGeom prst="ellipse">
              <a:avLst/>
            </a:prstGeom>
            <a:solidFill>
              <a:srgbClr val="FF00FF"/>
            </a:solidFill>
            <a:ln w="9525" cap="flat" cmpd="sng">
              <a:solidFill>
                <a:schemeClr val="dk1"/>
              </a:solidFill>
              <a:prstDash val="solid"/>
              <a:headEnd type="none" w="med" len="med"/>
              <a:tailEnd type="none" w="med" len="med"/>
            </a:ln>
          </p:spPr>
          <p:txBody>
            <a:bodyPr wrap="none" lIns="0" tIns="0" rIns="0" bIns="0" anchor="ctr" anchorCtr="0"/>
            <a:lstStyle/>
            <a:p>
              <a:endParaRPr lang="zh-CN" altLang="en-US" sz="1350" dirty="0">
                <a:solidFill>
                  <a:schemeClr val="dk1"/>
                </a:solidFill>
                <a:latin typeface="Comic Sans MS" panose="030F0702030302020204" pitchFamily="66" charset="0"/>
              </a:endParaRPr>
            </a:p>
          </p:txBody>
        </p:sp>
        <p:sp>
          <p:nvSpPr>
            <p:cNvPr id="35863" name="Oval 113"/>
            <p:cNvSpPr>
              <a:spLocks noChangeAspect="1"/>
            </p:cNvSpPr>
            <p:nvPr>
              <p:custDataLst>
                <p:tags r:id="rId5"/>
              </p:custDataLst>
            </p:nvPr>
          </p:nvSpPr>
          <p:spPr>
            <a:xfrm>
              <a:off x="2496" y="3936"/>
              <a:ext cx="96" cy="96"/>
            </a:xfrm>
            <a:prstGeom prst="ellipse">
              <a:avLst/>
            </a:prstGeom>
            <a:solidFill>
              <a:srgbClr val="FF00FF"/>
            </a:solidFill>
            <a:ln w="9525" cap="flat" cmpd="sng">
              <a:solidFill>
                <a:schemeClr val="dk1"/>
              </a:solidFill>
              <a:prstDash val="solid"/>
              <a:headEnd type="none" w="med" len="med"/>
              <a:tailEnd type="none" w="med" len="med"/>
            </a:ln>
          </p:spPr>
          <p:txBody>
            <a:bodyPr wrap="none" lIns="0" tIns="0" rIns="0" bIns="0" anchor="ctr" anchorCtr="0"/>
            <a:lstStyle/>
            <a:p>
              <a:endParaRPr lang="zh-CN" altLang="en-US" sz="1350" dirty="0">
                <a:solidFill>
                  <a:schemeClr val="dk1"/>
                </a:solidFill>
                <a:latin typeface="Comic Sans MS" panose="030F0702030302020204" pitchFamily="66" charset="0"/>
              </a:endParaRPr>
            </a:p>
          </p:txBody>
        </p:sp>
        <p:sp>
          <p:nvSpPr>
            <p:cNvPr id="35864" name="Oval 114"/>
            <p:cNvSpPr>
              <a:spLocks noChangeAspect="1"/>
            </p:cNvSpPr>
            <p:nvPr>
              <p:custDataLst>
                <p:tags r:id="rId6"/>
              </p:custDataLst>
            </p:nvPr>
          </p:nvSpPr>
          <p:spPr>
            <a:xfrm>
              <a:off x="1131" y="2496"/>
              <a:ext cx="96" cy="96"/>
            </a:xfrm>
            <a:prstGeom prst="ellipse">
              <a:avLst/>
            </a:prstGeom>
            <a:solidFill>
              <a:srgbClr val="FF00FF"/>
            </a:solidFill>
            <a:ln w="9525" cap="flat" cmpd="sng">
              <a:solidFill>
                <a:schemeClr val="dk1"/>
              </a:solidFill>
              <a:prstDash val="solid"/>
              <a:headEnd type="none" w="med" len="med"/>
              <a:tailEnd type="none" w="med" len="med"/>
            </a:ln>
          </p:spPr>
          <p:txBody>
            <a:bodyPr wrap="none" lIns="0" tIns="0" rIns="0" bIns="0" anchor="ctr" anchorCtr="0"/>
            <a:lstStyle/>
            <a:p>
              <a:endParaRPr lang="zh-CN" altLang="en-US" sz="1350" dirty="0">
                <a:solidFill>
                  <a:schemeClr val="dk1"/>
                </a:solidFill>
                <a:latin typeface="Comic Sans MS" panose="030F0702030302020204" pitchFamily="66" charset="0"/>
              </a:endParaRPr>
            </a:p>
          </p:txBody>
        </p:sp>
        <p:sp>
          <p:nvSpPr>
            <p:cNvPr id="35865" name="Oval 115"/>
            <p:cNvSpPr>
              <a:spLocks noChangeAspect="1"/>
            </p:cNvSpPr>
            <p:nvPr>
              <p:custDataLst>
                <p:tags r:id="rId7"/>
              </p:custDataLst>
            </p:nvPr>
          </p:nvSpPr>
          <p:spPr>
            <a:xfrm>
              <a:off x="1152" y="1776"/>
              <a:ext cx="96" cy="96"/>
            </a:xfrm>
            <a:prstGeom prst="ellipse">
              <a:avLst/>
            </a:prstGeom>
            <a:solidFill>
              <a:srgbClr val="FF9900"/>
            </a:solidFill>
            <a:ln w="9525" cap="flat" cmpd="sng">
              <a:solidFill>
                <a:schemeClr val="dk1"/>
              </a:solidFill>
              <a:prstDash val="solid"/>
              <a:headEnd type="none" w="med" len="med"/>
              <a:tailEnd type="none" w="med" len="med"/>
            </a:ln>
          </p:spPr>
          <p:txBody>
            <a:bodyPr wrap="none" lIns="0" tIns="0" rIns="0" bIns="0" anchor="ctr" anchorCtr="0"/>
            <a:lstStyle/>
            <a:p>
              <a:endParaRPr lang="zh-CN" altLang="en-US" sz="1350" dirty="0">
                <a:solidFill>
                  <a:schemeClr val="dk1"/>
                </a:solidFill>
                <a:latin typeface="Comic Sans MS" panose="030F0702030302020204" pitchFamily="66" charset="0"/>
              </a:endParaRPr>
            </a:p>
          </p:txBody>
        </p:sp>
        <p:sp>
          <p:nvSpPr>
            <p:cNvPr id="35866" name="Oval 116"/>
            <p:cNvSpPr>
              <a:spLocks noChangeAspect="1"/>
            </p:cNvSpPr>
            <p:nvPr>
              <p:custDataLst>
                <p:tags r:id="rId8"/>
              </p:custDataLst>
            </p:nvPr>
          </p:nvSpPr>
          <p:spPr>
            <a:xfrm>
              <a:off x="3504" y="1728"/>
              <a:ext cx="96" cy="96"/>
            </a:xfrm>
            <a:prstGeom prst="ellipse">
              <a:avLst/>
            </a:prstGeom>
            <a:solidFill>
              <a:srgbClr val="FF9900"/>
            </a:solidFill>
            <a:ln w="9525" cap="flat" cmpd="sng">
              <a:solidFill>
                <a:schemeClr val="dk1"/>
              </a:solidFill>
              <a:prstDash val="solid"/>
              <a:headEnd type="none" w="med" len="med"/>
              <a:tailEnd type="none" w="med" len="med"/>
            </a:ln>
          </p:spPr>
          <p:txBody>
            <a:bodyPr wrap="none" lIns="0" tIns="0" rIns="0" bIns="0" anchor="ctr" anchorCtr="0"/>
            <a:lstStyle/>
            <a:p>
              <a:endParaRPr lang="zh-CN" altLang="en-US" sz="1350" dirty="0">
                <a:solidFill>
                  <a:schemeClr val="dk1"/>
                </a:solidFill>
                <a:latin typeface="Comic Sans MS" panose="030F0702030302020204" pitchFamily="66" charset="0"/>
              </a:endParaRPr>
            </a:p>
          </p:txBody>
        </p:sp>
        <p:sp>
          <p:nvSpPr>
            <p:cNvPr id="35867" name="Oval 117"/>
            <p:cNvSpPr>
              <a:spLocks noChangeAspect="1"/>
            </p:cNvSpPr>
            <p:nvPr>
              <p:custDataLst>
                <p:tags r:id="rId9"/>
              </p:custDataLst>
            </p:nvPr>
          </p:nvSpPr>
          <p:spPr>
            <a:xfrm>
              <a:off x="3408" y="3504"/>
              <a:ext cx="96" cy="96"/>
            </a:xfrm>
            <a:prstGeom prst="ellipse">
              <a:avLst/>
            </a:prstGeom>
            <a:solidFill>
              <a:srgbClr val="FF9900"/>
            </a:solidFill>
            <a:ln w="9525" cap="flat" cmpd="sng">
              <a:solidFill>
                <a:schemeClr val="dk1"/>
              </a:solidFill>
              <a:prstDash val="solid"/>
              <a:headEnd type="none" w="med" len="med"/>
              <a:tailEnd type="none" w="med" len="med"/>
            </a:ln>
          </p:spPr>
          <p:txBody>
            <a:bodyPr wrap="none" lIns="0" tIns="0" rIns="0" bIns="0" anchor="ctr" anchorCtr="0"/>
            <a:lstStyle/>
            <a:p>
              <a:endParaRPr lang="zh-CN" altLang="en-US" sz="1350" dirty="0">
                <a:solidFill>
                  <a:schemeClr val="dk1"/>
                </a:solidFill>
                <a:latin typeface="Comic Sans MS" panose="030F0702030302020204" pitchFamily="66" charset="0"/>
              </a:endParaRPr>
            </a:p>
          </p:txBody>
        </p:sp>
        <p:sp>
          <p:nvSpPr>
            <p:cNvPr id="35868" name="Oval 118"/>
            <p:cNvSpPr>
              <a:spLocks noChangeAspect="1"/>
            </p:cNvSpPr>
            <p:nvPr>
              <p:custDataLst>
                <p:tags r:id="rId10"/>
              </p:custDataLst>
            </p:nvPr>
          </p:nvSpPr>
          <p:spPr>
            <a:xfrm>
              <a:off x="1152" y="3600"/>
              <a:ext cx="96" cy="96"/>
            </a:xfrm>
            <a:prstGeom prst="ellipse">
              <a:avLst/>
            </a:prstGeom>
            <a:solidFill>
              <a:srgbClr val="FF9900"/>
            </a:solidFill>
            <a:ln w="9525" cap="flat" cmpd="sng">
              <a:solidFill>
                <a:schemeClr val="dk1"/>
              </a:solidFill>
              <a:prstDash val="solid"/>
              <a:headEnd type="none" w="med" len="med"/>
              <a:tailEnd type="none" w="med" len="med"/>
            </a:ln>
          </p:spPr>
          <p:txBody>
            <a:bodyPr wrap="none" lIns="0" tIns="0" rIns="0" bIns="0" anchor="ctr" anchorCtr="0"/>
            <a:lstStyle/>
            <a:p>
              <a:endParaRPr lang="zh-CN" altLang="en-US" sz="1350" dirty="0">
                <a:solidFill>
                  <a:schemeClr val="dk1"/>
                </a:solidFill>
                <a:latin typeface="Comic Sans MS" panose="030F0702030302020204" pitchFamily="66" charset="0"/>
              </a:endParaRPr>
            </a:p>
          </p:txBody>
        </p:sp>
      </p:grpSp>
      <p:sp>
        <p:nvSpPr>
          <p:cNvPr id="264194" name="Rectangle 2"/>
          <p:cNvSpPr>
            <a:spLocks noGrp="1" noChangeArrowheads="1"/>
          </p:cNvSpPr>
          <p:nvPr>
            <p:ph type="title"/>
          </p:nvPr>
        </p:nvSpPr>
        <p:spPr>
          <a:xfrm>
            <a:off x="1439704" y="303848"/>
            <a:ext cx="5617369" cy="756285"/>
          </a:xfrm>
          <a:noFill/>
          <a:ln>
            <a:noFill/>
          </a:ln>
          <a:extLst>
            <a:ext uri="{909E8E84-426E-40DD-AFC4-6F175D3DCCD1}">
              <a14:hiddenFill xmlns:a14="http://schemas.microsoft.com/office/drawing/2010/main">
                <a:solidFill>
                  <a:srgbClr val="FFCC00"/>
                </a:solidFill>
              </a14:hiddenFill>
            </a:ext>
          </a:extLst>
        </p:spPr>
        <p:txBody>
          <a:bodyPr vert="horz" wrap="square" lIns="68580" tIns="34290" rIns="68580" bIns="34290" numCol="1" rtlCol="0" anchor="ctr" anchorCtr="0" compatLnSpc="1">
            <a:normAutofit/>
          </a:bodyPr>
          <a:lstStyle/>
          <a:p>
            <a:pPr algn="just" eaLnBrk="0" fontAlgn="base" hangingPunct="0">
              <a:lnSpc>
                <a:spcPct val="100000"/>
              </a:lnSpc>
              <a:buClrTx/>
            </a:pPr>
            <a:r>
              <a:rPr kumimoji="0" lang="zh-CN" altLang="en-US" sz="2925">
                <a:solidFill>
                  <a:schemeClr val="accent1">
                    <a:lumMod val="75000"/>
                  </a:schemeClr>
                </a:solidFill>
                <a:latin typeface="微软雅黑" panose="020B0503020204020204" charset="-122"/>
                <a:cs typeface="+mj-cs"/>
              </a:rPr>
              <a:t>测试用例设计</a:t>
            </a:r>
            <a:r>
              <a:rPr kumimoji="0" sz="2925">
                <a:solidFill>
                  <a:schemeClr val="accent1">
                    <a:lumMod val="75000"/>
                  </a:schemeClr>
                </a:solidFill>
                <a:latin typeface="微软雅黑" panose="020B0503020204020204" charset="-122"/>
                <a:cs typeface="+mj-cs"/>
              </a:rPr>
              <a:t>--</a:t>
            </a:r>
            <a:r>
              <a:rPr kumimoji="0" lang="zh-CN" altLang="en-US" sz="2925">
                <a:solidFill>
                  <a:schemeClr val="accent1">
                    <a:lumMod val="75000"/>
                  </a:schemeClr>
                </a:solidFill>
                <a:latin typeface="微软雅黑" panose="020B0503020204020204" charset="-122"/>
                <a:cs typeface="+mj-cs"/>
              </a:rPr>
              <a:t>强健壮等价类</a:t>
            </a:r>
          </a:p>
        </p:txBody>
      </p:sp>
      <p:sp>
        <p:nvSpPr>
          <p:cNvPr id="2" name="日期占位符 1"/>
          <p:cNvSpPr>
            <a:spLocks noGrp="1"/>
          </p:cNvSpPr>
          <p:nvPr>
            <p:ph type="dt" sz="half" idx="10"/>
          </p:nvPr>
        </p:nvSpPr>
        <p:spPr/>
        <p:txBody>
          <a:bodyPr/>
          <a:lstStyle/>
          <a:p>
            <a:fld id="{760FBDFE-C587-4B4C-A407-44438C67B59E}" type="datetime1">
              <a:rPr lang="zh-CN" altLang="en-US" smtClean="0"/>
              <a:t>2024/3/12</a:t>
            </a:fld>
            <a:endParaRPr lang="zh-CN" altLang="en-US"/>
          </a:p>
        </p:txBody>
      </p:sp>
      <p:sp>
        <p:nvSpPr>
          <p:cNvPr id="3" name="灯片编号占位符 2"/>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fld id="{49AE70B2-8BF9-45C0-BB95-33D1B9D3A854}" type="slidenum">
              <a:rPr lang="zh-CN" altLang="en-US" smtClean="0"/>
              <a:pPr/>
              <a:t>100</a:t>
            </a:fld>
            <a:endParaRPr lang="zh-CN" alt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868" name="Rectangle 4"/>
          <p:cNvSpPr>
            <a:spLocks noGrp="1"/>
          </p:cNvSpPr>
          <p:nvPr>
            <p:ph idx="1"/>
          </p:nvPr>
        </p:nvSpPr>
        <p:spPr>
          <a:xfrm>
            <a:off x="1657826" y="1167765"/>
            <a:ext cx="4697016" cy="400050"/>
          </a:xfrm>
        </p:spPr>
        <p:txBody>
          <a:bodyPr vert="horz" wrap="square" lIns="68580" tIns="34290" rIns="68580" bIns="34290" rtlCol="0" anchor="t" anchorCtr="0">
            <a:normAutofit fontScale="85000" lnSpcReduction="20000"/>
          </a:bodyPr>
          <a:lstStyle/>
          <a:p>
            <a:pPr eaLnBrk="1" hangingPunct="1"/>
            <a:r>
              <a:rPr lang="zh-CN" altLang="en-US" b="1" u="sng" dirty="0">
                <a:latin typeface="微软雅黑" panose="020B0503020204020204" charset="-122"/>
              </a:rPr>
              <a:t>基于多缺陷、健壮值</a:t>
            </a:r>
          </a:p>
        </p:txBody>
      </p:sp>
      <p:sp>
        <p:nvSpPr>
          <p:cNvPr id="36869" name="Rectangle 5"/>
          <p:cNvSpPr/>
          <p:nvPr/>
        </p:nvSpPr>
        <p:spPr>
          <a:xfrm>
            <a:off x="6500813" y="2370773"/>
            <a:ext cx="832961" cy="295751"/>
          </a:xfrm>
          <a:prstGeom prst="rect">
            <a:avLst/>
          </a:prstGeom>
          <a:noFill/>
          <a:ln w="9525">
            <a:noFill/>
          </a:ln>
        </p:spPr>
        <p:txBody>
          <a:bodyPr wrap="none" lIns="0" tIns="0" rIns="0" bIns="0">
            <a:noAutofit/>
          </a:bodyPr>
          <a:lstStyle/>
          <a:p>
            <a:r>
              <a:rPr lang="zh-CN" altLang="en-US" sz="1500" b="1" dirty="0">
                <a:solidFill>
                  <a:srgbClr val="0000FF"/>
                </a:solidFill>
                <a:latin typeface="微软雅黑" panose="020B0503020204020204" charset="-122"/>
                <a:ea typeface="微软雅黑" panose="020B0503020204020204" charset="-122"/>
              </a:rPr>
              <a:t>取值区间</a:t>
            </a:r>
          </a:p>
        </p:txBody>
      </p:sp>
      <p:sp>
        <p:nvSpPr>
          <p:cNvPr id="36870" name="Rectangle 6"/>
          <p:cNvSpPr/>
          <p:nvPr/>
        </p:nvSpPr>
        <p:spPr>
          <a:xfrm>
            <a:off x="6400800" y="2686050"/>
            <a:ext cx="1535677" cy="207749"/>
          </a:xfrm>
          <a:prstGeom prst="rect">
            <a:avLst/>
          </a:prstGeom>
          <a:noFill/>
          <a:ln w="9525">
            <a:noFill/>
          </a:ln>
        </p:spPr>
        <p:txBody>
          <a:bodyPr wrap="none" lIns="0" tIns="0" rIns="0" bIns="0">
            <a:spAutoFit/>
          </a:bodyPr>
          <a:lstStyle/>
          <a:p>
            <a:r>
              <a:rPr lang="en-US" altLang="zh-CN" sz="1350" b="1" dirty="0">
                <a:solidFill>
                  <a:srgbClr val="0000FF"/>
                </a:solidFill>
                <a:latin typeface="微软雅黑" panose="020B0503020204020204" charset="-122"/>
                <a:ea typeface="微软雅黑" panose="020B0503020204020204" charset="-122"/>
              </a:rPr>
              <a:t>x1:[a,b),[b,c),[c,d]</a:t>
            </a:r>
          </a:p>
        </p:txBody>
      </p:sp>
      <p:sp>
        <p:nvSpPr>
          <p:cNvPr id="36871" name="Rectangle 7"/>
          <p:cNvSpPr/>
          <p:nvPr/>
        </p:nvSpPr>
        <p:spPr>
          <a:xfrm>
            <a:off x="6400800" y="2924175"/>
            <a:ext cx="1032077" cy="207749"/>
          </a:xfrm>
          <a:prstGeom prst="rect">
            <a:avLst/>
          </a:prstGeom>
          <a:noFill/>
          <a:ln w="9525">
            <a:noFill/>
          </a:ln>
        </p:spPr>
        <p:txBody>
          <a:bodyPr wrap="none" lIns="0" tIns="0" rIns="0" bIns="0">
            <a:spAutoFit/>
          </a:bodyPr>
          <a:lstStyle/>
          <a:p>
            <a:r>
              <a:rPr lang="en-US" altLang="zh-CN" sz="1350" b="1" dirty="0">
                <a:solidFill>
                  <a:srgbClr val="0000FF"/>
                </a:solidFill>
                <a:latin typeface="微软雅黑" panose="020B0503020204020204" charset="-122"/>
                <a:ea typeface="微软雅黑" panose="020B0503020204020204" charset="-122"/>
              </a:rPr>
              <a:t>x2:[e,f),[f,g]</a:t>
            </a:r>
          </a:p>
        </p:txBody>
      </p:sp>
      <p:sp>
        <p:nvSpPr>
          <p:cNvPr id="36872" name="Rectangle 8"/>
          <p:cNvSpPr/>
          <p:nvPr/>
        </p:nvSpPr>
        <p:spPr>
          <a:xfrm>
            <a:off x="6057900" y="3200400"/>
            <a:ext cx="1926810" cy="207749"/>
          </a:xfrm>
          <a:prstGeom prst="rect">
            <a:avLst/>
          </a:prstGeom>
          <a:noFill/>
          <a:ln w="9525">
            <a:noFill/>
          </a:ln>
        </p:spPr>
        <p:txBody>
          <a:bodyPr wrap="none" lIns="0" tIns="0" rIns="0" bIns="0">
            <a:spAutoFit/>
          </a:bodyPr>
          <a:lstStyle/>
          <a:p>
            <a:r>
              <a:rPr lang="zh-CN" altLang="en-US" sz="1350" b="1" dirty="0">
                <a:solidFill>
                  <a:srgbClr val="0000FF"/>
                </a:solidFill>
                <a:latin typeface="微软雅黑" panose="020B0503020204020204" charset="-122"/>
                <a:ea typeface="微软雅黑" panose="020B0503020204020204" charset="-122"/>
                <a:cs typeface="微软雅黑" panose="020B0503020204020204" charset="-122"/>
              </a:rPr>
              <a:t>无效值：</a:t>
            </a:r>
            <a:r>
              <a:rPr lang="en-US" altLang="zh-CN" sz="1350" b="1" dirty="0">
                <a:solidFill>
                  <a:srgbClr val="0000FF"/>
                </a:solidFill>
                <a:latin typeface="微软雅黑" panose="020B0503020204020204" charset="-122"/>
                <a:ea typeface="微软雅黑" panose="020B0503020204020204" charset="-122"/>
                <a:cs typeface="微软雅黑" panose="020B0503020204020204" charset="-122"/>
              </a:rPr>
              <a:t>x1&lt;a, or x1&gt;d</a:t>
            </a:r>
          </a:p>
        </p:txBody>
      </p:sp>
      <p:sp>
        <p:nvSpPr>
          <p:cNvPr id="36873" name="Rectangle 9"/>
          <p:cNvSpPr/>
          <p:nvPr/>
        </p:nvSpPr>
        <p:spPr>
          <a:xfrm>
            <a:off x="6057900" y="3438525"/>
            <a:ext cx="1928413" cy="207749"/>
          </a:xfrm>
          <a:prstGeom prst="rect">
            <a:avLst/>
          </a:prstGeom>
          <a:noFill/>
          <a:ln w="9525">
            <a:noFill/>
          </a:ln>
        </p:spPr>
        <p:txBody>
          <a:bodyPr wrap="none" lIns="0" tIns="0" rIns="0" bIns="0">
            <a:spAutoFit/>
          </a:bodyPr>
          <a:lstStyle/>
          <a:p>
            <a:r>
              <a:rPr lang="zh-CN" altLang="en-US" sz="1350" b="1" dirty="0">
                <a:solidFill>
                  <a:srgbClr val="0000FF"/>
                </a:solidFill>
                <a:latin typeface="微软雅黑" panose="020B0503020204020204" charset="-122"/>
                <a:ea typeface="微软雅黑" panose="020B0503020204020204" charset="-122"/>
                <a:cs typeface="微软雅黑" panose="020B0503020204020204" charset="-122"/>
              </a:rPr>
              <a:t>无效值：</a:t>
            </a:r>
            <a:r>
              <a:rPr lang="en-US" altLang="zh-CN" sz="1350" b="1" dirty="0">
                <a:solidFill>
                  <a:srgbClr val="0000FF"/>
                </a:solidFill>
                <a:latin typeface="微软雅黑" panose="020B0503020204020204" charset="-122"/>
                <a:ea typeface="微软雅黑" panose="020B0503020204020204" charset="-122"/>
                <a:cs typeface="微软雅黑" panose="020B0503020204020204" charset="-122"/>
              </a:rPr>
              <a:t>x2&lt;e, or x2&gt;g</a:t>
            </a:r>
          </a:p>
        </p:txBody>
      </p:sp>
      <p:grpSp>
        <p:nvGrpSpPr>
          <p:cNvPr id="36874" name="Group 10"/>
          <p:cNvGrpSpPr/>
          <p:nvPr/>
        </p:nvGrpSpPr>
        <p:grpSpPr>
          <a:xfrm>
            <a:off x="1543050" y="1590675"/>
            <a:ext cx="4998244" cy="3381375"/>
            <a:chOff x="336" y="1336"/>
            <a:chExt cx="4198" cy="2840"/>
          </a:xfrm>
        </p:grpSpPr>
        <p:grpSp>
          <p:nvGrpSpPr>
            <p:cNvPr id="36875" name="Group 11"/>
            <p:cNvGrpSpPr/>
            <p:nvPr/>
          </p:nvGrpSpPr>
          <p:grpSpPr>
            <a:xfrm>
              <a:off x="616" y="1400"/>
              <a:ext cx="72" cy="2504"/>
              <a:chOff x="616" y="688"/>
              <a:chExt cx="72" cy="2504"/>
            </a:xfrm>
          </p:grpSpPr>
          <p:sp>
            <p:nvSpPr>
              <p:cNvPr id="37092" name="Freeform 12"/>
              <p:cNvSpPr/>
              <p:nvPr>
                <p:custDataLst>
                  <p:tags r:id="rId37"/>
                </p:custDataLst>
              </p:nvPr>
            </p:nvSpPr>
            <p:spPr>
              <a:xfrm>
                <a:off x="616" y="688"/>
                <a:ext cx="72" cy="112"/>
              </a:xfrm>
              <a:custGeom>
                <a:avLst/>
                <a:gdLst>
                  <a:gd name="txL" fmla="*/ 0 w 72"/>
                  <a:gd name="txT" fmla="*/ 0 h 112"/>
                  <a:gd name="txR" fmla="*/ 72 w 72"/>
                  <a:gd name="txB" fmla="*/ 112 h 112"/>
                </a:gdLst>
                <a:ahLst/>
                <a:cxnLst>
                  <a:cxn ang="0">
                    <a:pos x="32" y="0"/>
                  </a:cxn>
                  <a:cxn ang="0">
                    <a:pos x="72" y="112"/>
                  </a:cxn>
                  <a:cxn ang="0">
                    <a:pos x="32" y="72"/>
                  </a:cxn>
                  <a:cxn ang="0">
                    <a:pos x="0" y="112"/>
                  </a:cxn>
                  <a:cxn ang="0">
                    <a:pos x="32" y="0"/>
                  </a:cxn>
                </a:cxnLst>
                <a:rect l="txL" t="txT" r="txR" b="txB"/>
                <a:pathLst>
                  <a:path w="72" h="112">
                    <a:moveTo>
                      <a:pt x="32" y="0"/>
                    </a:moveTo>
                    <a:lnTo>
                      <a:pt x="72" y="112"/>
                    </a:lnTo>
                    <a:lnTo>
                      <a:pt x="32" y="72"/>
                    </a:lnTo>
                    <a:lnTo>
                      <a:pt x="0" y="112"/>
                    </a:lnTo>
                    <a:lnTo>
                      <a:pt x="32" y="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7093" name="Line 13"/>
              <p:cNvSpPr/>
              <p:nvPr/>
            </p:nvSpPr>
            <p:spPr>
              <a:xfrm flipV="1">
                <a:off x="648" y="760"/>
                <a:ext cx="1" cy="2432"/>
              </a:xfrm>
              <a:prstGeom prst="line">
                <a:avLst/>
              </a:prstGeom>
              <a:ln w="12700" cap="flat" cmpd="sng">
                <a:solidFill>
                  <a:srgbClr val="000000"/>
                </a:solidFill>
                <a:prstDash val="solid"/>
                <a:headEnd type="none" w="med" len="med"/>
                <a:tailEnd type="none" w="med" len="med"/>
              </a:ln>
            </p:spPr>
          </p:sp>
        </p:grpSp>
        <p:grpSp>
          <p:nvGrpSpPr>
            <p:cNvPr id="36876" name="Group 14"/>
            <p:cNvGrpSpPr/>
            <p:nvPr/>
          </p:nvGrpSpPr>
          <p:grpSpPr>
            <a:xfrm>
              <a:off x="512" y="3696"/>
              <a:ext cx="3952" cy="47"/>
              <a:chOff x="512" y="2984"/>
              <a:chExt cx="4928" cy="72"/>
            </a:xfrm>
          </p:grpSpPr>
          <p:sp>
            <p:nvSpPr>
              <p:cNvPr id="37090" name="Freeform 15"/>
              <p:cNvSpPr/>
              <p:nvPr>
                <p:custDataLst>
                  <p:tags r:id="rId36"/>
                </p:custDataLst>
              </p:nvPr>
            </p:nvSpPr>
            <p:spPr>
              <a:xfrm>
                <a:off x="5328" y="2984"/>
                <a:ext cx="112" cy="72"/>
              </a:xfrm>
              <a:custGeom>
                <a:avLst/>
                <a:gdLst>
                  <a:gd name="txL" fmla="*/ 0 w 112"/>
                  <a:gd name="txT" fmla="*/ 0 h 72"/>
                  <a:gd name="txR" fmla="*/ 112 w 112"/>
                  <a:gd name="txB" fmla="*/ 72 h 72"/>
                </a:gdLst>
                <a:ahLst/>
                <a:cxnLst>
                  <a:cxn ang="0">
                    <a:pos x="112" y="32"/>
                  </a:cxn>
                  <a:cxn ang="0">
                    <a:pos x="0" y="72"/>
                  </a:cxn>
                  <a:cxn ang="0">
                    <a:pos x="40" y="32"/>
                  </a:cxn>
                  <a:cxn ang="0">
                    <a:pos x="0" y="0"/>
                  </a:cxn>
                  <a:cxn ang="0">
                    <a:pos x="112" y="32"/>
                  </a:cxn>
                </a:cxnLst>
                <a:rect l="txL" t="txT" r="txR" b="txB"/>
                <a:pathLst>
                  <a:path w="112" h="72">
                    <a:moveTo>
                      <a:pt x="112" y="32"/>
                    </a:moveTo>
                    <a:lnTo>
                      <a:pt x="0" y="72"/>
                    </a:lnTo>
                    <a:lnTo>
                      <a:pt x="40" y="32"/>
                    </a:lnTo>
                    <a:lnTo>
                      <a:pt x="0" y="0"/>
                    </a:lnTo>
                    <a:lnTo>
                      <a:pt x="112" y="3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7091" name="Line 16"/>
              <p:cNvSpPr/>
              <p:nvPr/>
            </p:nvSpPr>
            <p:spPr>
              <a:xfrm>
                <a:off x="512" y="3016"/>
                <a:ext cx="4856" cy="1"/>
              </a:xfrm>
              <a:prstGeom prst="line">
                <a:avLst/>
              </a:prstGeom>
              <a:ln w="12700" cap="flat" cmpd="sng">
                <a:solidFill>
                  <a:srgbClr val="000000"/>
                </a:solidFill>
                <a:prstDash val="solid"/>
                <a:headEnd type="none" w="med" len="med"/>
                <a:tailEnd type="none" w="med" len="med"/>
              </a:ln>
            </p:spPr>
          </p:sp>
        </p:grpSp>
        <p:grpSp>
          <p:nvGrpSpPr>
            <p:cNvPr id="36877" name="Group 17"/>
            <p:cNvGrpSpPr/>
            <p:nvPr/>
          </p:nvGrpSpPr>
          <p:grpSpPr>
            <a:xfrm>
              <a:off x="336" y="3256"/>
              <a:ext cx="3888" cy="48"/>
              <a:chOff x="336" y="2544"/>
              <a:chExt cx="4520" cy="56"/>
            </a:xfrm>
          </p:grpSpPr>
          <p:sp>
            <p:nvSpPr>
              <p:cNvPr id="37058" name="Freeform 18"/>
              <p:cNvSpPr/>
              <p:nvPr>
                <p:custDataLst>
                  <p:tags r:id="rId34"/>
                </p:custDataLst>
              </p:nvPr>
            </p:nvSpPr>
            <p:spPr>
              <a:xfrm>
                <a:off x="336" y="2544"/>
                <a:ext cx="112" cy="56"/>
              </a:xfrm>
              <a:custGeom>
                <a:avLst/>
                <a:gdLst>
                  <a:gd name="txL" fmla="*/ 0 w 112"/>
                  <a:gd name="txT" fmla="*/ 0 h 56"/>
                  <a:gd name="txR" fmla="*/ 112 w 112"/>
                  <a:gd name="txB" fmla="*/ 56 h 56"/>
                </a:gdLst>
                <a:ahLst/>
                <a:cxnLst>
                  <a:cxn ang="0">
                    <a:pos x="0" y="32"/>
                  </a:cxn>
                  <a:cxn ang="0">
                    <a:pos x="112" y="0"/>
                  </a:cxn>
                  <a:cxn ang="0">
                    <a:pos x="112" y="32"/>
                  </a:cxn>
                  <a:cxn ang="0">
                    <a:pos x="112" y="56"/>
                  </a:cxn>
                  <a:cxn ang="0">
                    <a:pos x="0" y="32"/>
                  </a:cxn>
                </a:cxnLst>
                <a:rect l="txL" t="txT" r="txR" b="txB"/>
                <a:pathLst>
                  <a:path w="112" h="56">
                    <a:moveTo>
                      <a:pt x="0" y="32"/>
                    </a:moveTo>
                    <a:lnTo>
                      <a:pt x="112" y="0"/>
                    </a:lnTo>
                    <a:lnTo>
                      <a:pt x="112" y="32"/>
                    </a:lnTo>
                    <a:lnTo>
                      <a:pt x="112" y="56"/>
                    </a:lnTo>
                    <a:lnTo>
                      <a:pt x="0" y="3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7059" name="Freeform 19"/>
              <p:cNvSpPr/>
              <p:nvPr>
                <p:custDataLst>
                  <p:tags r:id="rId35"/>
                </p:custDataLst>
              </p:nvPr>
            </p:nvSpPr>
            <p:spPr>
              <a:xfrm>
                <a:off x="4744" y="2544"/>
                <a:ext cx="112" cy="56"/>
              </a:xfrm>
              <a:custGeom>
                <a:avLst/>
                <a:gdLst>
                  <a:gd name="txL" fmla="*/ 0 w 112"/>
                  <a:gd name="txT" fmla="*/ 0 h 56"/>
                  <a:gd name="txR" fmla="*/ 112 w 112"/>
                  <a:gd name="txB" fmla="*/ 56 h 56"/>
                </a:gdLst>
                <a:ahLst/>
                <a:cxnLst>
                  <a:cxn ang="0">
                    <a:pos x="112" y="32"/>
                  </a:cxn>
                  <a:cxn ang="0">
                    <a:pos x="0" y="56"/>
                  </a:cxn>
                  <a:cxn ang="0">
                    <a:pos x="0" y="32"/>
                  </a:cxn>
                  <a:cxn ang="0">
                    <a:pos x="0" y="0"/>
                  </a:cxn>
                  <a:cxn ang="0">
                    <a:pos x="112" y="32"/>
                  </a:cxn>
                </a:cxnLst>
                <a:rect l="txL" t="txT" r="txR" b="txB"/>
                <a:pathLst>
                  <a:path w="112" h="56">
                    <a:moveTo>
                      <a:pt x="112" y="32"/>
                    </a:moveTo>
                    <a:lnTo>
                      <a:pt x="0" y="56"/>
                    </a:lnTo>
                    <a:lnTo>
                      <a:pt x="0" y="32"/>
                    </a:lnTo>
                    <a:lnTo>
                      <a:pt x="0" y="0"/>
                    </a:lnTo>
                    <a:lnTo>
                      <a:pt x="112" y="3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7060" name="Line 20"/>
              <p:cNvSpPr/>
              <p:nvPr/>
            </p:nvSpPr>
            <p:spPr>
              <a:xfrm>
                <a:off x="448" y="2576"/>
                <a:ext cx="64" cy="1"/>
              </a:xfrm>
              <a:prstGeom prst="line">
                <a:avLst/>
              </a:prstGeom>
              <a:ln w="12700" cap="flat" cmpd="sng">
                <a:solidFill>
                  <a:srgbClr val="000000"/>
                </a:solidFill>
                <a:prstDash val="solid"/>
                <a:headEnd type="none" w="med" len="med"/>
                <a:tailEnd type="none" w="med" len="med"/>
              </a:ln>
            </p:spPr>
          </p:sp>
          <p:sp>
            <p:nvSpPr>
              <p:cNvPr id="37061" name="Line 21"/>
              <p:cNvSpPr/>
              <p:nvPr/>
            </p:nvSpPr>
            <p:spPr>
              <a:xfrm>
                <a:off x="592" y="2576"/>
                <a:ext cx="64" cy="1"/>
              </a:xfrm>
              <a:prstGeom prst="line">
                <a:avLst/>
              </a:prstGeom>
              <a:ln w="12700" cap="flat" cmpd="sng">
                <a:solidFill>
                  <a:srgbClr val="000000"/>
                </a:solidFill>
                <a:prstDash val="solid"/>
                <a:headEnd type="none" w="med" len="med"/>
                <a:tailEnd type="none" w="med" len="med"/>
              </a:ln>
            </p:spPr>
          </p:sp>
          <p:sp>
            <p:nvSpPr>
              <p:cNvPr id="37062" name="Line 22"/>
              <p:cNvSpPr/>
              <p:nvPr/>
            </p:nvSpPr>
            <p:spPr>
              <a:xfrm>
                <a:off x="736" y="2576"/>
                <a:ext cx="64" cy="1"/>
              </a:xfrm>
              <a:prstGeom prst="line">
                <a:avLst/>
              </a:prstGeom>
              <a:ln w="12700" cap="flat" cmpd="sng">
                <a:solidFill>
                  <a:srgbClr val="000000"/>
                </a:solidFill>
                <a:prstDash val="solid"/>
                <a:headEnd type="none" w="med" len="med"/>
                <a:tailEnd type="none" w="med" len="med"/>
              </a:ln>
            </p:spPr>
          </p:sp>
          <p:sp>
            <p:nvSpPr>
              <p:cNvPr id="37063" name="Line 23"/>
              <p:cNvSpPr/>
              <p:nvPr/>
            </p:nvSpPr>
            <p:spPr>
              <a:xfrm>
                <a:off x="880" y="2576"/>
                <a:ext cx="64" cy="1"/>
              </a:xfrm>
              <a:prstGeom prst="line">
                <a:avLst/>
              </a:prstGeom>
              <a:ln w="12700" cap="flat" cmpd="sng">
                <a:solidFill>
                  <a:srgbClr val="000000"/>
                </a:solidFill>
                <a:prstDash val="solid"/>
                <a:headEnd type="none" w="med" len="med"/>
                <a:tailEnd type="none" w="med" len="med"/>
              </a:ln>
            </p:spPr>
          </p:sp>
          <p:sp>
            <p:nvSpPr>
              <p:cNvPr id="37064" name="Line 24"/>
              <p:cNvSpPr/>
              <p:nvPr/>
            </p:nvSpPr>
            <p:spPr>
              <a:xfrm>
                <a:off x="1024" y="2576"/>
                <a:ext cx="64" cy="1"/>
              </a:xfrm>
              <a:prstGeom prst="line">
                <a:avLst/>
              </a:prstGeom>
              <a:ln w="12700" cap="flat" cmpd="sng">
                <a:solidFill>
                  <a:srgbClr val="000000"/>
                </a:solidFill>
                <a:prstDash val="solid"/>
                <a:headEnd type="none" w="med" len="med"/>
                <a:tailEnd type="none" w="med" len="med"/>
              </a:ln>
            </p:spPr>
          </p:sp>
          <p:sp>
            <p:nvSpPr>
              <p:cNvPr id="37065" name="Line 25"/>
              <p:cNvSpPr/>
              <p:nvPr/>
            </p:nvSpPr>
            <p:spPr>
              <a:xfrm>
                <a:off x="1168" y="2576"/>
                <a:ext cx="64" cy="1"/>
              </a:xfrm>
              <a:prstGeom prst="line">
                <a:avLst/>
              </a:prstGeom>
              <a:ln w="12700" cap="flat" cmpd="sng">
                <a:solidFill>
                  <a:srgbClr val="000000"/>
                </a:solidFill>
                <a:prstDash val="solid"/>
                <a:headEnd type="none" w="med" len="med"/>
                <a:tailEnd type="none" w="med" len="med"/>
              </a:ln>
            </p:spPr>
          </p:sp>
          <p:sp>
            <p:nvSpPr>
              <p:cNvPr id="37066" name="Line 26"/>
              <p:cNvSpPr/>
              <p:nvPr/>
            </p:nvSpPr>
            <p:spPr>
              <a:xfrm>
                <a:off x="1312" y="2576"/>
                <a:ext cx="64" cy="1"/>
              </a:xfrm>
              <a:prstGeom prst="line">
                <a:avLst/>
              </a:prstGeom>
              <a:ln w="12700" cap="flat" cmpd="sng">
                <a:solidFill>
                  <a:srgbClr val="000000"/>
                </a:solidFill>
                <a:prstDash val="solid"/>
                <a:headEnd type="none" w="med" len="med"/>
                <a:tailEnd type="none" w="med" len="med"/>
              </a:ln>
            </p:spPr>
          </p:sp>
          <p:sp>
            <p:nvSpPr>
              <p:cNvPr id="37067" name="Line 27"/>
              <p:cNvSpPr/>
              <p:nvPr/>
            </p:nvSpPr>
            <p:spPr>
              <a:xfrm>
                <a:off x="1456" y="2576"/>
                <a:ext cx="64" cy="1"/>
              </a:xfrm>
              <a:prstGeom prst="line">
                <a:avLst/>
              </a:prstGeom>
              <a:ln w="12700" cap="flat" cmpd="sng">
                <a:solidFill>
                  <a:srgbClr val="000000"/>
                </a:solidFill>
                <a:prstDash val="solid"/>
                <a:headEnd type="none" w="med" len="med"/>
                <a:tailEnd type="none" w="med" len="med"/>
              </a:ln>
            </p:spPr>
          </p:sp>
          <p:sp>
            <p:nvSpPr>
              <p:cNvPr id="37068" name="Line 28"/>
              <p:cNvSpPr/>
              <p:nvPr/>
            </p:nvSpPr>
            <p:spPr>
              <a:xfrm>
                <a:off x="1600" y="2576"/>
                <a:ext cx="64" cy="1"/>
              </a:xfrm>
              <a:prstGeom prst="line">
                <a:avLst/>
              </a:prstGeom>
              <a:ln w="12700" cap="flat" cmpd="sng">
                <a:solidFill>
                  <a:srgbClr val="000000"/>
                </a:solidFill>
                <a:prstDash val="solid"/>
                <a:headEnd type="none" w="med" len="med"/>
                <a:tailEnd type="none" w="med" len="med"/>
              </a:ln>
            </p:spPr>
          </p:sp>
          <p:sp>
            <p:nvSpPr>
              <p:cNvPr id="37069" name="Line 29"/>
              <p:cNvSpPr/>
              <p:nvPr/>
            </p:nvSpPr>
            <p:spPr>
              <a:xfrm>
                <a:off x="1744" y="2576"/>
                <a:ext cx="64" cy="1"/>
              </a:xfrm>
              <a:prstGeom prst="line">
                <a:avLst/>
              </a:prstGeom>
              <a:ln w="12700" cap="flat" cmpd="sng">
                <a:solidFill>
                  <a:srgbClr val="000000"/>
                </a:solidFill>
                <a:prstDash val="solid"/>
                <a:headEnd type="none" w="med" len="med"/>
                <a:tailEnd type="none" w="med" len="med"/>
              </a:ln>
            </p:spPr>
          </p:sp>
          <p:sp>
            <p:nvSpPr>
              <p:cNvPr id="37070" name="Line 30"/>
              <p:cNvSpPr/>
              <p:nvPr/>
            </p:nvSpPr>
            <p:spPr>
              <a:xfrm>
                <a:off x="1888" y="2576"/>
                <a:ext cx="64" cy="1"/>
              </a:xfrm>
              <a:prstGeom prst="line">
                <a:avLst/>
              </a:prstGeom>
              <a:ln w="12700" cap="flat" cmpd="sng">
                <a:solidFill>
                  <a:srgbClr val="000000"/>
                </a:solidFill>
                <a:prstDash val="solid"/>
                <a:headEnd type="none" w="med" len="med"/>
                <a:tailEnd type="none" w="med" len="med"/>
              </a:ln>
            </p:spPr>
          </p:sp>
          <p:sp>
            <p:nvSpPr>
              <p:cNvPr id="37071" name="Line 31"/>
              <p:cNvSpPr/>
              <p:nvPr/>
            </p:nvSpPr>
            <p:spPr>
              <a:xfrm>
                <a:off x="2032" y="2576"/>
                <a:ext cx="64" cy="1"/>
              </a:xfrm>
              <a:prstGeom prst="line">
                <a:avLst/>
              </a:prstGeom>
              <a:ln w="12700" cap="flat" cmpd="sng">
                <a:solidFill>
                  <a:srgbClr val="000000"/>
                </a:solidFill>
                <a:prstDash val="solid"/>
                <a:headEnd type="none" w="med" len="med"/>
                <a:tailEnd type="none" w="med" len="med"/>
              </a:ln>
            </p:spPr>
          </p:sp>
          <p:sp>
            <p:nvSpPr>
              <p:cNvPr id="37072" name="Line 32"/>
              <p:cNvSpPr/>
              <p:nvPr/>
            </p:nvSpPr>
            <p:spPr>
              <a:xfrm>
                <a:off x="2176" y="2576"/>
                <a:ext cx="64" cy="1"/>
              </a:xfrm>
              <a:prstGeom prst="line">
                <a:avLst/>
              </a:prstGeom>
              <a:ln w="12700" cap="flat" cmpd="sng">
                <a:solidFill>
                  <a:srgbClr val="000000"/>
                </a:solidFill>
                <a:prstDash val="solid"/>
                <a:headEnd type="none" w="med" len="med"/>
                <a:tailEnd type="none" w="med" len="med"/>
              </a:ln>
            </p:spPr>
          </p:sp>
          <p:sp>
            <p:nvSpPr>
              <p:cNvPr id="37073" name="Line 33"/>
              <p:cNvSpPr/>
              <p:nvPr/>
            </p:nvSpPr>
            <p:spPr>
              <a:xfrm>
                <a:off x="2320" y="2576"/>
                <a:ext cx="64" cy="1"/>
              </a:xfrm>
              <a:prstGeom prst="line">
                <a:avLst/>
              </a:prstGeom>
              <a:ln w="12700" cap="flat" cmpd="sng">
                <a:solidFill>
                  <a:srgbClr val="000000"/>
                </a:solidFill>
                <a:prstDash val="solid"/>
                <a:headEnd type="none" w="med" len="med"/>
                <a:tailEnd type="none" w="med" len="med"/>
              </a:ln>
            </p:spPr>
          </p:sp>
          <p:sp>
            <p:nvSpPr>
              <p:cNvPr id="37074" name="Line 34"/>
              <p:cNvSpPr/>
              <p:nvPr/>
            </p:nvSpPr>
            <p:spPr>
              <a:xfrm>
                <a:off x="2464" y="2576"/>
                <a:ext cx="64" cy="1"/>
              </a:xfrm>
              <a:prstGeom prst="line">
                <a:avLst/>
              </a:prstGeom>
              <a:ln w="12700" cap="flat" cmpd="sng">
                <a:solidFill>
                  <a:srgbClr val="000000"/>
                </a:solidFill>
                <a:prstDash val="solid"/>
                <a:headEnd type="none" w="med" len="med"/>
                <a:tailEnd type="none" w="med" len="med"/>
              </a:ln>
            </p:spPr>
          </p:sp>
          <p:sp>
            <p:nvSpPr>
              <p:cNvPr id="37075" name="Line 35"/>
              <p:cNvSpPr/>
              <p:nvPr/>
            </p:nvSpPr>
            <p:spPr>
              <a:xfrm>
                <a:off x="2608" y="2576"/>
                <a:ext cx="64" cy="1"/>
              </a:xfrm>
              <a:prstGeom prst="line">
                <a:avLst/>
              </a:prstGeom>
              <a:ln w="12700" cap="flat" cmpd="sng">
                <a:solidFill>
                  <a:srgbClr val="000000"/>
                </a:solidFill>
                <a:prstDash val="solid"/>
                <a:headEnd type="none" w="med" len="med"/>
                <a:tailEnd type="none" w="med" len="med"/>
              </a:ln>
            </p:spPr>
          </p:sp>
          <p:sp>
            <p:nvSpPr>
              <p:cNvPr id="37076" name="Line 36"/>
              <p:cNvSpPr/>
              <p:nvPr/>
            </p:nvSpPr>
            <p:spPr>
              <a:xfrm>
                <a:off x="2752" y="2576"/>
                <a:ext cx="64" cy="1"/>
              </a:xfrm>
              <a:prstGeom prst="line">
                <a:avLst/>
              </a:prstGeom>
              <a:ln w="12700" cap="flat" cmpd="sng">
                <a:solidFill>
                  <a:srgbClr val="000000"/>
                </a:solidFill>
                <a:prstDash val="solid"/>
                <a:headEnd type="none" w="med" len="med"/>
                <a:tailEnd type="none" w="med" len="med"/>
              </a:ln>
            </p:spPr>
          </p:sp>
          <p:sp>
            <p:nvSpPr>
              <p:cNvPr id="37077" name="Line 37"/>
              <p:cNvSpPr/>
              <p:nvPr/>
            </p:nvSpPr>
            <p:spPr>
              <a:xfrm>
                <a:off x="2896" y="2576"/>
                <a:ext cx="64" cy="1"/>
              </a:xfrm>
              <a:prstGeom prst="line">
                <a:avLst/>
              </a:prstGeom>
              <a:ln w="12700" cap="flat" cmpd="sng">
                <a:solidFill>
                  <a:srgbClr val="000000"/>
                </a:solidFill>
                <a:prstDash val="solid"/>
                <a:headEnd type="none" w="med" len="med"/>
                <a:tailEnd type="none" w="med" len="med"/>
              </a:ln>
            </p:spPr>
          </p:sp>
          <p:sp>
            <p:nvSpPr>
              <p:cNvPr id="37078" name="Line 38"/>
              <p:cNvSpPr/>
              <p:nvPr/>
            </p:nvSpPr>
            <p:spPr>
              <a:xfrm>
                <a:off x="3040" y="2576"/>
                <a:ext cx="64" cy="1"/>
              </a:xfrm>
              <a:prstGeom prst="line">
                <a:avLst/>
              </a:prstGeom>
              <a:ln w="12700" cap="flat" cmpd="sng">
                <a:solidFill>
                  <a:srgbClr val="000000"/>
                </a:solidFill>
                <a:prstDash val="solid"/>
                <a:headEnd type="none" w="med" len="med"/>
                <a:tailEnd type="none" w="med" len="med"/>
              </a:ln>
            </p:spPr>
          </p:sp>
          <p:sp>
            <p:nvSpPr>
              <p:cNvPr id="37079" name="Line 39"/>
              <p:cNvSpPr/>
              <p:nvPr/>
            </p:nvSpPr>
            <p:spPr>
              <a:xfrm>
                <a:off x="3184" y="2576"/>
                <a:ext cx="64" cy="1"/>
              </a:xfrm>
              <a:prstGeom prst="line">
                <a:avLst/>
              </a:prstGeom>
              <a:ln w="12700" cap="flat" cmpd="sng">
                <a:solidFill>
                  <a:srgbClr val="000000"/>
                </a:solidFill>
                <a:prstDash val="solid"/>
                <a:headEnd type="none" w="med" len="med"/>
                <a:tailEnd type="none" w="med" len="med"/>
              </a:ln>
            </p:spPr>
          </p:sp>
          <p:sp>
            <p:nvSpPr>
              <p:cNvPr id="37080" name="Line 40"/>
              <p:cNvSpPr/>
              <p:nvPr/>
            </p:nvSpPr>
            <p:spPr>
              <a:xfrm>
                <a:off x="3328" y="2576"/>
                <a:ext cx="64" cy="1"/>
              </a:xfrm>
              <a:prstGeom prst="line">
                <a:avLst/>
              </a:prstGeom>
              <a:ln w="12700" cap="flat" cmpd="sng">
                <a:solidFill>
                  <a:srgbClr val="000000"/>
                </a:solidFill>
                <a:prstDash val="solid"/>
                <a:headEnd type="none" w="med" len="med"/>
                <a:tailEnd type="none" w="med" len="med"/>
              </a:ln>
            </p:spPr>
          </p:sp>
          <p:sp>
            <p:nvSpPr>
              <p:cNvPr id="37081" name="Line 41"/>
              <p:cNvSpPr/>
              <p:nvPr/>
            </p:nvSpPr>
            <p:spPr>
              <a:xfrm>
                <a:off x="3472" y="2576"/>
                <a:ext cx="64" cy="1"/>
              </a:xfrm>
              <a:prstGeom prst="line">
                <a:avLst/>
              </a:prstGeom>
              <a:ln w="12700" cap="flat" cmpd="sng">
                <a:solidFill>
                  <a:srgbClr val="000000"/>
                </a:solidFill>
                <a:prstDash val="solid"/>
                <a:headEnd type="none" w="med" len="med"/>
                <a:tailEnd type="none" w="med" len="med"/>
              </a:ln>
            </p:spPr>
          </p:sp>
          <p:sp>
            <p:nvSpPr>
              <p:cNvPr id="37082" name="Line 42"/>
              <p:cNvSpPr/>
              <p:nvPr/>
            </p:nvSpPr>
            <p:spPr>
              <a:xfrm>
                <a:off x="3616" y="2576"/>
                <a:ext cx="64" cy="1"/>
              </a:xfrm>
              <a:prstGeom prst="line">
                <a:avLst/>
              </a:prstGeom>
              <a:ln w="12700" cap="flat" cmpd="sng">
                <a:solidFill>
                  <a:srgbClr val="000000"/>
                </a:solidFill>
                <a:prstDash val="solid"/>
                <a:headEnd type="none" w="med" len="med"/>
                <a:tailEnd type="none" w="med" len="med"/>
              </a:ln>
            </p:spPr>
          </p:sp>
          <p:sp>
            <p:nvSpPr>
              <p:cNvPr id="37083" name="Line 43"/>
              <p:cNvSpPr/>
              <p:nvPr/>
            </p:nvSpPr>
            <p:spPr>
              <a:xfrm>
                <a:off x="3760" y="2576"/>
                <a:ext cx="64" cy="1"/>
              </a:xfrm>
              <a:prstGeom prst="line">
                <a:avLst/>
              </a:prstGeom>
              <a:ln w="12700" cap="flat" cmpd="sng">
                <a:solidFill>
                  <a:srgbClr val="000000"/>
                </a:solidFill>
                <a:prstDash val="solid"/>
                <a:headEnd type="none" w="med" len="med"/>
                <a:tailEnd type="none" w="med" len="med"/>
              </a:ln>
            </p:spPr>
          </p:sp>
          <p:sp>
            <p:nvSpPr>
              <p:cNvPr id="37084" name="Line 44"/>
              <p:cNvSpPr/>
              <p:nvPr/>
            </p:nvSpPr>
            <p:spPr>
              <a:xfrm>
                <a:off x="3904" y="2576"/>
                <a:ext cx="64" cy="1"/>
              </a:xfrm>
              <a:prstGeom prst="line">
                <a:avLst/>
              </a:prstGeom>
              <a:ln w="12700" cap="flat" cmpd="sng">
                <a:solidFill>
                  <a:srgbClr val="000000"/>
                </a:solidFill>
                <a:prstDash val="solid"/>
                <a:headEnd type="none" w="med" len="med"/>
                <a:tailEnd type="none" w="med" len="med"/>
              </a:ln>
            </p:spPr>
          </p:sp>
          <p:sp>
            <p:nvSpPr>
              <p:cNvPr id="37085" name="Line 45"/>
              <p:cNvSpPr/>
              <p:nvPr/>
            </p:nvSpPr>
            <p:spPr>
              <a:xfrm>
                <a:off x="4048" y="2576"/>
                <a:ext cx="64" cy="1"/>
              </a:xfrm>
              <a:prstGeom prst="line">
                <a:avLst/>
              </a:prstGeom>
              <a:ln w="12700" cap="flat" cmpd="sng">
                <a:solidFill>
                  <a:srgbClr val="000000"/>
                </a:solidFill>
                <a:prstDash val="solid"/>
                <a:headEnd type="none" w="med" len="med"/>
                <a:tailEnd type="none" w="med" len="med"/>
              </a:ln>
            </p:spPr>
          </p:sp>
          <p:sp>
            <p:nvSpPr>
              <p:cNvPr id="37086" name="Line 46"/>
              <p:cNvSpPr/>
              <p:nvPr/>
            </p:nvSpPr>
            <p:spPr>
              <a:xfrm>
                <a:off x="4192" y="2576"/>
                <a:ext cx="64" cy="1"/>
              </a:xfrm>
              <a:prstGeom prst="line">
                <a:avLst/>
              </a:prstGeom>
              <a:ln w="12700" cap="flat" cmpd="sng">
                <a:solidFill>
                  <a:srgbClr val="000000"/>
                </a:solidFill>
                <a:prstDash val="solid"/>
                <a:headEnd type="none" w="med" len="med"/>
                <a:tailEnd type="none" w="med" len="med"/>
              </a:ln>
            </p:spPr>
          </p:sp>
          <p:sp>
            <p:nvSpPr>
              <p:cNvPr id="37087" name="Line 47"/>
              <p:cNvSpPr/>
              <p:nvPr/>
            </p:nvSpPr>
            <p:spPr>
              <a:xfrm>
                <a:off x="4336" y="2576"/>
                <a:ext cx="64" cy="1"/>
              </a:xfrm>
              <a:prstGeom prst="line">
                <a:avLst/>
              </a:prstGeom>
              <a:ln w="12700" cap="flat" cmpd="sng">
                <a:solidFill>
                  <a:srgbClr val="000000"/>
                </a:solidFill>
                <a:prstDash val="solid"/>
                <a:headEnd type="none" w="med" len="med"/>
                <a:tailEnd type="none" w="med" len="med"/>
              </a:ln>
            </p:spPr>
          </p:sp>
          <p:sp>
            <p:nvSpPr>
              <p:cNvPr id="37088" name="Line 48"/>
              <p:cNvSpPr/>
              <p:nvPr/>
            </p:nvSpPr>
            <p:spPr>
              <a:xfrm>
                <a:off x="4480" y="2576"/>
                <a:ext cx="64" cy="1"/>
              </a:xfrm>
              <a:prstGeom prst="line">
                <a:avLst/>
              </a:prstGeom>
              <a:ln w="12700" cap="flat" cmpd="sng">
                <a:solidFill>
                  <a:srgbClr val="000000"/>
                </a:solidFill>
                <a:prstDash val="solid"/>
                <a:headEnd type="none" w="med" len="med"/>
                <a:tailEnd type="none" w="med" len="med"/>
              </a:ln>
            </p:spPr>
          </p:sp>
          <p:sp>
            <p:nvSpPr>
              <p:cNvPr id="37089" name="Line 49"/>
              <p:cNvSpPr/>
              <p:nvPr/>
            </p:nvSpPr>
            <p:spPr>
              <a:xfrm>
                <a:off x="4624" y="2576"/>
                <a:ext cx="64" cy="1"/>
              </a:xfrm>
              <a:prstGeom prst="line">
                <a:avLst/>
              </a:prstGeom>
              <a:ln w="12700" cap="flat" cmpd="sng">
                <a:solidFill>
                  <a:srgbClr val="000000"/>
                </a:solidFill>
                <a:prstDash val="solid"/>
                <a:headEnd type="none" w="med" len="med"/>
                <a:tailEnd type="none" w="med" len="med"/>
              </a:ln>
            </p:spPr>
          </p:sp>
        </p:grpSp>
        <p:grpSp>
          <p:nvGrpSpPr>
            <p:cNvPr id="36878" name="Group 50"/>
            <p:cNvGrpSpPr/>
            <p:nvPr/>
          </p:nvGrpSpPr>
          <p:grpSpPr>
            <a:xfrm>
              <a:off x="960" y="1496"/>
              <a:ext cx="56" cy="2584"/>
              <a:chOff x="960" y="784"/>
              <a:chExt cx="56" cy="2584"/>
            </a:xfrm>
          </p:grpSpPr>
          <p:sp>
            <p:nvSpPr>
              <p:cNvPr id="37039" name="Freeform 51"/>
              <p:cNvSpPr/>
              <p:nvPr>
                <p:custDataLst>
                  <p:tags r:id="rId32"/>
                </p:custDataLst>
              </p:nvPr>
            </p:nvSpPr>
            <p:spPr>
              <a:xfrm>
                <a:off x="960" y="3256"/>
                <a:ext cx="56" cy="112"/>
              </a:xfrm>
              <a:custGeom>
                <a:avLst/>
                <a:gdLst>
                  <a:gd name="txL" fmla="*/ 0 w 56"/>
                  <a:gd name="txT" fmla="*/ 0 h 112"/>
                  <a:gd name="txR" fmla="*/ 56 w 56"/>
                  <a:gd name="txB" fmla="*/ 112 h 112"/>
                </a:gdLst>
                <a:ahLst/>
                <a:cxnLst>
                  <a:cxn ang="0">
                    <a:pos x="24" y="112"/>
                  </a:cxn>
                  <a:cxn ang="0">
                    <a:pos x="0" y="0"/>
                  </a:cxn>
                  <a:cxn ang="0">
                    <a:pos x="24" y="0"/>
                  </a:cxn>
                  <a:cxn ang="0">
                    <a:pos x="56" y="0"/>
                  </a:cxn>
                  <a:cxn ang="0">
                    <a:pos x="24" y="112"/>
                  </a:cxn>
                </a:cxnLst>
                <a:rect l="txL" t="txT" r="txR" b="txB"/>
                <a:pathLst>
                  <a:path w="56" h="112">
                    <a:moveTo>
                      <a:pt x="24" y="112"/>
                    </a:moveTo>
                    <a:lnTo>
                      <a:pt x="0" y="0"/>
                    </a:lnTo>
                    <a:lnTo>
                      <a:pt x="24" y="0"/>
                    </a:lnTo>
                    <a:lnTo>
                      <a:pt x="56" y="0"/>
                    </a:lnTo>
                    <a:lnTo>
                      <a:pt x="24" y="11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7040" name="Freeform 52"/>
              <p:cNvSpPr/>
              <p:nvPr>
                <p:custDataLst>
                  <p:tags r:id="rId33"/>
                </p:custDataLst>
              </p:nvPr>
            </p:nvSpPr>
            <p:spPr>
              <a:xfrm>
                <a:off x="960" y="784"/>
                <a:ext cx="56" cy="112"/>
              </a:xfrm>
              <a:custGeom>
                <a:avLst/>
                <a:gdLst>
                  <a:gd name="txL" fmla="*/ 0 w 56"/>
                  <a:gd name="txT" fmla="*/ 0 h 112"/>
                  <a:gd name="txR" fmla="*/ 56 w 56"/>
                  <a:gd name="txB" fmla="*/ 112 h 112"/>
                </a:gdLst>
                <a:ahLst/>
                <a:cxnLst>
                  <a:cxn ang="0">
                    <a:pos x="24" y="0"/>
                  </a:cxn>
                  <a:cxn ang="0">
                    <a:pos x="56" y="112"/>
                  </a:cxn>
                  <a:cxn ang="0">
                    <a:pos x="24" y="112"/>
                  </a:cxn>
                  <a:cxn ang="0">
                    <a:pos x="0" y="112"/>
                  </a:cxn>
                  <a:cxn ang="0">
                    <a:pos x="24" y="0"/>
                  </a:cxn>
                </a:cxnLst>
                <a:rect l="txL" t="txT" r="txR" b="txB"/>
                <a:pathLst>
                  <a:path w="56" h="112">
                    <a:moveTo>
                      <a:pt x="24" y="0"/>
                    </a:moveTo>
                    <a:lnTo>
                      <a:pt x="56" y="112"/>
                    </a:lnTo>
                    <a:lnTo>
                      <a:pt x="24" y="112"/>
                    </a:lnTo>
                    <a:lnTo>
                      <a:pt x="0" y="112"/>
                    </a:lnTo>
                    <a:lnTo>
                      <a:pt x="24" y="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7041" name="Line 53"/>
              <p:cNvSpPr/>
              <p:nvPr/>
            </p:nvSpPr>
            <p:spPr>
              <a:xfrm flipV="1">
                <a:off x="984" y="3184"/>
                <a:ext cx="1" cy="64"/>
              </a:xfrm>
              <a:prstGeom prst="line">
                <a:avLst/>
              </a:prstGeom>
              <a:ln w="12700" cap="flat" cmpd="sng">
                <a:solidFill>
                  <a:srgbClr val="000000"/>
                </a:solidFill>
                <a:prstDash val="solid"/>
                <a:headEnd type="none" w="med" len="med"/>
                <a:tailEnd type="none" w="med" len="med"/>
              </a:ln>
            </p:spPr>
          </p:sp>
          <p:sp>
            <p:nvSpPr>
              <p:cNvPr id="37042" name="Line 54"/>
              <p:cNvSpPr/>
              <p:nvPr/>
            </p:nvSpPr>
            <p:spPr>
              <a:xfrm flipV="1">
                <a:off x="984" y="3040"/>
                <a:ext cx="1" cy="64"/>
              </a:xfrm>
              <a:prstGeom prst="line">
                <a:avLst/>
              </a:prstGeom>
              <a:ln w="12700" cap="flat" cmpd="sng">
                <a:solidFill>
                  <a:srgbClr val="000000"/>
                </a:solidFill>
                <a:prstDash val="solid"/>
                <a:headEnd type="none" w="med" len="med"/>
                <a:tailEnd type="none" w="med" len="med"/>
              </a:ln>
            </p:spPr>
          </p:sp>
          <p:sp>
            <p:nvSpPr>
              <p:cNvPr id="37043" name="Line 55"/>
              <p:cNvSpPr/>
              <p:nvPr/>
            </p:nvSpPr>
            <p:spPr>
              <a:xfrm flipV="1">
                <a:off x="984" y="2896"/>
                <a:ext cx="1" cy="64"/>
              </a:xfrm>
              <a:prstGeom prst="line">
                <a:avLst/>
              </a:prstGeom>
              <a:ln w="12700" cap="flat" cmpd="sng">
                <a:solidFill>
                  <a:srgbClr val="000000"/>
                </a:solidFill>
                <a:prstDash val="solid"/>
                <a:headEnd type="none" w="med" len="med"/>
                <a:tailEnd type="none" w="med" len="med"/>
              </a:ln>
            </p:spPr>
          </p:sp>
          <p:sp>
            <p:nvSpPr>
              <p:cNvPr id="37044" name="Line 56"/>
              <p:cNvSpPr/>
              <p:nvPr/>
            </p:nvSpPr>
            <p:spPr>
              <a:xfrm flipV="1">
                <a:off x="984" y="2752"/>
                <a:ext cx="1" cy="64"/>
              </a:xfrm>
              <a:prstGeom prst="line">
                <a:avLst/>
              </a:prstGeom>
              <a:ln w="12700" cap="flat" cmpd="sng">
                <a:solidFill>
                  <a:srgbClr val="000000"/>
                </a:solidFill>
                <a:prstDash val="solid"/>
                <a:headEnd type="none" w="med" len="med"/>
                <a:tailEnd type="none" w="med" len="med"/>
              </a:ln>
            </p:spPr>
          </p:sp>
          <p:sp>
            <p:nvSpPr>
              <p:cNvPr id="37045" name="Line 57"/>
              <p:cNvSpPr/>
              <p:nvPr/>
            </p:nvSpPr>
            <p:spPr>
              <a:xfrm flipV="1">
                <a:off x="984" y="2608"/>
                <a:ext cx="1" cy="64"/>
              </a:xfrm>
              <a:prstGeom prst="line">
                <a:avLst/>
              </a:prstGeom>
              <a:ln w="12700" cap="flat" cmpd="sng">
                <a:solidFill>
                  <a:srgbClr val="000000"/>
                </a:solidFill>
                <a:prstDash val="solid"/>
                <a:headEnd type="none" w="med" len="med"/>
                <a:tailEnd type="none" w="med" len="med"/>
              </a:ln>
            </p:spPr>
          </p:sp>
          <p:sp>
            <p:nvSpPr>
              <p:cNvPr id="37046" name="Line 58"/>
              <p:cNvSpPr/>
              <p:nvPr/>
            </p:nvSpPr>
            <p:spPr>
              <a:xfrm flipV="1">
                <a:off x="984" y="2464"/>
                <a:ext cx="1" cy="64"/>
              </a:xfrm>
              <a:prstGeom prst="line">
                <a:avLst/>
              </a:prstGeom>
              <a:ln w="12700" cap="flat" cmpd="sng">
                <a:solidFill>
                  <a:srgbClr val="000000"/>
                </a:solidFill>
                <a:prstDash val="solid"/>
                <a:headEnd type="none" w="med" len="med"/>
                <a:tailEnd type="none" w="med" len="med"/>
              </a:ln>
            </p:spPr>
          </p:sp>
          <p:sp>
            <p:nvSpPr>
              <p:cNvPr id="37047" name="Line 59"/>
              <p:cNvSpPr/>
              <p:nvPr/>
            </p:nvSpPr>
            <p:spPr>
              <a:xfrm flipV="1">
                <a:off x="984" y="2320"/>
                <a:ext cx="1" cy="64"/>
              </a:xfrm>
              <a:prstGeom prst="line">
                <a:avLst/>
              </a:prstGeom>
              <a:ln w="12700" cap="flat" cmpd="sng">
                <a:solidFill>
                  <a:srgbClr val="000000"/>
                </a:solidFill>
                <a:prstDash val="solid"/>
                <a:headEnd type="none" w="med" len="med"/>
                <a:tailEnd type="none" w="med" len="med"/>
              </a:ln>
            </p:spPr>
          </p:sp>
          <p:sp>
            <p:nvSpPr>
              <p:cNvPr id="37048" name="Line 60"/>
              <p:cNvSpPr/>
              <p:nvPr/>
            </p:nvSpPr>
            <p:spPr>
              <a:xfrm flipV="1">
                <a:off x="984" y="2176"/>
                <a:ext cx="1" cy="64"/>
              </a:xfrm>
              <a:prstGeom prst="line">
                <a:avLst/>
              </a:prstGeom>
              <a:ln w="12700" cap="flat" cmpd="sng">
                <a:solidFill>
                  <a:srgbClr val="000000"/>
                </a:solidFill>
                <a:prstDash val="solid"/>
                <a:headEnd type="none" w="med" len="med"/>
                <a:tailEnd type="none" w="med" len="med"/>
              </a:ln>
            </p:spPr>
          </p:sp>
          <p:sp>
            <p:nvSpPr>
              <p:cNvPr id="37049" name="Line 61"/>
              <p:cNvSpPr/>
              <p:nvPr/>
            </p:nvSpPr>
            <p:spPr>
              <a:xfrm flipV="1">
                <a:off x="984" y="2032"/>
                <a:ext cx="1" cy="64"/>
              </a:xfrm>
              <a:prstGeom prst="line">
                <a:avLst/>
              </a:prstGeom>
              <a:ln w="12700" cap="flat" cmpd="sng">
                <a:solidFill>
                  <a:srgbClr val="000000"/>
                </a:solidFill>
                <a:prstDash val="solid"/>
                <a:headEnd type="none" w="med" len="med"/>
                <a:tailEnd type="none" w="med" len="med"/>
              </a:ln>
            </p:spPr>
          </p:sp>
          <p:sp>
            <p:nvSpPr>
              <p:cNvPr id="37050" name="Line 62"/>
              <p:cNvSpPr/>
              <p:nvPr/>
            </p:nvSpPr>
            <p:spPr>
              <a:xfrm flipV="1">
                <a:off x="984" y="1888"/>
                <a:ext cx="1" cy="64"/>
              </a:xfrm>
              <a:prstGeom prst="line">
                <a:avLst/>
              </a:prstGeom>
              <a:ln w="12700" cap="flat" cmpd="sng">
                <a:solidFill>
                  <a:srgbClr val="000000"/>
                </a:solidFill>
                <a:prstDash val="solid"/>
                <a:headEnd type="none" w="med" len="med"/>
                <a:tailEnd type="none" w="med" len="med"/>
              </a:ln>
            </p:spPr>
          </p:sp>
          <p:sp>
            <p:nvSpPr>
              <p:cNvPr id="37051" name="Line 63"/>
              <p:cNvSpPr/>
              <p:nvPr/>
            </p:nvSpPr>
            <p:spPr>
              <a:xfrm flipV="1">
                <a:off x="984" y="1744"/>
                <a:ext cx="1" cy="64"/>
              </a:xfrm>
              <a:prstGeom prst="line">
                <a:avLst/>
              </a:prstGeom>
              <a:ln w="12700" cap="flat" cmpd="sng">
                <a:solidFill>
                  <a:srgbClr val="000000"/>
                </a:solidFill>
                <a:prstDash val="solid"/>
                <a:headEnd type="none" w="med" len="med"/>
                <a:tailEnd type="none" w="med" len="med"/>
              </a:ln>
            </p:spPr>
          </p:sp>
          <p:sp>
            <p:nvSpPr>
              <p:cNvPr id="37052" name="Line 64"/>
              <p:cNvSpPr/>
              <p:nvPr/>
            </p:nvSpPr>
            <p:spPr>
              <a:xfrm flipV="1">
                <a:off x="984" y="1600"/>
                <a:ext cx="1" cy="64"/>
              </a:xfrm>
              <a:prstGeom prst="line">
                <a:avLst/>
              </a:prstGeom>
              <a:ln w="12700" cap="flat" cmpd="sng">
                <a:solidFill>
                  <a:srgbClr val="000000"/>
                </a:solidFill>
                <a:prstDash val="solid"/>
                <a:headEnd type="none" w="med" len="med"/>
                <a:tailEnd type="none" w="med" len="med"/>
              </a:ln>
            </p:spPr>
          </p:sp>
          <p:sp>
            <p:nvSpPr>
              <p:cNvPr id="37053" name="Line 65"/>
              <p:cNvSpPr/>
              <p:nvPr/>
            </p:nvSpPr>
            <p:spPr>
              <a:xfrm flipV="1">
                <a:off x="984" y="1456"/>
                <a:ext cx="1" cy="64"/>
              </a:xfrm>
              <a:prstGeom prst="line">
                <a:avLst/>
              </a:prstGeom>
              <a:ln w="12700" cap="flat" cmpd="sng">
                <a:solidFill>
                  <a:srgbClr val="000000"/>
                </a:solidFill>
                <a:prstDash val="solid"/>
                <a:headEnd type="none" w="med" len="med"/>
                <a:tailEnd type="none" w="med" len="med"/>
              </a:ln>
            </p:spPr>
          </p:sp>
          <p:sp>
            <p:nvSpPr>
              <p:cNvPr id="37054" name="Line 66"/>
              <p:cNvSpPr/>
              <p:nvPr/>
            </p:nvSpPr>
            <p:spPr>
              <a:xfrm flipV="1">
                <a:off x="984" y="1312"/>
                <a:ext cx="1" cy="64"/>
              </a:xfrm>
              <a:prstGeom prst="line">
                <a:avLst/>
              </a:prstGeom>
              <a:ln w="12700" cap="flat" cmpd="sng">
                <a:solidFill>
                  <a:srgbClr val="000000"/>
                </a:solidFill>
                <a:prstDash val="solid"/>
                <a:headEnd type="none" w="med" len="med"/>
                <a:tailEnd type="none" w="med" len="med"/>
              </a:ln>
            </p:spPr>
          </p:sp>
          <p:sp>
            <p:nvSpPr>
              <p:cNvPr id="37055" name="Line 67"/>
              <p:cNvSpPr/>
              <p:nvPr/>
            </p:nvSpPr>
            <p:spPr>
              <a:xfrm flipV="1">
                <a:off x="984" y="1168"/>
                <a:ext cx="1" cy="64"/>
              </a:xfrm>
              <a:prstGeom prst="line">
                <a:avLst/>
              </a:prstGeom>
              <a:ln w="12700" cap="flat" cmpd="sng">
                <a:solidFill>
                  <a:srgbClr val="000000"/>
                </a:solidFill>
                <a:prstDash val="solid"/>
                <a:headEnd type="none" w="med" len="med"/>
                <a:tailEnd type="none" w="med" len="med"/>
              </a:ln>
            </p:spPr>
          </p:sp>
          <p:sp>
            <p:nvSpPr>
              <p:cNvPr id="37056" name="Line 68"/>
              <p:cNvSpPr/>
              <p:nvPr/>
            </p:nvSpPr>
            <p:spPr>
              <a:xfrm flipV="1">
                <a:off x="984" y="1024"/>
                <a:ext cx="1" cy="64"/>
              </a:xfrm>
              <a:prstGeom prst="line">
                <a:avLst/>
              </a:prstGeom>
              <a:ln w="12700" cap="flat" cmpd="sng">
                <a:solidFill>
                  <a:srgbClr val="000000"/>
                </a:solidFill>
                <a:prstDash val="solid"/>
                <a:headEnd type="none" w="med" len="med"/>
                <a:tailEnd type="none" w="med" len="med"/>
              </a:ln>
            </p:spPr>
          </p:sp>
          <p:sp>
            <p:nvSpPr>
              <p:cNvPr id="37057" name="Line 69"/>
              <p:cNvSpPr/>
              <p:nvPr/>
            </p:nvSpPr>
            <p:spPr>
              <a:xfrm flipV="1">
                <a:off x="984" y="896"/>
                <a:ext cx="1" cy="48"/>
              </a:xfrm>
              <a:prstGeom prst="line">
                <a:avLst/>
              </a:prstGeom>
              <a:ln w="12700" cap="flat" cmpd="sng">
                <a:solidFill>
                  <a:srgbClr val="000000"/>
                </a:solidFill>
                <a:prstDash val="solid"/>
                <a:headEnd type="none" w="med" len="med"/>
                <a:tailEnd type="none" w="med" len="med"/>
              </a:ln>
            </p:spPr>
          </p:sp>
        </p:grpSp>
        <p:grpSp>
          <p:nvGrpSpPr>
            <p:cNvPr id="36879" name="Group 70"/>
            <p:cNvGrpSpPr/>
            <p:nvPr/>
          </p:nvGrpSpPr>
          <p:grpSpPr>
            <a:xfrm>
              <a:off x="336" y="1968"/>
              <a:ext cx="3936" cy="47"/>
              <a:chOff x="336" y="1256"/>
              <a:chExt cx="4512" cy="56"/>
            </a:xfrm>
          </p:grpSpPr>
          <p:sp>
            <p:nvSpPr>
              <p:cNvPr id="37007" name="Freeform 71"/>
              <p:cNvSpPr/>
              <p:nvPr>
                <p:custDataLst>
                  <p:tags r:id="rId30"/>
                </p:custDataLst>
              </p:nvPr>
            </p:nvSpPr>
            <p:spPr>
              <a:xfrm>
                <a:off x="336" y="1256"/>
                <a:ext cx="112" cy="56"/>
              </a:xfrm>
              <a:custGeom>
                <a:avLst/>
                <a:gdLst>
                  <a:gd name="txL" fmla="*/ 0 w 112"/>
                  <a:gd name="txT" fmla="*/ 0 h 56"/>
                  <a:gd name="txR" fmla="*/ 112 w 112"/>
                  <a:gd name="txB" fmla="*/ 56 h 56"/>
                </a:gdLst>
                <a:ahLst/>
                <a:cxnLst>
                  <a:cxn ang="0">
                    <a:pos x="0" y="24"/>
                  </a:cxn>
                  <a:cxn ang="0">
                    <a:pos x="112" y="0"/>
                  </a:cxn>
                  <a:cxn ang="0">
                    <a:pos x="112" y="24"/>
                  </a:cxn>
                  <a:cxn ang="0">
                    <a:pos x="112" y="56"/>
                  </a:cxn>
                  <a:cxn ang="0">
                    <a:pos x="0" y="24"/>
                  </a:cxn>
                </a:cxnLst>
                <a:rect l="txL" t="txT" r="txR" b="txB"/>
                <a:pathLst>
                  <a:path w="112" h="56">
                    <a:moveTo>
                      <a:pt x="0" y="24"/>
                    </a:moveTo>
                    <a:lnTo>
                      <a:pt x="112" y="0"/>
                    </a:lnTo>
                    <a:lnTo>
                      <a:pt x="112" y="24"/>
                    </a:lnTo>
                    <a:lnTo>
                      <a:pt x="112" y="56"/>
                    </a:lnTo>
                    <a:lnTo>
                      <a:pt x="0" y="24"/>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7008" name="Freeform 72"/>
              <p:cNvSpPr/>
              <p:nvPr>
                <p:custDataLst>
                  <p:tags r:id="rId31"/>
                </p:custDataLst>
              </p:nvPr>
            </p:nvSpPr>
            <p:spPr>
              <a:xfrm>
                <a:off x="4736" y="1256"/>
                <a:ext cx="112" cy="56"/>
              </a:xfrm>
              <a:custGeom>
                <a:avLst/>
                <a:gdLst>
                  <a:gd name="txL" fmla="*/ 0 w 112"/>
                  <a:gd name="txT" fmla="*/ 0 h 56"/>
                  <a:gd name="txR" fmla="*/ 112 w 112"/>
                  <a:gd name="txB" fmla="*/ 56 h 56"/>
                </a:gdLst>
                <a:ahLst/>
                <a:cxnLst>
                  <a:cxn ang="0">
                    <a:pos x="112" y="24"/>
                  </a:cxn>
                  <a:cxn ang="0">
                    <a:pos x="0" y="56"/>
                  </a:cxn>
                  <a:cxn ang="0">
                    <a:pos x="0" y="24"/>
                  </a:cxn>
                  <a:cxn ang="0">
                    <a:pos x="0" y="0"/>
                  </a:cxn>
                  <a:cxn ang="0">
                    <a:pos x="112" y="24"/>
                  </a:cxn>
                </a:cxnLst>
                <a:rect l="txL" t="txT" r="txR" b="txB"/>
                <a:pathLst>
                  <a:path w="112" h="56">
                    <a:moveTo>
                      <a:pt x="112" y="24"/>
                    </a:moveTo>
                    <a:lnTo>
                      <a:pt x="0" y="56"/>
                    </a:lnTo>
                    <a:lnTo>
                      <a:pt x="0" y="24"/>
                    </a:lnTo>
                    <a:lnTo>
                      <a:pt x="0" y="0"/>
                    </a:lnTo>
                    <a:lnTo>
                      <a:pt x="112" y="24"/>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7009" name="Line 73"/>
              <p:cNvSpPr/>
              <p:nvPr/>
            </p:nvSpPr>
            <p:spPr>
              <a:xfrm>
                <a:off x="448" y="1280"/>
                <a:ext cx="64" cy="1"/>
              </a:xfrm>
              <a:prstGeom prst="line">
                <a:avLst/>
              </a:prstGeom>
              <a:ln w="12700" cap="flat" cmpd="sng">
                <a:solidFill>
                  <a:srgbClr val="000000"/>
                </a:solidFill>
                <a:prstDash val="solid"/>
                <a:headEnd type="none" w="med" len="med"/>
                <a:tailEnd type="none" w="med" len="med"/>
              </a:ln>
            </p:spPr>
          </p:sp>
          <p:sp>
            <p:nvSpPr>
              <p:cNvPr id="37010" name="Line 74"/>
              <p:cNvSpPr/>
              <p:nvPr/>
            </p:nvSpPr>
            <p:spPr>
              <a:xfrm>
                <a:off x="592" y="1280"/>
                <a:ext cx="64" cy="1"/>
              </a:xfrm>
              <a:prstGeom prst="line">
                <a:avLst/>
              </a:prstGeom>
              <a:ln w="12700" cap="flat" cmpd="sng">
                <a:solidFill>
                  <a:srgbClr val="000000"/>
                </a:solidFill>
                <a:prstDash val="solid"/>
                <a:headEnd type="none" w="med" len="med"/>
                <a:tailEnd type="none" w="med" len="med"/>
              </a:ln>
            </p:spPr>
          </p:sp>
          <p:sp>
            <p:nvSpPr>
              <p:cNvPr id="37011" name="Line 75"/>
              <p:cNvSpPr/>
              <p:nvPr/>
            </p:nvSpPr>
            <p:spPr>
              <a:xfrm>
                <a:off x="736" y="1280"/>
                <a:ext cx="64" cy="1"/>
              </a:xfrm>
              <a:prstGeom prst="line">
                <a:avLst/>
              </a:prstGeom>
              <a:ln w="12700" cap="flat" cmpd="sng">
                <a:solidFill>
                  <a:srgbClr val="000000"/>
                </a:solidFill>
                <a:prstDash val="solid"/>
                <a:headEnd type="none" w="med" len="med"/>
                <a:tailEnd type="none" w="med" len="med"/>
              </a:ln>
            </p:spPr>
          </p:sp>
          <p:sp>
            <p:nvSpPr>
              <p:cNvPr id="37012" name="Line 76"/>
              <p:cNvSpPr/>
              <p:nvPr/>
            </p:nvSpPr>
            <p:spPr>
              <a:xfrm>
                <a:off x="880" y="1280"/>
                <a:ext cx="64" cy="1"/>
              </a:xfrm>
              <a:prstGeom prst="line">
                <a:avLst/>
              </a:prstGeom>
              <a:ln w="12700" cap="flat" cmpd="sng">
                <a:solidFill>
                  <a:srgbClr val="000000"/>
                </a:solidFill>
                <a:prstDash val="solid"/>
                <a:headEnd type="none" w="med" len="med"/>
                <a:tailEnd type="none" w="med" len="med"/>
              </a:ln>
            </p:spPr>
          </p:sp>
          <p:sp>
            <p:nvSpPr>
              <p:cNvPr id="37013" name="Line 77"/>
              <p:cNvSpPr/>
              <p:nvPr/>
            </p:nvSpPr>
            <p:spPr>
              <a:xfrm>
                <a:off x="1024" y="1280"/>
                <a:ext cx="64" cy="1"/>
              </a:xfrm>
              <a:prstGeom prst="line">
                <a:avLst/>
              </a:prstGeom>
              <a:ln w="12700" cap="flat" cmpd="sng">
                <a:solidFill>
                  <a:srgbClr val="000000"/>
                </a:solidFill>
                <a:prstDash val="solid"/>
                <a:headEnd type="none" w="med" len="med"/>
                <a:tailEnd type="none" w="med" len="med"/>
              </a:ln>
            </p:spPr>
          </p:sp>
          <p:sp>
            <p:nvSpPr>
              <p:cNvPr id="37014" name="Line 78"/>
              <p:cNvSpPr/>
              <p:nvPr/>
            </p:nvSpPr>
            <p:spPr>
              <a:xfrm>
                <a:off x="1168" y="1280"/>
                <a:ext cx="64" cy="1"/>
              </a:xfrm>
              <a:prstGeom prst="line">
                <a:avLst/>
              </a:prstGeom>
              <a:ln w="12700" cap="flat" cmpd="sng">
                <a:solidFill>
                  <a:srgbClr val="000000"/>
                </a:solidFill>
                <a:prstDash val="solid"/>
                <a:headEnd type="none" w="med" len="med"/>
                <a:tailEnd type="none" w="med" len="med"/>
              </a:ln>
            </p:spPr>
          </p:sp>
          <p:sp>
            <p:nvSpPr>
              <p:cNvPr id="37015" name="Line 79"/>
              <p:cNvSpPr/>
              <p:nvPr/>
            </p:nvSpPr>
            <p:spPr>
              <a:xfrm>
                <a:off x="1312" y="1280"/>
                <a:ext cx="64" cy="1"/>
              </a:xfrm>
              <a:prstGeom prst="line">
                <a:avLst/>
              </a:prstGeom>
              <a:ln w="12700" cap="flat" cmpd="sng">
                <a:solidFill>
                  <a:srgbClr val="000000"/>
                </a:solidFill>
                <a:prstDash val="solid"/>
                <a:headEnd type="none" w="med" len="med"/>
                <a:tailEnd type="none" w="med" len="med"/>
              </a:ln>
            </p:spPr>
          </p:sp>
          <p:sp>
            <p:nvSpPr>
              <p:cNvPr id="37016" name="Line 80"/>
              <p:cNvSpPr/>
              <p:nvPr/>
            </p:nvSpPr>
            <p:spPr>
              <a:xfrm>
                <a:off x="1456" y="1280"/>
                <a:ext cx="64" cy="1"/>
              </a:xfrm>
              <a:prstGeom prst="line">
                <a:avLst/>
              </a:prstGeom>
              <a:ln w="12700" cap="flat" cmpd="sng">
                <a:solidFill>
                  <a:srgbClr val="000000"/>
                </a:solidFill>
                <a:prstDash val="solid"/>
                <a:headEnd type="none" w="med" len="med"/>
                <a:tailEnd type="none" w="med" len="med"/>
              </a:ln>
            </p:spPr>
          </p:sp>
          <p:sp>
            <p:nvSpPr>
              <p:cNvPr id="37017" name="Line 81"/>
              <p:cNvSpPr/>
              <p:nvPr/>
            </p:nvSpPr>
            <p:spPr>
              <a:xfrm>
                <a:off x="1600" y="1280"/>
                <a:ext cx="64" cy="1"/>
              </a:xfrm>
              <a:prstGeom prst="line">
                <a:avLst/>
              </a:prstGeom>
              <a:ln w="12700" cap="flat" cmpd="sng">
                <a:solidFill>
                  <a:srgbClr val="000000"/>
                </a:solidFill>
                <a:prstDash val="solid"/>
                <a:headEnd type="none" w="med" len="med"/>
                <a:tailEnd type="none" w="med" len="med"/>
              </a:ln>
            </p:spPr>
          </p:sp>
          <p:sp>
            <p:nvSpPr>
              <p:cNvPr id="37018" name="Line 82"/>
              <p:cNvSpPr/>
              <p:nvPr/>
            </p:nvSpPr>
            <p:spPr>
              <a:xfrm>
                <a:off x="1744" y="1280"/>
                <a:ext cx="64" cy="1"/>
              </a:xfrm>
              <a:prstGeom prst="line">
                <a:avLst/>
              </a:prstGeom>
              <a:ln w="12700" cap="flat" cmpd="sng">
                <a:solidFill>
                  <a:srgbClr val="000000"/>
                </a:solidFill>
                <a:prstDash val="solid"/>
                <a:headEnd type="none" w="med" len="med"/>
                <a:tailEnd type="none" w="med" len="med"/>
              </a:ln>
            </p:spPr>
          </p:sp>
          <p:sp>
            <p:nvSpPr>
              <p:cNvPr id="37019" name="Line 83"/>
              <p:cNvSpPr/>
              <p:nvPr/>
            </p:nvSpPr>
            <p:spPr>
              <a:xfrm>
                <a:off x="1888" y="1280"/>
                <a:ext cx="64" cy="1"/>
              </a:xfrm>
              <a:prstGeom prst="line">
                <a:avLst/>
              </a:prstGeom>
              <a:ln w="12700" cap="flat" cmpd="sng">
                <a:solidFill>
                  <a:srgbClr val="000000"/>
                </a:solidFill>
                <a:prstDash val="solid"/>
                <a:headEnd type="none" w="med" len="med"/>
                <a:tailEnd type="none" w="med" len="med"/>
              </a:ln>
            </p:spPr>
          </p:sp>
          <p:sp>
            <p:nvSpPr>
              <p:cNvPr id="37020" name="Line 84"/>
              <p:cNvSpPr/>
              <p:nvPr/>
            </p:nvSpPr>
            <p:spPr>
              <a:xfrm>
                <a:off x="2032" y="1280"/>
                <a:ext cx="64" cy="1"/>
              </a:xfrm>
              <a:prstGeom prst="line">
                <a:avLst/>
              </a:prstGeom>
              <a:ln w="12700" cap="flat" cmpd="sng">
                <a:solidFill>
                  <a:srgbClr val="000000"/>
                </a:solidFill>
                <a:prstDash val="solid"/>
                <a:headEnd type="none" w="med" len="med"/>
                <a:tailEnd type="none" w="med" len="med"/>
              </a:ln>
            </p:spPr>
          </p:sp>
          <p:sp>
            <p:nvSpPr>
              <p:cNvPr id="37021" name="Line 85"/>
              <p:cNvSpPr/>
              <p:nvPr/>
            </p:nvSpPr>
            <p:spPr>
              <a:xfrm>
                <a:off x="2176" y="1280"/>
                <a:ext cx="64" cy="1"/>
              </a:xfrm>
              <a:prstGeom prst="line">
                <a:avLst/>
              </a:prstGeom>
              <a:ln w="12700" cap="flat" cmpd="sng">
                <a:solidFill>
                  <a:srgbClr val="000000"/>
                </a:solidFill>
                <a:prstDash val="solid"/>
                <a:headEnd type="none" w="med" len="med"/>
                <a:tailEnd type="none" w="med" len="med"/>
              </a:ln>
            </p:spPr>
          </p:sp>
          <p:sp>
            <p:nvSpPr>
              <p:cNvPr id="37022" name="Line 86"/>
              <p:cNvSpPr/>
              <p:nvPr/>
            </p:nvSpPr>
            <p:spPr>
              <a:xfrm>
                <a:off x="2320" y="1280"/>
                <a:ext cx="64" cy="1"/>
              </a:xfrm>
              <a:prstGeom prst="line">
                <a:avLst/>
              </a:prstGeom>
              <a:ln w="12700" cap="flat" cmpd="sng">
                <a:solidFill>
                  <a:srgbClr val="000000"/>
                </a:solidFill>
                <a:prstDash val="solid"/>
                <a:headEnd type="none" w="med" len="med"/>
                <a:tailEnd type="none" w="med" len="med"/>
              </a:ln>
            </p:spPr>
          </p:sp>
          <p:sp>
            <p:nvSpPr>
              <p:cNvPr id="37023" name="Line 87"/>
              <p:cNvSpPr/>
              <p:nvPr/>
            </p:nvSpPr>
            <p:spPr>
              <a:xfrm>
                <a:off x="2464" y="1280"/>
                <a:ext cx="64" cy="1"/>
              </a:xfrm>
              <a:prstGeom prst="line">
                <a:avLst/>
              </a:prstGeom>
              <a:ln w="12700" cap="flat" cmpd="sng">
                <a:solidFill>
                  <a:srgbClr val="000000"/>
                </a:solidFill>
                <a:prstDash val="solid"/>
                <a:headEnd type="none" w="med" len="med"/>
                <a:tailEnd type="none" w="med" len="med"/>
              </a:ln>
            </p:spPr>
          </p:sp>
          <p:sp>
            <p:nvSpPr>
              <p:cNvPr id="37024" name="Line 88"/>
              <p:cNvSpPr/>
              <p:nvPr/>
            </p:nvSpPr>
            <p:spPr>
              <a:xfrm>
                <a:off x="2608" y="1280"/>
                <a:ext cx="64" cy="1"/>
              </a:xfrm>
              <a:prstGeom prst="line">
                <a:avLst/>
              </a:prstGeom>
              <a:ln w="12700" cap="flat" cmpd="sng">
                <a:solidFill>
                  <a:srgbClr val="000000"/>
                </a:solidFill>
                <a:prstDash val="solid"/>
                <a:headEnd type="none" w="med" len="med"/>
                <a:tailEnd type="none" w="med" len="med"/>
              </a:ln>
            </p:spPr>
          </p:sp>
          <p:sp>
            <p:nvSpPr>
              <p:cNvPr id="37025" name="Line 89"/>
              <p:cNvSpPr/>
              <p:nvPr/>
            </p:nvSpPr>
            <p:spPr>
              <a:xfrm>
                <a:off x="2752" y="1280"/>
                <a:ext cx="64" cy="1"/>
              </a:xfrm>
              <a:prstGeom prst="line">
                <a:avLst/>
              </a:prstGeom>
              <a:ln w="12700" cap="flat" cmpd="sng">
                <a:solidFill>
                  <a:srgbClr val="000000"/>
                </a:solidFill>
                <a:prstDash val="solid"/>
                <a:headEnd type="none" w="med" len="med"/>
                <a:tailEnd type="none" w="med" len="med"/>
              </a:ln>
            </p:spPr>
          </p:sp>
          <p:sp>
            <p:nvSpPr>
              <p:cNvPr id="37026" name="Line 90"/>
              <p:cNvSpPr/>
              <p:nvPr/>
            </p:nvSpPr>
            <p:spPr>
              <a:xfrm>
                <a:off x="2896" y="1280"/>
                <a:ext cx="64" cy="1"/>
              </a:xfrm>
              <a:prstGeom prst="line">
                <a:avLst/>
              </a:prstGeom>
              <a:ln w="12700" cap="flat" cmpd="sng">
                <a:solidFill>
                  <a:srgbClr val="000000"/>
                </a:solidFill>
                <a:prstDash val="solid"/>
                <a:headEnd type="none" w="med" len="med"/>
                <a:tailEnd type="none" w="med" len="med"/>
              </a:ln>
            </p:spPr>
          </p:sp>
          <p:sp>
            <p:nvSpPr>
              <p:cNvPr id="37027" name="Line 91"/>
              <p:cNvSpPr/>
              <p:nvPr/>
            </p:nvSpPr>
            <p:spPr>
              <a:xfrm>
                <a:off x="3040" y="1280"/>
                <a:ext cx="64" cy="1"/>
              </a:xfrm>
              <a:prstGeom prst="line">
                <a:avLst/>
              </a:prstGeom>
              <a:ln w="12700" cap="flat" cmpd="sng">
                <a:solidFill>
                  <a:srgbClr val="000000"/>
                </a:solidFill>
                <a:prstDash val="solid"/>
                <a:headEnd type="none" w="med" len="med"/>
                <a:tailEnd type="none" w="med" len="med"/>
              </a:ln>
            </p:spPr>
          </p:sp>
          <p:sp>
            <p:nvSpPr>
              <p:cNvPr id="37028" name="Line 92"/>
              <p:cNvSpPr/>
              <p:nvPr/>
            </p:nvSpPr>
            <p:spPr>
              <a:xfrm>
                <a:off x="3184" y="1280"/>
                <a:ext cx="64" cy="1"/>
              </a:xfrm>
              <a:prstGeom prst="line">
                <a:avLst/>
              </a:prstGeom>
              <a:ln w="12700" cap="flat" cmpd="sng">
                <a:solidFill>
                  <a:srgbClr val="000000"/>
                </a:solidFill>
                <a:prstDash val="solid"/>
                <a:headEnd type="none" w="med" len="med"/>
                <a:tailEnd type="none" w="med" len="med"/>
              </a:ln>
            </p:spPr>
          </p:sp>
          <p:sp>
            <p:nvSpPr>
              <p:cNvPr id="37029" name="Line 93"/>
              <p:cNvSpPr/>
              <p:nvPr/>
            </p:nvSpPr>
            <p:spPr>
              <a:xfrm>
                <a:off x="3328" y="1280"/>
                <a:ext cx="64" cy="1"/>
              </a:xfrm>
              <a:prstGeom prst="line">
                <a:avLst/>
              </a:prstGeom>
              <a:ln w="12700" cap="flat" cmpd="sng">
                <a:solidFill>
                  <a:srgbClr val="000000"/>
                </a:solidFill>
                <a:prstDash val="solid"/>
                <a:headEnd type="none" w="med" len="med"/>
                <a:tailEnd type="none" w="med" len="med"/>
              </a:ln>
            </p:spPr>
          </p:sp>
          <p:sp>
            <p:nvSpPr>
              <p:cNvPr id="37030" name="Line 94"/>
              <p:cNvSpPr/>
              <p:nvPr/>
            </p:nvSpPr>
            <p:spPr>
              <a:xfrm>
                <a:off x="3472" y="1280"/>
                <a:ext cx="64" cy="1"/>
              </a:xfrm>
              <a:prstGeom prst="line">
                <a:avLst/>
              </a:prstGeom>
              <a:ln w="12700" cap="flat" cmpd="sng">
                <a:solidFill>
                  <a:srgbClr val="000000"/>
                </a:solidFill>
                <a:prstDash val="solid"/>
                <a:headEnd type="none" w="med" len="med"/>
                <a:tailEnd type="none" w="med" len="med"/>
              </a:ln>
            </p:spPr>
          </p:sp>
          <p:sp>
            <p:nvSpPr>
              <p:cNvPr id="37031" name="Line 95"/>
              <p:cNvSpPr/>
              <p:nvPr/>
            </p:nvSpPr>
            <p:spPr>
              <a:xfrm>
                <a:off x="3616" y="1280"/>
                <a:ext cx="64" cy="1"/>
              </a:xfrm>
              <a:prstGeom prst="line">
                <a:avLst/>
              </a:prstGeom>
              <a:ln w="12700" cap="flat" cmpd="sng">
                <a:solidFill>
                  <a:srgbClr val="000000"/>
                </a:solidFill>
                <a:prstDash val="solid"/>
                <a:headEnd type="none" w="med" len="med"/>
                <a:tailEnd type="none" w="med" len="med"/>
              </a:ln>
            </p:spPr>
          </p:sp>
          <p:sp>
            <p:nvSpPr>
              <p:cNvPr id="37032" name="Line 96"/>
              <p:cNvSpPr/>
              <p:nvPr/>
            </p:nvSpPr>
            <p:spPr>
              <a:xfrm>
                <a:off x="3760" y="1280"/>
                <a:ext cx="64" cy="1"/>
              </a:xfrm>
              <a:prstGeom prst="line">
                <a:avLst/>
              </a:prstGeom>
              <a:ln w="12700" cap="flat" cmpd="sng">
                <a:solidFill>
                  <a:srgbClr val="000000"/>
                </a:solidFill>
                <a:prstDash val="solid"/>
                <a:headEnd type="none" w="med" len="med"/>
                <a:tailEnd type="none" w="med" len="med"/>
              </a:ln>
            </p:spPr>
          </p:sp>
          <p:sp>
            <p:nvSpPr>
              <p:cNvPr id="37033" name="Line 97"/>
              <p:cNvSpPr/>
              <p:nvPr/>
            </p:nvSpPr>
            <p:spPr>
              <a:xfrm>
                <a:off x="3904" y="1280"/>
                <a:ext cx="64" cy="1"/>
              </a:xfrm>
              <a:prstGeom prst="line">
                <a:avLst/>
              </a:prstGeom>
              <a:ln w="12700" cap="flat" cmpd="sng">
                <a:solidFill>
                  <a:srgbClr val="000000"/>
                </a:solidFill>
                <a:prstDash val="solid"/>
                <a:headEnd type="none" w="med" len="med"/>
                <a:tailEnd type="none" w="med" len="med"/>
              </a:ln>
            </p:spPr>
          </p:sp>
          <p:sp>
            <p:nvSpPr>
              <p:cNvPr id="37034" name="Line 98"/>
              <p:cNvSpPr/>
              <p:nvPr/>
            </p:nvSpPr>
            <p:spPr>
              <a:xfrm>
                <a:off x="4048" y="1280"/>
                <a:ext cx="64" cy="1"/>
              </a:xfrm>
              <a:prstGeom prst="line">
                <a:avLst/>
              </a:prstGeom>
              <a:ln w="12700" cap="flat" cmpd="sng">
                <a:solidFill>
                  <a:srgbClr val="000000"/>
                </a:solidFill>
                <a:prstDash val="solid"/>
                <a:headEnd type="none" w="med" len="med"/>
                <a:tailEnd type="none" w="med" len="med"/>
              </a:ln>
            </p:spPr>
          </p:sp>
          <p:sp>
            <p:nvSpPr>
              <p:cNvPr id="37035" name="Line 99"/>
              <p:cNvSpPr/>
              <p:nvPr/>
            </p:nvSpPr>
            <p:spPr>
              <a:xfrm>
                <a:off x="4192" y="1280"/>
                <a:ext cx="64" cy="1"/>
              </a:xfrm>
              <a:prstGeom prst="line">
                <a:avLst/>
              </a:prstGeom>
              <a:ln w="12700" cap="flat" cmpd="sng">
                <a:solidFill>
                  <a:srgbClr val="000000"/>
                </a:solidFill>
                <a:prstDash val="solid"/>
                <a:headEnd type="none" w="med" len="med"/>
                <a:tailEnd type="none" w="med" len="med"/>
              </a:ln>
            </p:spPr>
          </p:sp>
          <p:sp>
            <p:nvSpPr>
              <p:cNvPr id="37036" name="Line 100"/>
              <p:cNvSpPr/>
              <p:nvPr/>
            </p:nvSpPr>
            <p:spPr>
              <a:xfrm>
                <a:off x="4336" y="1280"/>
                <a:ext cx="64" cy="1"/>
              </a:xfrm>
              <a:prstGeom prst="line">
                <a:avLst/>
              </a:prstGeom>
              <a:ln w="12700" cap="flat" cmpd="sng">
                <a:solidFill>
                  <a:srgbClr val="000000"/>
                </a:solidFill>
                <a:prstDash val="solid"/>
                <a:headEnd type="none" w="med" len="med"/>
                <a:tailEnd type="none" w="med" len="med"/>
              </a:ln>
            </p:spPr>
          </p:sp>
          <p:sp>
            <p:nvSpPr>
              <p:cNvPr id="37037" name="Line 101"/>
              <p:cNvSpPr/>
              <p:nvPr/>
            </p:nvSpPr>
            <p:spPr>
              <a:xfrm>
                <a:off x="4480" y="1280"/>
                <a:ext cx="64" cy="1"/>
              </a:xfrm>
              <a:prstGeom prst="line">
                <a:avLst/>
              </a:prstGeom>
              <a:ln w="12700" cap="flat" cmpd="sng">
                <a:solidFill>
                  <a:srgbClr val="000000"/>
                </a:solidFill>
                <a:prstDash val="solid"/>
                <a:headEnd type="none" w="med" len="med"/>
                <a:tailEnd type="none" w="med" len="med"/>
              </a:ln>
            </p:spPr>
          </p:sp>
          <p:sp>
            <p:nvSpPr>
              <p:cNvPr id="37038" name="Line 102"/>
              <p:cNvSpPr/>
              <p:nvPr/>
            </p:nvSpPr>
            <p:spPr>
              <a:xfrm>
                <a:off x="4624" y="1280"/>
                <a:ext cx="64" cy="1"/>
              </a:xfrm>
              <a:prstGeom prst="line">
                <a:avLst/>
              </a:prstGeom>
              <a:ln w="12700" cap="flat" cmpd="sng">
                <a:solidFill>
                  <a:srgbClr val="000000"/>
                </a:solidFill>
                <a:prstDash val="solid"/>
                <a:headEnd type="none" w="med" len="med"/>
                <a:tailEnd type="none" w="med" len="med"/>
              </a:ln>
            </p:spPr>
          </p:sp>
        </p:grpSp>
        <p:sp>
          <p:nvSpPr>
            <p:cNvPr id="36880" name="Rectangle 103"/>
            <p:cNvSpPr/>
            <p:nvPr/>
          </p:nvSpPr>
          <p:spPr>
            <a:xfrm>
              <a:off x="1076" y="3872"/>
              <a:ext cx="83" cy="174"/>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a</a:t>
              </a:r>
            </a:p>
          </p:txBody>
        </p:sp>
        <p:sp>
          <p:nvSpPr>
            <p:cNvPr id="36881" name="Rectangle 104"/>
            <p:cNvSpPr/>
            <p:nvPr/>
          </p:nvSpPr>
          <p:spPr>
            <a:xfrm>
              <a:off x="1612" y="3856"/>
              <a:ext cx="97" cy="174"/>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b</a:t>
              </a:r>
            </a:p>
          </p:txBody>
        </p:sp>
        <p:sp>
          <p:nvSpPr>
            <p:cNvPr id="36882" name="Rectangle 105"/>
            <p:cNvSpPr/>
            <p:nvPr/>
          </p:nvSpPr>
          <p:spPr>
            <a:xfrm>
              <a:off x="2972" y="3856"/>
              <a:ext cx="75" cy="174"/>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c</a:t>
              </a:r>
            </a:p>
          </p:txBody>
        </p:sp>
        <p:sp>
          <p:nvSpPr>
            <p:cNvPr id="36883" name="Rectangle 106"/>
            <p:cNvSpPr/>
            <p:nvPr/>
          </p:nvSpPr>
          <p:spPr>
            <a:xfrm>
              <a:off x="3980" y="3848"/>
              <a:ext cx="97" cy="174"/>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d</a:t>
              </a:r>
            </a:p>
          </p:txBody>
        </p:sp>
        <p:grpSp>
          <p:nvGrpSpPr>
            <p:cNvPr id="36884" name="Group 107"/>
            <p:cNvGrpSpPr/>
            <p:nvPr/>
          </p:nvGrpSpPr>
          <p:grpSpPr>
            <a:xfrm>
              <a:off x="424" y="1336"/>
              <a:ext cx="166" cy="222"/>
              <a:chOff x="624" y="352"/>
              <a:chExt cx="166" cy="222"/>
            </a:xfrm>
          </p:grpSpPr>
          <p:sp>
            <p:nvSpPr>
              <p:cNvPr id="37005" name="Rectangle 108"/>
              <p:cNvSpPr/>
              <p:nvPr/>
            </p:nvSpPr>
            <p:spPr>
              <a:xfrm>
                <a:off x="624" y="352"/>
                <a:ext cx="85" cy="174"/>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x</a:t>
                </a:r>
              </a:p>
            </p:txBody>
          </p:sp>
          <p:sp>
            <p:nvSpPr>
              <p:cNvPr id="37006" name="Rectangle 109"/>
              <p:cNvSpPr/>
              <p:nvPr/>
            </p:nvSpPr>
            <p:spPr>
              <a:xfrm>
                <a:off x="700" y="400"/>
                <a:ext cx="90" cy="174"/>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2</a:t>
                </a:r>
              </a:p>
            </p:txBody>
          </p:sp>
        </p:grpSp>
        <p:grpSp>
          <p:nvGrpSpPr>
            <p:cNvPr id="36885" name="Group 110"/>
            <p:cNvGrpSpPr/>
            <p:nvPr/>
          </p:nvGrpSpPr>
          <p:grpSpPr>
            <a:xfrm>
              <a:off x="4368" y="3824"/>
              <a:ext cx="166" cy="222"/>
              <a:chOff x="4544" y="3112"/>
              <a:chExt cx="166" cy="222"/>
            </a:xfrm>
          </p:grpSpPr>
          <p:sp>
            <p:nvSpPr>
              <p:cNvPr id="37003" name="Rectangle 111"/>
              <p:cNvSpPr/>
              <p:nvPr/>
            </p:nvSpPr>
            <p:spPr>
              <a:xfrm>
                <a:off x="4544" y="3112"/>
                <a:ext cx="85" cy="174"/>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x</a:t>
                </a:r>
              </a:p>
            </p:txBody>
          </p:sp>
          <p:sp>
            <p:nvSpPr>
              <p:cNvPr id="37004" name="Rectangle 112"/>
              <p:cNvSpPr/>
              <p:nvPr/>
            </p:nvSpPr>
            <p:spPr>
              <a:xfrm>
                <a:off x="4620" y="3160"/>
                <a:ext cx="90" cy="174"/>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1</a:t>
                </a:r>
              </a:p>
            </p:txBody>
          </p:sp>
        </p:grpSp>
        <p:sp>
          <p:nvSpPr>
            <p:cNvPr id="36886" name="Rectangle 113"/>
            <p:cNvSpPr/>
            <p:nvPr>
              <p:custDataLst>
                <p:tags r:id="rId1"/>
              </p:custDataLst>
            </p:nvPr>
          </p:nvSpPr>
          <p:spPr>
            <a:xfrm>
              <a:off x="1016" y="2024"/>
              <a:ext cx="2848" cy="1248"/>
            </a:xfrm>
            <a:prstGeom prst="rect">
              <a:avLst/>
            </a:prstGeom>
            <a:blipFill rotWithShape="0">
              <a:blip r:embed="rId39"/>
            </a:blipFill>
            <a:ln w="9525">
              <a:noFill/>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grpSp>
          <p:nvGrpSpPr>
            <p:cNvPr id="36887" name="Group 114"/>
            <p:cNvGrpSpPr/>
            <p:nvPr/>
          </p:nvGrpSpPr>
          <p:grpSpPr>
            <a:xfrm>
              <a:off x="368" y="2392"/>
              <a:ext cx="3856" cy="56"/>
              <a:chOff x="368" y="1680"/>
              <a:chExt cx="4520" cy="56"/>
            </a:xfrm>
          </p:grpSpPr>
          <p:sp>
            <p:nvSpPr>
              <p:cNvPr id="36971" name="Freeform 115"/>
              <p:cNvSpPr/>
              <p:nvPr>
                <p:custDataLst>
                  <p:tags r:id="rId28"/>
                </p:custDataLst>
              </p:nvPr>
            </p:nvSpPr>
            <p:spPr>
              <a:xfrm>
                <a:off x="368" y="1680"/>
                <a:ext cx="112" cy="56"/>
              </a:xfrm>
              <a:custGeom>
                <a:avLst/>
                <a:gdLst>
                  <a:gd name="txL" fmla="*/ 0 w 112"/>
                  <a:gd name="txT" fmla="*/ 0 h 56"/>
                  <a:gd name="txR" fmla="*/ 112 w 112"/>
                  <a:gd name="txB" fmla="*/ 56 h 56"/>
                </a:gdLst>
                <a:ahLst/>
                <a:cxnLst>
                  <a:cxn ang="0">
                    <a:pos x="0" y="24"/>
                  </a:cxn>
                  <a:cxn ang="0">
                    <a:pos x="112" y="0"/>
                  </a:cxn>
                  <a:cxn ang="0">
                    <a:pos x="112" y="24"/>
                  </a:cxn>
                  <a:cxn ang="0">
                    <a:pos x="112" y="56"/>
                  </a:cxn>
                  <a:cxn ang="0">
                    <a:pos x="0" y="24"/>
                  </a:cxn>
                </a:cxnLst>
                <a:rect l="txL" t="txT" r="txR" b="txB"/>
                <a:pathLst>
                  <a:path w="112" h="56">
                    <a:moveTo>
                      <a:pt x="0" y="24"/>
                    </a:moveTo>
                    <a:lnTo>
                      <a:pt x="112" y="0"/>
                    </a:lnTo>
                    <a:lnTo>
                      <a:pt x="112" y="24"/>
                    </a:lnTo>
                    <a:lnTo>
                      <a:pt x="112" y="56"/>
                    </a:lnTo>
                    <a:lnTo>
                      <a:pt x="0" y="24"/>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6972" name="Freeform 116"/>
              <p:cNvSpPr/>
              <p:nvPr>
                <p:custDataLst>
                  <p:tags r:id="rId29"/>
                </p:custDataLst>
              </p:nvPr>
            </p:nvSpPr>
            <p:spPr>
              <a:xfrm>
                <a:off x="4776" y="1680"/>
                <a:ext cx="112" cy="56"/>
              </a:xfrm>
              <a:custGeom>
                <a:avLst/>
                <a:gdLst>
                  <a:gd name="txL" fmla="*/ 0 w 112"/>
                  <a:gd name="txT" fmla="*/ 0 h 56"/>
                  <a:gd name="txR" fmla="*/ 112 w 112"/>
                  <a:gd name="txB" fmla="*/ 56 h 56"/>
                </a:gdLst>
                <a:ahLst/>
                <a:cxnLst>
                  <a:cxn ang="0">
                    <a:pos x="112" y="24"/>
                  </a:cxn>
                  <a:cxn ang="0">
                    <a:pos x="0" y="56"/>
                  </a:cxn>
                  <a:cxn ang="0">
                    <a:pos x="0" y="24"/>
                  </a:cxn>
                  <a:cxn ang="0">
                    <a:pos x="0" y="0"/>
                  </a:cxn>
                  <a:cxn ang="0">
                    <a:pos x="112" y="24"/>
                  </a:cxn>
                </a:cxnLst>
                <a:rect l="txL" t="txT" r="txR" b="txB"/>
                <a:pathLst>
                  <a:path w="112" h="56">
                    <a:moveTo>
                      <a:pt x="112" y="24"/>
                    </a:moveTo>
                    <a:lnTo>
                      <a:pt x="0" y="56"/>
                    </a:lnTo>
                    <a:lnTo>
                      <a:pt x="0" y="24"/>
                    </a:lnTo>
                    <a:lnTo>
                      <a:pt x="0" y="0"/>
                    </a:lnTo>
                    <a:lnTo>
                      <a:pt x="112" y="24"/>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6973" name="Line 117"/>
              <p:cNvSpPr/>
              <p:nvPr/>
            </p:nvSpPr>
            <p:spPr>
              <a:xfrm>
                <a:off x="480" y="1704"/>
                <a:ext cx="64" cy="1"/>
              </a:xfrm>
              <a:prstGeom prst="line">
                <a:avLst/>
              </a:prstGeom>
              <a:ln w="12700" cap="flat" cmpd="sng">
                <a:solidFill>
                  <a:srgbClr val="000000"/>
                </a:solidFill>
                <a:prstDash val="solid"/>
                <a:headEnd type="none" w="med" len="med"/>
                <a:tailEnd type="none" w="med" len="med"/>
              </a:ln>
            </p:spPr>
          </p:sp>
          <p:sp>
            <p:nvSpPr>
              <p:cNvPr id="36974" name="Line 118"/>
              <p:cNvSpPr/>
              <p:nvPr/>
            </p:nvSpPr>
            <p:spPr>
              <a:xfrm>
                <a:off x="624" y="1704"/>
                <a:ext cx="64" cy="1"/>
              </a:xfrm>
              <a:prstGeom prst="line">
                <a:avLst/>
              </a:prstGeom>
              <a:ln w="12700" cap="flat" cmpd="sng">
                <a:solidFill>
                  <a:srgbClr val="000000"/>
                </a:solidFill>
                <a:prstDash val="solid"/>
                <a:headEnd type="none" w="med" len="med"/>
                <a:tailEnd type="none" w="med" len="med"/>
              </a:ln>
            </p:spPr>
          </p:sp>
          <p:sp>
            <p:nvSpPr>
              <p:cNvPr id="36975" name="Line 119"/>
              <p:cNvSpPr/>
              <p:nvPr/>
            </p:nvSpPr>
            <p:spPr>
              <a:xfrm>
                <a:off x="768" y="1704"/>
                <a:ext cx="64" cy="1"/>
              </a:xfrm>
              <a:prstGeom prst="line">
                <a:avLst/>
              </a:prstGeom>
              <a:ln w="12700" cap="flat" cmpd="sng">
                <a:solidFill>
                  <a:srgbClr val="000000"/>
                </a:solidFill>
                <a:prstDash val="solid"/>
                <a:headEnd type="none" w="med" len="med"/>
                <a:tailEnd type="none" w="med" len="med"/>
              </a:ln>
            </p:spPr>
          </p:sp>
          <p:sp>
            <p:nvSpPr>
              <p:cNvPr id="36976" name="Line 120"/>
              <p:cNvSpPr/>
              <p:nvPr/>
            </p:nvSpPr>
            <p:spPr>
              <a:xfrm>
                <a:off x="912" y="1704"/>
                <a:ext cx="64" cy="1"/>
              </a:xfrm>
              <a:prstGeom prst="line">
                <a:avLst/>
              </a:prstGeom>
              <a:ln w="12700" cap="flat" cmpd="sng">
                <a:solidFill>
                  <a:srgbClr val="000000"/>
                </a:solidFill>
                <a:prstDash val="solid"/>
                <a:headEnd type="none" w="med" len="med"/>
                <a:tailEnd type="none" w="med" len="med"/>
              </a:ln>
            </p:spPr>
          </p:sp>
          <p:sp>
            <p:nvSpPr>
              <p:cNvPr id="36977" name="Line 121"/>
              <p:cNvSpPr/>
              <p:nvPr/>
            </p:nvSpPr>
            <p:spPr>
              <a:xfrm>
                <a:off x="1056" y="1704"/>
                <a:ext cx="64" cy="1"/>
              </a:xfrm>
              <a:prstGeom prst="line">
                <a:avLst/>
              </a:prstGeom>
              <a:ln w="12700" cap="flat" cmpd="sng">
                <a:solidFill>
                  <a:srgbClr val="000000"/>
                </a:solidFill>
                <a:prstDash val="solid"/>
                <a:headEnd type="none" w="med" len="med"/>
                <a:tailEnd type="none" w="med" len="med"/>
              </a:ln>
            </p:spPr>
          </p:sp>
          <p:sp>
            <p:nvSpPr>
              <p:cNvPr id="36978" name="Line 122"/>
              <p:cNvSpPr/>
              <p:nvPr/>
            </p:nvSpPr>
            <p:spPr>
              <a:xfrm>
                <a:off x="1200" y="1704"/>
                <a:ext cx="64" cy="1"/>
              </a:xfrm>
              <a:prstGeom prst="line">
                <a:avLst/>
              </a:prstGeom>
              <a:ln w="12700" cap="flat" cmpd="sng">
                <a:solidFill>
                  <a:srgbClr val="000000"/>
                </a:solidFill>
                <a:prstDash val="solid"/>
                <a:headEnd type="none" w="med" len="med"/>
                <a:tailEnd type="none" w="med" len="med"/>
              </a:ln>
            </p:spPr>
          </p:sp>
          <p:sp>
            <p:nvSpPr>
              <p:cNvPr id="36979" name="Line 123"/>
              <p:cNvSpPr/>
              <p:nvPr/>
            </p:nvSpPr>
            <p:spPr>
              <a:xfrm>
                <a:off x="1344" y="1704"/>
                <a:ext cx="64" cy="1"/>
              </a:xfrm>
              <a:prstGeom prst="line">
                <a:avLst/>
              </a:prstGeom>
              <a:ln w="12700" cap="flat" cmpd="sng">
                <a:solidFill>
                  <a:srgbClr val="000000"/>
                </a:solidFill>
                <a:prstDash val="solid"/>
                <a:headEnd type="none" w="med" len="med"/>
                <a:tailEnd type="none" w="med" len="med"/>
              </a:ln>
            </p:spPr>
          </p:sp>
          <p:sp>
            <p:nvSpPr>
              <p:cNvPr id="36980" name="Line 124"/>
              <p:cNvSpPr/>
              <p:nvPr/>
            </p:nvSpPr>
            <p:spPr>
              <a:xfrm>
                <a:off x="1488" y="1704"/>
                <a:ext cx="64" cy="1"/>
              </a:xfrm>
              <a:prstGeom prst="line">
                <a:avLst/>
              </a:prstGeom>
              <a:ln w="12700" cap="flat" cmpd="sng">
                <a:solidFill>
                  <a:srgbClr val="000000"/>
                </a:solidFill>
                <a:prstDash val="solid"/>
                <a:headEnd type="none" w="med" len="med"/>
                <a:tailEnd type="none" w="med" len="med"/>
              </a:ln>
            </p:spPr>
          </p:sp>
          <p:sp>
            <p:nvSpPr>
              <p:cNvPr id="36981" name="Line 125"/>
              <p:cNvSpPr/>
              <p:nvPr/>
            </p:nvSpPr>
            <p:spPr>
              <a:xfrm>
                <a:off x="1632" y="1704"/>
                <a:ext cx="64" cy="1"/>
              </a:xfrm>
              <a:prstGeom prst="line">
                <a:avLst/>
              </a:prstGeom>
              <a:ln w="12700" cap="flat" cmpd="sng">
                <a:solidFill>
                  <a:srgbClr val="000000"/>
                </a:solidFill>
                <a:prstDash val="solid"/>
                <a:headEnd type="none" w="med" len="med"/>
                <a:tailEnd type="none" w="med" len="med"/>
              </a:ln>
            </p:spPr>
          </p:sp>
          <p:sp>
            <p:nvSpPr>
              <p:cNvPr id="36982" name="Line 126"/>
              <p:cNvSpPr/>
              <p:nvPr/>
            </p:nvSpPr>
            <p:spPr>
              <a:xfrm>
                <a:off x="1776" y="1704"/>
                <a:ext cx="64" cy="1"/>
              </a:xfrm>
              <a:prstGeom prst="line">
                <a:avLst/>
              </a:prstGeom>
              <a:ln w="12700" cap="flat" cmpd="sng">
                <a:solidFill>
                  <a:srgbClr val="000000"/>
                </a:solidFill>
                <a:prstDash val="solid"/>
                <a:headEnd type="none" w="med" len="med"/>
                <a:tailEnd type="none" w="med" len="med"/>
              </a:ln>
            </p:spPr>
          </p:sp>
          <p:sp>
            <p:nvSpPr>
              <p:cNvPr id="36983" name="Line 127"/>
              <p:cNvSpPr/>
              <p:nvPr/>
            </p:nvSpPr>
            <p:spPr>
              <a:xfrm>
                <a:off x="1920" y="1704"/>
                <a:ext cx="64" cy="1"/>
              </a:xfrm>
              <a:prstGeom prst="line">
                <a:avLst/>
              </a:prstGeom>
              <a:ln w="12700" cap="flat" cmpd="sng">
                <a:solidFill>
                  <a:srgbClr val="000000"/>
                </a:solidFill>
                <a:prstDash val="solid"/>
                <a:headEnd type="none" w="med" len="med"/>
                <a:tailEnd type="none" w="med" len="med"/>
              </a:ln>
            </p:spPr>
          </p:sp>
          <p:sp>
            <p:nvSpPr>
              <p:cNvPr id="36984" name="Line 128"/>
              <p:cNvSpPr/>
              <p:nvPr/>
            </p:nvSpPr>
            <p:spPr>
              <a:xfrm>
                <a:off x="2064" y="1704"/>
                <a:ext cx="64" cy="1"/>
              </a:xfrm>
              <a:prstGeom prst="line">
                <a:avLst/>
              </a:prstGeom>
              <a:ln w="12700" cap="flat" cmpd="sng">
                <a:solidFill>
                  <a:srgbClr val="000000"/>
                </a:solidFill>
                <a:prstDash val="solid"/>
                <a:headEnd type="none" w="med" len="med"/>
                <a:tailEnd type="none" w="med" len="med"/>
              </a:ln>
            </p:spPr>
          </p:sp>
          <p:sp>
            <p:nvSpPr>
              <p:cNvPr id="36985" name="Line 129"/>
              <p:cNvSpPr/>
              <p:nvPr/>
            </p:nvSpPr>
            <p:spPr>
              <a:xfrm>
                <a:off x="2208" y="1704"/>
                <a:ext cx="64" cy="1"/>
              </a:xfrm>
              <a:prstGeom prst="line">
                <a:avLst/>
              </a:prstGeom>
              <a:ln w="12700" cap="flat" cmpd="sng">
                <a:solidFill>
                  <a:srgbClr val="000000"/>
                </a:solidFill>
                <a:prstDash val="solid"/>
                <a:headEnd type="none" w="med" len="med"/>
                <a:tailEnd type="none" w="med" len="med"/>
              </a:ln>
            </p:spPr>
          </p:sp>
          <p:sp>
            <p:nvSpPr>
              <p:cNvPr id="36986" name="Line 130"/>
              <p:cNvSpPr/>
              <p:nvPr/>
            </p:nvSpPr>
            <p:spPr>
              <a:xfrm>
                <a:off x="2352" y="1704"/>
                <a:ext cx="64" cy="1"/>
              </a:xfrm>
              <a:prstGeom prst="line">
                <a:avLst/>
              </a:prstGeom>
              <a:ln w="12700" cap="flat" cmpd="sng">
                <a:solidFill>
                  <a:srgbClr val="000000"/>
                </a:solidFill>
                <a:prstDash val="solid"/>
                <a:headEnd type="none" w="med" len="med"/>
                <a:tailEnd type="none" w="med" len="med"/>
              </a:ln>
            </p:spPr>
          </p:sp>
          <p:sp>
            <p:nvSpPr>
              <p:cNvPr id="36987" name="Line 131"/>
              <p:cNvSpPr/>
              <p:nvPr/>
            </p:nvSpPr>
            <p:spPr>
              <a:xfrm>
                <a:off x="2496" y="1704"/>
                <a:ext cx="64" cy="1"/>
              </a:xfrm>
              <a:prstGeom prst="line">
                <a:avLst/>
              </a:prstGeom>
              <a:ln w="12700" cap="flat" cmpd="sng">
                <a:solidFill>
                  <a:srgbClr val="000000"/>
                </a:solidFill>
                <a:prstDash val="solid"/>
                <a:headEnd type="none" w="med" len="med"/>
                <a:tailEnd type="none" w="med" len="med"/>
              </a:ln>
            </p:spPr>
          </p:sp>
          <p:sp>
            <p:nvSpPr>
              <p:cNvPr id="36988" name="Line 132"/>
              <p:cNvSpPr/>
              <p:nvPr/>
            </p:nvSpPr>
            <p:spPr>
              <a:xfrm>
                <a:off x="2640" y="1704"/>
                <a:ext cx="64" cy="1"/>
              </a:xfrm>
              <a:prstGeom prst="line">
                <a:avLst/>
              </a:prstGeom>
              <a:ln w="12700" cap="flat" cmpd="sng">
                <a:solidFill>
                  <a:srgbClr val="000000"/>
                </a:solidFill>
                <a:prstDash val="solid"/>
                <a:headEnd type="none" w="med" len="med"/>
                <a:tailEnd type="none" w="med" len="med"/>
              </a:ln>
            </p:spPr>
          </p:sp>
          <p:sp>
            <p:nvSpPr>
              <p:cNvPr id="36989" name="Line 133"/>
              <p:cNvSpPr/>
              <p:nvPr/>
            </p:nvSpPr>
            <p:spPr>
              <a:xfrm>
                <a:off x="2784" y="1704"/>
                <a:ext cx="64" cy="1"/>
              </a:xfrm>
              <a:prstGeom prst="line">
                <a:avLst/>
              </a:prstGeom>
              <a:ln w="12700" cap="flat" cmpd="sng">
                <a:solidFill>
                  <a:srgbClr val="000000"/>
                </a:solidFill>
                <a:prstDash val="solid"/>
                <a:headEnd type="none" w="med" len="med"/>
                <a:tailEnd type="none" w="med" len="med"/>
              </a:ln>
            </p:spPr>
          </p:sp>
          <p:sp>
            <p:nvSpPr>
              <p:cNvPr id="36990" name="Line 134"/>
              <p:cNvSpPr/>
              <p:nvPr/>
            </p:nvSpPr>
            <p:spPr>
              <a:xfrm>
                <a:off x="2928" y="1704"/>
                <a:ext cx="64" cy="1"/>
              </a:xfrm>
              <a:prstGeom prst="line">
                <a:avLst/>
              </a:prstGeom>
              <a:ln w="12700" cap="flat" cmpd="sng">
                <a:solidFill>
                  <a:srgbClr val="000000"/>
                </a:solidFill>
                <a:prstDash val="solid"/>
                <a:headEnd type="none" w="med" len="med"/>
                <a:tailEnd type="none" w="med" len="med"/>
              </a:ln>
            </p:spPr>
          </p:sp>
          <p:sp>
            <p:nvSpPr>
              <p:cNvPr id="36991" name="Line 135"/>
              <p:cNvSpPr/>
              <p:nvPr/>
            </p:nvSpPr>
            <p:spPr>
              <a:xfrm>
                <a:off x="3072" y="1704"/>
                <a:ext cx="64" cy="1"/>
              </a:xfrm>
              <a:prstGeom prst="line">
                <a:avLst/>
              </a:prstGeom>
              <a:ln w="12700" cap="flat" cmpd="sng">
                <a:solidFill>
                  <a:srgbClr val="000000"/>
                </a:solidFill>
                <a:prstDash val="solid"/>
                <a:headEnd type="none" w="med" len="med"/>
                <a:tailEnd type="none" w="med" len="med"/>
              </a:ln>
            </p:spPr>
          </p:sp>
          <p:sp>
            <p:nvSpPr>
              <p:cNvPr id="36992" name="Line 136"/>
              <p:cNvSpPr/>
              <p:nvPr/>
            </p:nvSpPr>
            <p:spPr>
              <a:xfrm>
                <a:off x="3216" y="1704"/>
                <a:ext cx="64" cy="1"/>
              </a:xfrm>
              <a:prstGeom prst="line">
                <a:avLst/>
              </a:prstGeom>
              <a:ln w="12700" cap="flat" cmpd="sng">
                <a:solidFill>
                  <a:srgbClr val="000000"/>
                </a:solidFill>
                <a:prstDash val="solid"/>
                <a:headEnd type="none" w="med" len="med"/>
                <a:tailEnd type="none" w="med" len="med"/>
              </a:ln>
            </p:spPr>
          </p:sp>
          <p:sp>
            <p:nvSpPr>
              <p:cNvPr id="36993" name="Line 137"/>
              <p:cNvSpPr/>
              <p:nvPr/>
            </p:nvSpPr>
            <p:spPr>
              <a:xfrm>
                <a:off x="3360" y="1704"/>
                <a:ext cx="64" cy="1"/>
              </a:xfrm>
              <a:prstGeom prst="line">
                <a:avLst/>
              </a:prstGeom>
              <a:ln w="12700" cap="flat" cmpd="sng">
                <a:solidFill>
                  <a:srgbClr val="000000"/>
                </a:solidFill>
                <a:prstDash val="solid"/>
                <a:headEnd type="none" w="med" len="med"/>
                <a:tailEnd type="none" w="med" len="med"/>
              </a:ln>
            </p:spPr>
          </p:sp>
          <p:sp>
            <p:nvSpPr>
              <p:cNvPr id="36994" name="Line 138"/>
              <p:cNvSpPr/>
              <p:nvPr/>
            </p:nvSpPr>
            <p:spPr>
              <a:xfrm>
                <a:off x="3504" y="1704"/>
                <a:ext cx="64" cy="1"/>
              </a:xfrm>
              <a:prstGeom prst="line">
                <a:avLst/>
              </a:prstGeom>
              <a:ln w="12700" cap="flat" cmpd="sng">
                <a:solidFill>
                  <a:srgbClr val="000000"/>
                </a:solidFill>
                <a:prstDash val="solid"/>
                <a:headEnd type="none" w="med" len="med"/>
                <a:tailEnd type="none" w="med" len="med"/>
              </a:ln>
            </p:spPr>
          </p:sp>
          <p:sp>
            <p:nvSpPr>
              <p:cNvPr id="36995" name="Line 139"/>
              <p:cNvSpPr/>
              <p:nvPr/>
            </p:nvSpPr>
            <p:spPr>
              <a:xfrm>
                <a:off x="3648" y="1704"/>
                <a:ext cx="64" cy="1"/>
              </a:xfrm>
              <a:prstGeom prst="line">
                <a:avLst/>
              </a:prstGeom>
              <a:ln w="12700" cap="flat" cmpd="sng">
                <a:solidFill>
                  <a:srgbClr val="000000"/>
                </a:solidFill>
                <a:prstDash val="solid"/>
                <a:headEnd type="none" w="med" len="med"/>
                <a:tailEnd type="none" w="med" len="med"/>
              </a:ln>
            </p:spPr>
          </p:sp>
          <p:sp>
            <p:nvSpPr>
              <p:cNvPr id="36996" name="Line 140"/>
              <p:cNvSpPr/>
              <p:nvPr/>
            </p:nvSpPr>
            <p:spPr>
              <a:xfrm>
                <a:off x="3792" y="1704"/>
                <a:ext cx="64" cy="1"/>
              </a:xfrm>
              <a:prstGeom prst="line">
                <a:avLst/>
              </a:prstGeom>
              <a:ln w="12700" cap="flat" cmpd="sng">
                <a:solidFill>
                  <a:srgbClr val="000000"/>
                </a:solidFill>
                <a:prstDash val="solid"/>
                <a:headEnd type="none" w="med" len="med"/>
                <a:tailEnd type="none" w="med" len="med"/>
              </a:ln>
            </p:spPr>
          </p:sp>
          <p:sp>
            <p:nvSpPr>
              <p:cNvPr id="36997" name="Line 141"/>
              <p:cNvSpPr/>
              <p:nvPr/>
            </p:nvSpPr>
            <p:spPr>
              <a:xfrm>
                <a:off x="3936" y="1704"/>
                <a:ext cx="64" cy="1"/>
              </a:xfrm>
              <a:prstGeom prst="line">
                <a:avLst/>
              </a:prstGeom>
              <a:ln w="12700" cap="flat" cmpd="sng">
                <a:solidFill>
                  <a:srgbClr val="000000"/>
                </a:solidFill>
                <a:prstDash val="solid"/>
                <a:headEnd type="none" w="med" len="med"/>
                <a:tailEnd type="none" w="med" len="med"/>
              </a:ln>
            </p:spPr>
          </p:sp>
          <p:sp>
            <p:nvSpPr>
              <p:cNvPr id="36998" name="Line 142"/>
              <p:cNvSpPr/>
              <p:nvPr/>
            </p:nvSpPr>
            <p:spPr>
              <a:xfrm>
                <a:off x="4080" y="1704"/>
                <a:ext cx="64" cy="1"/>
              </a:xfrm>
              <a:prstGeom prst="line">
                <a:avLst/>
              </a:prstGeom>
              <a:ln w="12700" cap="flat" cmpd="sng">
                <a:solidFill>
                  <a:srgbClr val="000000"/>
                </a:solidFill>
                <a:prstDash val="solid"/>
                <a:headEnd type="none" w="med" len="med"/>
                <a:tailEnd type="none" w="med" len="med"/>
              </a:ln>
            </p:spPr>
          </p:sp>
          <p:sp>
            <p:nvSpPr>
              <p:cNvPr id="36999" name="Line 143"/>
              <p:cNvSpPr/>
              <p:nvPr/>
            </p:nvSpPr>
            <p:spPr>
              <a:xfrm>
                <a:off x="4224" y="1704"/>
                <a:ext cx="64" cy="1"/>
              </a:xfrm>
              <a:prstGeom prst="line">
                <a:avLst/>
              </a:prstGeom>
              <a:ln w="12700" cap="flat" cmpd="sng">
                <a:solidFill>
                  <a:srgbClr val="000000"/>
                </a:solidFill>
                <a:prstDash val="solid"/>
                <a:headEnd type="none" w="med" len="med"/>
                <a:tailEnd type="none" w="med" len="med"/>
              </a:ln>
            </p:spPr>
          </p:sp>
          <p:sp>
            <p:nvSpPr>
              <p:cNvPr id="37000" name="Line 144"/>
              <p:cNvSpPr/>
              <p:nvPr/>
            </p:nvSpPr>
            <p:spPr>
              <a:xfrm>
                <a:off x="4368" y="1704"/>
                <a:ext cx="64" cy="1"/>
              </a:xfrm>
              <a:prstGeom prst="line">
                <a:avLst/>
              </a:prstGeom>
              <a:ln w="12700" cap="flat" cmpd="sng">
                <a:solidFill>
                  <a:srgbClr val="000000"/>
                </a:solidFill>
                <a:prstDash val="solid"/>
                <a:headEnd type="none" w="med" len="med"/>
                <a:tailEnd type="none" w="med" len="med"/>
              </a:ln>
            </p:spPr>
          </p:sp>
          <p:sp>
            <p:nvSpPr>
              <p:cNvPr id="37001" name="Line 145"/>
              <p:cNvSpPr/>
              <p:nvPr/>
            </p:nvSpPr>
            <p:spPr>
              <a:xfrm>
                <a:off x="4512" y="1704"/>
                <a:ext cx="64" cy="1"/>
              </a:xfrm>
              <a:prstGeom prst="line">
                <a:avLst/>
              </a:prstGeom>
              <a:ln w="12700" cap="flat" cmpd="sng">
                <a:solidFill>
                  <a:srgbClr val="000000"/>
                </a:solidFill>
                <a:prstDash val="solid"/>
                <a:headEnd type="none" w="med" len="med"/>
                <a:tailEnd type="none" w="med" len="med"/>
              </a:ln>
            </p:spPr>
          </p:sp>
          <p:sp>
            <p:nvSpPr>
              <p:cNvPr id="37002" name="Line 146"/>
              <p:cNvSpPr/>
              <p:nvPr/>
            </p:nvSpPr>
            <p:spPr>
              <a:xfrm>
                <a:off x="4656" y="1704"/>
                <a:ext cx="64" cy="1"/>
              </a:xfrm>
              <a:prstGeom prst="line">
                <a:avLst/>
              </a:prstGeom>
              <a:ln w="12700" cap="flat" cmpd="sng">
                <a:solidFill>
                  <a:srgbClr val="000000"/>
                </a:solidFill>
                <a:prstDash val="solid"/>
                <a:headEnd type="none" w="med" len="med"/>
                <a:tailEnd type="none" w="med" len="med"/>
              </a:ln>
            </p:spPr>
          </p:sp>
        </p:grpSp>
        <p:grpSp>
          <p:nvGrpSpPr>
            <p:cNvPr id="36888" name="Group 147"/>
            <p:cNvGrpSpPr/>
            <p:nvPr/>
          </p:nvGrpSpPr>
          <p:grpSpPr>
            <a:xfrm>
              <a:off x="1448" y="1528"/>
              <a:ext cx="56" cy="2584"/>
              <a:chOff x="1448" y="816"/>
              <a:chExt cx="56" cy="2584"/>
            </a:xfrm>
          </p:grpSpPr>
          <p:sp>
            <p:nvSpPr>
              <p:cNvPr id="36952" name="Freeform 148"/>
              <p:cNvSpPr/>
              <p:nvPr>
                <p:custDataLst>
                  <p:tags r:id="rId26"/>
                </p:custDataLst>
              </p:nvPr>
            </p:nvSpPr>
            <p:spPr>
              <a:xfrm>
                <a:off x="1448" y="3288"/>
                <a:ext cx="56" cy="112"/>
              </a:xfrm>
              <a:custGeom>
                <a:avLst/>
                <a:gdLst>
                  <a:gd name="txL" fmla="*/ 0 w 56"/>
                  <a:gd name="txT" fmla="*/ 0 h 112"/>
                  <a:gd name="txR" fmla="*/ 56 w 56"/>
                  <a:gd name="txB" fmla="*/ 112 h 112"/>
                </a:gdLst>
                <a:ahLst/>
                <a:cxnLst>
                  <a:cxn ang="0">
                    <a:pos x="24" y="112"/>
                  </a:cxn>
                  <a:cxn ang="0">
                    <a:pos x="0" y="0"/>
                  </a:cxn>
                  <a:cxn ang="0">
                    <a:pos x="24" y="0"/>
                  </a:cxn>
                  <a:cxn ang="0">
                    <a:pos x="56" y="0"/>
                  </a:cxn>
                  <a:cxn ang="0">
                    <a:pos x="24" y="112"/>
                  </a:cxn>
                </a:cxnLst>
                <a:rect l="txL" t="txT" r="txR" b="txB"/>
                <a:pathLst>
                  <a:path w="56" h="112">
                    <a:moveTo>
                      <a:pt x="24" y="112"/>
                    </a:moveTo>
                    <a:lnTo>
                      <a:pt x="0" y="0"/>
                    </a:lnTo>
                    <a:lnTo>
                      <a:pt x="24" y="0"/>
                    </a:lnTo>
                    <a:lnTo>
                      <a:pt x="56" y="0"/>
                    </a:lnTo>
                    <a:lnTo>
                      <a:pt x="24" y="11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6953" name="Freeform 149"/>
              <p:cNvSpPr/>
              <p:nvPr>
                <p:custDataLst>
                  <p:tags r:id="rId27"/>
                </p:custDataLst>
              </p:nvPr>
            </p:nvSpPr>
            <p:spPr>
              <a:xfrm>
                <a:off x="1448" y="816"/>
                <a:ext cx="56" cy="112"/>
              </a:xfrm>
              <a:custGeom>
                <a:avLst/>
                <a:gdLst>
                  <a:gd name="txL" fmla="*/ 0 w 56"/>
                  <a:gd name="txT" fmla="*/ 0 h 112"/>
                  <a:gd name="txR" fmla="*/ 56 w 56"/>
                  <a:gd name="txB" fmla="*/ 112 h 112"/>
                </a:gdLst>
                <a:ahLst/>
                <a:cxnLst>
                  <a:cxn ang="0">
                    <a:pos x="24" y="0"/>
                  </a:cxn>
                  <a:cxn ang="0">
                    <a:pos x="56" y="112"/>
                  </a:cxn>
                  <a:cxn ang="0">
                    <a:pos x="24" y="112"/>
                  </a:cxn>
                  <a:cxn ang="0">
                    <a:pos x="0" y="112"/>
                  </a:cxn>
                  <a:cxn ang="0">
                    <a:pos x="24" y="0"/>
                  </a:cxn>
                </a:cxnLst>
                <a:rect l="txL" t="txT" r="txR" b="txB"/>
                <a:pathLst>
                  <a:path w="56" h="112">
                    <a:moveTo>
                      <a:pt x="24" y="0"/>
                    </a:moveTo>
                    <a:lnTo>
                      <a:pt x="56" y="112"/>
                    </a:lnTo>
                    <a:lnTo>
                      <a:pt x="24" y="112"/>
                    </a:lnTo>
                    <a:lnTo>
                      <a:pt x="0" y="112"/>
                    </a:lnTo>
                    <a:lnTo>
                      <a:pt x="24" y="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6954" name="Line 150"/>
              <p:cNvSpPr/>
              <p:nvPr/>
            </p:nvSpPr>
            <p:spPr>
              <a:xfrm flipV="1">
                <a:off x="1472" y="3216"/>
                <a:ext cx="1" cy="64"/>
              </a:xfrm>
              <a:prstGeom prst="line">
                <a:avLst/>
              </a:prstGeom>
              <a:ln w="12700" cap="flat" cmpd="sng">
                <a:solidFill>
                  <a:srgbClr val="000000"/>
                </a:solidFill>
                <a:prstDash val="solid"/>
                <a:headEnd type="none" w="med" len="med"/>
                <a:tailEnd type="none" w="med" len="med"/>
              </a:ln>
            </p:spPr>
          </p:sp>
          <p:sp>
            <p:nvSpPr>
              <p:cNvPr id="36955" name="Line 151"/>
              <p:cNvSpPr/>
              <p:nvPr/>
            </p:nvSpPr>
            <p:spPr>
              <a:xfrm flipV="1">
                <a:off x="1472" y="3072"/>
                <a:ext cx="1" cy="64"/>
              </a:xfrm>
              <a:prstGeom prst="line">
                <a:avLst/>
              </a:prstGeom>
              <a:ln w="12700" cap="flat" cmpd="sng">
                <a:solidFill>
                  <a:srgbClr val="000000"/>
                </a:solidFill>
                <a:prstDash val="solid"/>
                <a:headEnd type="none" w="med" len="med"/>
                <a:tailEnd type="none" w="med" len="med"/>
              </a:ln>
            </p:spPr>
          </p:sp>
          <p:sp>
            <p:nvSpPr>
              <p:cNvPr id="36956" name="Line 152"/>
              <p:cNvSpPr/>
              <p:nvPr/>
            </p:nvSpPr>
            <p:spPr>
              <a:xfrm flipV="1">
                <a:off x="1472" y="2928"/>
                <a:ext cx="1" cy="64"/>
              </a:xfrm>
              <a:prstGeom prst="line">
                <a:avLst/>
              </a:prstGeom>
              <a:ln w="12700" cap="flat" cmpd="sng">
                <a:solidFill>
                  <a:srgbClr val="000000"/>
                </a:solidFill>
                <a:prstDash val="solid"/>
                <a:headEnd type="none" w="med" len="med"/>
                <a:tailEnd type="none" w="med" len="med"/>
              </a:ln>
            </p:spPr>
          </p:sp>
          <p:sp>
            <p:nvSpPr>
              <p:cNvPr id="36957" name="Line 153"/>
              <p:cNvSpPr/>
              <p:nvPr/>
            </p:nvSpPr>
            <p:spPr>
              <a:xfrm flipV="1">
                <a:off x="1472" y="2784"/>
                <a:ext cx="1" cy="64"/>
              </a:xfrm>
              <a:prstGeom prst="line">
                <a:avLst/>
              </a:prstGeom>
              <a:ln w="12700" cap="flat" cmpd="sng">
                <a:solidFill>
                  <a:srgbClr val="000000"/>
                </a:solidFill>
                <a:prstDash val="solid"/>
                <a:headEnd type="none" w="med" len="med"/>
                <a:tailEnd type="none" w="med" len="med"/>
              </a:ln>
            </p:spPr>
          </p:sp>
          <p:sp>
            <p:nvSpPr>
              <p:cNvPr id="36958" name="Line 154"/>
              <p:cNvSpPr/>
              <p:nvPr/>
            </p:nvSpPr>
            <p:spPr>
              <a:xfrm flipV="1">
                <a:off x="1472" y="2640"/>
                <a:ext cx="1" cy="64"/>
              </a:xfrm>
              <a:prstGeom prst="line">
                <a:avLst/>
              </a:prstGeom>
              <a:ln w="12700" cap="flat" cmpd="sng">
                <a:solidFill>
                  <a:srgbClr val="000000"/>
                </a:solidFill>
                <a:prstDash val="solid"/>
                <a:headEnd type="none" w="med" len="med"/>
                <a:tailEnd type="none" w="med" len="med"/>
              </a:ln>
            </p:spPr>
          </p:sp>
          <p:sp>
            <p:nvSpPr>
              <p:cNvPr id="36959" name="Line 155"/>
              <p:cNvSpPr/>
              <p:nvPr/>
            </p:nvSpPr>
            <p:spPr>
              <a:xfrm flipV="1">
                <a:off x="1472" y="2496"/>
                <a:ext cx="1" cy="64"/>
              </a:xfrm>
              <a:prstGeom prst="line">
                <a:avLst/>
              </a:prstGeom>
              <a:ln w="12700" cap="flat" cmpd="sng">
                <a:solidFill>
                  <a:srgbClr val="000000"/>
                </a:solidFill>
                <a:prstDash val="solid"/>
                <a:headEnd type="none" w="med" len="med"/>
                <a:tailEnd type="none" w="med" len="med"/>
              </a:ln>
            </p:spPr>
          </p:sp>
          <p:sp>
            <p:nvSpPr>
              <p:cNvPr id="36960" name="Line 156"/>
              <p:cNvSpPr/>
              <p:nvPr/>
            </p:nvSpPr>
            <p:spPr>
              <a:xfrm flipV="1">
                <a:off x="1472" y="2352"/>
                <a:ext cx="1" cy="64"/>
              </a:xfrm>
              <a:prstGeom prst="line">
                <a:avLst/>
              </a:prstGeom>
              <a:ln w="12700" cap="flat" cmpd="sng">
                <a:solidFill>
                  <a:srgbClr val="000000"/>
                </a:solidFill>
                <a:prstDash val="solid"/>
                <a:headEnd type="none" w="med" len="med"/>
                <a:tailEnd type="none" w="med" len="med"/>
              </a:ln>
            </p:spPr>
          </p:sp>
          <p:sp>
            <p:nvSpPr>
              <p:cNvPr id="36961" name="Line 157"/>
              <p:cNvSpPr/>
              <p:nvPr/>
            </p:nvSpPr>
            <p:spPr>
              <a:xfrm flipV="1">
                <a:off x="1472" y="2208"/>
                <a:ext cx="1" cy="64"/>
              </a:xfrm>
              <a:prstGeom prst="line">
                <a:avLst/>
              </a:prstGeom>
              <a:ln w="12700" cap="flat" cmpd="sng">
                <a:solidFill>
                  <a:srgbClr val="000000"/>
                </a:solidFill>
                <a:prstDash val="solid"/>
                <a:headEnd type="none" w="med" len="med"/>
                <a:tailEnd type="none" w="med" len="med"/>
              </a:ln>
            </p:spPr>
          </p:sp>
          <p:sp>
            <p:nvSpPr>
              <p:cNvPr id="36962" name="Line 158"/>
              <p:cNvSpPr/>
              <p:nvPr/>
            </p:nvSpPr>
            <p:spPr>
              <a:xfrm flipV="1">
                <a:off x="1472" y="2064"/>
                <a:ext cx="1" cy="64"/>
              </a:xfrm>
              <a:prstGeom prst="line">
                <a:avLst/>
              </a:prstGeom>
              <a:ln w="12700" cap="flat" cmpd="sng">
                <a:solidFill>
                  <a:srgbClr val="000000"/>
                </a:solidFill>
                <a:prstDash val="solid"/>
                <a:headEnd type="none" w="med" len="med"/>
                <a:tailEnd type="none" w="med" len="med"/>
              </a:ln>
            </p:spPr>
          </p:sp>
          <p:sp>
            <p:nvSpPr>
              <p:cNvPr id="36963" name="Line 159"/>
              <p:cNvSpPr/>
              <p:nvPr/>
            </p:nvSpPr>
            <p:spPr>
              <a:xfrm flipV="1">
                <a:off x="1472" y="1920"/>
                <a:ext cx="1" cy="64"/>
              </a:xfrm>
              <a:prstGeom prst="line">
                <a:avLst/>
              </a:prstGeom>
              <a:ln w="12700" cap="flat" cmpd="sng">
                <a:solidFill>
                  <a:srgbClr val="000000"/>
                </a:solidFill>
                <a:prstDash val="solid"/>
                <a:headEnd type="none" w="med" len="med"/>
                <a:tailEnd type="none" w="med" len="med"/>
              </a:ln>
            </p:spPr>
          </p:sp>
          <p:sp>
            <p:nvSpPr>
              <p:cNvPr id="36964" name="Line 160"/>
              <p:cNvSpPr/>
              <p:nvPr/>
            </p:nvSpPr>
            <p:spPr>
              <a:xfrm flipV="1">
                <a:off x="1472" y="1776"/>
                <a:ext cx="1" cy="64"/>
              </a:xfrm>
              <a:prstGeom prst="line">
                <a:avLst/>
              </a:prstGeom>
              <a:ln w="12700" cap="flat" cmpd="sng">
                <a:solidFill>
                  <a:srgbClr val="000000"/>
                </a:solidFill>
                <a:prstDash val="solid"/>
                <a:headEnd type="none" w="med" len="med"/>
                <a:tailEnd type="none" w="med" len="med"/>
              </a:ln>
            </p:spPr>
          </p:sp>
          <p:sp>
            <p:nvSpPr>
              <p:cNvPr id="36965" name="Line 161"/>
              <p:cNvSpPr/>
              <p:nvPr/>
            </p:nvSpPr>
            <p:spPr>
              <a:xfrm flipV="1">
                <a:off x="1472" y="1632"/>
                <a:ext cx="1" cy="64"/>
              </a:xfrm>
              <a:prstGeom prst="line">
                <a:avLst/>
              </a:prstGeom>
              <a:ln w="12700" cap="flat" cmpd="sng">
                <a:solidFill>
                  <a:srgbClr val="000000"/>
                </a:solidFill>
                <a:prstDash val="solid"/>
                <a:headEnd type="none" w="med" len="med"/>
                <a:tailEnd type="none" w="med" len="med"/>
              </a:ln>
            </p:spPr>
          </p:sp>
          <p:sp>
            <p:nvSpPr>
              <p:cNvPr id="36966" name="Line 162"/>
              <p:cNvSpPr/>
              <p:nvPr/>
            </p:nvSpPr>
            <p:spPr>
              <a:xfrm flipV="1">
                <a:off x="1472" y="1488"/>
                <a:ext cx="1" cy="64"/>
              </a:xfrm>
              <a:prstGeom prst="line">
                <a:avLst/>
              </a:prstGeom>
              <a:ln w="12700" cap="flat" cmpd="sng">
                <a:solidFill>
                  <a:srgbClr val="000000"/>
                </a:solidFill>
                <a:prstDash val="solid"/>
                <a:headEnd type="none" w="med" len="med"/>
                <a:tailEnd type="none" w="med" len="med"/>
              </a:ln>
            </p:spPr>
          </p:sp>
          <p:sp>
            <p:nvSpPr>
              <p:cNvPr id="36967" name="Line 163"/>
              <p:cNvSpPr/>
              <p:nvPr/>
            </p:nvSpPr>
            <p:spPr>
              <a:xfrm flipV="1">
                <a:off x="1472" y="1344"/>
                <a:ext cx="1" cy="64"/>
              </a:xfrm>
              <a:prstGeom prst="line">
                <a:avLst/>
              </a:prstGeom>
              <a:ln w="12700" cap="flat" cmpd="sng">
                <a:solidFill>
                  <a:srgbClr val="000000"/>
                </a:solidFill>
                <a:prstDash val="solid"/>
                <a:headEnd type="none" w="med" len="med"/>
                <a:tailEnd type="none" w="med" len="med"/>
              </a:ln>
            </p:spPr>
          </p:sp>
          <p:sp>
            <p:nvSpPr>
              <p:cNvPr id="36968" name="Line 164"/>
              <p:cNvSpPr/>
              <p:nvPr/>
            </p:nvSpPr>
            <p:spPr>
              <a:xfrm flipV="1">
                <a:off x="1472" y="1200"/>
                <a:ext cx="1" cy="64"/>
              </a:xfrm>
              <a:prstGeom prst="line">
                <a:avLst/>
              </a:prstGeom>
              <a:ln w="12700" cap="flat" cmpd="sng">
                <a:solidFill>
                  <a:srgbClr val="000000"/>
                </a:solidFill>
                <a:prstDash val="solid"/>
                <a:headEnd type="none" w="med" len="med"/>
                <a:tailEnd type="none" w="med" len="med"/>
              </a:ln>
            </p:spPr>
          </p:sp>
          <p:sp>
            <p:nvSpPr>
              <p:cNvPr id="36969" name="Line 165"/>
              <p:cNvSpPr/>
              <p:nvPr/>
            </p:nvSpPr>
            <p:spPr>
              <a:xfrm flipV="1">
                <a:off x="1472" y="1056"/>
                <a:ext cx="1" cy="64"/>
              </a:xfrm>
              <a:prstGeom prst="line">
                <a:avLst/>
              </a:prstGeom>
              <a:ln w="12700" cap="flat" cmpd="sng">
                <a:solidFill>
                  <a:srgbClr val="000000"/>
                </a:solidFill>
                <a:prstDash val="solid"/>
                <a:headEnd type="none" w="med" len="med"/>
                <a:tailEnd type="none" w="med" len="med"/>
              </a:ln>
            </p:spPr>
          </p:sp>
          <p:sp>
            <p:nvSpPr>
              <p:cNvPr id="36970" name="Line 166"/>
              <p:cNvSpPr/>
              <p:nvPr/>
            </p:nvSpPr>
            <p:spPr>
              <a:xfrm flipV="1">
                <a:off x="1472" y="928"/>
                <a:ext cx="1" cy="48"/>
              </a:xfrm>
              <a:prstGeom prst="line">
                <a:avLst/>
              </a:prstGeom>
              <a:ln w="12700" cap="flat" cmpd="sng">
                <a:solidFill>
                  <a:srgbClr val="000000"/>
                </a:solidFill>
                <a:prstDash val="solid"/>
                <a:headEnd type="none" w="med" len="med"/>
                <a:tailEnd type="none" w="med" len="med"/>
              </a:ln>
            </p:spPr>
          </p:sp>
        </p:grpSp>
        <p:grpSp>
          <p:nvGrpSpPr>
            <p:cNvPr id="36889" name="Group 167"/>
            <p:cNvGrpSpPr/>
            <p:nvPr/>
          </p:nvGrpSpPr>
          <p:grpSpPr>
            <a:xfrm>
              <a:off x="3840" y="1584"/>
              <a:ext cx="56" cy="2592"/>
              <a:chOff x="3840" y="872"/>
              <a:chExt cx="56" cy="2592"/>
            </a:xfrm>
          </p:grpSpPr>
          <p:sp>
            <p:nvSpPr>
              <p:cNvPr id="36933" name="Freeform 168"/>
              <p:cNvSpPr/>
              <p:nvPr>
                <p:custDataLst>
                  <p:tags r:id="rId24"/>
                </p:custDataLst>
              </p:nvPr>
            </p:nvSpPr>
            <p:spPr>
              <a:xfrm>
                <a:off x="3840" y="3344"/>
                <a:ext cx="56" cy="120"/>
              </a:xfrm>
              <a:custGeom>
                <a:avLst/>
                <a:gdLst>
                  <a:gd name="txL" fmla="*/ 0 w 56"/>
                  <a:gd name="txT" fmla="*/ 0 h 120"/>
                  <a:gd name="txR" fmla="*/ 56 w 56"/>
                  <a:gd name="txB" fmla="*/ 120 h 120"/>
                </a:gdLst>
                <a:ahLst/>
                <a:cxnLst>
                  <a:cxn ang="0">
                    <a:pos x="24" y="120"/>
                  </a:cxn>
                  <a:cxn ang="0">
                    <a:pos x="0" y="0"/>
                  </a:cxn>
                  <a:cxn ang="0">
                    <a:pos x="24" y="0"/>
                  </a:cxn>
                  <a:cxn ang="0">
                    <a:pos x="56" y="0"/>
                  </a:cxn>
                  <a:cxn ang="0">
                    <a:pos x="24" y="120"/>
                  </a:cxn>
                </a:cxnLst>
                <a:rect l="txL" t="txT" r="txR" b="txB"/>
                <a:pathLst>
                  <a:path w="56" h="120">
                    <a:moveTo>
                      <a:pt x="24" y="120"/>
                    </a:moveTo>
                    <a:lnTo>
                      <a:pt x="0" y="0"/>
                    </a:lnTo>
                    <a:lnTo>
                      <a:pt x="24" y="0"/>
                    </a:lnTo>
                    <a:lnTo>
                      <a:pt x="56" y="0"/>
                    </a:lnTo>
                    <a:lnTo>
                      <a:pt x="24" y="12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6934" name="Freeform 169"/>
              <p:cNvSpPr/>
              <p:nvPr>
                <p:custDataLst>
                  <p:tags r:id="rId25"/>
                </p:custDataLst>
              </p:nvPr>
            </p:nvSpPr>
            <p:spPr>
              <a:xfrm>
                <a:off x="3840" y="872"/>
                <a:ext cx="56" cy="112"/>
              </a:xfrm>
              <a:custGeom>
                <a:avLst/>
                <a:gdLst>
                  <a:gd name="txL" fmla="*/ 0 w 56"/>
                  <a:gd name="txT" fmla="*/ 0 h 112"/>
                  <a:gd name="txR" fmla="*/ 56 w 56"/>
                  <a:gd name="txB" fmla="*/ 112 h 112"/>
                </a:gdLst>
                <a:ahLst/>
                <a:cxnLst>
                  <a:cxn ang="0">
                    <a:pos x="24" y="0"/>
                  </a:cxn>
                  <a:cxn ang="0">
                    <a:pos x="56" y="112"/>
                  </a:cxn>
                  <a:cxn ang="0">
                    <a:pos x="24" y="112"/>
                  </a:cxn>
                  <a:cxn ang="0">
                    <a:pos x="0" y="112"/>
                  </a:cxn>
                  <a:cxn ang="0">
                    <a:pos x="24" y="0"/>
                  </a:cxn>
                </a:cxnLst>
                <a:rect l="txL" t="txT" r="txR" b="txB"/>
                <a:pathLst>
                  <a:path w="56" h="112">
                    <a:moveTo>
                      <a:pt x="24" y="0"/>
                    </a:moveTo>
                    <a:lnTo>
                      <a:pt x="56" y="112"/>
                    </a:lnTo>
                    <a:lnTo>
                      <a:pt x="24" y="112"/>
                    </a:lnTo>
                    <a:lnTo>
                      <a:pt x="0" y="112"/>
                    </a:lnTo>
                    <a:lnTo>
                      <a:pt x="24" y="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6935" name="Line 170"/>
              <p:cNvSpPr/>
              <p:nvPr/>
            </p:nvSpPr>
            <p:spPr>
              <a:xfrm flipV="1">
                <a:off x="3864" y="3272"/>
                <a:ext cx="1" cy="64"/>
              </a:xfrm>
              <a:prstGeom prst="line">
                <a:avLst/>
              </a:prstGeom>
              <a:ln w="12700" cap="flat" cmpd="sng">
                <a:solidFill>
                  <a:srgbClr val="000000"/>
                </a:solidFill>
                <a:prstDash val="solid"/>
                <a:headEnd type="none" w="med" len="med"/>
                <a:tailEnd type="none" w="med" len="med"/>
              </a:ln>
            </p:spPr>
          </p:sp>
          <p:sp>
            <p:nvSpPr>
              <p:cNvPr id="36936" name="Line 171"/>
              <p:cNvSpPr/>
              <p:nvPr/>
            </p:nvSpPr>
            <p:spPr>
              <a:xfrm flipV="1">
                <a:off x="3864" y="3128"/>
                <a:ext cx="1" cy="64"/>
              </a:xfrm>
              <a:prstGeom prst="line">
                <a:avLst/>
              </a:prstGeom>
              <a:ln w="12700" cap="flat" cmpd="sng">
                <a:solidFill>
                  <a:srgbClr val="000000"/>
                </a:solidFill>
                <a:prstDash val="solid"/>
                <a:headEnd type="none" w="med" len="med"/>
                <a:tailEnd type="none" w="med" len="med"/>
              </a:ln>
            </p:spPr>
          </p:sp>
          <p:sp>
            <p:nvSpPr>
              <p:cNvPr id="36937" name="Line 172"/>
              <p:cNvSpPr/>
              <p:nvPr/>
            </p:nvSpPr>
            <p:spPr>
              <a:xfrm flipV="1">
                <a:off x="3864" y="2984"/>
                <a:ext cx="1" cy="64"/>
              </a:xfrm>
              <a:prstGeom prst="line">
                <a:avLst/>
              </a:prstGeom>
              <a:ln w="12700" cap="flat" cmpd="sng">
                <a:solidFill>
                  <a:srgbClr val="000000"/>
                </a:solidFill>
                <a:prstDash val="solid"/>
                <a:headEnd type="none" w="med" len="med"/>
                <a:tailEnd type="none" w="med" len="med"/>
              </a:ln>
            </p:spPr>
          </p:sp>
          <p:sp>
            <p:nvSpPr>
              <p:cNvPr id="36938" name="Line 173"/>
              <p:cNvSpPr/>
              <p:nvPr/>
            </p:nvSpPr>
            <p:spPr>
              <a:xfrm flipV="1">
                <a:off x="3864" y="2840"/>
                <a:ext cx="1" cy="64"/>
              </a:xfrm>
              <a:prstGeom prst="line">
                <a:avLst/>
              </a:prstGeom>
              <a:ln w="12700" cap="flat" cmpd="sng">
                <a:solidFill>
                  <a:srgbClr val="000000"/>
                </a:solidFill>
                <a:prstDash val="solid"/>
                <a:headEnd type="none" w="med" len="med"/>
                <a:tailEnd type="none" w="med" len="med"/>
              </a:ln>
            </p:spPr>
          </p:sp>
          <p:sp>
            <p:nvSpPr>
              <p:cNvPr id="36939" name="Line 174"/>
              <p:cNvSpPr/>
              <p:nvPr/>
            </p:nvSpPr>
            <p:spPr>
              <a:xfrm flipV="1">
                <a:off x="3864" y="2696"/>
                <a:ext cx="1" cy="64"/>
              </a:xfrm>
              <a:prstGeom prst="line">
                <a:avLst/>
              </a:prstGeom>
              <a:ln w="12700" cap="flat" cmpd="sng">
                <a:solidFill>
                  <a:srgbClr val="000000"/>
                </a:solidFill>
                <a:prstDash val="solid"/>
                <a:headEnd type="none" w="med" len="med"/>
                <a:tailEnd type="none" w="med" len="med"/>
              </a:ln>
            </p:spPr>
          </p:sp>
          <p:sp>
            <p:nvSpPr>
              <p:cNvPr id="36940" name="Line 175"/>
              <p:cNvSpPr/>
              <p:nvPr/>
            </p:nvSpPr>
            <p:spPr>
              <a:xfrm flipV="1">
                <a:off x="3864" y="2552"/>
                <a:ext cx="1" cy="64"/>
              </a:xfrm>
              <a:prstGeom prst="line">
                <a:avLst/>
              </a:prstGeom>
              <a:ln w="12700" cap="flat" cmpd="sng">
                <a:solidFill>
                  <a:srgbClr val="000000"/>
                </a:solidFill>
                <a:prstDash val="solid"/>
                <a:headEnd type="none" w="med" len="med"/>
                <a:tailEnd type="none" w="med" len="med"/>
              </a:ln>
            </p:spPr>
          </p:sp>
          <p:sp>
            <p:nvSpPr>
              <p:cNvPr id="36941" name="Line 176"/>
              <p:cNvSpPr/>
              <p:nvPr/>
            </p:nvSpPr>
            <p:spPr>
              <a:xfrm flipV="1">
                <a:off x="3864" y="2408"/>
                <a:ext cx="1" cy="64"/>
              </a:xfrm>
              <a:prstGeom prst="line">
                <a:avLst/>
              </a:prstGeom>
              <a:ln w="12700" cap="flat" cmpd="sng">
                <a:solidFill>
                  <a:srgbClr val="000000"/>
                </a:solidFill>
                <a:prstDash val="solid"/>
                <a:headEnd type="none" w="med" len="med"/>
                <a:tailEnd type="none" w="med" len="med"/>
              </a:ln>
            </p:spPr>
          </p:sp>
          <p:sp>
            <p:nvSpPr>
              <p:cNvPr id="36942" name="Line 177"/>
              <p:cNvSpPr/>
              <p:nvPr/>
            </p:nvSpPr>
            <p:spPr>
              <a:xfrm flipV="1">
                <a:off x="3864" y="2264"/>
                <a:ext cx="1" cy="64"/>
              </a:xfrm>
              <a:prstGeom prst="line">
                <a:avLst/>
              </a:prstGeom>
              <a:ln w="12700" cap="flat" cmpd="sng">
                <a:solidFill>
                  <a:srgbClr val="000000"/>
                </a:solidFill>
                <a:prstDash val="solid"/>
                <a:headEnd type="none" w="med" len="med"/>
                <a:tailEnd type="none" w="med" len="med"/>
              </a:ln>
            </p:spPr>
          </p:sp>
          <p:sp>
            <p:nvSpPr>
              <p:cNvPr id="36943" name="Line 178"/>
              <p:cNvSpPr/>
              <p:nvPr/>
            </p:nvSpPr>
            <p:spPr>
              <a:xfrm flipV="1">
                <a:off x="3864" y="2120"/>
                <a:ext cx="1" cy="64"/>
              </a:xfrm>
              <a:prstGeom prst="line">
                <a:avLst/>
              </a:prstGeom>
              <a:ln w="12700" cap="flat" cmpd="sng">
                <a:solidFill>
                  <a:srgbClr val="000000"/>
                </a:solidFill>
                <a:prstDash val="solid"/>
                <a:headEnd type="none" w="med" len="med"/>
                <a:tailEnd type="none" w="med" len="med"/>
              </a:ln>
            </p:spPr>
          </p:sp>
          <p:sp>
            <p:nvSpPr>
              <p:cNvPr id="36944" name="Line 179"/>
              <p:cNvSpPr/>
              <p:nvPr/>
            </p:nvSpPr>
            <p:spPr>
              <a:xfrm flipV="1">
                <a:off x="3864" y="1976"/>
                <a:ext cx="1" cy="64"/>
              </a:xfrm>
              <a:prstGeom prst="line">
                <a:avLst/>
              </a:prstGeom>
              <a:ln w="12700" cap="flat" cmpd="sng">
                <a:solidFill>
                  <a:srgbClr val="000000"/>
                </a:solidFill>
                <a:prstDash val="solid"/>
                <a:headEnd type="none" w="med" len="med"/>
                <a:tailEnd type="none" w="med" len="med"/>
              </a:ln>
            </p:spPr>
          </p:sp>
          <p:sp>
            <p:nvSpPr>
              <p:cNvPr id="36945" name="Line 180"/>
              <p:cNvSpPr/>
              <p:nvPr/>
            </p:nvSpPr>
            <p:spPr>
              <a:xfrm flipV="1">
                <a:off x="3864" y="1832"/>
                <a:ext cx="1" cy="64"/>
              </a:xfrm>
              <a:prstGeom prst="line">
                <a:avLst/>
              </a:prstGeom>
              <a:ln w="12700" cap="flat" cmpd="sng">
                <a:solidFill>
                  <a:srgbClr val="000000"/>
                </a:solidFill>
                <a:prstDash val="solid"/>
                <a:headEnd type="none" w="med" len="med"/>
                <a:tailEnd type="none" w="med" len="med"/>
              </a:ln>
            </p:spPr>
          </p:sp>
          <p:sp>
            <p:nvSpPr>
              <p:cNvPr id="36946" name="Line 181"/>
              <p:cNvSpPr/>
              <p:nvPr/>
            </p:nvSpPr>
            <p:spPr>
              <a:xfrm flipV="1">
                <a:off x="3864" y="1688"/>
                <a:ext cx="1" cy="64"/>
              </a:xfrm>
              <a:prstGeom prst="line">
                <a:avLst/>
              </a:prstGeom>
              <a:ln w="12700" cap="flat" cmpd="sng">
                <a:solidFill>
                  <a:srgbClr val="000000"/>
                </a:solidFill>
                <a:prstDash val="solid"/>
                <a:headEnd type="none" w="med" len="med"/>
                <a:tailEnd type="none" w="med" len="med"/>
              </a:ln>
            </p:spPr>
          </p:sp>
          <p:sp>
            <p:nvSpPr>
              <p:cNvPr id="36947" name="Line 182"/>
              <p:cNvSpPr/>
              <p:nvPr/>
            </p:nvSpPr>
            <p:spPr>
              <a:xfrm flipV="1">
                <a:off x="3864" y="1544"/>
                <a:ext cx="1" cy="64"/>
              </a:xfrm>
              <a:prstGeom prst="line">
                <a:avLst/>
              </a:prstGeom>
              <a:ln w="12700" cap="flat" cmpd="sng">
                <a:solidFill>
                  <a:srgbClr val="000000"/>
                </a:solidFill>
                <a:prstDash val="solid"/>
                <a:headEnd type="none" w="med" len="med"/>
                <a:tailEnd type="none" w="med" len="med"/>
              </a:ln>
            </p:spPr>
          </p:sp>
          <p:sp>
            <p:nvSpPr>
              <p:cNvPr id="36948" name="Line 183"/>
              <p:cNvSpPr/>
              <p:nvPr/>
            </p:nvSpPr>
            <p:spPr>
              <a:xfrm flipV="1">
                <a:off x="3864" y="1400"/>
                <a:ext cx="1" cy="64"/>
              </a:xfrm>
              <a:prstGeom prst="line">
                <a:avLst/>
              </a:prstGeom>
              <a:ln w="12700" cap="flat" cmpd="sng">
                <a:solidFill>
                  <a:srgbClr val="000000"/>
                </a:solidFill>
                <a:prstDash val="solid"/>
                <a:headEnd type="none" w="med" len="med"/>
                <a:tailEnd type="none" w="med" len="med"/>
              </a:ln>
            </p:spPr>
          </p:sp>
          <p:sp>
            <p:nvSpPr>
              <p:cNvPr id="36949" name="Line 184"/>
              <p:cNvSpPr/>
              <p:nvPr/>
            </p:nvSpPr>
            <p:spPr>
              <a:xfrm flipV="1">
                <a:off x="3864" y="1256"/>
                <a:ext cx="1" cy="64"/>
              </a:xfrm>
              <a:prstGeom prst="line">
                <a:avLst/>
              </a:prstGeom>
              <a:ln w="12700" cap="flat" cmpd="sng">
                <a:solidFill>
                  <a:srgbClr val="000000"/>
                </a:solidFill>
                <a:prstDash val="solid"/>
                <a:headEnd type="none" w="med" len="med"/>
                <a:tailEnd type="none" w="med" len="med"/>
              </a:ln>
            </p:spPr>
          </p:sp>
          <p:sp>
            <p:nvSpPr>
              <p:cNvPr id="36950" name="Line 185"/>
              <p:cNvSpPr/>
              <p:nvPr/>
            </p:nvSpPr>
            <p:spPr>
              <a:xfrm flipV="1">
                <a:off x="3864" y="1112"/>
                <a:ext cx="1" cy="64"/>
              </a:xfrm>
              <a:prstGeom prst="line">
                <a:avLst/>
              </a:prstGeom>
              <a:ln w="12700" cap="flat" cmpd="sng">
                <a:solidFill>
                  <a:srgbClr val="000000"/>
                </a:solidFill>
                <a:prstDash val="solid"/>
                <a:headEnd type="none" w="med" len="med"/>
                <a:tailEnd type="none" w="med" len="med"/>
              </a:ln>
            </p:spPr>
          </p:sp>
          <p:sp>
            <p:nvSpPr>
              <p:cNvPr id="36951" name="Line 186"/>
              <p:cNvSpPr/>
              <p:nvPr/>
            </p:nvSpPr>
            <p:spPr>
              <a:xfrm flipV="1">
                <a:off x="3864" y="984"/>
                <a:ext cx="1" cy="48"/>
              </a:xfrm>
              <a:prstGeom prst="line">
                <a:avLst/>
              </a:prstGeom>
              <a:ln w="12700" cap="flat" cmpd="sng">
                <a:solidFill>
                  <a:srgbClr val="000000"/>
                </a:solidFill>
                <a:prstDash val="solid"/>
                <a:headEnd type="none" w="med" len="med"/>
                <a:tailEnd type="none" w="med" len="med"/>
              </a:ln>
            </p:spPr>
          </p:sp>
        </p:grpSp>
        <p:grpSp>
          <p:nvGrpSpPr>
            <p:cNvPr id="36890" name="Group 187"/>
            <p:cNvGrpSpPr/>
            <p:nvPr/>
          </p:nvGrpSpPr>
          <p:grpSpPr>
            <a:xfrm>
              <a:off x="2824" y="1504"/>
              <a:ext cx="56" cy="2584"/>
              <a:chOff x="2824" y="792"/>
              <a:chExt cx="56" cy="2584"/>
            </a:xfrm>
          </p:grpSpPr>
          <p:sp>
            <p:nvSpPr>
              <p:cNvPr id="36914" name="Freeform 188"/>
              <p:cNvSpPr/>
              <p:nvPr>
                <p:custDataLst>
                  <p:tags r:id="rId22"/>
                </p:custDataLst>
              </p:nvPr>
            </p:nvSpPr>
            <p:spPr>
              <a:xfrm>
                <a:off x="2824" y="3264"/>
                <a:ext cx="56" cy="112"/>
              </a:xfrm>
              <a:custGeom>
                <a:avLst/>
                <a:gdLst>
                  <a:gd name="txL" fmla="*/ 0 w 56"/>
                  <a:gd name="txT" fmla="*/ 0 h 112"/>
                  <a:gd name="txR" fmla="*/ 56 w 56"/>
                  <a:gd name="txB" fmla="*/ 112 h 112"/>
                </a:gdLst>
                <a:ahLst/>
                <a:cxnLst>
                  <a:cxn ang="0">
                    <a:pos x="24" y="112"/>
                  </a:cxn>
                  <a:cxn ang="0">
                    <a:pos x="0" y="0"/>
                  </a:cxn>
                  <a:cxn ang="0">
                    <a:pos x="24" y="0"/>
                  </a:cxn>
                  <a:cxn ang="0">
                    <a:pos x="56" y="0"/>
                  </a:cxn>
                  <a:cxn ang="0">
                    <a:pos x="24" y="112"/>
                  </a:cxn>
                </a:cxnLst>
                <a:rect l="txL" t="txT" r="txR" b="txB"/>
                <a:pathLst>
                  <a:path w="56" h="112">
                    <a:moveTo>
                      <a:pt x="24" y="112"/>
                    </a:moveTo>
                    <a:lnTo>
                      <a:pt x="0" y="0"/>
                    </a:lnTo>
                    <a:lnTo>
                      <a:pt x="24" y="0"/>
                    </a:lnTo>
                    <a:lnTo>
                      <a:pt x="56" y="0"/>
                    </a:lnTo>
                    <a:lnTo>
                      <a:pt x="24" y="11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6915" name="Freeform 189"/>
              <p:cNvSpPr/>
              <p:nvPr>
                <p:custDataLst>
                  <p:tags r:id="rId23"/>
                </p:custDataLst>
              </p:nvPr>
            </p:nvSpPr>
            <p:spPr>
              <a:xfrm>
                <a:off x="2824" y="792"/>
                <a:ext cx="56" cy="112"/>
              </a:xfrm>
              <a:custGeom>
                <a:avLst/>
                <a:gdLst>
                  <a:gd name="txL" fmla="*/ 0 w 56"/>
                  <a:gd name="txT" fmla="*/ 0 h 112"/>
                  <a:gd name="txR" fmla="*/ 56 w 56"/>
                  <a:gd name="txB" fmla="*/ 112 h 112"/>
                </a:gdLst>
                <a:ahLst/>
                <a:cxnLst>
                  <a:cxn ang="0">
                    <a:pos x="24" y="0"/>
                  </a:cxn>
                  <a:cxn ang="0">
                    <a:pos x="56" y="112"/>
                  </a:cxn>
                  <a:cxn ang="0">
                    <a:pos x="24" y="112"/>
                  </a:cxn>
                  <a:cxn ang="0">
                    <a:pos x="0" y="112"/>
                  </a:cxn>
                  <a:cxn ang="0">
                    <a:pos x="24" y="0"/>
                  </a:cxn>
                </a:cxnLst>
                <a:rect l="txL" t="txT" r="txR" b="txB"/>
                <a:pathLst>
                  <a:path w="56" h="112">
                    <a:moveTo>
                      <a:pt x="24" y="0"/>
                    </a:moveTo>
                    <a:lnTo>
                      <a:pt x="56" y="112"/>
                    </a:lnTo>
                    <a:lnTo>
                      <a:pt x="24" y="112"/>
                    </a:lnTo>
                    <a:lnTo>
                      <a:pt x="0" y="112"/>
                    </a:lnTo>
                    <a:lnTo>
                      <a:pt x="24" y="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6916" name="Line 190"/>
              <p:cNvSpPr/>
              <p:nvPr/>
            </p:nvSpPr>
            <p:spPr>
              <a:xfrm flipV="1">
                <a:off x="2848" y="3192"/>
                <a:ext cx="1" cy="64"/>
              </a:xfrm>
              <a:prstGeom prst="line">
                <a:avLst/>
              </a:prstGeom>
              <a:ln w="12700" cap="flat" cmpd="sng">
                <a:solidFill>
                  <a:srgbClr val="000000"/>
                </a:solidFill>
                <a:prstDash val="solid"/>
                <a:headEnd type="none" w="med" len="med"/>
                <a:tailEnd type="none" w="med" len="med"/>
              </a:ln>
            </p:spPr>
          </p:sp>
          <p:sp>
            <p:nvSpPr>
              <p:cNvPr id="36917" name="Line 191"/>
              <p:cNvSpPr/>
              <p:nvPr/>
            </p:nvSpPr>
            <p:spPr>
              <a:xfrm flipV="1">
                <a:off x="2848" y="3048"/>
                <a:ext cx="1" cy="64"/>
              </a:xfrm>
              <a:prstGeom prst="line">
                <a:avLst/>
              </a:prstGeom>
              <a:ln w="12700" cap="flat" cmpd="sng">
                <a:solidFill>
                  <a:srgbClr val="000000"/>
                </a:solidFill>
                <a:prstDash val="solid"/>
                <a:headEnd type="none" w="med" len="med"/>
                <a:tailEnd type="none" w="med" len="med"/>
              </a:ln>
            </p:spPr>
          </p:sp>
          <p:sp>
            <p:nvSpPr>
              <p:cNvPr id="36918" name="Line 192"/>
              <p:cNvSpPr/>
              <p:nvPr/>
            </p:nvSpPr>
            <p:spPr>
              <a:xfrm flipV="1">
                <a:off x="2848" y="2904"/>
                <a:ext cx="1" cy="64"/>
              </a:xfrm>
              <a:prstGeom prst="line">
                <a:avLst/>
              </a:prstGeom>
              <a:ln w="12700" cap="flat" cmpd="sng">
                <a:solidFill>
                  <a:srgbClr val="000000"/>
                </a:solidFill>
                <a:prstDash val="solid"/>
                <a:headEnd type="none" w="med" len="med"/>
                <a:tailEnd type="none" w="med" len="med"/>
              </a:ln>
            </p:spPr>
          </p:sp>
          <p:sp>
            <p:nvSpPr>
              <p:cNvPr id="36919" name="Line 193"/>
              <p:cNvSpPr/>
              <p:nvPr/>
            </p:nvSpPr>
            <p:spPr>
              <a:xfrm flipV="1">
                <a:off x="2848" y="2760"/>
                <a:ext cx="1" cy="64"/>
              </a:xfrm>
              <a:prstGeom prst="line">
                <a:avLst/>
              </a:prstGeom>
              <a:ln w="12700" cap="flat" cmpd="sng">
                <a:solidFill>
                  <a:srgbClr val="000000"/>
                </a:solidFill>
                <a:prstDash val="solid"/>
                <a:headEnd type="none" w="med" len="med"/>
                <a:tailEnd type="none" w="med" len="med"/>
              </a:ln>
            </p:spPr>
          </p:sp>
          <p:sp>
            <p:nvSpPr>
              <p:cNvPr id="36920" name="Line 194"/>
              <p:cNvSpPr/>
              <p:nvPr/>
            </p:nvSpPr>
            <p:spPr>
              <a:xfrm flipV="1">
                <a:off x="2848" y="2616"/>
                <a:ext cx="1" cy="64"/>
              </a:xfrm>
              <a:prstGeom prst="line">
                <a:avLst/>
              </a:prstGeom>
              <a:ln w="12700" cap="flat" cmpd="sng">
                <a:solidFill>
                  <a:srgbClr val="000000"/>
                </a:solidFill>
                <a:prstDash val="solid"/>
                <a:headEnd type="none" w="med" len="med"/>
                <a:tailEnd type="none" w="med" len="med"/>
              </a:ln>
            </p:spPr>
          </p:sp>
          <p:sp>
            <p:nvSpPr>
              <p:cNvPr id="36921" name="Line 195"/>
              <p:cNvSpPr/>
              <p:nvPr/>
            </p:nvSpPr>
            <p:spPr>
              <a:xfrm flipV="1">
                <a:off x="2848" y="2472"/>
                <a:ext cx="1" cy="64"/>
              </a:xfrm>
              <a:prstGeom prst="line">
                <a:avLst/>
              </a:prstGeom>
              <a:ln w="12700" cap="flat" cmpd="sng">
                <a:solidFill>
                  <a:srgbClr val="000000"/>
                </a:solidFill>
                <a:prstDash val="solid"/>
                <a:headEnd type="none" w="med" len="med"/>
                <a:tailEnd type="none" w="med" len="med"/>
              </a:ln>
            </p:spPr>
          </p:sp>
          <p:sp>
            <p:nvSpPr>
              <p:cNvPr id="36922" name="Line 196"/>
              <p:cNvSpPr/>
              <p:nvPr/>
            </p:nvSpPr>
            <p:spPr>
              <a:xfrm flipV="1">
                <a:off x="2848" y="2328"/>
                <a:ext cx="1" cy="64"/>
              </a:xfrm>
              <a:prstGeom prst="line">
                <a:avLst/>
              </a:prstGeom>
              <a:ln w="12700" cap="flat" cmpd="sng">
                <a:solidFill>
                  <a:srgbClr val="000000"/>
                </a:solidFill>
                <a:prstDash val="solid"/>
                <a:headEnd type="none" w="med" len="med"/>
                <a:tailEnd type="none" w="med" len="med"/>
              </a:ln>
            </p:spPr>
          </p:sp>
          <p:sp>
            <p:nvSpPr>
              <p:cNvPr id="36923" name="Line 197"/>
              <p:cNvSpPr/>
              <p:nvPr/>
            </p:nvSpPr>
            <p:spPr>
              <a:xfrm flipV="1">
                <a:off x="2848" y="2184"/>
                <a:ext cx="1" cy="64"/>
              </a:xfrm>
              <a:prstGeom prst="line">
                <a:avLst/>
              </a:prstGeom>
              <a:ln w="12700" cap="flat" cmpd="sng">
                <a:solidFill>
                  <a:srgbClr val="000000"/>
                </a:solidFill>
                <a:prstDash val="solid"/>
                <a:headEnd type="none" w="med" len="med"/>
                <a:tailEnd type="none" w="med" len="med"/>
              </a:ln>
            </p:spPr>
          </p:sp>
          <p:sp>
            <p:nvSpPr>
              <p:cNvPr id="36924" name="Line 198"/>
              <p:cNvSpPr/>
              <p:nvPr/>
            </p:nvSpPr>
            <p:spPr>
              <a:xfrm flipV="1">
                <a:off x="2848" y="2040"/>
                <a:ext cx="1" cy="64"/>
              </a:xfrm>
              <a:prstGeom prst="line">
                <a:avLst/>
              </a:prstGeom>
              <a:ln w="12700" cap="flat" cmpd="sng">
                <a:solidFill>
                  <a:srgbClr val="000000"/>
                </a:solidFill>
                <a:prstDash val="solid"/>
                <a:headEnd type="none" w="med" len="med"/>
                <a:tailEnd type="none" w="med" len="med"/>
              </a:ln>
            </p:spPr>
          </p:sp>
          <p:sp>
            <p:nvSpPr>
              <p:cNvPr id="36925" name="Line 199"/>
              <p:cNvSpPr/>
              <p:nvPr/>
            </p:nvSpPr>
            <p:spPr>
              <a:xfrm flipV="1">
                <a:off x="2848" y="1896"/>
                <a:ext cx="1" cy="64"/>
              </a:xfrm>
              <a:prstGeom prst="line">
                <a:avLst/>
              </a:prstGeom>
              <a:ln w="12700" cap="flat" cmpd="sng">
                <a:solidFill>
                  <a:srgbClr val="000000"/>
                </a:solidFill>
                <a:prstDash val="solid"/>
                <a:headEnd type="none" w="med" len="med"/>
                <a:tailEnd type="none" w="med" len="med"/>
              </a:ln>
            </p:spPr>
          </p:sp>
          <p:sp>
            <p:nvSpPr>
              <p:cNvPr id="36926" name="Line 200"/>
              <p:cNvSpPr/>
              <p:nvPr/>
            </p:nvSpPr>
            <p:spPr>
              <a:xfrm flipV="1">
                <a:off x="2848" y="1752"/>
                <a:ext cx="1" cy="64"/>
              </a:xfrm>
              <a:prstGeom prst="line">
                <a:avLst/>
              </a:prstGeom>
              <a:ln w="12700" cap="flat" cmpd="sng">
                <a:solidFill>
                  <a:srgbClr val="000000"/>
                </a:solidFill>
                <a:prstDash val="solid"/>
                <a:headEnd type="none" w="med" len="med"/>
                <a:tailEnd type="none" w="med" len="med"/>
              </a:ln>
            </p:spPr>
          </p:sp>
          <p:sp>
            <p:nvSpPr>
              <p:cNvPr id="36927" name="Line 201"/>
              <p:cNvSpPr/>
              <p:nvPr/>
            </p:nvSpPr>
            <p:spPr>
              <a:xfrm flipV="1">
                <a:off x="2848" y="1608"/>
                <a:ext cx="1" cy="64"/>
              </a:xfrm>
              <a:prstGeom prst="line">
                <a:avLst/>
              </a:prstGeom>
              <a:ln w="12700" cap="flat" cmpd="sng">
                <a:solidFill>
                  <a:srgbClr val="000000"/>
                </a:solidFill>
                <a:prstDash val="solid"/>
                <a:headEnd type="none" w="med" len="med"/>
                <a:tailEnd type="none" w="med" len="med"/>
              </a:ln>
            </p:spPr>
          </p:sp>
          <p:sp>
            <p:nvSpPr>
              <p:cNvPr id="36928" name="Line 202"/>
              <p:cNvSpPr/>
              <p:nvPr/>
            </p:nvSpPr>
            <p:spPr>
              <a:xfrm flipV="1">
                <a:off x="2848" y="1464"/>
                <a:ext cx="1" cy="64"/>
              </a:xfrm>
              <a:prstGeom prst="line">
                <a:avLst/>
              </a:prstGeom>
              <a:ln w="12700" cap="flat" cmpd="sng">
                <a:solidFill>
                  <a:srgbClr val="000000"/>
                </a:solidFill>
                <a:prstDash val="solid"/>
                <a:headEnd type="none" w="med" len="med"/>
                <a:tailEnd type="none" w="med" len="med"/>
              </a:ln>
            </p:spPr>
          </p:sp>
          <p:sp>
            <p:nvSpPr>
              <p:cNvPr id="36929" name="Line 203"/>
              <p:cNvSpPr/>
              <p:nvPr/>
            </p:nvSpPr>
            <p:spPr>
              <a:xfrm flipV="1">
                <a:off x="2848" y="1320"/>
                <a:ext cx="1" cy="64"/>
              </a:xfrm>
              <a:prstGeom prst="line">
                <a:avLst/>
              </a:prstGeom>
              <a:ln w="12700" cap="flat" cmpd="sng">
                <a:solidFill>
                  <a:srgbClr val="000000"/>
                </a:solidFill>
                <a:prstDash val="solid"/>
                <a:headEnd type="none" w="med" len="med"/>
                <a:tailEnd type="none" w="med" len="med"/>
              </a:ln>
            </p:spPr>
          </p:sp>
          <p:sp>
            <p:nvSpPr>
              <p:cNvPr id="36930" name="Line 204"/>
              <p:cNvSpPr/>
              <p:nvPr/>
            </p:nvSpPr>
            <p:spPr>
              <a:xfrm flipV="1">
                <a:off x="2848" y="1176"/>
                <a:ext cx="1" cy="64"/>
              </a:xfrm>
              <a:prstGeom prst="line">
                <a:avLst/>
              </a:prstGeom>
              <a:ln w="12700" cap="flat" cmpd="sng">
                <a:solidFill>
                  <a:srgbClr val="000000"/>
                </a:solidFill>
                <a:prstDash val="solid"/>
                <a:headEnd type="none" w="med" len="med"/>
                <a:tailEnd type="none" w="med" len="med"/>
              </a:ln>
            </p:spPr>
          </p:sp>
          <p:sp>
            <p:nvSpPr>
              <p:cNvPr id="36931" name="Line 205"/>
              <p:cNvSpPr/>
              <p:nvPr/>
            </p:nvSpPr>
            <p:spPr>
              <a:xfrm flipV="1">
                <a:off x="2848" y="1032"/>
                <a:ext cx="1" cy="64"/>
              </a:xfrm>
              <a:prstGeom prst="line">
                <a:avLst/>
              </a:prstGeom>
              <a:ln w="12700" cap="flat" cmpd="sng">
                <a:solidFill>
                  <a:srgbClr val="000000"/>
                </a:solidFill>
                <a:prstDash val="solid"/>
                <a:headEnd type="none" w="med" len="med"/>
                <a:tailEnd type="none" w="med" len="med"/>
              </a:ln>
            </p:spPr>
          </p:sp>
          <p:sp>
            <p:nvSpPr>
              <p:cNvPr id="36932" name="Line 206"/>
              <p:cNvSpPr/>
              <p:nvPr/>
            </p:nvSpPr>
            <p:spPr>
              <a:xfrm flipV="1">
                <a:off x="2848" y="904"/>
                <a:ext cx="1" cy="48"/>
              </a:xfrm>
              <a:prstGeom prst="line">
                <a:avLst/>
              </a:prstGeom>
              <a:ln w="12700" cap="flat" cmpd="sng">
                <a:solidFill>
                  <a:srgbClr val="000000"/>
                </a:solidFill>
                <a:prstDash val="solid"/>
                <a:headEnd type="none" w="med" len="med"/>
                <a:tailEnd type="none" w="med" len="med"/>
              </a:ln>
            </p:spPr>
          </p:sp>
        </p:grpSp>
        <p:sp>
          <p:nvSpPr>
            <p:cNvPr id="36891" name="Rectangle 207"/>
            <p:cNvSpPr/>
            <p:nvPr/>
          </p:nvSpPr>
          <p:spPr>
            <a:xfrm>
              <a:off x="544" y="3352"/>
              <a:ext cx="85" cy="174"/>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e</a:t>
              </a:r>
            </a:p>
          </p:txBody>
        </p:sp>
        <p:sp>
          <p:nvSpPr>
            <p:cNvPr id="36892" name="Rectangle 208"/>
            <p:cNvSpPr/>
            <p:nvPr/>
          </p:nvSpPr>
          <p:spPr>
            <a:xfrm>
              <a:off x="556" y="2472"/>
              <a:ext cx="59" cy="174"/>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f</a:t>
              </a:r>
            </a:p>
          </p:txBody>
        </p:sp>
        <p:sp>
          <p:nvSpPr>
            <p:cNvPr id="36893" name="Rectangle 209"/>
            <p:cNvSpPr/>
            <p:nvPr/>
          </p:nvSpPr>
          <p:spPr>
            <a:xfrm>
              <a:off x="556" y="2032"/>
              <a:ext cx="97" cy="174"/>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g</a:t>
              </a:r>
            </a:p>
          </p:txBody>
        </p:sp>
        <p:sp>
          <p:nvSpPr>
            <p:cNvPr id="36894" name="Oval 210"/>
            <p:cNvSpPr/>
            <p:nvPr>
              <p:custDataLst>
                <p:tags r:id="rId2"/>
              </p:custDataLst>
            </p:nvPr>
          </p:nvSpPr>
          <p:spPr>
            <a:xfrm>
              <a:off x="1996" y="2172"/>
              <a:ext cx="64" cy="64"/>
            </a:xfrm>
            <a:prstGeom prst="ellipse">
              <a:avLst/>
            </a:prstGeom>
            <a:blipFill rotWithShape="0">
              <a:blip r:embed="rId40"/>
            </a:blip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36895" name="Oval 211"/>
            <p:cNvSpPr/>
            <p:nvPr>
              <p:custDataLst>
                <p:tags r:id="rId3"/>
              </p:custDataLst>
            </p:nvPr>
          </p:nvSpPr>
          <p:spPr>
            <a:xfrm>
              <a:off x="1196" y="2780"/>
              <a:ext cx="64" cy="64"/>
            </a:xfrm>
            <a:prstGeom prst="ellipse">
              <a:avLst/>
            </a:prstGeom>
            <a:blipFill rotWithShape="0">
              <a:blip r:embed="rId40"/>
            </a:blip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36896" name="Oval 212"/>
            <p:cNvSpPr/>
            <p:nvPr>
              <p:custDataLst>
                <p:tags r:id="rId4"/>
              </p:custDataLst>
            </p:nvPr>
          </p:nvSpPr>
          <p:spPr>
            <a:xfrm>
              <a:off x="3500" y="2908"/>
              <a:ext cx="64" cy="64"/>
            </a:xfrm>
            <a:prstGeom prst="ellipse">
              <a:avLst/>
            </a:prstGeom>
            <a:blipFill rotWithShape="0">
              <a:blip r:embed="rId40"/>
            </a:blip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36897" name="Oval 213"/>
            <p:cNvSpPr/>
            <p:nvPr>
              <p:custDataLst>
                <p:tags r:id="rId5"/>
              </p:custDataLst>
            </p:nvPr>
          </p:nvSpPr>
          <p:spPr>
            <a:xfrm>
              <a:off x="816" y="2592"/>
              <a:ext cx="64" cy="64"/>
            </a:xfrm>
            <a:prstGeom prst="ellipse">
              <a:avLst/>
            </a:prstGeom>
            <a:solidFill>
              <a:srgbClr val="FF00FF"/>
            </a:solid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36898" name="Oval 214"/>
            <p:cNvSpPr/>
            <p:nvPr>
              <p:custDataLst>
                <p:tags r:id="rId6"/>
              </p:custDataLst>
            </p:nvPr>
          </p:nvSpPr>
          <p:spPr>
            <a:xfrm>
              <a:off x="3360" y="1776"/>
              <a:ext cx="64" cy="64"/>
            </a:xfrm>
            <a:prstGeom prst="ellipse">
              <a:avLst/>
            </a:prstGeom>
            <a:solidFill>
              <a:srgbClr val="FF00FF"/>
            </a:solid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36899" name="Oval 215"/>
            <p:cNvSpPr/>
            <p:nvPr>
              <p:custDataLst>
                <p:tags r:id="rId7"/>
              </p:custDataLst>
            </p:nvPr>
          </p:nvSpPr>
          <p:spPr>
            <a:xfrm>
              <a:off x="3312" y="3456"/>
              <a:ext cx="64" cy="64"/>
            </a:xfrm>
            <a:prstGeom prst="ellipse">
              <a:avLst/>
            </a:prstGeom>
            <a:solidFill>
              <a:srgbClr val="FF00FF"/>
            </a:solid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36900" name="Oval 216"/>
            <p:cNvSpPr/>
            <p:nvPr>
              <p:custDataLst>
                <p:tags r:id="rId8"/>
              </p:custDataLst>
            </p:nvPr>
          </p:nvSpPr>
          <p:spPr>
            <a:xfrm>
              <a:off x="1248" y="2112"/>
              <a:ext cx="64" cy="64"/>
            </a:xfrm>
            <a:prstGeom prst="ellipse">
              <a:avLst/>
            </a:prstGeom>
            <a:solidFill>
              <a:srgbClr val="00FF00"/>
            </a:solid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36901" name="Oval 217"/>
            <p:cNvSpPr/>
            <p:nvPr>
              <p:custDataLst>
                <p:tags r:id="rId9"/>
              </p:custDataLst>
            </p:nvPr>
          </p:nvSpPr>
          <p:spPr>
            <a:xfrm>
              <a:off x="2400" y="2784"/>
              <a:ext cx="64" cy="64"/>
            </a:xfrm>
            <a:prstGeom prst="ellipse">
              <a:avLst/>
            </a:prstGeom>
            <a:solidFill>
              <a:srgbClr val="00FF00"/>
            </a:solid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36902" name="Oval 218"/>
            <p:cNvSpPr/>
            <p:nvPr>
              <p:custDataLst>
                <p:tags r:id="rId10"/>
              </p:custDataLst>
            </p:nvPr>
          </p:nvSpPr>
          <p:spPr>
            <a:xfrm>
              <a:off x="3504" y="2112"/>
              <a:ext cx="64" cy="64"/>
            </a:xfrm>
            <a:prstGeom prst="ellipse">
              <a:avLst/>
            </a:prstGeom>
            <a:solidFill>
              <a:srgbClr val="00FF00"/>
            </a:solid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36903" name="Oval 219"/>
            <p:cNvSpPr/>
            <p:nvPr>
              <p:custDataLst>
                <p:tags r:id="rId11"/>
              </p:custDataLst>
            </p:nvPr>
          </p:nvSpPr>
          <p:spPr>
            <a:xfrm>
              <a:off x="816" y="1824"/>
              <a:ext cx="64" cy="64"/>
            </a:xfrm>
            <a:prstGeom prst="ellipse">
              <a:avLst/>
            </a:prstGeom>
            <a:solidFill>
              <a:srgbClr val="FF9900"/>
            </a:solid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36904" name="Oval 220"/>
            <p:cNvSpPr/>
            <p:nvPr>
              <p:custDataLst>
                <p:tags r:id="rId12"/>
              </p:custDataLst>
            </p:nvPr>
          </p:nvSpPr>
          <p:spPr>
            <a:xfrm>
              <a:off x="752" y="2128"/>
              <a:ext cx="64" cy="64"/>
            </a:xfrm>
            <a:prstGeom prst="ellipse">
              <a:avLst/>
            </a:prstGeom>
            <a:solidFill>
              <a:srgbClr val="FF9900"/>
            </a:solid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36905" name="Oval 221"/>
            <p:cNvSpPr/>
            <p:nvPr>
              <p:custDataLst>
                <p:tags r:id="rId13"/>
              </p:custDataLst>
            </p:nvPr>
          </p:nvSpPr>
          <p:spPr>
            <a:xfrm>
              <a:off x="816" y="3408"/>
              <a:ext cx="64" cy="64"/>
            </a:xfrm>
            <a:prstGeom prst="ellipse">
              <a:avLst/>
            </a:prstGeom>
            <a:solidFill>
              <a:srgbClr val="FF9900"/>
            </a:solid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36906" name="Oval 222"/>
            <p:cNvSpPr/>
            <p:nvPr>
              <p:custDataLst>
                <p:tags r:id="rId14"/>
              </p:custDataLst>
            </p:nvPr>
          </p:nvSpPr>
          <p:spPr>
            <a:xfrm>
              <a:off x="1296" y="3360"/>
              <a:ext cx="64" cy="64"/>
            </a:xfrm>
            <a:prstGeom prst="ellipse">
              <a:avLst/>
            </a:prstGeom>
            <a:solidFill>
              <a:srgbClr val="FF9900"/>
            </a:solid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36907" name="Oval 223"/>
            <p:cNvSpPr/>
            <p:nvPr>
              <p:custDataLst>
                <p:tags r:id="rId15"/>
              </p:custDataLst>
            </p:nvPr>
          </p:nvSpPr>
          <p:spPr>
            <a:xfrm>
              <a:off x="1824" y="3504"/>
              <a:ext cx="64" cy="64"/>
            </a:xfrm>
            <a:prstGeom prst="ellipse">
              <a:avLst/>
            </a:prstGeom>
            <a:solidFill>
              <a:srgbClr val="FF9900"/>
            </a:solid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36908" name="Oval 224"/>
            <p:cNvSpPr/>
            <p:nvPr>
              <p:custDataLst>
                <p:tags r:id="rId16"/>
              </p:custDataLst>
            </p:nvPr>
          </p:nvSpPr>
          <p:spPr>
            <a:xfrm>
              <a:off x="2304" y="1776"/>
              <a:ext cx="64" cy="64"/>
            </a:xfrm>
            <a:prstGeom prst="ellipse">
              <a:avLst/>
            </a:prstGeom>
            <a:solidFill>
              <a:srgbClr val="FF9900"/>
            </a:solid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36909" name="Oval 225"/>
            <p:cNvSpPr/>
            <p:nvPr>
              <p:custDataLst>
                <p:tags r:id="rId17"/>
              </p:custDataLst>
            </p:nvPr>
          </p:nvSpPr>
          <p:spPr>
            <a:xfrm>
              <a:off x="1200" y="1728"/>
              <a:ext cx="64" cy="64"/>
            </a:xfrm>
            <a:prstGeom prst="ellipse">
              <a:avLst/>
            </a:prstGeom>
            <a:solidFill>
              <a:srgbClr val="FF9900"/>
            </a:solid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36910" name="Oval 226"/>
            <p:cNvSpPr/>
            <p:nvPr>
              <p:custDataLst>
                <p:tags r:id="rId18"/>
              </p:custDataLst>
            </p:nvPr>
          </p:nvSpPr>
          <p:spPr>
            <a:xfrm>
              <a:off x="3936" y="3552"/>
              <a:ext cx="64" cy="64"/>
            </a:xfrm>
            <a:prstGeom prst="ellipse">
              <a:avLst/>
            </a:prstGeom>
            <a:solidFill>
              <a:srgbClr val="FF9900"/>
            </a:solid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36911" name="Oval 227"/>
            <p:cNvSpPr/>
            <p:nvPr>
              <p:custDataLst>
                <p:tags r:id="rId19"/>
              </p:custDataLst>
            </p:nvPr>
          </p:nvSpPr>
          <p:spPr>
            <a:xfrm>
              <a:off x="3936" y="2928"/>
              <a:ext cx="64" cy="64"/>
            </a:xfrm>
            <a:prstGeom prst="ellipse">
              <a:avLst/>
            </a:prstGeom>
            <a:solidFill>
              <a:srgbClr val="FF9900"/>
            </a:solid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36912" name="Oval 228"/>
            <p:cNvSpPr/>
            <p:nvPr>
              <p:custDataLst>
                <p:tags r:id="rId20"/>
              </p:custDataLst>
            </p:nvPr>
          </p:nvSpPr>
          <p:spPr>
            <a:xfrm>
              <a:off x="4032" y="1776"/>
              <a:ext cx="64" cy="64"/>
            </a:xfrm>
            <a:prstGeom prst="ellipse">
              <a:avLst/>
            </a:prstGeom>
            <a:solidFill>
              <a:srgbClr val="FF9900"/>
            </a:solid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36913" name="Oval 229"/>
            <p:cNvSpPr/>
            <p:nvPr>
              <p:custDataLst>
                <p:tags r:id="rId21"/>
              </p:custDataLst>
            </p:nvPr>
          </p:nvSpPr>
          <p:spPr>
            <a:xfrm>
              <a:off x="3936" y="2208"/>
              <a:ext cx="64" cy="64"/>
            </a:xfrm>
            <a:prstGeom prst="ellipse">
              <a:avLst/>
            </a:prstGeom>
            <a:solidFill>
              <a:srgbClr val="FF00FF"/>
            </a:solid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grpSp>
      <p:sp>
        <p:nvSpPr>
          <p:cNvPr id="264194" name="Rectangle 2"/>
          <p:cNvSpPr>
            <a:spLocks noGrp="1" noChangeArrowheads="1"/>
          </p:cNvSpPr>
          <p:nvPr>
            <p:ph type="title"/>
          </p:nvPr>
        </p:nvSpPr>
        <p:spPr>
          <a:xfrm>
            <a:off x="1439704" y="303848"/>
            <a:ext cx="5617369" cy="756285"/>
          </a:xfrm>
          <a:noFill/>
          <a:ln>
            <a:noFill/>
          </a:ln>
          <a:extLst>
            <a:ext uri="{909E8E84-426E-40DD-AFC4-6F175D3DCCD1}">
              <a14:hiddenFill xmlns:a14="http://schemas.microsoft.com/office/drawing/2010/main">
                <a:solidFill>
                  <a:srgbClr val="FFCC00"/>
                </a:solidFill>
              </a14:hiddenFill>
            </a:ext>
          </a:extLst>
        </p:spPr>
        <p:txBody>
          <a:bodyPr vert="horz" wrap="square" lIns="68580" tIns="34290" rIns="68580" bIns="34290" numCol="1" rtlCol="0" anchor="ctr" anchorCtr="0" compatLnSpc="1">
            <a:normAutofit/>
          </a:bodyPr>
          <a:lstStyle/>
          <a:p>
            <a:pPr algn="just" eaLnBrk="0" fontAlgn="base" hangingPunct="0">
              <a:lnSpc>
                <a:spcPct val="100000"/>
              </a:lnSpc>
              <a:buClrTx/>
            </a:pPr>
            <a:r>
              <a:rPr kumimoji="0" lang="zh-CN" altLang="en-US" sz="2925">
                <a:solidFill>
                  <a:schemeClr val="accent1">
                    <a:lumMod val="75000"/>
                  </a:schemeClr>
                </a:solidFill>
                <a:latin typeface="微软雅黑" panose="020B0503020204020204" charset="-122"/>
                <a:cs typeface="微软雅黑" panose="020B0503020204020204" charset="-122"/>
              </a:rPr>
              <a:t>测试用例设计</a:t>
            </a:r>
            <a:r>
              <a:rPr kumimoji="0" sz="2925">
                <a:solidFill>
                  <a:schemeClr val="accent1">
                    <a:lumMod val="75000"/>
                  </a:schemeClr>
                </a:solidFill>
                <a:latin typeface="微软雅黑" panose="020B0503020204020204" charset="-122"/>
                <a:cs typeface="微软雅黑" panose="020B0503020204020204" charset="-122"/>
              </a:rPr>
              <a:t>--</a:t>
            </a:r>
            <a:r>
              <a:rPr kumimoji="0" lang="zh-CN" altLang="en-US" sz="2925">
                <a:solidFill>
                  <a:schemeClr val="accent1">
                    <a:lumMod val="75000"/>
                  </a:schemeClr>
                </a:solidFill>
                <a:latin typeface="微软雅黑" panose="020B0503020204020204" charset="-122"/>
                <a:cs typeface="微软雅黑" panose="020B0503020204020204" charset="-122"/>
              </a:rPr>
              <a:t>强健壮等价类</a:t>
            </a:r>
          </a:p>
        </p:txBody>
      </p:sp>
      <p:sp>
        <p:nvSpPr>
          <p:cNvPr id="2" name="日期占位符 1"/>
          <p:cNvSpPr>
            <a:spLocks noGrp="1"/>
          </p:cNvSpPr>
          <p:nvPr>
            <p:ph type="dt" sz="half" idx="10"/>
          </p:nvPr>
        </p:nvSpPr>
        <p:spPr/>
        <p:txBody>
          <a:bodyPr/>
          <a:lstStyle/>
          <a:p>
            <a:fld id="{760FBDFE-C587-4B4C-A407-44438C67B59E}" type="datetime1">
              <a:rPr lang="zh-CN" altLang="en-US" smtClean="0">
                <a:latin typeface="微软雅黑" panose="020B0503020204020204" charset="-122"/>
                <a:ea typeface="微软雅黑" panose="020B0503020204020204" charset="-122"/>
              </a:rPr>
              <a:t>2024/3/12</a:t>
            </a:fld>
            <a:endParaRPr lang="zh-CN" altLang="en-US">
              <a:latin typeface="微软雅黑" panose="020B0503020204020204" charset="-122"/>
              <a:ea typeface="微软雅黑" panose="020B0503020204020204" charset="-122"/>
            </a:endParaRPr>
          </a:p>
        </p:txBody>
      </p:sp>
      <p:sp>
        <p:nvSpPr>
          <p:cNvPr id="3" name="灯片编号占位符 2"/>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fld id="{49AE70B2-8BF9-45C0-BB95-33D1B9D3A854}" type="slidenum">
              <a:rPr lang="zh-CN" altLang="en-US" smtClean="0"/>
              <a:pPr/>
              <a:t>101</a:t>
            </a:fld>
            <a:endParaRPr lang="zh-CN" altLang="en-US">
              <a:latin typeface="微软雅黑" panose="020B0503020204020204" charset="-122"/>
              <a:ea typeface="微软雅黑" panose="020B0503020204020204" charset="-122"/>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892" name="Rectangle 4"/>
          <p:cNvSpPr>
            <a:spLocks noGrp="1"/>
          </p:cNvSpPr>
          <p:nvPr>
            <p:ph idx="1"/>
          </p:nvPr>
        </p:nvSpPr>
        <p:spPr>
          <a:xfrm>
            <a:off x="1657350" y="1167766"/>
            <a:ext cx="5829300" cy="556736"/>
          </a:xfrm>
        </p:spPr>
        <p:txBody>
          <a:bodyPr vert="horz" wrap="square" lIns="68580" tIns="34290" rIns="68580" bIns="34290" rtlCol="0" anchor="t" anchorCtr="0">
            <a:normAutofit/>
          </a:bodyPr>
          <a:lstStyle/>
          <a:p>
            <a:pPr eaLnBrk="1" hangingPunct="1"/>
            <a:r>
              <a:rPr lang="zh-CN" altLang="en-US" b="1" u="sng" dirty="0">
                <a:latin typeface="微软雅黑" panose="020B0503020204020204" charset="-122"/>
              </a:rPr>
              <a:t>基于多缺陷、健壮值</a:t>
            </a:r>
          </a:p>
        </p:txBody>
      </p:sp>
      <p:graphicFrame>
        <p:nvGraphicFramePr>
          <p:cNvPr id="276485" name="Group 5"/>
          <p:cNvGraphicFramePr>
            <a:graphicFrameLocks noGrp="1"/>
          </p:cNvGraphicFramePr>
          <p:nvPr>
            <p:custDataLst>
              <p:tags r:id="rId1"/>
            </p:custDataLst>
          </p:nvPr>
        </p:nvGraphicFramePr>
        <p:xfrm>
          <a:off x="5079683" y="1465898"/>
          <a:ext cx="2566512" cy="1909764"/>
        </p:xfrm>
        <a:graphic>
          <a:graphicData uri="http://schemas.openxmlformats.org/drawingml/2006/table">
            <a:tbl>
              <a:tblPr/>
              <a:tblGrid>
                <a:gridCol w="959644">
                  <a:extLst>
                    <a:ext uri="{9D8B030D-6E8A-4147-A177-3AD203B41FA5}">
                      <a16:colId xmlns:a16="http://schemas.microsoft.com/office/drawing/2014/main" val="20000"/>
                    </a:ext>
                  </a:extLst>
                </a:gridCol>
                <a:gridCol w="1606868">
                  <a:extLst>
                    <a:ext uri="{9D8B030D-6E8A-4147-A177-3AD203B41FA5}">
                      <a16:colId xmlns:a16="http://schemas.microsoft.com/office/drawing/2014/main" val="20001"/>
                    </a:ext>
                  </a:extLst>
                </a:gridCol>
              </a:tblGrid>
              <a:tr h="22860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500" b="1" i="0" u="none" strike="noStrike" cap="none" normalizeH="0" baseline="0">
                          <a:ln>
                            <a:noFill/>
                          </a:ln>
                          <a:solidFill>
                            <a:schemeClr val="tx1"/>
                          </a:solidFill>
                          <a:effectLst/>
                          <a:latin typeface="微软雅黑" panose="020B0503020204020204" charset="-122"/>
                          <a:ea typeface="微软雅黑" panose="020B0503020204020204" charset="-122"/>
                        </a:rPr>
                        <a:t>测试用例</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500" b="1" i="0" u="none" strike="noStrike" cap="none" normalizeH="0" baseline="0">
                          <a:ln>
                            <a:noFill/>
                          </a:ln>
                          <a:solidFill>
                            <a:schemeClr val="tx1"/>
                          </a:solidFill>
                          <a:effectLst/>
                          <a:latin typeface="微软雅黑" panose="020B0503020204020204" charset="-122"/>
                          <a:ea typeface="微软雅黑" panose="020B0503020204020204" charset="-122"/>
                        </a:rPr>
                        <a:t>输入等价类</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22860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rPr>
                        <a:t>1,2</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rPr>
                        <a:t>(M1,N1)(M1,N2)</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2860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rPr>
                        <a:t>3,4</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rPr>
                        <a:t>(M2,N1)(M2,N2)</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28600">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rPr>
                        <a:t>5,6</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rPr>
                        <a:t>(M3,N1)(M3,N2)</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48841">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rPr>
                        <a:t>7,8</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rPr>
                        <a:t>(M4,N1)(M4,N2)</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48841">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rPr>
                        <a:t>9,10</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rPr>
                        <a:t>(M5,N1)(M5,N2)</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48841">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rPr>
                        <a:t>11,12</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rPr>
                        <a:t>(M1,N3)(M1,N4)</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48841">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rPr>
                        <a:t>…</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rPr>
                        <a:t>…</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276514" name="Text Box 34"/>
          <p:cNvSpPr txBox="1"/>
          <p:nvPr>
            <p:custDataLst>
              <p:tags r:id="rId2"/>
            </p:custDataLst>
          </p:nvPr>
        </p:nvSpPr>
        <p:spPr>
          <a:xfrm>
            <a:off x="5179695" y="3528060"/>
            <a:ext cx="2702719" cy="1272064"/>
          </a:xfrm>
          <a:prstGeom prst="rect">
            <a:avLst/>
          </a:prstGeom>
          <a:solidFill>
            <a:srgbClr val="CCFFCC"/>
          </a:solidFill>
          <a:ln w="9525" cap="flat" cmpd="sng">
            <a:solidFill>
              <a:schemeClr val="dk1"/>
            </a:solidFill>
            <a:prstDash val="solid"/>
            <a:miter/>
            <a:headEnd type="none" w="med" len="med"/>
            <a:tailEnd type="none" w="med" len="med"/>
          </a:ln>
        </p:spPr>
        <p:txBody>
          <a:bodyPr wrap="square" lIns="54000" tIns="0" rIns="54000" bIns="0" anchor="t" anchorCtr="1">
            <a:noAutofit/>
          </a:bodyPr>
          <a:lstStyle/>
          <a:p>
            <a:pPr algn="just">
              <a:spcBef>
                <a:spcPct val="50000"/>
              </a:spcBef>
            </a:pPr>
            <a:r>
              <a:rPr lang="zh-CN" altLang="en-US" sz="1500" b="1" dirty="0">
                <a:solidFill>
                  <a:srgbClr val="FF0000"/>
                </a:solidFill>
                <a:latin typeface="微软雅黑" panose="020B0503020204020204" charset="-122"/>
                <a:ea typeface="微软雅黑" panose="020B0503020204020204" charset="-122"/>
                <a:cs typeface="微软雅黑" panose="020B0503020204020204" charset="-122"/>
              </a:rPr>
              <a:t>对于</a:t>
            </a:r>
            <a:r>
              <a:rPr lang="en-US" altLang="zh-CN" sz="1500" b="1" dirty="0">
                <a:solidFill>
                  <a:srgbClr val="FF0000"/>
                </a:solidFill>
                <a:latin typeface="微软雅黑" panose="020B0503020204020204" charset="-122"/>
                <a:ea typeface="微软雅黑" panose="020B0503020204020204" charset="-122"/>
                <a:cs typeface="微软雅黑" panose="020B0503020204020204" charset="-122"/>
              </a:rPr>
              <a:t>n</a:t>
            </a:r>
            <a:r>
              <a:rPr lang="zh-CN" altLang="en-US" sz="1500" b="1" dirty="0">
                <a:solidFill>
                  <a:srgbClr val="FF0000"/>
                </a:solidFill>
                <a:latin typeface="微软雅黑" panose="020B0503020204020204" charset="-122"/>
                <a:ea typeface="微软雅黑" panose="020B0503020204020204" charset="-122"/>
                <a:cs typeface="微软雅黑" panose="020B0503020204020204" charset="-122"/>
              </a:rPr>
              <a:t>变量，设第</a:t>
            </a:r>
            <a:r>
              <a:rPr lang="en-US" altLang="zh-CN" sz="1500" b="1" dirty="0">
                <a:solidFill>
                  <a:srgbClr val="FF0000"/>
                </a:solidFill>
                <a:latin typeface="微软雅黑" panose="020B0503020204020204" charset="-122"/>
                <a:ea typeface="微软雅黑" panose="020B0503020204020204" charset="-122"/>
                <a:cs typeface="微软雅黑" panose="020B0503020204020204" charset="-122"/>
              </a:rPr>
              <a:t>i</a:t>
            </a:r>
            <a:r>
              <a:rPr lang="zh-CN" altLang="en-US" sz="1500" b="1" dirty="0">
                <a:solidFill>
                  <a:srgbClr val="FF0000"/>
                </a:solidFill>
                <a:latin typeface="微软雅黑" panose="020B0503020204020204" charset="-122"/>
                <a:ea typeface="微软雅黑" panose="020B0503020204020204" charset="-122"/>
                <a:cs typeface="微软雅黑" panose="020B0503020204020204" charset="-122"/>
              </a:rPr>
              <a:t>个变量的有效等价类是</a:t>
            </a:r>
            <a:r>
              <a:rPr lang="en-US" altLang="zh-CN" sz="1500" b="1" dirty="0">
                <a:solidFill>
                  <a:srgbClr val="FF0000"/>
                </a:solidFill>
                <a:latin typeface="微软雅黑" panose="020B0503020204020204" charset="-122"/>
                <a:ea typeface="微软雅黑" panose="020B0503020204020204" charset="-122"/>
                <a:cs typeface="微软雅黑" panose="020B0503020204020204" charset="-122"/>
              </a:rPr>
              <a:t>m</a:t>
            </a:r>
            <a:r>
              <a:rPr lang="en-US" altLang="zh-CN" sz="1500" b="1" baseline="-25000" dirty="0">
                <a:solidFill>
                  <a:srgbClr val="FF0000"/>
                </a:solidFill>
                <a:latin typeface="微软雅黑" panose="020B0503020204020204" charset="-122"/>
                <a:ea typeface="微软雅黑" panose="020B0503020204020204" charset="-122"/>
                <a:cs typeface="微软雅黑" panose="020B0503020204020204" charset="-122"/>
              </a:rPr>
              <a:t>i</a:t>
            </a:r>
            <a:r>
              <a:rPr lang="zh-CN" altLang="en-US" sz="1500" b="1" dirty="0">
                <a:solidFill>
                  <a:srgbClr val="FF0000"/>
                </a:solidFill>
                <a:latin typeface="微软雅黑" panose="020B0503020204020204" charset="-122"/>
                <a:ea typeface="微软雅黑" panose="020B0503020204020204" charset="-122"/>
                <a:cs typeface="微软雅黑" panose="020B0503020204020204" charset="-122"/>
              </a:rPr>
              <a:t>个，无效等价类是</a:t>
            </a:r>
            <a:r>
              <a:rPr lang="en-US" altLang="zh-CN" sz="1500" b="1" dirty="0">
                <a:solidFill>
                  <a:srgbClr val="FF0000"/>
                </a:solidFill>
                <a:latin typeface="微软雅黑" panose="020B0503020204020204" charset="-122"/>
                <a:ea typeface="微软雅黑" panose="020B0503020204020204" charset="-122"/>
                <a:cs typeface="微软雅黑" panose="020B0503020204020204" charset="-122"/>
              </a:rPr>
              <a:t>l</a:t>
            </a:r>
            <a:r>
              <a:rPr lang="en-US" altLang="zh-CN" sz="1500" b="1" baseline="-25000" dirty="0">
                <a:solidFill>
                  <a:srgbClr val="FF0000"/>
                </a:solidFill>
                <a:latin typeface="微软雅黑" panose="020B0503020204020204" charset="-122"/>
                <a:ea typeface="微软雅黑" panose="020B0503020204020204" charset="-122"/>
                <a:cs typeface="微软雅黑" panose="020B0503020204020204" charset="-122"/>
              </a:rPr>
              <a:t>i</a:t>
            </a:r>
            <a:r>
              <a:rPr lang="zh-CN" altLang="en-US" sz="1500" b="1" dirty="0">
                <a:solidFill>
                  <a:srgbClr val="FF0000"/>
                </a:solidFill>
                <a:latin typeface="微软雅黑" panose="020B0503020204020204" charset="-122"/>
                <a:ea typeface="微软雅黑" panose="020B0503020204020204" charset="-122"/>
                <a:cs typeface="微软雅黑" panose="020B0503020204020204" charset="-122"/>
              </a:rPr>
              <a:t>个，则测试用例总数：</a:t>
            </a:r>
          </a:p>
          <a:p>
            <a:pPr algn="just">
              <a:spcBef>
                <a:spcPct val="50000"/>
              </a:spcBef>
            </a:pPr>
            <a:endParaRPr lang="zh-CN" altLang="en-US" sz="1500" b="1" dirty="0">
              <a:solidFill>
                <a:srgbClr val="FF0000"/>
              </a:solidFill>
              <a:latin typeface="微软雅黑" panose="020B0503020204020204" charset="-122"/>
              <a:ea typeface="微软雅黑" panose="020B0503020204020204" charset="-122"/>
              <a:cs typeface="微软雅黑" panose="020B0503020204020204" charset="-122"/>
            </a:endParaRPr>
          </a:p>
        </p:txBody>
      </p:sp>
      <p:grpSp>
        <p:nvGrpSpPr>
          <p:cNvPr id="37924" name="Group 36"/>
          <p:cNvGrpSpPr/>
          <p:nvPr/>
        </p:nvGrpSpPr>
        <p:grpSpPr>
          <a:xfrm>
            <a:off x="1277779" y="1707833"/>
            <a:ext cx="3902393" cy="3084195"/>
            <a:chOff x="336" y="1336"/>
            <a:chExt cx="4205" cy="2840"/>
          </a:xfrm>
        </p:grpSpPr>
        <p:grpSp>
          <p:nvGrpSpPr>
            <p:cNvPr id="37926" name="Group 37"/>
            <p:cNvGrpSpPr/>
            <p:nvPr/>
          </p:nvGrpSpPr>
          <p:grpSpPr>
            <a:xfrm>
              <a:off x="616" y="1400"/>
              <a:ext cx="72" cy="2504"/>
              <a:chOff x="616" y="688"/>
              <a:chExt cx="72" cy="2504"/>
            </a:xfrm>
          </p:grpSpPr>
          <p:sp>
            <p:nvSpPr>
              <p:cNvPr id="38143" name="Freeform 38"/>
              <p:cNvSpPr/>
              <p:nvPr>
                <p:custDataLst>
                  <p:tags r:id="rId40"/>
                </p:custDataLst>
              </p:nvPr>
            </p:nvSpPr>
            <p:spPr>
              <a:xfrm>
                <a:off x="616" y="688"/>
                <a:ext cx="72" cy="112"/>
              </a:xfrm>
              <a:custGeom>
                <a:avLst/>
                <a:gdLst>
                  <a:gd name="txL" fmla="*/ 0 w 72"/>
                  <a:gd name="txT" fmla="*/ 0 h 112"/>
                  <a:gd name="txR" fmla="*/ 72 w 72"/>
                  <a:gd name="txB" fmla="*/ 112 h 112"/>
                </a:gdLst>
                <a:ahLst/>
                <a:cxnLst>
                  <a:cxn ang="0">
                    <a:pos x="32" y="0"/>
                  </a:cxn>
                  <a:cxn ang="0">
                    <a:pos x="72" y="112"/>
                  </a:cxn>
                  <a:cxn ang="0">
                    <a:pos x="32" y="72"/>
                  </a:cxn>
                  <a:cxn ang="0">
                    <a:pos x="0" y="112"/>
                  </a:cxn>
                  <a:cxn ang="0">
                    <a:pos x="32" y="0"/>
                  </a:cxn>
                </a:cxnLst>
                <a:rect l="txL" t="txT" r="txR" b="txB"/>
                <a:pathLst>
                  <a:path w="72" h="112">
                    <a:moveTo>
                      <a:pt x="32" y="0"/>
                    </a:moveTo>
                    <a:lnTo>
                      <a:pt x="72" y="112"/>
                    </a:lnTo>
                    <a:lnTo>
                      <a:pt x="32" y="72"/>
                    </a:lnTo>
                    <a:lnTo>
                      <a:pt x="0" y="112"/>
                    </a:lnTo>
                    <a:lnTo>
                      <a:pt x="32" y="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8144" name="Line 39"/>
              <p:cNvSpPr/>
              <p:nvPr/>
            </p:nvSpPr>
            <p:spPr>
              <a:xfrm flipV="1">
                <a:off x="648" y="760"/>
                <a:ext cx="1" cy="2432"/>
              </a:xfrm>
              <a:prstGeom prst="line">
                <a:avLst/>
              </a:prstGeom>
              <a:ln w="12700" cap="flat" cmpd="sng">
                <a:solidFill>
                  <a:srgbClr val="000000"/>
                </a:solidFill>
                <a:prstDash val="solid"/>
                <a:headEnd type="none" w="med" len="med"/>
                <a:tailEnd type="none" w="med" len="med"/>
              </a:ln>
            </p:spPr>
          </p:sp>
        </p:grpSp>
        <p:grpSp>
          <p:nvGrpSpPr>
            <p:cNvPr id="37927" name="Group 40"/>
            <p:cNvGrpSpPr/>
            <p:nvPr/>
          </p:nvGrpSpPr>
          <p:grpSpPr>
            <a:xfrm>
              <a:off x="512" y="3696"/>
              <a:ext cx="3952" cy="47"/>
              <a:chOff x="512" y="2984"/>
              <a:chExt cx="4928" cy="72"/>
            </a:xfrm>
          </p:grpSpPr>
          <p:sp>
            <p:nvSpPr>
              <p:cNvPr id="38141" name="Freeform 41"/>
              <p:cNvSpPr/>
              <p:nvPr>
                <p:custDataLst>
                  <p:tags r:id="rId39"/>
                </p:custDataLst>
              </p:nvPr>
            </p:nvSpPr>
            <p:spPr>
              <a:xfrm>
                <a:off x="5328" y="2984"/>
                <a:ext cx="112" cy="72"/>
              </a:xfrm>
              <a:custGeom>
                <a:avLst/>
                <a:gdLst>
                  <a:gd name="txL" fmla="*/ 0 w 112"/>
                  <a:gd name="txT" fmla="*/ 0 h 72"/>
                  <a:gd name="txR" fmla="*/ 112 w 112"/>
                  <a:gd name="txB" fmla="*/ 72 h 72"/>
                </a:gdLst>
                <a:ahLst/>
                <a:cxnLst>
                  <a:cxn ang="0">
                    <a:pos x="112" y="32"/>
                  </a:cxn>
                  <a:cxn ang="0">
                    <a:pos x="0" y="72"/>
                  </a:cxn>
                  <a:cxn ang="0">
                    <a:pos x="40" y="32"/>
                  </a:cxn>
                  <a:cxn ang="0">
                    <a:pos x="0" y="0"/>
                  </a:cxn>
                  <a:cxn ang="0">
                    <a:pos x="112" y="32"/>
                  </a:cxn>
                </a:cxnLst>
                <a:rect l="txL" t="txT" r="txR" b="txB"/>
                <a:pathLst>
                  <a:path w="112" h="72">
                    <a:moveTo>
                      <a:pt x="112" y="32"/>
                    </a:moveTo>
                    <a:lnTo>
                      <a:pt x="0" y="72"/>
                    </a:lnTo>
                    <a:lnTo>
                      <a:pt x="40" y="32"/>
                    </a:lnTo>
                    <a:lnTo>
                      <a:pt x="0" y="0"/>
                    </a:lnTo>
                    <a:lnTo>
                      <a:pt x="112" y="3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8142" name="Line 42"/>
              <p:cNvSpPr/>
              <p:nvPr/>
            </p:nvSpPr>
            <p:spPr>
              <a:xfrm>
                <a:off x="512" y="3016"/>
                <a:ext cx="4856" cy="1"/>
              </a:xfrm>
              <a:prstGeom prst="line">
                <a:avLst/>
              </a:prstGeom>
              <a:ln w="12700" cap="flat" cmpd="sng">
                <a:solidFill>
                  <a:srgbClr val="000000"/>
                </a:solidFill>
                <a:prstDash val="solid"/>
                <a:headEnd type="none" w="med" len="med"/>
                <a:tailEnd type="none" w="med" len="med"/>
              </a:ln>
            </p:spPr>
          </p:sp>
        </p:grpSp>
        <p:grpSp>
          <p:nvGrpSpPr>
            <p:cNvPr id="37928" name="Group 43"/>
            <p:cNvGrpSpPr/>
            <p:nvPr/>
          </p:nvGrpSpPr>
          <p:grpSpPr>
            <a:xfrm>
              <a:off x="336" y="3256"/>
              <a:ext cx="3888" cy="48"/>
              <a:chOff x="336" y="2544"/>
              <a:chExt cx="4520" cy="56"/>
            </a:xfrm>
          </p:grpSpPr>
          <p:sp>
            <p:nvSpPr>
              <p:cNvPr id="38109" name="Freeform 44"/>
              <p:cNvSpPr/>
              <p:nvPr>
                <p:custDataLst>
                  <p:tags r:id="rId37"/>
                </p:custDataLst>
              </p:nvPr>
            </p:nvSpPr>
            <p:spPr>
              <a:xfrm>
                <a:off x="336" y="2544"/>
                <a:ext cx="112" cy="56"/>
              </a:xfrm>
              <a:custGeom>
                <a:avLst/>
                <a:gdLst>
                  <a:gd name="txL" fmla="*/ 0 w 112"/>
                  <a:gd name="txT" fmla="*/ 0 h 56"/>
                  <a:gd name="txR" fmla="*/ 112 w 112"/>
                  <a:gd name="txB" fmla="*/ 56 h 56"/>
                </a:gdLst>
                <a:ahLst/>
                <a:cxnLst>
                  <a:cxn ang="0">
                    <a:pos x="0" y="32"/>
                  </a:cxn>
                  <a:cxn ang="0">
                    <a:pos x="112" y="0"/>
                  </a:cxn>
                  <a:cxn ang="0">
                    <a:pos x="112" y="32"/>
                  </a:cxn>
                  <a:cxn ang="0">
                    <a:pos x="112" y="56"/>
                  </a:cxn>
                  <a:cxn ang="0">
                    <a:pos x="0" y="32"/>
                  </a:cxn>
                </a:cxnLst>
                <a:rect l="txL" t="txT" r="txR" b="txB"/>
                <a:pathLst>
                  <a:path w="112" h="56">
                    <a:moveTo>
                      <a:pt x="0" y="32"/>
                    </a:moveTo>
                    <a:lnTo>
                      <a:pt x="112" y="0"/>
                    </a:lnTo>
                    <a:lnTo>
                      <a:pt x="112" y="32"/>
                    </a:lnTo>
                    <a:lnTo>
                      <a:pt x="112" y="56"/>
                    </a:lnTo>
                    <a:lnTo>
                      <a:pt x="0" y="3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8110" name="Freeform 45"/>
              <p:cNvSpPr/>
              <p:nvPr>
                <p:custDataLst>
                  <p:tags r:id="rId38"/>
                </p:custDataLst>
              </p:nvPr>
            </p:nvSpPr>
            <p:spPr>
              <a:xfrm>
                <a:off x="4744" y="2544"/>
                <a:ext cx="112" cy="56"/>
              </a:xfrm>
              <a:custGeom>
                <a:avLst/>
                <a:gdLst>
                  <a:gd name="txL" fmla="*/ 0 w 112"/>
                  <a:gd name="txT" fmla="*/ 0 h 56"/>
                  <a:gd name="txR" fmla="*/ 112 w 112"/>
                  <a:gd name="txB" fmla="*/ 56 h 56"/>
                </a:gdLst>
                <a:ahLst/>
                <a:cxnLst>
                  <a:cxn ang="0">
                    <a:pos x="112" y="32"/>
                  </a:cxn>
                  <a:cxn ang="0">
                    <a:pos x="0" y="56"/>
                  </a:cxn>
                  <a:cxn ang="0">
                    <a:pos x="0" y="32"/>
                  </a:cxn>
                  <a:cxn ang="0">
                    <a:pos x="0" y="0"/>
                  </a:cxn>
                  <a:cxn ang="0">
                    <a:pos x="112" y="32"/>
                  </a:cxn>
                </a:cxnLst>
                <a:rect l="txL" t="txT" r="txR" b="txB"/>
                <a:pathLst>
                  <a:path w="112" h="56">
                    <a:moveTo>
                      <a:pt x="112" y="32"/>
                    </a:moveTo>
                    <a:lnTo>
                      <a:pt x="0" y="56"/>
                    </a:lnTo>
                    <a:lnTo>
                      <a:pt x="0" y="32"/>
                    </a:lnTo>
                    <a:lnTo>
                      <a:pt x="0" y="0"/>
                    </a:lnTo>
                    <a:lnTo>
                      <a:pt x="112" y="3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8111" name="Line 46"/>
              <p:cNvSpPr/>
              <p:nvPr/>
            </p:nvSpPr>
            <p:spPr>
              <a:xfrm>
                <a:off x="448" y="2576"/>
                <a:ext cx="64" cy="1"/>
              </a:xfrm>
              <a:prstGeom prst="line">
                <a:avLst/>
              </a:prstGeom>
              <a:ln w="12700" cap="flat" cmpd="sng">
                <a:solidFill>
                  <a:srgbClr val="000000"/>
                </a:solidFill>
                <a:prstDash val="solid"/>
                <a:headEnd type="none" w="med" len="med"/>
                <a:tailEnd type="none" w="med" len="med"/>
              </a:ln>
            </p:spPr>
          </p:sp>
          <p:sp>
            <p:nvSpPr>
              <p:cNvPr id="38112" name="Line 47"/>
              <p:cNvSpPr/>
              <p:nvPr/>
            </p:nvSpPr>
            <p:spPr>
              <a:xfrm>
                <a:off x="592" y="2576"/>
                <a:ext cx="64" cy="1"/>
              </a:xfrm>
              <a:prstGeom prst="line">
                <a:avLst/>
              </a:prstGeom>
              <a:ln w="12700" cap="flat" cmpd="sng">
                <a:solidFill>
                  <a:srgbClr val="000000"/>
                </a:solidFill>
                <a:prstDash val="solid"/>
                <a:headEnd type="none" w="med" len="med"/>
                <a:tailEnd type="none" w="med" len="med"/>
              </a:ln>
            </p:spPr>
          </p:sp>
          <p:sp>
            <p:nvSpPr>
              <p:cNvPr id="38113" name="Line 48"/>
              <p:cNvSpPr/>
              <p:nvPr/>
            </p:nvSpPr>
            <p:spPr>
              <a:xfrm>
                <a:off x="736" y="2576"/>
                <a:ext cx="64" cy="1"/>
              </a:xfrm>
              <a:prstGeom prst="line">
                <a:avLst/>
              </a:prstGeom>
              <a:ln w="12700" cap="flat" cmpd="sng">
                <a:solidFill>
                  <a:srgbClr val="000000"/>
                </a:solidFill>
                <a:prstDash val="solid"/>
                <a:headEnd type="none" w="med" len="med"/>
                <a:tailEnd type="none" w="med" len="med"/>
              </a:ln>
            </p:spPr>
          </p:sp>
          <p:sp>
            <p:nvSpPr>
              <p:cNvPr id="38114" name="Line 49"/>
              <p:cNvSpPr/>
              <p:nvPr/>
            </p:nvSpPr>
            <p:spPr>
              <a:xfrm>
                <a:off x="880" y="2576"/>
                <a:ext cx="64" cy="1"/>
              </a:xfrm>
              <a:prstGeom prst="line">
                <a:avLst/>
              </a:prstGeom>
              <a:ln w="12700" cap="flat" cmpd="sng">
                <a:solidFill>
                  <a:srgbClr val="000000"/>
                </a:solidFill>
                <a:prstDash val="solid"/>
                <a:headEnd type="none" w="med" len="med"/>
                <a:tailEnd type="none" w="med" len="med"/>
              </a:ln>
            </p:spPr>
          </p:sp>
          <p:sp>
            <p:nvSpPr>
              <p:cNvPr id="38115" name="Line 50"/>
              <p:cNvSpPr/>
              <p:nvPr/>
            </p:nvSpPr>
            <p:spPr>
              <a:xfrm>
                <a:off x="1024" y="2576"/>
                <a:ext cx="64" cy="1"/>
              </a:xfrm>
              <a:prstGeom prst="line">
                <a:avLst/>
              </a:prstGeom>
              <a:ln w="12700" cap="flat" cmpd="sng">
                <a:solidFill>
                  <a:srgbClr val="000000"/>
                </a:solidFill>
                <a:prstDash val="solid"/>
                <a:headEnd type="none" w="med" len="med"/>
                <a:tailEnd type="none" w="med" len="med"/>
              </a:ln>
            </p:spPr>
          </p:sp>
          <p:sp>
            <p:nvSpPr>
              <p:cNvPr id="38116" name="Line 51"/>
              <p:cNvSpPr/>
              <p:nvPr/>
            </p:nvSpPr>
            <p:spPr>
              <a:xfrm>
                <a:off x="1168" y="2576"/>
                <a:ext cx="64" cy="1"/>
              </a:xfrm>
              <a:prstGeom prst="line">
                <a:avLst/>
              </a:prstGeom>
              <a:ln w="12700" cap="flat" cmpd="sng">
                <a:solidFill>
                  <a:srgbClr val="000000"/>
                </a:solidFill>
                <a:prstDash val="solid"/>
                <a:headEnd type="none" w="med" len="med"/>
                <a:tailEnd type="none" w="med" len="med"/>
              </a:ln>
            </p:spPr>
          </p:sp>
          <p:sp>
            <p:nvSpPr>
              <p:cNvPr id="38117" name="Line 52"/>
              <p:cNvSpPr/>
              <p:nvPr/>
            </p:nvSpPr>
            <p:spPr>
              <a:xfrm>
                <a:off x="1312" y="2576"/>
                <a:ext cx="64" cy="1"/>
              </a:xfrm>
              <a:prstGeom prst="line">
                <a:avLst/>
              </a:prstGeom>
              <a:ln w="12700" cap="flat" cmpd="sng">
                <a:solidFill>
                  <a:srgbClr val="000000"/>
                </a:solidFill>
                <a:prstDash val="solid"/>
                <a:headEnd type="none" w="med" len="med"/>
                <a:tailEnd type="none" w="med" len="med"/>
              </a:ln>
            </p:spPr>
          </p:sp>
          <p:sp>
            <p:nvSpPr>
              <p:cNvPr id="38118" name="Line 53"/>
              <p:cNvSpPr/>
              <p:nvPr/>
            </p:nvSpPr>
            <p:spPr>
              <a:xfrm>
                <a:off x="1456" y="2576"/>
                <a:ext cx="64" cy="1"/>
              </a:xfrm>
              <a:prstGeom prst="line">
                <a:avLst/>
              </a:prstGeom>
              <a:ln w="12700" cap="flat" cmpd="sng">
                <a:solidFill>
                  <a:srgbClr val="000000"/>
                </a:solidFill>
                <a:prstDash val="solid"/>
                <a:headEnd type="none" w="med" len="med"/>
                <a:tailEnd type="none" w="med" len="med"/>
              </a:ln>
            </p:spPr>
          </p:sp>
          <p:sp>
            <p:nvSpPr>
              <p:cNvPr id="38119" name="Line 54"/>
              <p:cNvSpPr/>
              <p:nvPr/>
            </p:nvSpPr>
            <p:spPr>
              <a:xfrm>
                <a:off x="1600" y="2576"/>
                <a:ext cx="64" cy="1"/>
              </a:xfrm>
              <a:prstGeom prst="line">
                <a:avLst/>
              </a:prstGeom>
              <a:ln w="12700" cap="flat" cmpd="sng">
                <a:solidFill>
                  <a:srgbClr val="000000"/>
                </a:solidFill>
                <a:prstDash val="solid"/>
                <a:headEnd type="none" w="med" len="med"/>
                <a:tailEnd type="none" w="med" len="med"/>
              </a:ln>
            </p:spPr>
          </p:sp>
          <p:sp>
            <p:nvSpPr>
              <p:cNvPr id="38120" name="Line 55"/>
              <p:cNvSpPr/>
              <p:nvPr/>
            </p:nvSpPr>
            <p:spPr>
              <a:xfrm>
                <a:off x="1744" y="2576"/>
                <a:ext cx="64" cy="1"/>
              </a:xfrm>
              <a:prstGeom prst="line">
                <a:avLst/>
              </a:prstGeom>
              <a:ln w="12700" cap="flat" cmpd="sng">
                <a:solidFill>
                  <a:srgbClr val="000000"/>
                </a:solidFill>
                <a:prstDash val="solid"/>
                <a:headEnd type="none" w="med" len="med"/>
                <a:tailEnd type="none" w="med" len="med"/>
              </a:ln>
            </p:spPr>
          </p:sp>
          <p:sp>
            <p:nvSpPr>
              <p:cNvPr id="38121" name="Line 56"/>
              <p:cNvSpPr/>
              <p:nvPr/>
            </p:nvSpPr>
            <p:spPr>
              <a:xfrm>
                <a:off x="1888" y="2576"/>
                <a:ext cx="64" cy="1"/>
              </a:xfrm>
              <a:prstGeom prst="line">
                <a:avLst/>
              </a:prstGeom>
              <a:ln w="12700" cap="flat" cmpd="sng">
                <a:solidFill>
                  <a:srgbClr val="000000"/>
                </a:solidFill>
                <a:prstDash val="solid"/>
                <a:headEnd type="none" w="med" len="med"/>
                <a:tailEnd type="none" w="med" len="med"/>
              </a:ln>
            </p:spPr>
          </p:sp>
          <p:sp>
            <p:nvSpPr>
              <p:cNvPr id="38122" name="Line 57"/>
              <p:cNvSpPr/>
              <p:nvPr/>
            </p:nvSpPr>
            <p:spPr>
              <a:xfrm>
                <a:off x="2032" y="2576"/>
                <a:ext cx="64" cy="1"/>
              </a:xfrm>
              <a:prstGeom prst="line">
                <a:avLst/>
              </a:prstGeom>
              <a:ln w="12700" cap="flat" cmpd="sng">
                <a:solidFill>
                  <a:srgbClr val="000000"/>
                </a:solidFill>
                <a:prstDash val="solid"/>
                <a:headEnd type="none" w="med" len="med"/>
                <a:tailEnd type="none" w="med" len="med"/>
              </a:ln>
            </p:spPr>
          </p:sp>
          <p:sp>
            <p:nvSpPr>
              <p:cNvPr id="38123" name="Line 58"/>
              <p:cNvSpPr/>
              <p:nvPr/>
            </p:nvSpPr>
            <p:spPr>
              <a:xfrm>
                <a:off x="2176" y="2576"/>
                <a:ext cx="64" cy="1"/>
              </a:xfrm>
              <a:prstGeom prst="line">
                <a:avLst/>
              </a:prstGeom>
              <a:ln w="12700" cap="flat" cmpd="sng">
                <a:solidFill>
                  <a:srgbClr val="000000"/>
                </a:solidFill>
                <a:prstDash val="solid"/>
                <a:headEnd type="none" w="med" len="med"/>
                <a:tailEnd type="none" w="med" len="med"/>
              </a:ln>
            </p:spPr>
          </p:sp>
          <p:sp>
            <p:nvSpPr>
              <p:cNvPr id="38124" name="Line 59"/>
              <p:cNvSpPr/>
              <p:nvPr/>
            </p:nvSpPr>
            <p:spPr>
              <a:xfrm>
                <a:off x="2320" y="2576"/>
                <a:ext cx="64" cy="1"/>
              </a:xfrm>
              <a:prstGeom prst="line">
                <a:avLst/>
              </a:prstGeom>
              <a:ln w="12700" cap="flat" cmpd="sng">
                <a:solidFill>
                  <a:srgbClr val="000000"/>
                </a:solidFill>
                <a:prstDash val="solid"/>
                <a:headEnd type="none" w="med" len="med"/>
                <a:tailEnd type="none" w="med" len="med"/>
              </a:ln>
            </p:spPr>
          </p:sp>
          <p:sp>
            <p:nvSpPr>
              <p:cNvPr id="38125" name="Line 60"/>
              <p:cNvSpPr/>
              <p:nvPr/>
            </p:nvSpPr>
            <p:spPr>
              <a:xfrm>
                <a:off x="2464" y="2576"/>
                <a:ext cx="64" cy="1"/>
              </a:xfrm>
              <a:prstGeom prst="line">
                <a:avLst/>
              </a:prstGeom>
              <a:ln w="12700" cap="flat" cmpd="sng">
                <a:solidFill>
                  <a:srgbClr val="000000"/>
                </a:solidFill>
                <a:prstDash val="solid"/>
                <a:headEnd type="none" w="med" len="med"/>
                <a:tailEnd type="none" w="med" len="med"/>
              </a:ln>
            </p:spPr>
          </p:sp>
          <p:sp>
            <p:nvSpPr>
              <p:cNvPr id="38126" name="Line 61"/>
              <p:cNvSpPr/>
              <p:nvPr/>
            </p:nvSpPr>
            <p:spPr>
              <a:xfrm>
                <a:off x="2608" y="2576"/>
                <a:ext cx="64" cy="1"/>
              </a:xfrm>
              <a:prstGeom prst="line">
                <a:avLst/>
              </a:prstGeom>
              <a:ln w="12700" cap="flat" cmpd="sng">
                <a:solidFill>
                  <a:srgbClr val="000000"/>
                </a:solidFill>
                <a:prstDash val="solid"/>
                <a:headEnd type="none" w="med" len="med"/>
                <a:tailEnd type="none" w="med" len="med"/>
              </a:ln>
            </p:spPr>
          </p:sp>
          <p:sp>
            <p:nvSpPr>
              <p:cNvPr id="38127" name="Line 62"/>
              <p:cNvSpPr/>
              <p:nvPr/>
            </p:nvSpPr>
            <p:spPr>
              <a:xfrm>
                <a:off x="2752" y="2576"/>
                <a:ext cx="64" cy="1"/>
              </a:xfrm>
              <a:prstGeom prst="line">
                <a:avLst/>
              </a:prstGeom>
              <a:ln w="12700" cap="flat" cmpd="sng">
                <a:solidFill>
                  <a:srgbClr val="000000"/>
                </a:solidFill>
                <a:prstDash val="solid"/>
                <a:headEnd type="none" w="med" len="med"/>
                <a:tailEnd type="none" w="med" len="med"/>
              </a:ln>
            </p:spPr>
          </p:sp>
          <p:sp>
            <p:nvSpPr>
              <p:cNvPr id="38128" name="Line 63"/>
              <p:cNvSpPr/>
              <p:nvPr/>
            </p:nvSpPr>
            <p:spPr>
              <a:xfrm>
                <a:off x="2896" y="2576"/>
                <a:ext cx="64" cy="1"/>
              </a:xfrm>
              <a:prstGeom prst="line">
                <a:avLst/>
              </a:prstGeom>
              <a:ln w="12700" cap="flat" cmpd="sng">
                <a:solidFill>
                  <a:srgbClr val="000000"/>
                </a:solidFill>
                <a:prstDash val="solid"/>
                <a:headEnd type="none" w="med" len="med"/>
                <a:tailEnd type="none" w="med" len="med"/>
              </a:ln>
            </p:spPr>
          </p:sp>
          <p:sp>
            <p:nvSpPr>
              <p:cNvPr id="38129" name="Line 64"/>
              <p:cNvSpPr/>
              <p:nvPr/>
            </p:nvSpPr>
            <p:spPr>
              <a:xfrm>
                <a:off x="3040" y="2576"/>
                <a:ext cx="64" cy="1"/>
              </a:xfrm>
              <a:prstGeom prst="line">
                <a:avLst/>
              </a:prstGeom>
              <a:ln w="12700" cap="flat" cmpd="sng">
                <a:solidFill>
                  <a:srgbClr val="000000"/>
                </a:solidFill>
                <a:prstDash val="solid"/>
                <a:headEnd type="none" w="med" len="med"/>
                <a:tailEnd type="none" w="med" len="med"/>
              </a:ln>
            </p:spPr>
          </p:sp>
          <p:sp>
            <p:nvSpPr>
              <p:cNvPr id="38130" name="Line 65"/>
              <p:cNvSpPr/>
              <p:nvPr/>
            </p:nvSpPr>
            <p:spPr>
              <a:xfrm>
                <a:off x="3184" y="2576"/>
                <a:ext cx="64" cy="1"/>
              </a:xfrm>
              <a:prstGeom prst="line">
                <a:avLst/>
              </a:prstGeom>
              <a:ln w="12700" cap="flat" cmpd="sng">
                <a:solidFill>
                  <a:srgbClr val="000000"/>
                </a:solidFill>
                <a:prstDash val="solid"/>
                <a:headEnd type="none" w="med" len="med"/>
                <a:tailEnd type="none" w="med" len="med"/>
              </a:ln>
            </p:spPr>
          </p:sp>
          <p:sp>
            <p:nvSpPr>
              <p:cNvPr id="38131" name="Line 66"/>
              <p:cNvSpPr/>
              <p:nvPr/>
            </p:nvSpPr>
            <p:spPr>
              <a:xfrm>
                <a:off x="3328" y="2576"/>
                <a:ext cx="64" cy="1"/>
              </a:xfrm>
              <a:prstGeom prst="line">
                <a:avLst/>
              </a:prstGeom>
              <a:ln w="12700" cap="flat" cmpd="sng">
                <a:solidFill>
                  <a:srgbClr val="000000"/>
                </a:solidFill>
                <a:prstDash val="solid"/>
                <a:headEnd type="none" w="med" len="med"/>
                <a:tailEnd type="none" w="med" len="med"/>
              </a:ln>
            </p:spPr>
          </p:sp>
          <p:sp>
            <p:nvSpPr>
              <p:cNvPr id="38132" name="Line 67"/>
              <p:cNvSpPr/>
              <p:nvPr/>
            </p:nvSpPr>
            <p:spPr>
              <a:xfrm>
                <a:off x="3472" y="2576"/>
                <a:ext cx="64" cy="1"/>
              </a:xfrm>
              <a:prstGeom prst="line">
                <a:avLst/>
              </a:prstGeom>
              <a:ln w="12700" cap="flat" cmpd="sng">
                <a:solidFill>
                  <a:srgbClr val="000000"/>
                </a:solidFill>
                <a:prstDash val="solid"/>
                <a:headEnd type="none" w="med" len="med"/>
                <a:tailEnd type="none" w="med" len="med"/>
              </a:ln>
            </p:spPr>
          </p:sp>
          <p:sp>
            <p:nvSpPr>
              <p:cNvPr id="38133" name="Line 68"/>
              <p:cNvSpPr/>
              <p:nvPr/>
            </p:nvSpPr>
            <p:spPr>
              <a:xfrm>
                <a:off x="3616" y="2576"/>
                <a:ext cx="64" cy="1"/>
              </a:xfrm>
              <a:prstGeom prst="line">
                <a:avLst/>
              </a:prstGeom>
              <a:ln w="12700" cap="flat" cmpd="sng">
                <a:solidFill>
                  <a:srgbClr val="000000"/>
                </a:solidFill>
                <a:prstDash val="solid"/>
                <a:headEnd type="none" w="med" len="med"/>
                <a:tailEnd type="none" w="med" len="med"/>
              </a:ln>
            </p:spPr>
          </p:sp>
          <p:sp>
            <p:nvSpPr>
              <p:cNvPr id="38134" name="Line 69"/>
              <p:cNvSpPr/>
              <p:nvPr/>
            </p:nvSpPr>
            <p:spPr>
              <a:xfrm>
                <a:off x="3760" y="2576"/>
                <a:ext cx="64" cy="1"/>
              </a:xfrm>
              <a:prstGeom prst="line">
                <a:avLst/>
              </a:prstGeom>
              <a:ln w="12700" cap="flat" cmpd="sng">
                <a:solidFill>
                  <a:srgbClr val="000000"/>
                </a:solidFill>
                <a:prstDash val="solid"/>
                <a:headEnd type="none" w="med" len="med"/>
                <a:tailEnd type="none" w="med" len="med"/>
              </a:ln>
            </p:spPr>
          </p:sp>
          <p:sp>
            <p:nvSpPr>
              <p:cNvPr id="38135" name="Line 70"/>
              <p:cNvSpPr/>
              <p:nvPr/>
            </p:nvSpPr>
            <p:spPr>
              <a:xfrm>
                <a:off x="3904" y="2576"/>
                <a:ext cx="64" cy="1"/>
              </a:xfrm>
              <a:prstGeom prst="line">
                <a:avLst/>
              </a:prstGeom>
              <a:ln w="12700" cap="flat" cmpd="sng">
                <a:solidFill>
                  <a:srgbClr val="000000"/>
                </a:solidFill>
                <a:prstDash val="solid"/>
                <a:headEnd type="none" w="med" len="med"/>
                <a:tailEnd type="none" w="med" len="med"/>
              </a:ln>
            </p:spPr>
          </p:sp>
          <p:sp>
            <p:nvSpPr>
              <p:cNvPr id="38136" name="Line 71"/>
              <p:cNvSpPr/>
              <p:nvPr/>
            </p:nvSpPr>
            <p:spPr>
              <a:xfrm>
                <a:off x="4048" y="2576"/>
                <a:ext cx="64" cy="1"/>
              </a:xfrm>
              <a:prstGeom prst="line">
                <a:avLst/>
              </a:prstGeom>
              <a:ln w="12700" cap="flat" cmpd="sng">
                <a:solidFill>
                  <a:srgbClr val="000000"/>
                </a:solidFill>
                <a:prstDash val="solid"/>
                <a:headEnd type="none" w="med" len="med"/>
                <a:tailEnd type="none" w="med" len="med"/>
              </a:ln>
            </p:spPr>
          </p:sp>
          <p:sp>
            <p:nvSpPr>
              <p:cNvPr id="38137" name="Line 72"/>
              <p:cNvSpPr/>
              <p:nvPr/>
            </p:nvSpPr>
            <p:spPr>
              <a:xfrm>
                <a:off x="4192" y="2576"/>
                <a:ext cx="64" cy="1"/>
              </a:xfrm>
              <a:prstGeom prst="line">
                <a:avLst/>
              </a:prstGeom>
              <a:ln w="12700" cap="flat" cmpd="sng">
                <a:solidFill>
                  <a:srgbClr val="000000"/>
                </a:solidFill>
                <a:prstDash val="solid"/>
                <a:headEnd type="none" w="med" len="med"/>
                <a:tailEnd type="none" w="med" len="med"/>
              </a:ln>
            </p:spPr>
          </p:sp>
          <p:sp>
            <p:nvSpPr>
              <p:cNvPr id="38138" name="Line 73"/>
              <p:cNvSpPr/>
              <p:nvPr/>
            </p:nvSpPr>
            <p:spPr>
              <a:xfrm>
                <a:off x="4336" y="2576"/>
                <a:ext cx="64" cy="1"/>
              </a:xfrm>
              <a:prstGeom prst="line">
                <a:avLst/>
              </a:prstGeom>
              <a:ln w="12700" cap="flat" cmpd="sng">
                <a:solidFill>
                  <a:srgbClr val="000000"/>
                </a:solidFill>
                <a:prstDash val="solid"/>
                <a:headEnd type="none" w="med" len="med"/>
                <a:tailEnd type="none" w="med" len="med"/>
              </a:ln>
            </p:spPr>
          </p:sp>
          <p:sp>
            <p:nvSpPr>
              <p:cNvPr id="38139" name="Line 74"/>
              <p:cNvSpPr/>
              <p:nvPr/>
            </p:nvSpPr>
            <p:spPr>
              <a:xfrm>
                <a:off x="4480" y="2576"/>
                <a:ext cx="64" cy="1"/>
              </a:xfrm>
              <a:prstGeom prst="line">
                <a:avLst/>
              </a:prstGeom>
              <a:ln w="12700" cap="flat" cmpd="sng">
                <a:solidFill>
                  <a:srgbClr val="000000"/>
                </a:solidFill>
                <a:prstDash val="solid"/>
                <a:headEnd type="none" w="med" len="med"/>
                <a:tailEnd type="none" w="med" len="med"/>
              </a:ln>
            </p:spPr>
          </p:sp>
          <p:sp>
            <p:nvSpPr>
              <p:cNvPr id="38140" name="Line 75"/>
              <p:cNvSpPr/>
              <p:nvPr/>
            </p:nvSpPr>
            <p:spPr>
              <a:xfrm>
                <a:off x="4624" y="2576"/>
                <a:ext cx="64" cy="1"/>
              </a:xfrm>
              <a:prstGeom prst="line">
                <a:avLst/>
              </a:prstGeom>
              <a:ln w="12700" cap="flat" cmpd="sng">
                <a:solidFill>
                  <a:srgbClr val="000000"/>
                </a:solidFill>
                <a:prstDash val="solid"/>
                <a:headEnd type="none" w="med" len="med"/>
                <a:tailEnd type="none" w="med" len="med"/>
              </a:ln>
            </p:spPr>
          </p:sp>
        </p:grpSp>
        <p:grpSp>
          <p:nvGrpSpPr>
            <p:cNvPr id="37929" name="Group 76"/>
            <p:cNvGrpSpPr/>
            <p:nvPr/>
          </p:nvGrpSpPr>
          <p:grpSpPr>
            <a:xfrm>
              <a:off x="960" y="1496"/>
              <a:ext cx="56" cy="2584"/>
              <a:chOff x="960" y="784"/>
              <a:chExt cx="56" cy="2584"/>
            </a:xfrm>
          </p:grpSpPr>
          <p:sp>
            <p:nvSpPr>
              <p:cNvPr id="38090" name="Freeform 77"/>
              <p:cNvSpPr/>
              <p:nvPr>
                <p:custDataLst>
                  <p:tags r:id="rId35"/>
                </p:custDataLst>
              </p:nvPr>
            </p:nvSpPr>
            <p:spPr>
              <a:xfrm>
                <a:off x="960" y="3256"/>
                <a:ext cx="56" cy="112"/>
              </a:xfrm>
              <a:custGeom>
                <a:avLst/>
                <a:gdLst>
                  <a:gd name="txL" fmla="*/ 0 w 56"/>
                  <a:gd name="txT" fmla="*/ 0 h 112"/>
                  <a:gd name="txR" fmla="*/ 56 w 56"/>
                  <a:gd name="txB" fmla="*/ 112 h 112"/>
                </a:gdLst>
                <a:ahLst/>
                <a:cxnLst>
                  <a:cxn ang="0">
                    <a:pos x="24" y="112"/>
                  </a:cxn>
                  <a:cxn ang="0">
                    <a:pos x="0" y="0"/>
                  </a:cxn>
                  <a:cxn ang="0">
                    <a:pos x="24" y="0"/>
                  </a:cxn>
                  <a:cxn ang="0">
                    <a:pos x="56" y="0"/>
                  </a:cxn>
                  <a:cxn ang="0">
                    <a:pos x="24" y="112"/>
                  </a:cxn>
                </a:cxnLst>
                <a:rect l="txL" t="txT" r="txR" b="txB"/>
                <a:pathLst>
                  <a:path w="56" h="112">
                    <a:moveTo>
                      <a:pt x="24" y="112"/>
                    </a:moveTo>
                    <a:lnTo>
                      <a:pt x="0" y="0"/>
                    </a:lnTo>
                    <a:lnTo>
                      <a:pt x="24" y="0"/>
                    </a:lnTo>
                    <a:lnTo>
                      <a:pt x="56" y="0"/>
                    </a:lnTo>
                    <a:lnTo>
                      <a:pt x="24" y="11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8091" name="Freeform 78"/>
              <p:cNvSpPr/>
              <p:nvPr>
                <p:custDataLst>
                  <p:tags r:id="rId36"/>
                </p:custDataLst>
              </p:nvPr>
            </p:nvSpPr>
            <p:spPr>
              <a:xfrm>
                <a:off x="960" y="784"/>
                <a:ext cx="56" cy="112"/>
              </a:xfrm>
              <a:custGeom>
                <a:avLst/>
                <a:gdLst>
                  <a:gd name="txL" fmla="*/ 0 w 56"/>
                  <a:gd name="txT" fmla="*/ 0 h 112"/>
                  <a:gd name="txR" fmla="*/ 56 w 56"/>
                  <a:gd name="txB" fmla="*/ 112 h 112"/>
                </a:gdLst>
                <a:ahLst/>
                <a:cxnLst>
                  <a:cxn ang="0">
                    <a:pos x="24" y="0"/>
                  </a:cxn>
                  <a:cxn ang="0">
                    <a:pos x="56" y="112"/>
                  </a:cxn>
                  <a:cxn ang="0">
                    <a:pos x="24" y="112"/>
                  </a:cxn>
                  <a:cxn ang="0">
                    <a:pos x="0" y="112"/>
                  </a:cxn>
                  <a:cxn ang="0">
                    <a:pos x="24" y="0"/>
                  </a:cxn>
                </a:cxnLst>
                <a:rect l="txL" t="txT" r="txR" b="txB"/>
                <a:pathLst>
                  <a:path w="56" h="112">
                    <a:moveTo>
                      <a:pt x="24" y="0"/>
                    </a:moveTo>
                    <a:lnTo>
                      <a:pt x="56" y="112"/>
                    </a:lnTo>
                    <a:lnTo>
                      <a:pt x="24" y="112"/>
                    </a:lnTo>
                    <a:lnTo>
                      <a:pt x="0" y="112"/>
                    </a:lnTo>
                    <a:lnTo>
                      <a:pt x="24" y="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8092" name="Line 79"/>
              <p:cNvSpPr/>
              <p:nvPr/>
            </p:nvSpPr>
            <p:spPr>
              <a:xfrm flipV="1">
                <a:off x="984" y="3184"/>
                <a:ext cx="1" cy="64"/>
              </a:xfrm>
              <a:prstGeom prst="line">
                <a:avLst/>
              </a:prstGeom>
              <a:ln w="12700" cap="flat" cmpd="sng">
                <a:solidFill>
                  <a:srgbClr val="000000"/>
                </a:solidFill>
                <a:prstDash val="solid"/>
                <a:headEnd type="none" w="med" len="med"/>
                <a:tailEnd type="none" w="med" len="med"/>
              </a:ln>
            </p:spPr>
          </p:sp>
          <p:sp>
            <p:nvSpPr>
              <p:cNvPr id="38093" name="Line 80"/>
              <p:cNvSpPr/>
              <p:nvPr/>
            </p:nvSpPr>
            <p:spPr>
              <a:xfrm flipV="1">
                <a:off x="984" y="3040"/>
                <a:ext cx="1" cy="64"/>
              </a:xfrm>
              <a:prstGeom prst="line">
                <a:avLst/>
              </a:prstGeom>
              <a:ln w="12700" cap="flat" cmpd="sng">
                <a:solidFill>
                  <a:srgbClr val="000000"/>
                </a:solidFill>
                <a:prstDash val="solid"/>
                <a:headEnd type="none" w="med" len="med"/>
                <a:tailEnd type="none" w="med" len="med"/>
              </a:ln>
            </p:spPr>
          </p:sp>
          <p:sp>
            <p:nvSpPr>
              <p:cNvPr id="38094" name="Line 81"/>
              <p:cNvSpPr/>
              <p:nvPr/>
            </p:nvSpPr>
            <p:spPr>
              <a:xfrm flipV="1">
                <a:off x="984" y="2896"/>
                <a:ext cx="1" cy="64"/>
              </a:xfrm>
              <a:prstGeom prst="line">
                <a:avLst/>
              </a:prstGeom>
              <a:ln w="12700" cap="flat" cmpd="sng">
                <a:solidFill>
                  <a:srgbClr val="000000"/>
                </a:solidFill>
                <a:prstDash val="solid"/>
                <a:headEnd type="none" w="med" len="med"/>
                <a:tailEnd type="none" w="med" len="med"/>
              </a:ln>
            </p:spPr>
          </p:sp>
          <p:sp>
            <p:nvSpPr>
              <p:cNvPr id="38095" name="Line 82"/>
              <p:cNvSpPr/>
              <p:nvPr/>
            </p:nvSpPr>
            <p:spPr>
              <a:xfrm flipV="1">
                <a:off x="984" y="2752"/>
                <a:ext cx="1" cy="64"/>
              </a:xfrm>
              <a:prstGeom prst="line">
                <a:avLst/>
              </a:prstGeom>
              <a:ln w="12700" cap="flat" cmpd="sng">
                <a:solidFill>
                  <a:srgbClr val="000000"/>
                </a:solidFill>
                <a:prstDash val="solid"/>
                <a:headEnd type="none" w="med" len="med"/>
                <a:tailEnd type="none" w="med" len="med"/>
              </a:ln>
            </p:spPr>
          </p:sp>
          <p:sp>
            <p:nvSpPr>
              <p:cNvPr id="38096" name="Line 83"/>
              <p:cNvSpPr/>
              <p:nvPr/>
            </p:nvSpPr>
            <p:spPr>
              <a:xfrm flipV="1">
                <a:off x="984" y="2608"/>
                <a:ext cx="1" cy="64"/>
              </a:xfrm>
              <a:prstGeom prst="line">
                <a:avLst/>
              </a:prstGeom>
              <a:ln w="12700" cap="flat" cmpd="sng">
                <a:solidFill>
                  <a:srgbClr val="000000"/>
                </a:solidFill>
                <a:prstDash val="solid"/>
                <a:headEnd type="none" w="med" len="med"/>
                <a:tailEnd type="none" w="med" len="med"/>
              </a:ln>
            </p:spPr>
          </p:sp>
          <p:sp>
            <p:nvSpPr>
              <p:cNvPr id="38097" name="Line 84"/>
              <p:cNvSpPr/>
              <p:nvPr/>
            </p:nvSpPr>
            <p:spPr>
              <a:xfrm flipV="1">
                <a:off x="984" y="2464"/>
                <a:ext cx="1" cy="64"/>
              </a:xfrm>
              <a:prstGeom prst="line">
                <a:avLst/>
              </a:prstGeom>
              <a:ln w="12700" cap="flat" cmpd="sng">
                <a:solidFill>
                  <a:srgbClr val="000000"/>
                </a:solidFill>
                <a:prstDash val="solid"/>
                <a:headEnd type="none" w="med" len="med"/>
                <a:tailEnd type="none" w="med" len="med"/>
              </a:ln>
            </p:spPr>
          </p:sp>
          <p:sp>
            <p:nvSpPr>
              <p:cNvPr id="38098" name="Line 85"/>
              <p:cNvSpPr/>
              <p:nvPr/>
            </p:nvSpPr>
            <p:spPr>
              <a:xfrm flipV="1">
                <a:off x="984" y="2320"/>
                <a:ext cx="1" cy="64"/>
              </a:xfrm>
              <a:prstGeom prst="line">
                <a:avLst/>
              </a:prstGeom>
              <a:ln w="12700" cap="flat" cmpd="sng">
                <a:solidFill>
                  <a:srgbClr val="000000"/>
                </a:solidFill>
                <a:prstDash val="solid"/>
                <a:headEnd type="none" w="med" len="med"/>
                <a:tailEnd type="none" w="med" len="med"/>
              </a:ln>
            </p:spPr>
          </p:sp>
          <p:sp>
            <p:nvSpPr>
              <p:cNvPr id="38099" name="Line 86"/>
              <p:cNvSpPr/>
              <p:nvPr/>
            </p:nvSpPr>
            <p:spPr>
              <a:xfrm flipV="1">
                <a:off x="984" y="2176"/>
                <a:ext cx="1" cy="64"/>
              </a:xfrm>
              <a:prstGeom prst="line">
                <a:avLst/>
              </a:prstGeom>
              <a:ln w="12700" cap="flat" cmpd="sng">
                <a:solidFill>
                  <a:srgbClr val="000000"/>
                </a:solidFill>
                <a:prstDash val="solid"/>
                <a:headEnd type="none" w="med" len="med"/>
                <a:tailEnd type="none" w="med" len="med"/>
              </a:ln>
            </p:spPr>
          </p:sp>
          <p:sp>
            <p:nvSpPr>
              <p:cNvPr id="38100" name="Line 87"/>
              <p:cNvSpPr/>
              <p:nvPr/>
            </p:nvSpPr>
            <p:spPr>
              <a:xfrm flipV="1">
                <a:off x="984" y="2032"/>
                <a:ext cx="1" cy="64"/>
              </a:xfrm>
              <a:prstGeom prst="line">
                <a:avLst/>
              </a:prstGeom>
              <a:ln w="12700" cap="flat" cmpd="sng">
                <a:solidFill>
                  <a:srgbClr val="000000"/>
                </a:solidFill>
                <a:prstDash val="solid"/>
                <a:headEnd type="none" w="med" len="med"/>
                <a:tailEnd type="none" w="med" len="med"/>
              </a:ln>
            </p:spPr>
          </p:sp>
          <p:sp>
            <p:nvSpPr>
              <p:cNvPr id="38101" name="Line 88"/>
              <p:cNvSpPr/>
              <p:nvPr/>
            </p:nvSpPr>
            <p:spPr>
              <a:xfrm flipV="1">
                <a:off x="984" y="1888"/>
                <a:ext cx="1" cy="64"/>
              </a:xfrm>
              <a:prstGeom prst="line">
                <a:avLst/>
              </a:prstGeom>
              <a:ln w="12700" cap="flat" cmpd="sng">
                <a:solidFill>
                  <a:srgbClr val="000000"/>
                </a:solidFill>
                <a:prstDash val="solid"/>
                <a:headEnd type="none" w="med" len="med"/>
                <a:tailEnd type="none" w="med" len="med"/>
              </a:ln>
            </p:spPr>
          </p:sp>
          <p:sp>
            <p:nvSpPr>
              <p:cNvPr id="38102" name="Line 89"/>
              <p:cNvSpPr/>
              <p:nvPr/>
            </p:nvSpPr>
            <p:spPr>
              <a:xfrm flipV="1">
                <a:off x="984" y="1744"/>
                <a:ext cx="1" cy="64"/>
              </a:xfrm>
              <a:prstGeom prst="line">
                <a:avLst/>
              </a:prstGeom>
              <a:ln w="12700" cap="flat" cmpd="sng">
                <a:solidFill>
                  <a:srgbClr val="000000"/>
                </a:solidFill>
                <a:prstDash val="solid"/>
                <a:headEnd type="none" w="med" len="med"/>
                <a:tailEnd type="none" w="med" len="med"/>
              </a:ln>
            </p:spPr>
          </p:sp>
          <p:sp>
            <p:nvSpPr>
              <p:cNvPr id="38103" name="Line 90"/>
              <p:cNvSpPr/>
              <p:nvPr/>
            </p:nvSpPr>
            <p:spPr>
              <a:xfrm flipV="1">
                <a:off x="984" y="1600"/>
                <a:ext cx="1" cy="64"/>
              </a:xfrm>
              <a:prstGeom prst="line">
                <a:avLst/>
              </a:prstGeom>
              <a:ln w="12700" cap="flat" cmpd="sng">
                <a:solidFill>
                  <a:srgbClr val="000000"/>
                </a:solidFill>
                <a:prstDash val="solid"/>
                <a:headEnd type="none" w="med" len="med"/>
                <a:tailEnd type="none" w="med" len="med"/>
              </a:ln>
            </p:spPr>
          </p:sp>
          <p:sp>
            <p:nvSpPr>
              <p:cNvPr id="38104" name="Line 91"/>
              <p:cNvSpPr/>
              <p:nvPr/>
            </p:nvSpPr>
            <p:spPr>
              <a:xfrm flipV="1">
                <a:off x="984" y="1456"/>
                <a:ext cx="1" cy="64"/>
              </a:xfrm>
              <a:prstGeom prst="line">
                <a:avLst/>
              </a:prstGeom>
              <a:ln w="12700" cap="flat" cmpd="sng">
                <a:solidFill>
                  <a:srgbClr val="000000"/>
                </a:solidFill>
                <a:prstDash val="solid"/>
                <a:headEnd type="none" w="med" len="med"/>
                <a:tailEnd type="none" w="med" len="med"/>
              </a:ln>
            </p:spPr>
          </p:sp>
          <p:sp>
            <p:nvSpPr>
              <p:cNvPr id="38105" name="Line 92"/>
              <p:cNvSpPr/>
              <p:nvPr/>
            </p:nvSpPr>
            <p:spPr>
              <a:xfrm flipV="1">
                <a:off x="984" y="1312"/>
                <a:ext cx="1" cy="64"/>
              </a:xfrm>
              <a:prstGeom prst="line">
                <a:avLst/>
              </a:prstGeom>
              <a:ln w="12700" cap="flat" cmpd="sng">
                <a:solidFill>
                  <a:srgbClr val="000000"/>
                </a:solidFill>
                <a:prstDash val="solid"/>
                <a:headEnd type="none" w="med" len="med"/>
                <a:tailEnd type="none" w="med" len="med"/>
              </a:ln>
            </p:spPr>
          </p:sp>
          <p:sp>
            <p:nvSpPr>
              <p:cNvPr id="38106" name="Line 93"/>
              <p:cNvSpPr/>
              <p:nvPr/>
            </p:nvSpPr>
            <p:spPr>
              <a:xfrm flipV="1">
                <a:off x="984" y="1168"/>
                <a:ext cx="1" cy="64"/>
              </a:xfrm>
              <a:prstGeom prst="line">
                <a:avLst/>
              </a:prstGeom>
              <a:ln w="12700" cap="flat" cmpd="sng">
                <a:solidFill>
                  <a:srgbClr val="000000"/>
                </a:solidFill>
                <a:prstDash val="solid"/>
                <a:headEnd type="none" w="med" len="med"/>
                <a:tailEnd type="none" w="med" len="med"/>
              </a:ln>
            </p:spPr>
          </p:sp>
          <p:sp>
            <p:nvSpPr>
              <p:cNvPr id="38107" name="Line 94"/>
              <p:cNvSpPr/>
              <p:nvPr/>
            </p:nvSpPr>
            <p:spPr>
              <a:xfrm flipV="1">
                <a:off x="984" y="1024"/>
                <a:ext cx="1" cy="64"/>
              </a:xfrm>
              <a:prstGeom prst="line">
                <a:avLst/>
              </a:prstGeom>
              <a:ln w="12700" cap="flat" cmpd="sng">
                <a:solidFill>
                  <a:srgbClr val="000000"/>
                </a:solidFill>
                <a:prstDash val="solid"/>
                <a:headEnd type="none" w="med" len="med"/>
                <a:tailEnd type="none" w="med" len="med"/>
              </a:ln>
            </p:spPr>
          </p:sp>
          <p:sp>
            <p:nvSpPr>
              <p:cNvPr id="38108" name="Line 95"/>
              <p:cNvSpPr/>
              <p:nvPr/>
            </p:nvSpPr>
            <p:spPr>
              <a:xfrm flipV="1">
                <a:off x="984" y="896"/>
                <a:ext cx="1" cy="48"/>
              </a:xfrm>
              <a:prstGeom prst="line">
                <a:avLst/>
              </a:prstGeom>
              <a:ln w="12700" cap="flat" cmpd="sng">
                <a:solidFill>
                  <a:srgbClr val="000000"/>
                </a:solidFill>
                <a:prstDash val="solid"/>
                <a:headEnd type="none" w="med" len="med"/>
                <a:tailEnd type="none" w="med" len="med"/>
              </a:ln>
            </p:spPr>
          </p:sp>
        </p:grpSp>
        <p:grpSp>
          <p:nvGrpSpPr>
            <p:cNvPr id="37930" name="Group 96"/>
            <p:cNvGrpSpPr/>
            <p:nvPr/>
          </p:nvGrpSpPr>
          <p:grpSpPr>
            <a:xfrm>
              <a:off x="336" y="1968"/>
              <a:ext cx="3936" cy="47"/>
              <a:chOff x="336" y="1256"/>
              <a:chExt cx="4512" cy="56"/>
            </a:xfrm>
          </p:grpSpPr>
          <p:sp>
            <p:nvSpPr>
              <p:cNvPr id="38058" name="Freeform 97"/>
              <p:cNvSpPr/>
              <p:nvPr>
                <p:custDataLst>
                  <p:tags r:id="rId33"/>
                </p:custDataLst>
              </p:nvPr>
            </p:nvSpPr>
            <p:spPr>
              <a:xfrm>
                <a:off x="336" y="1256"/>
                <a:ext cx="112" cy="56"/>
              </a:xfrm>
              <a:custGeom>
                <a:avLst/>
                <a:gdLst>
                  <a:gd name="txL" fmla="*/ 0 w 112"/>
                  <a:gd name="txT" fmla="*/ 0 h 56"/>
                  <a:gd name="txR" fmla="*/ 112 w 112"/>
                  <a:gd name="txB" fmla="*/ 56 h 56"/>
                </a:gdLst>
                <a:ahLst/>
                <a:cxnLst>
                  <a:cxn ang="0">
                    <a:pos x="0" y="24"/>
                  </a:cxn>
                  <a:cxn ang="0">
                    <a:pos x="112" y="0"/>
                  </a:cxn>
                  <a:cxn ang="0">
                    <a:pos x="112" y="24"/>
                  </a:cxn>
                  <a:cxn ang="0">
                    <a:pos x="112" y="56"/>
                  </a:cxn>
                  <a:cxn ang="0">
                    <a:pos x="0" y="24"/>
                  </a:cxn>
                </a:cxnLst>
                <a:rect l="txL" t="txT" r="txR" b="txB"/>
                <a:pathLst>
                  <a:path w="112" h="56">
                    <a:moveTo>
                      <a:pt x="0" y="24"/>
                    </a:moveTo>
                    <a:lnTo>
                      <a:pt x="112" y="0"/>
                    </a:lnTo>
                    <a:lnTo>
                      <a:pt x="112" y="24"/>
                    </a:lnTo>
                    <a:lnTo>
                      <a:pt x="112" y="56"/>
                    </a:lnTo>
                    <a:lnTo>
                      <a:pt x="0" y="24"/>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8059" name="Freeform 98"/>
              <p:cNvSpPr/>
              <p:nvPr>
                <p:custDataLst>
                  <p:tags r:id="rId34"/>
                </p:custDataLst>
              </p:nvPr>
            </p:nvSpPr>
            <p:spPr>
              <a:xfrm>
                <a:off x="4736" y="1256"/>
                <a:ext cx="112" cy="56"/>
              </a:xfrm>
              <a:custGeom>
                <a:avLst/>
                <a:gdLst>
                  <a:gd name="txL" fmla="*/ 0 w 112"/>
                  <a:gd name="txT" fmla="*/ 0 h 56"/>
                  <a:gd name="txR" fmla="*/ 112 w 112"/>
                  <a:gd name="txB" fmla="*/ 56 h 56"/>
                </a:gdLst>
                <a:ahLst/>
                <a:cxnLst>
                  <a:cxn ang="0">
                    <a:pos x="112" y="24"/>
                  </a:cxn>
                  <a:cxn ang="0">
                    <a:pos x="0" y="56"/>
                  </a:cxn>
                  <a:cxn ang="0">
                    <a:pos x="0" y="24"/>
                  </a:cxn>
                  <a:cxn ang="0">
                    <a:pos x="0" y="0"/>
                  </a:cxn>
                  <a:cxn ang="0">
                    <a:pos x="112" y="24"/>
                  </a:cxn>
                </a:cxnLst>
                <a:rect l="txL" t="txT" r="txR" b="txB"/>
                <a:pathLst>
                  <a:path w="112" h="56">
                    <a:moveTo>
                      <a:pt x="112" y="24"/>
                    </a:moveTo>
                    <a:lnTo>
                      <a:pt x="0" y="56"/>
                    </a:lnTo>
                    <a:lnTo>
                      <a:pt x="0" y="24"/>
                    </a:lnTo>
                    <a:lnTo>
                      <a:pt x="0" y="0"/>
                    </a:lnTo>
                    <a:lnTo>
                      <a:pt x="112" y="24"/>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8060" name="Line 99"/>
              <p:cNvSpPr/>
              <p:nvPr/>
            </p:nvSpPr>
            <p:spPr>
              <a:xfrm>
                <a:off x="448" y="1280"/>
                <a:ext cx="64" cy="1"/>
              </a:xfrm>
              <a:prstGeom prst="line">
                <a:avLst/>
              </a:prstGeom>
              <a:ln w="12700" cap="flat" cmpd="sng">
                <a:solidFill>
                  <a:srgbClr val="000000"/>
                </a:solidFill>
                <a:prstDash val="solid"/>
                <a:headEnd type="none" w="med" len="med"/>
                <a:tailEnd type="none" w="med" len="med"/>
              </a:ln>
            </p:spPr>
          </p:sp>
          <p:sp>
            <p:nvSpPr>
              <p:cNvPr id="38061" name="Line 100"/>
              <p:cNvSpPr/>
              <p:nvPr/>
            </p:nvSpPr>
            <p:spPr>
              <a:xfrm>
                <a:off x="592" y="1280"/>
                <a:ext cx="64" cy="1"/>
              </a:xfrm>
              <a:prstGeom prst="line">
                <a:avLst/>
              </a:prstGeom>
              <a:ln w="12700" cap="flat" cmpd="sng">
                <a:solidFill>
                  <a:srgbClr val="000000"/>
                </a:solidFill>
                <a:prstDash val="solid"/>
                <a:headEnd type="none" w="med" len="med"/>
                <a:tailEnd type="none" w="med" len="med"/>
              </a:ln>
            </p:spPr>
          </p:sp>
          <p:sp>
            <p:nvSpPr>
              <p:cNvPr id="38062" name="Line 101"/>
              <p:cNvSpPr/>
              <p:nvPr/>
            </p:nvSpPr>
            <p:spPr>
              <a:xfrm>
                <a:off x="736" y="1280"/>
                <a:ext cx="64" cy="1"/>
              </a:xfrm>
              <a:prstGeom prst="line">
                <a:avLst/>
              </a:prstGeom>
              <a:ln w="12700" cap="flat" cmpd="sng">
                <a:solidFill>
                  <a:srgbClr val="000000"/>
                </a:solidFill>
                <a:prstDash val="solid"/>
                <a:headEnd type="none" w="med" len="med"/>
                <a:tailEnd type="none" w="med" len="med"/>
              </a:ln>
            </p:spPr>
          </p:sp>
          <p:sp>
            <p:nvSpPr>
              <p:cNvPr id="38063" name="Line 102"/>
              <p:cNvSpPr/>
              <p:nvPr/>
            </p:nvSpPr>
            <p:spPr>
              <a:xfrm>
                <a:off x="880" y="1280"/>
                <a:ext cx="64" cy="1"/>
              </a:xfrm>
              <a:prstGeom prst="line">
                <a:avLst/>
              </a:prstGeom>
              <a:ln w="12700" cap="flat" cmpd="sng">
                <a:solidFill>
                  <a:srgbClr val="000000"/>
                </a:solidFill>
                <a:prstDash val="solid"/>
                <a:headEnd type="none" w="med" len="med"/>
                <a:tailEnd type="none" w="med" len="med"/>
              </a:ln>
            </p:spPr>
          </p:sp>
          <p:sp>
            <p:nvSpPr>
              <p:cNvPr id="38064" name="Line 103"/>
              <p:cNvSpPr/>
              <p:nvPr/>
            </p:nvSpPr>
            <p:spPr>
              <a:xfrm>
                <a:off x="1024" y="1280"/>
                <a:ext cx="64" cy="1"/>
              </a:xfrm>
              <a:prstGeom prst="line">
                <a:avLst/>
              </a:prstGeom>
              <a:ln w="12700" cap="flat" cmpd="sng">
                <a:solidFill>
                  <a:srgbClr val="000000"/>
                </a:solidFill>
                <a:prstDash val="solid"/>
                <a:headEnd type="none" w="med" len="med"/>
                <a:tailEnd type="none" w="med" len="med"/>
              </a:ln>
            </p:spPr>
          </p:sp>
          <p:sp>
            <p:nvSpPr>
              <p:cNvPr id="38065" name="Line 104"/>
              <p:cNvSpPr/>
              <p:nvPr/>
            </p:nvSpPr>
            <p:spPr>
              <a:xfrm>
                <a:off x="1168" y="1280"/>
                <a:ext cx="64" cy="1"/>
              </a:xfrm>
              <a:prstGeom prst="line">
                <a:avLst/>
              </a:prstGeom>
              <a:ln w="12700" cap="flat" cmpd="sng">
                <a:solidFill>
                  <a:srgbClr val="000000"/>
                </a:solidFill>
                <a:prstDash val="solid"/>
                <a:headEnd type="none" w="med" len="med"/>
                <a:tailEnd type="none" w="med" len="med"/>
              </a:ln>
            </p:spPr>
          </p:sp>
          <p:sp>
            <p:nvSpPr>
              <p:cNvPr id="38066" name="Line 105"/>
              <p:cNvSpPr/>
              <p:nvPr/>
            </p:nvSpPr>
            <p:spPr>
              <a:xfrm>
                <a:off x="1312" y="1280"/>
                <a:ext cx="64" cy="1"/>
              </a:xfrm>
              <a:prstGeom prst="line">
                <a:avLst/>
              </a:prstGeom>
              <a:ln w="12700" cap="flat" cmpd="sng">
                <a:solidFill>
                  <a:srgbClr val="000000"/>
                </a:solidFill>
                <a:prstDash val="solid"/>
                <a:headEnd type="none" w="med" len="med"/>
                <a:tailEnd type="none" w="med" len="med"/>
              </a:ln>
            </p:spPr>
          </p:sp>
          <p:sp>
            <p:nvSpPr>
              <p:cNvPr id="38067" name="Line 106"/>
              <p:cNvSpPr/>
              <p:nvPr/>
            </p:nvSpPr>
            <p:spPr>
              <a:xfrm>
                <a:off x="1456" y="1280"/>
                <a:ext cx="64" cy="1"/>
              </a:xfrm>
              <a:prstGeom prst="line">
                <a:avLst/>
              </a:prstGeom>
              <a:ln w="12700" cap="flat" cmpd="sng">
                <a:solidFill>
                  <a:srgbClr val="000000"/>
                </a:solidFill>
                <a:prstDash val="solid"/>
                <a:headEnd type="none" w="med" len="med"/>
                <a:tailEnd type="none" w="med" len="med"/>
              </a:ln>
            </p:spPr>
          </p:sp>
          <p:sp>
            <p:nvSpPr>
              <p:cNvPr id="38068" name="Line 107"/>
              <p:cNvSpPr/>
              <p:nvPr/>
            </p:nvSpPr>
            <p:spPr>
              <a:xfrm>
                <a:off x="1600" y="1280"/>
                <a:ext cx="64" cy="1"/>
              </a:xfrm>
              <a:prstGeom prst="line">
                <a:avLst/>
              </a:prstGeom>
              <a:ln w="12700" cap="flat" cmpd="sng">
                <a:solidFill>
                  <a:srgbClr val="000000"/>
                </a:solidFill>
                <a:prstDash val="solid"/>
                <a:headEnd type="none" w="med" len="med"/>
                <a:tailEnd type="none" w="med" len="med"/>
              </a:ln>
            </p:spPr>
          </p:sp>
          <p:sp>
            <p:nvSpPr>
              <p:cNvPr id="38069" name="Line 108"/>
              <p:cNvSpPr/>
              <p:nvPr/>
            </p:nvSpPr>
            <p:spPr>
              <a:xfrm>
                <a:off x="1744" y="1280"/>
                <a:ext cx="64" cy="1"/>
              </a:xfrm>
              <a:prstGeom prst="line">
                <a:avLst/>
              </a:prstGeom>
              <a:ln w="12700" cap="flat" cmpd="sng">
                <a:solidFill>
                  <a:srgbClr val="000000"/>
                </a:solidFill>
                <a:prstDash val="solid"/>
                <a:headEnd type="none" w="med" len="med"/>
                <a:tailEnd type="none" w="med" len="med"/>
              </a:ln>
            </p:spPr>
          </p:sp>
          <p:sp>
            <p:nvSpPr>
              <p:cNvPr id="38070" name="Line 109"/>
              <p:cNvSpPr/>
              <p:nvPr/>
            </p:nvSpPr>
            <p:spPr>
              <a:xfrm>
                <a:off x="1888" y="1280"/>
                <a:ext cx="64" cy="1"/>
              </a:xfrm>
              <a:prstGeom prst="line">
                <a:avLst/>
              </a:prstGeom>
              <a:ln w="12700" cap="flat" cmpd="sng">
                <a:solidFill>
                  <a:srgbClr val="000000"/>
                </a:solidFill>
                <a:prstDash val="solid"/>
                <a:headEnd type="none" w="med" len="med"/>
                <a:tailEnd type="none" w="med" len="med"/>
              </a:ln>
            </p:spPr>
          </p:sp>
          <p:sp>
            <p:nvSpPr>
              <p:cNvPr id="38071" name="Line 110"/>
              <p:cNvSpPr/>
              <p:nvPr/>
            </p:nvSpPr>
            <p:spPr>
              <a:xfrm>
                <a:off x="2032" y="1280"/>
                <a:ext cx="64" cy="1"/>
              </a:xfrm>
              <a:prstGeom prst="line">
                <a:avLst/>
              </a:prstGeom>
              <a:ln w="12700" cap="flat" cmpd="sng">
                <a:solidFill>
                  <a:srgbClr val="000000"/>
                </a:solidFill>
                <a:prstDash val="solid"/>
                <a:headEnd type="none" w="med" len="med"/>
                <a:tailEnd type="none" w="med" len="med"/>
              </a:ln>
            </p:spPr>
          </p:sp>
          <p:sp>
            <p:nvSpPr>
              <p:cNvPr id="38072" name="Line 111"/>
              <p:cNvSpPr/>
              <p:nvPr/>
            </p:nvSpPr>
            <p:spPr>
              <a:xfrm>
                <a:off x="2176" y="1280"/>
                <a:ext cx="64" cy="1"/>
              </a:xfrm>
              <a:prstGeom prst="line">
                <a:avLst/>
              </a:prstGeom>
              <a:ln w="12700" cap="flat" cmpd="sng">
                <a:solidFill>
                  <a:srgbClr val="000000"/>
                </a:solidFill>
                <a:prstDash val="solid"/>
                <a:headEnd type="none" w="med" len="med"/>
                <a:tailEnd type="none" w="med" len="med"/>
              </a:ln>
            </p:spPr>
          </p:sp>
          <p:sp>
            <p:nvSpPr>
              <p:cNvPr id="38073" name="Line 112"/>
              <p:cNvSpPr/>
              <p:nvPr/>
            </p:nvSpPr>
            <p:spPr>
              <a:xfrm>
                <a:off x="2320" y="1280"/>
                <a:ext cx="64" cy="1"/>
              </a:xfrm>
              <a:prstGeom prst="line">
                <a:avLst/>
              </a:prstGeom>
              <a:ln w="12700" cap="flat" cmpd="sng">
                <a:solidFill>
                  <a:srgbClr val="000000"/>
                </a:solidFill>
                <a:prstDash val="solid"/>
                <a:headEnd type="none" w="med" len="med"/>
                <a:tailEnd type="none" w="med" len="med"/>
              </a:ln>
            </p:spPr>
          </p:sp>
          <p:sp>
            <p:nvSpPr>
              <p:cNvPr id="38074" name="Line 113"/>
              <p:cNvSpPr/>
              <p:nvPr/>
            </p:nvSpPr>
            <p:spPr>
              <a:xfrm>
                <a:off x="2464" y="1280"/>
                <a:ext cx="64" cy="1"/>
              </a:xfrm>
              <a:prstGeom prst="line">
                <a:avLst/>
              </a:prstGeom>
              <a:ln w="12700" cap="flat" cmpd="sng">
                <a:solidFill>
                  <a:srgbClr val="000000"/>
                </a:solidFill>
                <a:prstDash val="solid"/>
                <a:headEnd type="none" w="med" len="med"/>
                <a:tailEnd type="none" w="med" len="med"/>
              </a:ln>
            </p:spPr>
          </p:sp>
          <p:sp>
            <p:nvSpPr>
              <p:cNvPr id="38075" name="Line 114"/>
              <p:cNvSpPr/>
              <p:nvPr/>
            </p:nvSpPr>
            <p:spPr>
              <a:xfrm>
                <a:off x="2608" y="1280"/>
                <a:ext cx="64" cy="1"/>
              </a:xfrm>
              <a:prstGeom prst="line">
                <a:avLst/>
              </a:prstGeom>
              <a:ln w="12700" cap="flat" cmpd="sng">
                <a:solidFill>
                  <a:srgbClr val="000000"/>
                </a:solidFill>
                <a:prstDash val="solid"/>
                <a:headEnd type="none" w="med" len="med"/>
                <a:tailEnd type="none" w="med" len="med"/>
              </a:ln>
            </p:spPr>
          </p:sp>
          <p:sp>
            <p:nvSpPr>
              <p:cNvPr id="38076" name="Line 115"/>
              <p:cNvSpPr/>
              <p:nvPr/>
            </p:nvSpPr>
            <p:spPr>
              <a:xfrm>
                <a:off x="2752" y="1280"/>
                <a:ext cx="64" cy="1"/>
              </a:xfrm>
              <a:prstGeom prst="line">
                <a:avLst/>
              </a:prstGeom>
              <a:ln w="12700" cap="flat" cmpd="sng">
                <a:solidFill>
                  <a:srgbClr val="000000"/>
                </a:solidFill>
                <a:prstDash val="solid"/>
                <a:headEnd type="none" w="med" len="med"/>
                <a:tailEnd type="none" w="med" len="med"/>
              </a:ln>
            </p:spPr>
          </p:sp>
          <p:sp>
            <p:nvSpPr>
              <p:cNvPr id="38077" name="Line 116"/>
              <p:cNvSpPr/>
              <p:nvPr/>
            </p:nvSpPr>
            <p:spPr>
              <a:xfrm>
                <a:off x="2896" y="1280"/>
                <a:ext cx="64" cy="1"/>
              </a:xfrm>
              <a:prstGeom prst="line">
                <a:avLst/>
              </a:prstGeom>
              <a:ln w="12700" cap="flat" cmpd="sng">
                <a:solidFill>
                  <a:srgbClr val="000000"/>
                </a:solidFill>
                <a:prstDash val="solid"/>
                <a:headEnd type="none" w="med" len="med"/>
                <a:tailEnd type="none" w="med" len="med"/>
              </a:ln>
            </p:spPr>
          </p:sp>
          <p:sp>
            <p:nvSpPr>
              <p:cNvPr id="38078" name="Line 117"/>
              <p:cNvSpPr/>
              <p:nvPr/>
            </p:nvSpPr>
            <p:spPr>
              <a:xfrm>
                <a:off x="3040" y="1280"/>
                <a:ext cx="64" cy="1"/>
              </a:xfrm>
              <a:prstGeom prst="line">
                <a:avLst/>
              </a:prstGeom>
              <a:ln w="12700" cap="flat" cmpd="sng">
                <a:solidFill>
                  <a:srgbClr val="000000"/>
                </a:solidFill>
                <a:prstDash val="solid"/>
                <a:headEnd type="none" w="med" len="med"/>
                <a:tailEnd type="none" w="med" len="med"/>
              </a:ln>
            </p:spPr>
          </p:sp>
          <p:sp>
            <p:nvSpPr>
              <p:cNvPr id="38079" name="Line 118"/>
              <p:cNvSpPr/>
              <p:nvPr/>
            </p:nvSpPr>
            <p:spPr>
              <a:xfrm>
                <a:off x="3184" y="1280"/>
                <a:ext cx="64" cy="1"/>
              </a:xfrm>
              <a:prstGeom prst="line">
                <a:avLst/>
              </a:prstGeom>
              <a:ln w="12700" cap="flat" cmpd="sng">
                <a:solidFill>
                  <a:srgbClr val="000000"/>
                </a:solidFill>
                <a:prstDash val="solid"/>
                <a:headEnd type="none" w="med" len="med"/>
                <a:tailEnd type="none" w="med" len="med"/>
              </a:ln>
            </p:spPr>
          </p:sp>
          <p:sp>
            <p:nvSpPr>
              <p:cNvPr id="38080" name="Line 119"/>
              <p:cNvSpPr/>
              <p:nvPr/>
            </p:nvSpPr>
            <p:spPr>
              <a:xfrm>
                <a:off x="3328" y="1280"/>
                <a:ext cx="64" cy="1"/>
              </a:xfrm>
              <a:prstGeom prst="line">
                <a:avLst/>
              </a:prstGeom>
              <a:ln w="12700" cap="flat" cmpd="sng">
                <a:solidFill>
                  <a:srgbClr val="000000"/>
                </a:solidFill>
                <a:prstDash val="solid"/>
                <a:headEnd type="none" w="med" len="med"/>
                <a:tailEnd type="none" w="med" len="med"/>
              </a:ln>
            </p:spPr>
          </p:sp>
          <p:sp>
            <p:nvSpPr>
              <p:cNvPr id="38081" name="Line 120"/>
              <p:cNvSpPr/>
              <p:nvPr/>
            </p:nvSpPr>
            <p:spPr>
              <a:xfrm>
                <a:off x="3472" y="1280"/>
                <a:ext cx="64" cy="1"/>
              </a:xfrm>
              <a:prstGeom prst="line">
                <a:avLst/>
              </a:prstGeom>
              <a:ln w="12700" cap="flat" cmpd="sng">
                <a:solidFill>
                  <a:srgbClr val="000000"/>
                </a:solidFill>
                <a:prstDash val="solid"/>
                <a:headEnd type="none" w="med" len="med"/>
                <a:tailEnd type="none" w="med" len="med"/>
              </a:ln>
            </p:spPr>
          </p:sp>
          <p:sp>
            <p:nvSpPr>
              <p:cNvPr id="38082" name="Line 121"/>
              <p:cNvSpPr/>
              <p:nvPr/>
            </p:nvSpPr>
            <p:spPr>
              <a:xfrm>
                <a:off x="3616" y="1280"/>
                <a:ext cx="64" cy="1"/>
              </a:xfrm>
              <a:prstGeom prst="line">
                <a:avLst/>
              </a:prstGeom>
              <a:ln w="12700" cap="flat" cmpd="sng">
                <a:solidFill>
                  <a:srgbClr val="000000"/>
                </a:solidFill>
                <a:prstDash val="solid"/>
                <a:headEnd type="none" w="med" len="med"/>
                <a:tailEnd type="none" w="med" len="med"/>
              </a:ln>
            </p:spPr>
          </p:sp>
          <p:sp>
            <p:nvSpPr>
              <p:cNvPr id="38083" name="Line 122"/>
              <p:cNvSpPr/>
              <p:nvPr/>
            </p:nvSpPr>
            <p:spPr>
              <a:xfrm>
                <a:off x="3760" y="1280"/>
                <a:ext cx="64" cy="1"/>
              </a:xfrm>
              <a:prstGeom prst="line">
                <a:avLst/>
              </a:prstGeom>
              <a:ln w="12700" cap="flat" cmpd="sng">
                <a:solidFill>
                  <a:srgbClr val="000000"/>
                </a:solidFill>
                <a:prstDash val="solid"/>
                <a:headEnd type="none" w="med" len="med"/>
                <a:tailEnd type="none" w="med" len="med"/>
              </a:ln>
            </p:spPr>
          </p:sp>
          <p:sp>
            <p:nvSpPr>
              <p:cNvPr id="38084" name="Line 123"/>
              <p:cNvSpPr/>
              <p:nvPr/>
            </p:nvSpPr>
            <p:spPr>
              <a:xfrm>
                <a:off x="3904" y="1280"/>
                <a:ext cx="64" cy="1"/>
              </a:xfrm>
              <a:prstGeom prst="line">
                <a:avLst/>
              </a:prstGeom>
              <a:ln w="12700" cap="flat" cmpd="sng">
                <a:solidFill>
                  <a:srgbClr val="000000"/>
                </a:solidFill>
                <a:prstDash val="solid"/>
                <a:headEnd type="none" w="med" len="med"/>
                <a:tailEnd type="none" w="med" len="med"/>
              </a:ln>
            </p:spPr>
          </p:sp>
          <p:sp>
            <p:nvSpPr>
              <p:cNvPr id="38085" name="Line 124"/>
              <p:cNvSpPr/>
              <p:nvPr/>
            </p:nvSpPr>
            <p:spPr>
              <a:xfrm>
                <a:off x="4048" y="1280"/>
                <a:ext cx="64" cy="1"/>
              </a:xfrm>
              <a:prstGeom prst="line">
                <a:avLst/>
              </a:prstGeom>
              <a:ln w="12700" cap="flat" cmpd="sng">
                <a:solidFill>
                  <a:srgbClr val="000000"/>
                </a:solidFill>
                <a:prstDash val="solid"/>
                <a:headEnd type="none" w="med" len="med"/>
                <a:tailEnd type="none" w="med" len="med"/>
              </a:ln>
            </p:spPr>
          </p:sp>
          <p:sp>
            <p:nvSpPr>
              <p:cNvPr id="38086" name="Line 125"/>
              <p:cNvSpPr/>
              <p:nvPr/>
            </p:nvSpPr>
            <p:spPr>
              <a:xfrm>
                <a:off x="4192" y="1280"/>
                <a:ext cx="64" cy="1"/>
              </a:xfrm>
              <a:prstGeom prst="line">
                <a:avLst/>
              </a:prstGeom>
              <a:ln w="12700" cap="flat" cmpd="sng">
                <a:solidFill>
                  <a:srgbClr val="000000"/>
                </a:solidFill>
                <a:prstDash val="solid"/>
                <a:headEnd type="none" w="med" len="med"/>
                <a:tailEnd type="none" w="med" len="med"/>
              </a:ln>
            </p:spPr>
          </p:sp>
          <p:sp>
            <p:nvSpPr>
              <p:cNvPr id="38087" name="Line 126"/>
              <p:cNvSpPr/>
              <p:nvPr/>
            </p:nvSpPr>
            <p:spPr>
              <a:xfrm>
                <a:off x="4336" y="1280"/>
                <a:ext cx="64" cy="1"/>
              </a:xfrm>
              <a:prstGeom prst="line">
                <a:avLst/>
              </a:prstGeom>
              <a:ln w="12700" cap="flat" cmpd="sng">
                <a:solidFill>
                  <a:srgbClr val="000000"/>
                </a:solidFill>
                <a:prstDash val="solid"/>
                <a:headEnd type="none" w="med" len="med"/>
                <a:tailEnd type="none" w="med" len="med"/>
              </a:ln>
            </p:spPr>
          </p:sp>
          <p:sp>
            <p:nvSpPr>
              <p:cNvPr id="38088" name="Line 127"/>
              <p:cNvSpPr/>
              <p:nvPr/>
            </p:nvSpPr>
            <p:spPr>
              <a:xfrm>
                <a:off x="4480" y="1280"/>
                <a:ext cx="64" cy="1"/>
              </a:xfrm>
              <a:prstGeom prst="line">
                <a:avLst/>
              </a:prstGeom>
              <a:ln w="12700" cap="flat" cmpd="sng">
                <a:solidFill>
                  <a:srgbClr val="000000"/>
                </a:solidFill>
                <a:prstDash val="solid"/>
                <a:headEnd type="none" w="med" len="med"/>
                <a:tailEnd type="none" w="med" len="med"/>
              </a:ln>
            </p:spPr>
          </p:sp>
          <p:sp>
            <p:nvSpPr>
              <p:cNvPr id="38089" name="Line 128"/>
              <p:cNvSpPr/>
              <p:nvPr/>
            </p:nvSpPr>
            <p:spPr>
              <a:xfrm>
                <a:off x="4624" y="1280"/>
                <a:ext cx="64" cy="1"/>
              </a:xfrm>
              <a:prstGeom prst="line">
                <a:avLst/>
              </a:prstGeom>
              <a:ln w="12700" cap="flat" cmpd="sng">
                <a:solidFill>
                  <a:srgbClr val="000000"/>
                </a:solidFill>
                <a:prstDash val="solid"/>
                <a:headEnd type="none" w="med" len="med"/>
                <a:tailEnd type="none" w="med" len="med"/>
              </a:ln>
            </p:spPr>
          </p:sp>
        </p:grpSp>
        <p:sp>
          <p:nvSpPr>
            <p:cNvPr id="37931" name="Rectangle 129"/>
            <p:cNvSpPr/>
            <p:nvPr/>
          </p:nvSpPr>
          <p:spPr>
            <a:xfrm>
              <a:off x="1061" y="3872"/>
              <a:ext cx="113" cy="191"/>
            </a:xfrm>
            <a:prstGeom prst="rect">
              <a:avLst/>
            </a:prstGeom>
            <a:noFill/>
            <a:ln w="9525">
              <a:noFill/>
            </a:ln>
          </p:spPr>
          <p:txBody>
            <a:bodyPr wrap="squar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a</a:t>
              </a:r>
            </a:p>
          </p:txBody>
        </p:sp>
        <p:sp>
          <p:nvSpPr>
            <p:cNvPr id="37932" name="Rectangle 130"/>
            <p:cNvSpPr/>
            <p:nvPr/>
          </p:nvSpPr>
          <p:spPr>
            <a:xfrm>
              <a:off x="1594" y="3856"/>
              <a:ext cx="124" cy="191"/>
            </a:xfrm>
            <a:prstGeom prst="rect">
              <a:avLst/>
            </a:prstGeom>
            <a:noFill/>
            <a:ln w="9525">
              <a:noFill/>
            </a:ln>
          </p:spPr>
          <p:txBody>
            <a:bodyPr wrap="squar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b</a:t>
              </a:r>
            </a:p>
          </p:txBody>
        </p:sp>
        <p:sp>
          <p:nvSpPr>
            <p:cNvPr id="37933" name="Rectangle 131"/>
            <p:cNvSpPr/>
            <p:nvPr/>
          </p:nvSpPr>
          <p:spPr>
            <a:xfrm>
              <a:off x="2956" y="3856"/>
              <a:ext cx="113" cy="191"/>
            </a:xfrm>
            <a:prstGeom prst="rect">
              <a:avLst/>
            </a:prstGeom>
            <a:noFill/>
            <a:ln w="9525">
              <a:noFill/>
            </a:ln>
          </p:spPr>
          <p:txBody>
            <a:bodyPr wrap="squar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c</a:t>
              </a:r>
            </a:p>
          </p:txBody>
        </p:sp>
        <p:sp>
          <p:nvSpPr>
            <p:cNvPr id="37934" name="Rectangle 132"/>
            <p:cNvSpPr/>
            <p:nvPr/>
          </p:nvSpPr>
          <p:spPr>
            <a:xfrm>
              <a:off x="3963" y="3848"/>
              <a:ext cx="124" cy="191"/>
            </a:xfrm>
            <a:prstGeom prst="rect">
              <a:avLst/>
            </a:prstGeom>
            <a:noFill/>
            <a:ln w="9525">
              <a:noFill/>
            </a:ln>
          </p:spPr>
          <p:txBody>
            <a:bodyPr wrap="squar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d</a:t>
              </a:r>
            </a:p>
          </p:txBody>
        </p:sp>
        <p:grpSp>
          <p:nvGrpSpPr>
            <p:cNvPr id="37935" name="Group 133"/>
            <p:cNvGrpSpPr/>
            <p:nvPr/>
          </p:nvGrpSpPr>
          <p:grpSpPr>
            <a:xfrm>
              <a:off x="409" y="1336"/>
              <a:ext cx="188" cy="239"/>
              <a:chOff x="609" y="352"/>
              <a:chExt cx="188" cy="239"/>
            </a:xfrm>
          </p:grpSpPr>
          <p:sp>
            <p:nvSpPr>
              <p:cNvPr id="38056" name="Rectangle 134"/>
              <p:cNvSpPr/>
              <p:nvPr/>
            </p:nvSpPr>
            <p:spPr>
              <a:xfrm>
                <a:off x="609" y="352"/>
                <a:ext cx="113" cy="191"/>
              </a:xfrm>
              <a:prstGeom prst="rect">
                <a:avLst/>
              </a:prstGeom>
              <a:noFill/>
              <a:ln w="9525">
                <a:noFill/>
              </a:ln>
            </p:spPr>
            <p:txBody>
              <a:bodyPr wrap="squar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x</a:t>
                </a:r>
              </a:p>
            </p:txBody>
          </p:sp>
          <p:sp>
            <p:nvSpPr>
              <p:cNvPr id="38057" name="Rectangle 135"/>
              <p:cNvSpPr/>
              <p:nvPr/>
            </p:nvSpPr>
            <p:spPr>
              <a:xfrm>
                <a:off x="684" y="400"/>
                <a:ext cx="113" cy="191"/>
              </a:xfrm>
              <a:prstGeom prst="rect">
                <a:avLst/>
              </a:prstGeom>
              <a:noFill/>
              <a:ln w="9525">
                <a:noFill/>
              </a:ln>
            </p:spPr>
            <p:txBody>
              <a:bodyPr wrap="squar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2</a:t>
                </a:r>
              </a:p>
            </p:txBody>
          </p:sp>
        </p:grpSp>
        <p:grpSp>
          <p:nvGrpSpPr>
            <p:cNvPr id="37936" name="Group 136"/>
            <p:cNvGrpSpPr/>
            <p:nvPr/>
          </p:nvGrpSpPr>
          <p:grpSpPr>
            <a:xfrm>
              <a:off x="4352" y="3824"/>
              <a:ext cx="189" cy="239"/>
              <a:chOff x="4528" y="3112"/>
              <a:chExt cx="189" cy="239"/>
            </a:xfrm>
          </p:grpSpPr>
          <p:sp>
            <p:nvSpPr>
              <p:cNvPr id="38054" name="Rectangle 137"/>
              <p:cNvSpPr/>
              <p:nvPr/>
            </p:nvSpPr>
            <p:spPr>
              <a:xfrm>
                <a:off x="4528" y="3112"/>
                <a:ext cx="113" cy="191"/>
              </a:xfrm>
              <a:prstGeom prst="rect">
                <a:avLst/>
              </a:prstGeom>
              <a:noFill/>
              <a:ln w="9525">
                <a:noFill/>
              </a:ln>
            </p:spPr>
            <p:txBody>
              <a:bodyPr wrap="squar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x</a:t>
                </a:r>
              </a:p>
            </p:txBody>
          </p:sp>
          <p:sp>
            <p:nvSpPr>
              <p:cNvPr id="38055" name="Rectangle 138"/>
              <p:cNvSpPr/>
              <p:nvPr/>
            </p:nvSpPr>
            <p:spPr>
              <a:xfrm>
                <a:off x="4604" y="3160"/>
                <a:ext cx="113" cy="191"/>
              </a:xfrm>
              <a:prstGeom prst="rect">
                <a:avLst/>
              </a:prstGeom>
              <a:noFill/>
              <a:ln w="9525">
                <a:noFill/>
              </a:ln>
            </p:spPr>
            <p:txBody>
              <a:bodyPr wrap="squar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1</a:t>
                </a:r>
              </a:p>
            </p:txBody>
          </p:sp>
        </p:grpSp>
        <p:sp>
          <p:nvSpPr>
            <p:cNvPr id="37937" name="Rectangle 139"/>
            <p:cNvSpPr/>
            <p:nvPr>
              <p:custDataLst>
                <p:tags r:id="rId4"/>
              </p:custDataLst>
            </p:nvPr>
          </p:nvSpPr>
          <p:spPr>
            <a:xfrm>
              <a:off x="1016" y="2024"/>
              <a:ext cx="2848" cy="1248"/>
            </a:xfrm>
            <a:prstGeom prst="rect">
              <a:avLst/>
            </a:prstGeom>
            <a:blipFill rotWithShape="0">
              <a:blip r:embed="rId42"/>
            </a:blipFill>
            <a:ln w="9525">
              <a:noFill/>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grpSp>
          <p:nvGrpSpPr>
            <p:cNvPr id="37938" name="Group 140"/>
            <p:cNvGrpSpPr/>
            <p:nvPr/>
          </p:nvGrpSpPr>
          <p:grpSpPr>
            <a:xfrm>
              <a:off x="368" y="2392"/>
              <a:ext cx="3856" cy="56"/>
              <a:chOff x="368" y="1680"/>
              <a:chExt cx="4520" cy="56"/>
            </a:xfrm>
          </p:grpSpPr>
          <p:sp>
            <p:nvSpPr>
              <p:cNvPr id="38022" name="Freeform 141"/>
              <p:cNvSpPr/>
              <p:nvPr>
                <p:custDataLst>
                  <p:tags r:id="rId31"/>
                </p:custDataLst>
              </p:nvPr>
            </p:nvSpPr>
            <p:spPr>
              <a:xfrm>
                <a:off x="368" y="1680"/>
                <a:ext cx="112" cy="56"/>
              </a:xfrm>
              <a:custGeom>
                <a:avLst/>
                <a:gdLst>
                  <a:gd name="txL" fmla="*/ 0 w 112"/>
                  <a:gd name="txT" fmla="*/ 0 h 56"/>
                  <a:gd name="txR" fmla="*/ 112 w 112"/>
                  <a:gd name="txB" fmla="*/ 56 h 56"/>
                </a:gdLst>
                <a:ahLst/>
                <a:cxnLst>
                  <a:cxn ang="0">
                    <a:pos x="0" y="24"/>
                  </a:cxn>
                  <a:cxn ang="0">
                    <a:pos x="112" y="0"/>
                  </a:cxn>
                  <a:cxn ang="0">
                    <a:pos x="112" y="24"/>
                  </a:cxn>
                  <a:cxn ang="0">
                    <a:pos x="112" y="56"/>
                  </a:cxn>
                  <a:cxn ang="0">
                    <a:pos x="0" y="24"/>
                  </a:cxn>
                </a:cxnLst>
                <a:rect l="txL" t="txT" r="txR" b="txB"/>
                <a:pathLst>
                  <a:path w="112" h="56">
                    <a:moveTo>
                      <a:pt x="0" y="24"/>
                    </a:moveTo>
                    <a:lnTo>
                      <a:pt x="112" y="0"/>
                    </a:lnTo>
                    <a:lnTo>
                      <a:pt x="112" y="24"/>
                    </a:lnTo>
                    <a:lnTo>
                      <a:pt x="112" y="56"/>
                    </a:lnTo>
                    <a:lnTo>
                      <a:pt x="0" y="24"/>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8023" name="Freeform 142"/>
              <p:cNvSpPr/>
              <p:nvPr>
                <p:custDataLst>
                  <p:tags r:id="rId32"/>
                </p:custDataLst>
              </p:nvPr>
            </p:nvSpPr>
            <p:spPr>
              <a:xfrm>
                <a:off x="4776" y="1680"/>
                <a:ext cx="112" cy="56"/>
              </a:xfrm>
              <a:custGeom>
                <a:avLst/>
                <a:gdLst>
                  <a:gd name="txL" fmla="*/ 0 w 112"/>
                  <a:gd name="txT" fmla="*/ 0 h 56"/>
                  <a:gd name="txR" fmla="*/ 112 w 112"/>
                  <a:gd name="txB" fmla="*/ 56 h 56"/>
                </a:gdLst>
                <a:ahLst/>
                <a:cxnLst>
                  <a:cxn ang="0">
                    <a:pos x="112" y="24"/>
                  </a:cxn>
                  <a:cxn ang="0">
                    <a:pos x="0" y="56"/>
                  </a:cxn>
                  <a:cxn ang="0">
                    <a:pos x="0" y="24"/>
                  </a:cxn>
                  <a:cxn ang="0">
                    <a:pos x="0" y="0"/>
                  </a:cxn>
                  <a:cxn ang="0">
                    <a:pos x="112" y="24"/>
                  </a:cxn>
                </a:cxnLst>
                <a:rect l="txL" t="txT" r="txR" b="txB"/>
                <a:pathLst>
                  <a:path w="112" h="56">
                    <a:moveTo>
                      <a:pt x="112" y="24"/>
                    </a:moveTo>
                    <a:lnTo>
                      <a:pt x="0" y="56"/>
                    </a:lnTo>
                    <a:lnTo>
                      <a:pt x="0" y="24"/>
                    </a:lnTo>
                    <a:lnTo>
                      <a:pt x="0" y="0"/>
                    </a:lnTo>
                    <a:lnTo>
                      <a:pt x="112" y="24"/>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8024" name="Line 143"/>
              <p:cNvSpPr/>
              <p:nvPr/>
            </p:nvSpPr>
            <p:spPr>
              <a:xfrm>
                <a:off x="480" y="1704"/>
                <a:ext cx="64" cy="1"/>
              </a:xfrm>
              <a:prstGeom prst="line">
                <a:avLst/>
              </a:prstGeom>
              <a:ln w="12700" cap="flat" cmpd="sng">
                <a:solidFill>
                  <a:srgbClr val="000000"/>
                </a:solidFill>
                <a:prstDash val="solid"/>
                <a:headEnd type="none" w="med" len="med"/>
                <a:tailEnd type="none" w="med" len="med"/>
              </a:ln>
            </p:spPr>
          </p:sp>
          <p:sp>
            <p:nvSpPr>
              <p:cNvPr id="38025" name="Line 144"/>
              <p:cNvSpPr/>
              <p:nvPr/>
            </p:nvSpPr>
            <p:spPr>
              <a:xfrm>
                <a:off x="624" y="1704"/>
                <a:ext cx="64" cy="1"/>
              </a:xfrm>
              <a:prstGeom prst="line">
                <a:avLst/>
              </a:prstGeom>
              <a:ln w="12700" cap="flat" cmpd="sng">
                <a:solidFill>
                  <a:srgbClr val="000000"/>
                </a:solidFill>
                <a:prstDash val="solid"/>
                <a:headEnd type="none" w="med" len="med"/>
                <a:tailEnd type="none" w="med" len="med"/>
              </a:ln>
            </p:spPr>
          </p:sp>
          <p:sp>
            <p:nvSpPr>
              <p:cNvPr id="38026" name="Line 145"/>
              <p:cNvSpPr/>
              <p:nvPr/>
            </p:nvSpPr>
            <p:spPr>
              <a:xfrm>
                <a:off x="768" y="1704"/>
                <a:ext cx="64" cy="1"/>
              </a:xfrm>
              <a:prstGeom prst="line">
                <a:avLst/>
              </a:prstGeom>
              <a:ln w="12700" cap="flat" cmpd="sng">
                <a:solidFill>
                  <a:srgbClr val="000000"/>
                </a:solidFill>
                <a:prstDash val="solid"/>
                <a:headEnd type="none" w="med" len="med"/>
                <a:tailEnd type="none" w="med" len="med"/>
              </a:ln>
            </p:spPr>
          </p:sp>
          <p:sp>
            <p:nvSpPr>
              <p:cNvPr id="38027" name="Line 146"/>
              <p:cNvSpPr/>
              <p:nvPr/>
            </p:nvSpPr>
            <p:spPr>
              <a:xfrm>
                <a:off x="912" y="1704"/>
                <a:ext cx="64" cy="1"/>
              </a:xfrm>
              <a:prstGeom prst="line">
                <a:avLst/>
              </a:prstGeom>
              <a:ln w="12700" cap="flat" cmpd="sng">
                <a:solidFill>
                  <a:srgbClr val="000000"/>
                </a:solidFill>
                <a:prstDash val="solid"/>
                <a:headEnd type="none" w="med" len="med"/>
                <a:tailEnd type="none" w="med" len="med"/>
              </a:ln>
            </p:spPr>
          </p:sp>
          <p:sp>
            <p:nvSpPr>
              <p:cNvPr id="38028" name="Line 147"/>
              <p:cNvSpPr/>
              <p:nvPr/>
            </p:nvSpPr>
            <p:spPr>
              <a:xfrm>
                <a:off x="1056" y="1704"/>
                <a:ext cx="64" cy="1"/>
              </a:xfrm>
              <a:prstGeom prst="line">
                <a:avLst/>
              </a:prstGeom>
              <a:ln w="12700" cap="flat" cmpd="sng">
                <a:solidFill>
                  <a:srgbClr val="000000"/>
                </a:solidFill>
                <a:prstDash val="solid"/>
                <a:headEnd type="none" w="med" len="med"/>
                <a:tailEnd type="none" w="med" len="med"/>
              </a:ln>
            </p:spPr>
          </p:sp>
          <p:sp>
            <p:nvSpPr>
              <p:cNvPr id="38029" name="Line 148"/>
              <p:cNvSpPr/>
              <p:nvPr/>
            </p:nvSpPr>
            <p:spPr>
              <a:xfrm>
                <a:off x="1200" y="1704"/>
                <a:ext cx="64" cy="1"/>
              </a:xfrm>
              <a:prstGeom prst="line">
                <a:avLst/>
              </a:prstGeom>
              <a:ln w="12700" cap="flat" cmpd="sng">
                <a:solidFill>
                  <a:srgbClr val="000000"/>
                </a:solidFill>
                <a:prstDash val="solid"/>
                <a:headEnd type="none" w="med" len="med"/>
                <a:tailEnd type="none" w="med" len="med"/>
              </a:ln>
            </p:spPr>
          </p:sp>
          <p:sp>
            <p:nvSpPr>
              <p:cNvPr id="38030" name="Line 149"/>
              <p:cNvSpPr/>
              <p:nvPr/>
            </p:nvSpPr>
            <p:spPr>
              <a:xfrm>
                <a:off x="1344" y="1704"/>
                <a:ext cx="64" cy="1"/>
              </a:xfrm>
              <a:prstGeom prst="line">
                <a:avLst/>
              </a:prstGeom>
              <a:ln w="12700" cap="flat" cmpd="sng">
                <a:solidFill>
                  <a:srgbClr val="000000"/>
                </a:solidFill>
                <a:prstDash val="solid"/>
                <a:headEnd type="none" w="med" len="med"/>
                <a:tailEnd type="none" w="med" len="med"/>
              </a:ln>
            </p:spPr>
          </p:sp>
          <p:sp>
            <p:nvSpPr>
              <p:cNvPr id="38031" name="Line 150"/>
              <p:cNvSpPr/>
              <p:nvPr/>
            </p:nvSpPr>
            <p:spPr>
              <a:xfrm>
                <a:off x="1488" y="1704"/>
                <a:ext cx="64" cy="1"/>
              </a:xfrm>
              <a:prstGeom prst="line">
                <a:avLst/>
              </a:prstGeom>
              <a:ln w="12700" cap="flat" cmpd="sng">
                <a:solidFill>
                  <a:srgbClr val="000000"/>
                </a:solidFill>
                <a:prstDash val="solid"/>
                <a:headEnd type="none" w="med" len="med"/>
                <a:tailEnd type="none" w="med" len="med"/>
              </a:ln>
            </p:spPr>
          </p:sp>
          <p:sp>
            <p:nvSpPr>
              <p:cNvPr id="38032" name="Line 151"/>
              <p:cNvSpPr/>
              <p:nvPr/>
            </p:nvSpPr>
            <p:spPr>
              <a:xfrm>
                <a:off x="1632" y="1704"/>
                <a:ext cx="64" cy="1"/>
              </a:xfrm>
              <a:prstGeom prst="line">
                <a:avLst/>
              </a:prstGeom>
              <a:ln w="12700" cap="flat" cmpd="sng">
                <a:solidFill>
                  <a:srgbClr val="000000"/>
                </a:solidFill>
                <a:prstDash val="solid"/>
                <a:headEnd type="none" w="med" len="med"/>
                <a:tailEnd type="none" w="med" len="med"/>
              </a:ln>
            </p:spPr>
          </p:sp>
          <p:sp>
            <p:nvSpPr>
              <p:cNvPr id="38033" name="Line 152"/>
              <p:cNvSpPr/>
              <p:nvPr/>
            </p:nvSpPr>
            <p:spPr>
              <a:xfrm>
                <a:off x="1776" y="1704"/>
                <a:ext cx="64" cy="1"/>
              </a:xfrm>
              <a:prstGeom prst="line">
                <a:avLst/>
              </a:prstGeom>
              <a:ln w="12700" cap="flat" cmpd="sng">
                <a:solidFill>
                  <a:srgbClr val="000000"/>
                </a:solidFill>
                <a:prstDash val="solid"/>
                <a:headEnd type="none" w="med" len="med"/>
                <a:tailEnd type="none" w="med" len="med"/>
              </a:ln>
            </p:spPr>
          </p:sp>
          <p:sp>
            <p:nvSpPr>
              <p:cNvPr id="38034" name="Line 153"/>
              <p:cNvSpPr/>
              <p:nvPr/>
            </p:nvSpPr>
            <p:spPr>
              <a:xfrm>
                <a:off x="1920" y="1704"/>
                <a:ext cx="64" cy="1"/>
              </a:xfrm>
              <a:prstGeom prst="line">
                <a:avLst/>
              </a:prstGeom>
              <a:ln w="12700" cap="flat" cmpd="sng">
                <a:solidFill>
                  <a:srgbClr val="000000"/>
                </a:solidFill>
                <a:prstDash val="solid"/>
                <a:headEnd type="none" w="med" len="med"/>
                <a:tailEnd type="none" w="med" len="med"/>
              </a:ln>
            </p:spPr>
          </p:sp>
          <p:sp>
            <p:nvSpPr>
              <p:cNvPr id="38035" name="Line 154"/>
              <p:cNvSpPr/>
              <p:nvPr/>
            </p:nvSpPr>
            <p:spPr>
              <a:xfrm>
                <a:off x="2064" y="1704"/>
                <a:ext cx="64" cy="1"/>
              </a:xfrm>
              <a:prstGeom prst="line">
                <a:avLst/>
              </a:prstGeom>
              <a:ln w="12700" cap="flat" cmpd="sng">
                <a:solidFill>
                  <a:srgbClr val="000000"/>
                </a:solidFill>
                <a:prstDash val="solid"/>
                <a:headEnd type="none" w="med" len="med"/>
                <a:tailEnd type="none" w="med" len="med"/>
              </a:ln>
            </p:spPr>
          </p:sp>
          <p:sp>
            <p:nvSpPr>
              <p:cNvPr id="38036" name="Line 155"/>
              <p:cNvSpPr/>
              <p:nvPr/>
            </p:nvSpPr>
            <p:spPr>
              <a:xfrm>
                <a:off x="2208" y="1704"/>
                <a:ext cx="64" cy="1"/>
              </a:xfrm>
              <a:prstGeom prst="line">
                <a:avLst/>
              </a:prstGeom>
              <a:ln w="12700" cap="flat" cmpd="sng">
                <a:solidFill>
                  <a:srgbClr val="000000"/>
                </a:solidFill>
                <a:prstDash val="solid"/>
                <a:headEnd type="none" w="med" len="med"/>
                <a:tailEnd type="none" w="med" len="med"/>
              </a:ln>
            </p:spPr>
          </p:sp>
          <p:sp>
            <p:nvSpPr>
              <p:cNvPr id="38037" name="Line 156"/>
              <p:cNvSpPr/>
              <p:nvPr/>
            </p:nvSpPr>
            <p:spPr>
              <a:xfrm>
                <a:off x="2352" y="1704"/>
                <a:ext cx="64" cy="1"/>
              </a:xfrm>
              <a:prstGeom prst="line">
                <a:avLst/>
              </a:prstGeom>
              <a:ln w="12700" cap="flat" cmpd="sng">
                <a:solidFill>
                  <a:srgbClr val="000000"/>
                </a:solidFill>
                <a:prstDash val="solid"/>
                <a:headEnd type="none" w="med" len="med"/>
                <a:tailEnd type="none" w="med" len="med"/>
              </a:ln>
            </p:spPr>
          </p:sp>
          <p:sp>
            <p:nvSpPr>
              <p:cNvPr id="38038" name="Line 157"/>
              <p:cNvSpPr/>
              <p:nvPr/>
            </p:nvSpPr>
            <p:spPr>
              <a:xfrm>
                <a:off x="2496" y="1704"/>
                <a:ext cx="64" cy="1"/>
              </a:xfrm>
              <a:prstGeom prst="line">
                <a:avLst/>
              </a:prstGeom>
              <a:ln w="12700" cap="flat" cmpd="sng">
                <a:solidFill>
                  <a:srgbClr val="000000"/>
                </a:solidFill>
                <a:prstDash val="solid"/>
                <a:headEnd type="none" w="med" len="med"/>
                <a:tailEnd type="none" w="med" len="med"/>
              </a:ln>
            </p:spPr>
          </p:sp>
          <p:sp>
            <p:nvSpPr>
              <p:cNvPr id="38039" name="Line 158"/>
              <p:cNvSpPr/>
              <p:nvPr/>
            </p:nvSpPr>
            <p:spPr>
              <a:xfrm>
                <a:off x="2640" y="1704"/>
                <a:ext cx="64" cy="1"/>
              </a:xfrm>
              <a:prstGeom prst="line">
                <a:avLst/>
              </a:prstGeom>
              <a:ln w="12700" cap="flat" cmpd="sng">
                <a:solidFill>
                  <a:srgbClr val="000000"/>
                </a:solidFill>
                <a:prstDash val="solid"/>
                <a:headEnd type="none" w="med" len="med"/>
                <a:tailEnd type="none" w="med" len="med"/>
              </a:ln>
            </p:spPr>
          </p:sp>
          <p:sp>
            <p:nvSpPr>
              <p:cNvPr id="38040" name="Line 159"/>
              <p:cNvSpPr/>
              <p:nvPr/>
            </p:nvSpPr>
            <p:spPr>
              <a:xfrm>
                <a:off x="2784" y="1704"/>
                <a:ext cx="64" cy="1"/>
              </a:xfrm>
              <a:prstGeom prst="line">
                <a:avLst/>
              </a:prstGeom>
              <a:ln w="12700" cap="flat" cmpd="sng">
                <a:solidFill>
                  <a:srgbClr val="000000"/>
                </a:solidFill>
                <a:prstDash val="solid"/>
                <a:headEnd type="none" w="med" len="med"/>
                <a:tailEnd type="none" w="med" len="med"/>
              </a:ln>
            </p:spPr>
          </p:sp>
          <p:sp>
            <p:nvSpPr>
              <p:cNvPr id="38041" name="Line 160"/>
              <p:cNvSpPr/>
              <p:nvPr/>
            </p:nvSpPr>
            <p:spPr>
              <a:xfrm>
                <a:off x="2928" y="1704"/>
                <a:ext cx="64" cy="1"/>
              </a:xfrm>
              <a:prstGeom prst="line">
                <a:avLst/>
              </a:prstGeom>
              <a:ln w="12700" cap="flat" cmpd="sng">
                <a:solidFill>
                  <a:srgbClr val="000000"/>
                </a:solidFill>
                <a:prstDash val="solid"/>
                <a:headEnd type="none" w="med" len="med"/>
                <a:tailEnd type="none" w="med" len="med"/>
              </a:ln>
            </p:spPr>
          </p:sp>
          <p:sp>
            <p:nvSpPr>
              <p:cNvPr id="38042" name="Line 161"/>
              <p:cNvSpPr/>
              <p:nvPr/>
            </p:nvSpPr>
            <p:spPr>
              <a:xfrm>
                <a:off x="3072" y="1704"/>
                <a:ext cx="64" cy="1"/>
              </a:xfrm>
              <a:prstGeom prst="line">
                <a:avLst/>
              </a:prstGeom>
              <a:ln w="12700" cap="flat" cmpd="sng">
                <a:solidFill>
                  <a:srgbClr val="000000"/>
                </a:solidFill>
                <a:prstDash val="solid"/>
                <a:headEnd type="none" w="med" len="med"/>
                <a:tailEnd type="none" w="med" len="med"/>
              </a:ln>
            </p:spPr>
          </p:sp>
          <p:sp>
            <p:nvSpPr>
              <p:cNvPr id="38043" name="Line 162"/>
              <p:cNvSpPr/>
              <p:nvPr/>
            </p:nvSpPr>
            <p:spPr>
              <a:xfrm>
                <a:off x="3216" y="1704"/>
                <a:ext cx="64" cy="1"/>
              </a:xfrm>
              <a:prstGeom prst="line">
                <a:avLst/>
              </a:prstGeom>
              <a:ln w="12700" cap="flat" cmpd="sng">
                <a:solidFill>
                  <a:srgbClr val="000000"/>
                </a:solidFill>
                <a:prstDash val="solid"/>
                <a:headEnd type="none" w="med" len="med"/>
                <a:tailEnd type="none" w="med" len="med"/>
              </a:ln>
            </p:spPr>
          </p:sp>
          <p:sp>
            <p:nvSpPr>
              <p:cNvPr id="38044" name="Line 163"/>
              <p:cNvSpPr/>
              <p:nvPr/>
            </p:nvSpPr>
            <p:spPr>
              <a:xfrm>
                <a:off x="3360" y="1704"/>
                <a:ext cx="64" cy="1"/>
              </a:xfrm>
              <a:prstGeom prst="line">
                <a:avLst/>
              </a:prstGeom>
              <a:ln w="12700" cap="flat" cmpd="sng">
                <a:solidFill>
                  <a:srgbClr val="000000"/>
                </a:solidFill>
                <a:prstDash val="solid"/>
                <a:headEnd type="none" w="med" len="med"/>
                <a:tailEnd type="none" w="med" len="med"/>
              </a:ln>
            </p:spPr>
          </p:sp>
          <p:sp>
            <p:nvSpPr>
              <p:cNvPr id="38045" name="Line 164"/>
              <p:cNvSpPr/>
              <p:nvPr/>
            </p:nvSpPr>
            <p:spPr>
              <a:xfrm>
                <a:off x="3504" y="1704"/>
                <a:ext cx="64" cy="1"/>
              </a:xfrm>
              <a:prstGeom prst="line">
                <a:avLst/>
              </a:prstGeom>
              <a:ln w="12700" cap="flat" cmpd="sng">
                <a:solidFill>
                  <a:srgbClr val="000000"/>
                </a:solidFill>
                <a:prstDash val="solid"/>
                <a:headEnd type="none" w="med" len="med"/>
                <a:tailEnd type="none" w="med" len="med"/>
              </a:ln>
            </p:spPr>
          </p:sp>
          <p:sp>
            <p:nvSpPr>
              <p:cNvPr id="38046" name="Line 165"/>
              <p:cNvSpPr/>
              <p:nvPr/>
            </p:nvSpPr>
            <p:spPr>
              <a:xfrm>
                <a:off x="3648" y="1704"/>
                <a:ext cx="64" cy="1"/>
              </a:xfrm>
              <a:prstGeom prst="line">
                <a:avLst/>
              </a:prstGeom>
              <a:ln w="12700" cap="flat" cmpd="sng">
                <a:solidFill>
                  <a:srgbClr val="000000"/>
                </a:solidFill>
                <a:prstDash val="solid"/>
                <a:headEnd type="none" w="med" len="med"/>
                <a:tailEnd type="none" w="med" len="med"/>
              </a:ln>
            </p:spPr>
          </p:sp>
          <p:sp>
            <p:nvSpPr>
              <p:cNvPr id="38047" name="Line 166"/>
              <p:cNvSpPr/>
              <p:nvPr/>
            </p:nvSpPr>
            <p:spPr>
              <a:xfrm>
                <a:off x="3792" y="1704"/>
                <a:ext cx="64" cy="1"/>
              </a:xfrm>
              <a:prstGeom prst="line">
                <a:avLst/>
              </a:prstGeom>
              <a:ln w="12700" cap="flat" cmpd="sng">
                <a:solidFill>
                  <a:srgbClr val="000000"/>
                </a:solidFill>
                <a:prstDash val="solid"/>
                <a:headEnd type="none" w="med" len="med"/>
                <a:tailEnd type="none" w="med" len="med"/>
              </a:ln>
            </p:spPr>
          </p:sp>
          <p:sp>
            <p:nvSpPr>
              <p:cNvPr id="38048" name="Line 167"/>
              <p:cNvSpPr/>
              <p:nvPr/>
            </p:nvSpPr>
            <p:spPr>
              <a:xfrm>
                <a:off x="3936" y="1704"/>
                <a:ext cx="64" cy="1"/>
              </a:xfrm>
              <a:prstGeom prst="line">
                <a:avLst/>
              </a:prstGeom>
              <a:ln w="12700" cap="flat" cmpd="sng">
                <a:solidFill>
                  <a:srgbClr val="000000"/>
                </a:solidFill>
                <a:prstDash val="solid"/>
                <a:headEnd type="none" w="med" len="med"/>
                <a:tailEnd type="none" w="med" len="med"/>
              </a:ln>
            </p:spPr>
          </p:sp>
          <p:sp>
            <p:nvSpPr>
              <p:cNvPr id="38049" name="Line 168"/>
              <p:cNvSpPr/>
              <p:nvPr/>
            </p:nvSpPr>
            <p:spPr>
              <a:xfrm>
                <a:off x="4080" y="1704"/>
                <a:ext cx="64" cy="1"/>
              </a:xfrm>
              <a:prstGeom prst="line">
                <a:avLst/>
              </a:prstGeom>
              <a:ln w="12700" cap="flat" cmpd="sng">
                <a:solidFill>
                  <a:srgbClr val="000000"/>
                </a:solidFill>
                <a:prstDash val="solid"/>
                <a:headEnd type="none" w="med" len="med"/>
                <a:tailEnd type="none" w="med" len="med"/>
              </a:ln>
            </p:spPr>
          </p:sp>
          <p:sp>
            <p:nvSpPr>
              <p:cNvPr id="38050" name="Line 169"/>
              <p:cNvSpPr/>
              <p:nvPr/>
            </p:nvSpPr>
            <p:spPr>
              <a:xfrm>
                <a:off x="4224" y="1704"/>
                <a:ext cx="64" cy="1"/>
              </a:xfrm>
              <a:prstGeom prst="line">
                <a:avLst/>
              </a:prstGeom>
              <a:ln w="12700" cap="flat" cmpd="sng">
                <a:solidFill>
                  <a:srgbClr val="000000"/>
                </a:solidFill>
                <a:prstDash val="solid"/>
                <a:headEnd type="none" w="med" len="med"/>
                <a:tailEnd type="none" w="med" len="med"/>
              </a:ln>
            </p:spPr>
          </p:sp>
          <p:sp>
            <p:nvSpPr>
              <p:cNvPr id="38051" name="Line 170"/>
              <p:cNvSpPr/>
              <p:nvPr/>
            </p:nvSpPr>
            <p:spPr>
              <a:xfrm>
                <a:off x="4368" y="1704"/>
                <a:ext cx="64" cy="1"/>
              </a:xfrm>
              <a:prstGeom prst="line">
                <a:avLst/>
              </a:prstGeom>
              <a:ln w="12700" cap="flat" cmpd="sng">
                <a:solidFill>
                  <a:srgbClr val="000000"/>
                </a:solidFill>
                <a:prstDash val="solid"/>
                <a:headEnd type="none" w="med" len="med"/>
                <a:tailEnd type="none" w="med" len="med"/>
              </a:ln>
            </p:spPr>
          </p:sp>
          <p:sp>
            <p:nvSpPr>
              <p:cNvPr id="38052" name="Line 171"/>
              <p:cNvSpPr/>
              <p:nvPr/>
            </p:nvSpPr>
            <p:spPr>
              <a:xfrm>
                <a:off x="4512" y="1704"/>
                <a:ext cx="64" cy="1"/>
              </a:xfrm>
              <a:prstGeom prst="line">
                <a:avLst/>
              </a:prstGeom>
              <a:ln w="12700" cap="flat" cmpd="sng">
                <a:solidFill>
                  <a:srgbClr val="000000"/>
                </a:solidFill>
                <a:prstDash val="solid"/>
                <a:headEnd type="none" w="med" len="med"/>
                <a:tailEnd type="none" w="med" len="med"/>
              </a:ln>
            </p:spPr>
          </p:sp>
          <p:sp>
            <p:nvSpPr>
              <p:cNvPr id="38053" name="Line 172"/>
              <p:cNvSpPr/>
              <p:nvPr/>
            </p:nvSpPr>
            <p:spPr>
              <a:xfrm>
                <a:off x="4656" y="1704"/>
                <a:ext cx="64" cy="1"/>
              </a:xfrm>
              <a:prstGeom prst="line">
                <a:avLst/>
              </a:prstGeom>
              <a:ln w="12700" cap="flat" cmpd="sng">
                <a:solidFill>
                  <a:srgbClr val="000000"/>
                </a:solidFill>
                <a:prstDash val="solid"/>
                <a:headEnd type="none" w="med" len="med"/>
                <a:tailEnd type="none" w="med" len="med"/>
              </a:ln>
            </p:spPr>
          </p:sp>
        </p:grpSp>
        <p:grpSp>
          <p:nvGrpSpPr>
            <p:cNvPr id="37939" name="Group 173"/>
            <p:cNvGrpSpPr/>
            <p:nvPr/>
          </p:nvGrpSpPr>
          <p:grpSpPr>
            <a:xfrm>
              <a:off x="1448" y="1528"/>
              <a:ext cx="56" cy="2584"/>
              <a:chOff x="1448" y="816"/>
              <a:chExt cx="56" cy="2584"/>
            </a:xfrm>
          </p:grpSpPr>
          <p:sp>
            <p:nvSpPr>
              <p:cNvPr id="38003" name="Freeform 174"/>
              <p:cNvSpPr/>
              <p:nvPr>
                <p:custDataLst>
                  <p:tags r:id="rId29"/>
                </p:custDataLst>
              </p:nvPr>
            </p:nvSpPr>
            <p:spPr>
              <a:xfrm>
                <a:off x="1448" y="3288"/>
                <a:ext cx="56" cy="112"/>
              </a:xfrm>
              <a:custGeom>
                <a:avLst/>
                <a:gdLst>
                  <a:gd name="txL" fmla="*/ 0 w 56"/>
                  <a:gd name="txT" fmla="*/ 0 h 112"/>
                  <a:gd name="txR" fmla="*/ 56 w 56"/>
                  <a:gd name="txB" fmla="*/ 112 h 112"/>
                </a:gdLst>
                <a:ahLst/>
                <a:cxnLst>
                  <a:cxn ang="0">
                    <a:pos x="24" y="112"/>
                  </a:cxn>
                  <a:cxn ang="0">
                    <a:pos x="0" y="0"/>
                  </a:cxn>
                  <a:cxn ang="0">
                    <a:pos x="24" y="0"/>
                  </a:cxn>
                  <a:cxn ang="0">
                    <a:pos x="56" y="0"/>
                  </a:cxn>
                  <a:cxn ang="0">
                    <a:pos x="24" y="112"/>
                  </a:cxn>
                </a:cxnLst>
                <a:rect l="txL" t="txT" r="txR" b="txB"/>
                <a:pathLst>
                  <a:path w="56" h="112">
                    <a:moveTo>
                      <a:pt x="24" y="112"/>
                    </a:moveTo>
                    <a:lnTo>
                      <a:pt x="0" y="0"/>
                    </a:lnTo>
                    <a:lnTo>
                      <a:pt x="24" y="0"/>
                    </a:lnTo>
                    <a:lnTo>
                      <a:pt x="56" y="0"/>
                    </a:lnTo>
                    <a:lnTo>
                      <a:pt x="24" y="11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8004" name="Freeform 175"/>
              <p:cNvSpPr/>
              <p:nvPr>
                <p:custDataLst>
                  <p:tags r:id="rId30"/>
                </p:custDataLst>
              </p:nvPr>
            </p:nvSpPr>
            <p:spPr>
              <a:xfrm>
                <a:off x="1448" y="816"/>
                <a:ext cx="56" cy="112"/>
              </a:xfrm>
              <a:custGeom>
                <a:avLst/>
                <a:gdLst>
                  <a:gd name="txL" fmla="*/ 0 w 56"/>
                  <a:gd name="txT" fmla="*/ 0 h 112"/>
                  <a:gd name="txR" fmla="*/ 56 w 56"/>
                  <a:gd name="txB" fmla="*/ 112 h 112"/>
                </a:gdLst>
                <a:ahLst/>
                <a:cxnLst>
                  <a:cxn ang="0">
                    <a:pos x="24" y="0"/>
                  </a:cxn>
                  <a:cxn ang="0">
                    <a:pos x="56" y="112"/>
                  </a:cxn>
                  <a:cxn ang="0">
                    <a:pos x="24" y="112"/>
                  </a:cxn>
                  <a:cxn ang="0">
                    <a:pos x="0" y="112"/>
                  </a:cxn>
                  <a:cxn ang="0">
                    <a:pos x="24" y="0"/>
                  </a:cxn>
                </a:cxnLst>
                <a:rect l="txL" t="txT" r="txR" b="txB"/>
                <a:pathLst>
                  <a:path w="56" h="112">
                    <a:moveTo>
                      <a:pt x="24" y="0"/>
                    </a:moveTo>
                    <a:lnTo>
                      <a:pt x="56" y="112"/>
                    </a:lnTo>
                    <a:lnTo>
                      <a:pt x="24" y="112"/>
                    </a:lnTo>
                    <a:lnTo>
                      <a:pt x="0" y="112"/>
                    </a:lnTo>
                    <a:lnTo>
                      <a:pt x="24" y="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8005" name="Line 176"/>
              <p:cNvSpPr/>
              <p:nvPr/>
            </p:nvSpPr>
            <p:spPr>
              <a:xfrm flipV="1">
                <a:off x="1472" y="3216"/>
                <a:ext cx="1" cy="64"/>
              </a:xfrm>
              <a:prstGeom prst="line">
                <a:avLst/>
              </a:prstGeom>
              <a:ln w="12700" cap="flat" cmpd="sng">
                <a:solidFill>
                  <a:srgbClr val="000000"/>
                </a:solidFill>
                <a:prstDash val="solid"/>
                <a:headEnd type="none" w="med" len="med"/>
                <a:tailEnd type="none" w="med" len="med"/>
              </a:ln>
            </p:spPr>
          </p:sp>
          <p:sp>
            <p:nvSpPr>
              <p:cNvPr id="38006" name="Line 177"/>
              <p:cNvSpPr/>
              <p:nvPr/>
            </p:nvSpPr>
            <p:spPr>
              <a:xfrm flipV="1">
                <a:off x="1472" y="3072"/>
                <a:ext cx="1" cy="64"/>
              </a:xfrm>
              <a:prstGeom prst="line">
                <a:avLst/>
              </a:prstGeom>
              <a:ln w="12700" cap="flat" cmpd="sng">
                <a:solidFill>
                  <a:srgbClr val="000000"/>
                </a:solidFill>
                <a:prstDash val="solid"/>
                <a:headEnd type="none" w="med" len="med"/>
                <a:tailEnd type="none" w="med" len="med"/>
              </a:ln>
            </p:spPr>
          </p:sp>
          <p:sp>
            <p:nvSpPr>
              <p:cNvPr id="38007" name="Line 178"/>
              <p:cNvSpPr/>
              <p:nvPr/>
            </p:nvSpPr>
            <p:spPr>
              <a:xfrm flipV="1">
                <a:off x="1472" y="2928"/>
                <a:ext cx="1" cy="64"/>
              </a:xfrm>
              <a:prstGeom prst="line">
                <a:avLst/>
              </a:prstGeom>
              <a:ln w="12700" cap="flat" cmpd="sng">
                <a:solidFill>
                  <a:srgbClr val="000000"/>
                </a:solidFill>
                <a:prstDash val="solid"/>
                <a:headEnd type="none" w="med" len="med"/>
                <a:tailEnd type="none" w="med" len="med"/>
              </a:ln>
            </p:spPr>
          </p:sp>
          <p:sp>
            <p:nvSpPr>
              <p:cNvPr id="38008" name="Line 179"/>
              <p:cNvSpPr/>
              <p:nvPr/>
            </p:nvSpPr>
            <p:spPr>
              <a:xfrm flipV="1">
                <a:off x="1472" y="2784"/>
                <a:ext cx="1" cy="64"/>
              </a:xfrm>
              <a:prstGeom prst="line">
                <a:avLst/>
              </a:prstGeom>
              <a:ln w="12700" cap="flat" cmpd="sng">
                <a:solidFill>
                  <a:srgbClr val="000000"/>
                </a:solidFill>
                <a:prstDash val="solid"/>
                <a:headEnd type="none" w="med" len="med"/>
                <a:tailEnd type="none" w="med" len="med"/>
              </a:ln>
            </p:spPr>
          </p:sp>
          <p:sp>
            <p:nvSpPr>
              <p:cNvPr id="38009" name="Line 180"/>
              <p:cNvSpPr/>
              <p:nvPr/>
            </p:nvSpPr>
            <p:spPr>
              <a:xfrm flipV="1">
                <a:off x="1472" y="2640"/>
                <a:ext cx="1" cy="64"/>
              </a:xfrm>
              <a:prstGeom prst="line">
                <a:avLst/>
              </a:prstGeom>
              <a:ln w="12700" cap="flat" cmpd="sng">
                <a:solidFill>
                  <a:srgbClr val="000000"/>
                </a:solidFill>
                <a:prstDash val="solid"/>
                <a:headEnd type="none" w="med" len="med"/>
                <a:tailEnd type="none" w="med" len="med"/>
              </a:ln>
            </p:spPr>
          </p:sp>
          <p:sp>
            <p:nvSpPr>
              <p:cNvPr id="38010" name="Line 181"/>
              <p:cNvSpPr/>
              <p:nvPr/>
            </p:nvSpPr>
            <p:spPr>
              <a:xfrm flipV="1">
                <a:off x="1472" y="2496"/>
                <a:ext cx="1" cy="64"/>
              </a:xfrm>
              <a:prstGeom prst="line">
                <a:avLst/>
              </a:prstGeom>
              <a:ln w="12700" cap="flat" cmpd="sng">
                <a:solidFill>
                  <a:srgbClr val="000000"/>
                </a:solidFill>
                <a:prstDash val="solid"/>
                <a:headEnd type="none" w="med" len="med"/>
                <a:tailEnd type="none" w="med" len="med"/>
              </a:ln>
            </p:spPr>
          </p:sp>
          <p:sp>
            <p:nvSpPr>
              <p:cNvPr id="38011" name="Line 182"/>
              <p:cNvSpPr/>
              <p:nvPr/>
            </p:nvSpPr>
            <p:spPr>
              <a:xfrm flipV="1">
                <a:off x="1472" y="2352"/>
                <a:ext cx="1" cy="64"/>
              </a:xfrm>
              <a:prstGeom prst="line">
                <a:avLst/>
              </a:prstGeom>
              <a:ln w="12700" cap="flat" cmpd="sng">
                <a:solidFill>
                  <a:srgbClr val="000000"/>
                </a:solidFill>
                <a:prstDash val="solid"/>
                <a:headEnd type="none" w="med" len="med"/>
                <a:tailEnd type="none" w="med" len="med"/>
              </a:ln>
            </p:spPr>
          </p:sp>
          <p:sp>
            <p:nvSpPr>
              <p:cNvPr id="38012" name="Line 183"/>
              <p:cNvSpPr/>
              <p:nvPr/>
            </p:nvSpPr>
            <p:spPr>
              <a:xfrm flipV="1">
                <a:off x="1472" y="2208"/>
                <a:ext cx="1" cy="64"/>
              </a:xfrm>
              <a:prstGeom prst="line">
                <a:avLst/>
              </a:prstGeom>
              <a:ln w="12700" cap="flat" cmpd="sng">
                <a:solidFill>
                  <a:srgbClr val="000000"/>
                </a:solidFill>
                <a:prstDash val="solid"/>
                <a:headEnd type="none" w="med" len="med"/>
                <a:tailEnd type="none" w="med" len="med"/>
              </a:ln>
            </p:spPr>
          </p:sp>
          <p:sp>
            <p:nvSpPr>
              <p:cNvPr id="38013" name="Line 184"/>
              <p:cNvSpPr/>
              <p:nvPr/>
            </p:nvSpPr>
            <p:spPr>
              <a:xfrm flipV="1">
                <a:off x="1472" y="2064"/>
                <a:ext cx="1" cy="64"/>
              </a:xfrm>
              <a:prstGeom prst="line">
                <a:avLst/>
              </a:prstGeom>
              <a:ln w="12700" cap="flat" cmpd="sng">
                <a:solidFill>
                  <a:srgbClr val="000000"/>
                </a:solidFill>
                <a:prstDash val="solid"/>
                <a:headEnd type="none" w="med" len="med"/>
                <a:tailEnd type="none" w="med" len="med"/>
              </a:ln>
            </p:spPr>
          </p:sp>
          <p:sp>
            <p:nvSpPr>
              <p:cNvPr id="38014" name="Line 185"/>
              <p:cNvSpPr/>
              <p:nvPr/>
            </p:nvSpPr>
            <p:spPr>
              <a:xfrm flipV="1">
                <a:off x="1472" y="1920"/>
                <a:ext cx="1" cy="64"/>
              </a:xfrm>
              <a:prstGeom prst="line">
                <a:avLst/>
              </a:prstGeom>
              <a:ln w="12700" cap="flat" cmpd="sng">
                <a:solidFill>
                  <a:srgbClr val="000000"/>
                </a:solidFill>
                <a:prstDash val="solid"/>
                <a:headEnd type="none" w="med" len="med"/>
                <a:tailEnd type="none" w="med" len="med"/>
              </a:ln>
            </p:spPr>
          </p:sp>
          <p:sp>
            <p:nvSpPr>
              <p:cNvPr id="38015" name="Line 186"/>
              <p:cNvSpPr/>
              <p:nvPr/>
            </p:nvSpPr>
            <p:spPr>
              <a:xfrm flipV="1">
                <a:off x="1472" y="1776"/>
                <a:ext cx="1" cy="64"/>
              </a:xfrm>
              <a:prstGeom prst="line">
                <a:avLst/>
              </a:prstGeom>
              <a:ln w="12700" cap="flat" cmpd="sng">
                <a:solidFill>
                  <a:srgbClr val="000000"/>
                </a:solidFill>
                <a:prstDash val="solid"/>
                <a:headEnd type="none" w="med" len="med"/>
                <a:tailEnd type="none" w="med" len="med"/>
              </a:ln>
            </p:spPr>
          </p:sp>
          <p:sp>
            <p:nvSpPr>
              <p:cNvPr id="38016" name="Line 187"/>
              <p:cNvSpPr/>
              <p:nvPr/>
            </p:nvSpPr>
            <p:spPr>
              <a:xfrm flipV="1">
                <a:off x="1472" y="1632"/>
                <a:ext cx="1" cy="64"/>
              </a:xfrm>
              <a:prstGeom prst="line">
                <a:avLst/>
              </a:prstGeom>
              <a:ln w="12700" cap="flat" cmpd="sng">
                <a:solidFill>
                  <a:srgbClr val="000000"/>
                </a:solidFill>
                <a:prstDash val="solid"/>
                <a:headEnd type="none" w="med" len="med"/>
                <a:tailEnd type="none" w="med" len="med"/>
              </a:ln>
            </p:spPr>
          </p:sp>
          <p:sp>
            <p:nvSpPr>
              <p:cNvPr id="38017" name="Line 188"/>
              <p:cNvSpPr/>
              <p:nvPr/>
            </p:nvSpPr>
            <p:spPr>
              <a:xfrm flipV="1">
                <a:off x="1472" y="1488"/>
                <a:ext cx="1" cy="64"/>
              </a:xfrm>
              <a:prstGeom prst="line">
                <a:avLst/>
              </a:prstGeom>
              <a:ln w="12700" cap="flat" cmpd="sng">
                <a:solidFill>
                  <a:srgbClr val="000000"/>
                </a:solidFill>
                <a:prstDash val="solid"/>
                <a:headEnd type="none" w="med" len="med"/>
                <a:tailEnd type="none" w="med" len="med"/>
              </a:ln>
            </p:spPr>
          </p:sp>
          <p:sp>
            <p:nvSpPr>
              <p:cNvPr id="38018" name="Line 189"/>
              <p:cNvSpPr/>
              <p:nvPr/>
            </p:nvSpPr>
            <p:spPr>
              <a:xfrm flipV="1">
                <a:off x="1472" y="1344"/>
                <a:ext cx="1" cy="64"/>
              </a:xfrm>
              <a:prstGeom prst="line">
                <a:avLst/>
              </a:prstGeom>
              <a:ln w="12700" cap="flat" cmpd="sng">
                <a:solidFill>
                  <a:srgbClr val="000000"/>
                </a:solidFill>
                <a:prstDash val="solid"/>
                <a:headEnd type="none" w="med" len="med"/>
                <a:tailEnd type="none" w="med" len="med"/>
              </a:ln>
            </p:spPr>
          </p:sp>
          <p:sp>
            <p:nvSpPr>
              <p:cNvPr id="38019" name="Line 190"/>
              <p:cNvSpPr/>
              <p:nvPr/>
            </p:nvSpPr>
            <p:spPr>
              <a:xfrm flipV="1">
                <a:off x="1472" y="1200"/>
                <a:ext cx="1" cy="64"/>
              </a:xfrm>
              <a:prstGeom prst="line">
                <a:avLst/>
              </a:prstGeom>
              <a:ln w="12700" cap="flat" cmpd="sng">
                <a:solidFill>
                  <a:srgbClr val="000000"/>
                </a:solidFill>
                <a:prstDash val="solid"/>
                <a:headEnd type="none" w="med" len="med"/>
                <a:tailEnd type="none" w="med" len="med"/>
              </a:ln>
            </p:spPr>
          </p:sp>
          <p:sp>
            <p:nvSpPr>
              <p:cNvPr id="38020" name="Line 191"/>
              <p:cNvSpPr/>
              <p:nvPr/>
            </p:nvSpPr>
            <p:spPr>
              <a:xfrm flipV="1">
                <a:off x="1472" y="1056"/>
                <a:ext cx="1" cy="64"/>
              </a:xfrm>
              <a:prstGeom prst="line">
                <a:avLst/>
              </a:prstGeom>
              <a:ln w="12700" cap="flat" cmpd="sng">
                <a:solidFill>
                  <a:srgbClr val="000000"/>
                </a:solidFill>
                <a:prstDash val="solid"/>
                <a:headEnd type="none" w="med" len="med"/>
                <a:tailEnd type="none" w="med" len="med"/>
              </a:ln>
            </p:spPr>
          </p:sp>
          <p:sp>
            <p:nvSpPr>
              <p:cNvPr id="38021" name="Line 192"/>
              <p:cNvSpPr/>
              <p:nvPr/>
            </p:nvSpPr>
            <p:spPr>
              <a:xfrm flipV="1">
                <a:off x="1472" y="928"/>
                <a:ext cx="1" cy="48"/>
              </a:xfrm>
              <a:prstGeom prst="line">
                <a:avLst/>
              </a:prstGeom>
              <a:ln w="12700" cap="flat" cmpd="sng">
                <a:solidFill>
                  <a:srgbClr val="000000"/>
                </a:solidFill>
                <a:prstDash val="solid"/>
                <a:headEnd type="none" w="med" len="med"/>
                <a:tailEnd type="none" w="med" len="med"/>
              </a:ln>
            </p:spPr>
          </p:sp>
        </p:grpSp>
        <p:grpSp>
          <p:nvGrpSpPr>
            <p:cNvPr id="37940" name="Group 193"/>
            <p:cNvGrpSpPr/>
            <p:nvPr/>
          </p:nvGrpSpPr>
          <p:grpSpPr>
            <a:xfrm>
              <a:off x="3840" y="1584"/>
              <a:ext cx="56" cy="2592"/>
              <a:chOff x="3840" y="872"/>
              <a:chExt cx="56" cy="2592"/>
            </a:xfrm>
          </p:grpSpPr>
          <p:sp>
            <p:nvSpPr>
              <p:cNvPr id="37984" name="Freeform 194"/>
              <p:cNvSpPr/>
              <p:nvPr>
                <p:custDataLst>
                  <p:tags r:id="rId27"/>
                </p:custDataLst>
              </p:nvPr>
            </p:nvSpPr>
            <p:spPr>
              <a:xfrm>
                <a:off x="3840" y="3344"/>
                <a:ext cx="56" cy="120"/>
              </a:xfrm>
              <a:custGeom>
                <a:avLst/>
                <a:gdLst>
                  <a:gd name="txL" fmla="*/ 0 w 56"/>
                  <a:gd name="txT" fmla="*/ 0 h 120"/>
                  <a:gd name="txR" fmla="*/ 56 w 56"/>
                  <a:gd name="txB" fmla="*/ 120 h 120"/>
                </a:gdLst>
                <a:ahLst/>
                <a:cxnLst>
                  <a:cxn ang="0">
                    <a:pos x="24" y="120"/>
                  </a:cxn>
                  <a:cxn ang="0">
                    <a:pos x="0" y="0"/>
                  </a:cxn>
                  <a:cxn ang="0">
                    <a:pos x="24" y="0"/>
                  </a:cxn>
                  <a:cxn ang="0">
                    <a:pos x="56" y="0"/>
                  </a:cxn>
                  <a:cxn ang="0">
                    <a:pos x="24" y="120"/>
                  </a:cxn>
                </a:cxnLst>
                <a:rect l="txL" t="txT" r="txR" b="txB"/>
                <a:pathLst>
                  <a:path w="56" h="120">
                    <a:moveTo>
                      <a:pt x="24" y="120"/>
                    </a:moveTo>
                    <a:lnTo>
                      <a:pt x="0" y="0"/>
                    </a:lnTo>
                    <a:lnTo>
                      <a:pt x="24" y="0"/>
                    </a:lnTo>
                    <a:lnTo>
                      <a:pt x="56" y="0"/>
                    </a:lnTo>
                    <a:lnTo>
                      <a:pt x="24" y="12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7985" name="Freeform 195"/>
              <p:cNvSpPr/>
              <p:nvPr>
                <p:custDataLst>
                  <p:tags r:id="rId28"/>
                </p:custDataLst>
              </p:nvPr>
            </p:nvSpPr>
            <p:spPr>
              <a:xfrm>
                <a:off x="3840" y="872"/>
                <a:ext cx="56" cy="112"/>
              </a:xfrm>
              <a:custGeom>
                <a:avLst/>
                <a:gdLst>
                  <a:gd name="txL" fmla="*/ 0 w 56"/>
                  <a:gd name="txT" fmla="*/ 0 h 112"/>
                  <a:gd name="txR" fmla="*/ 56 w 56"/>
                  <a:gd name="txB" fmla="*/ 112 h 112"/>
                </a:gdLst>
                <a:ahLst/>
                <a:cxnLst>
                  <a:cxn ang="0">
                    <a:pos x="24" y="0"/>
                  </a:cxn>
                  <a:cxn ang="0">
                    <a:pos x="56" y="112"/>
                  </a:cxn>
                  <a:cxn ang="0">
                    <a:pos x="24" y="112"/>
                  </a:cxn>
                  <a:cxn ang="0">
                    <a:pos x="0" y="112"/>
                  </a:cxn>
                  <a:cxn ang="0">
                    <a:pos x="24" y="0"/>
                  </a:cxn>
                </a:cxnLst>
                <a:rect l="txL" t="txT" r="txR" b="txB"/>
                <a:pathLst>
                  <a:path w="56" h="112">
                    <a:moveTo>
                      <a:pt x="24" y="0"/>
                    </a:moveTo>
                    <a:lnTo>
                      <a:pt x="56" y="112"/>
                    </a:lnTo>
                    <a:lnTo>
                      <a:pt x="24" y="112"/>
                    </a:lnTo>
                    <a:lnTo>
                      <a:pt x="0" y="112"/>
                    </a:lnTo>
                    <a:lnTo>
                      <a:pt x="24" y="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7986" name="Line 196"/>
              <p:cNvSpPr/>
              <p:nvPr/>
            </p:nvSpPr>
            <p:spPr>
              <a:xfrm flipV="1">
                <a:off x="3864" y="3272"/>
                <a:ext cx="1" cy="64"/>
              </a:xfrm>
              <a:prstGeom prst="line">
                <a:avLst/>
              </a:prstGeom>
              <a:ln w="12700" cap="flat" cmpd="sng">
                <a:solidFill>
                  <a:srgbClr val="000000"/>
                </a:solidFill>
                <a:prstDash val="solid"/>
                <a:headEnd type="none" w="med" len="med"/>
                <a:tailEnd type="none" w="med" len="med"/>
              </a:ln>
            </p:spPr>
          </p:sp>
          <p:sp>
            <p:nvSpPr>
              <p:cNvPr id="37987" name="Line 197"/>
              <p:cNvSpPr/>
              <p:nvPr/>
            </p:nvSpPr>
            <p:spPr>
              <a:xfrm flipV="1">
                <a:off x="3864" y="3128"/>
                <a:ext cx="1" cy="64"/>
              </a:xfrm>
              <a:prstGeom prst="line">
                <a:avLst/>
              </a:prstGeom>
              <a:ln w="12700" cap="flat" cmpd="sng">
                <a:solidFill>
                  <a:srgbClr val="000000"/>
                </a:solidFill>
                <a:prstDash val="solid"/>
                <a:headEnd type="none" w="med" len="med"/>
                <a:tailEnd type="none" w="med" len="med"/>
              </a:ln>
            </p:spPr>
          </p:sp>
          <p:sp>
            <p:nvSpPr>
              <p:cNvPr id="37988" name="Line 198"/>
              <p:cNvSpPr/>
              <p:nvPr/>
            </p:nvSpPr>
            <p:spPr>
              <a:xfrm flipV="1">
                <a:off x="3864" y="2984"/>
                <a:ext cx="1" cy="64"/>
              </a:xfrm>
              <a:prstGeom prst="line">
                <a:avLst/>
              </a:prstGeom>
              <a:ln w="12700" cap="flat" cmpd="sng">
                <a:solidFill>
                  <a:srgbClr val="000000"/>
                </a:solidFill>
                <a:prstDash val="solid"/>
                <a:headEnd type="none" w="med" len="med"/>
                <a:tailEnd type="none" w="med" len="med"/>
              </a:ln>
            </p:spPr>
          </p:sp>
          <p:sp>
            <p:nvSpPr>
              <p:cNvPr id="37989" name="Line 199"/>
              <p:cNvSpPr/>
              <p:nvPr/>
            </p:nvSpPr>
            <p:spPr>
              <a:xfrm flipV="1">
                <a:off x="3864" y="2840"/>
                <a:ext cx="1" cy="64"/>
              </a:xfrm>
              <a:prstGeom prst="line">
                <a:avLst/>
              </a:prstGeom>
              <a:ln w="12700" cap="flat" cmpd="sng">
                <a:solidFill>
                  <a:srgbClr val="000000"/>
                </a:solidFill>
                <a:prstDash val="solid"/>
                <a:headEnd type="none" w="med" len="med"/>
                <a:tailEnd type="none" w="med" len="med"/>
              </a:ln>
            </p:spPr>
          </p:sp>
          <p:sp>
            <p:nvSpPr>
              <p:cNvPr id="37990" name="Line 200"/>
              <p:cNvSpPr/>
              <p:nvPr/>
            </p:nvSpPr>
            <p:spPr>
              <a:xfrm flipV="1">
                <a:off x="3864" y="2696"/>
                <a:ext cx="1" cy="64"/>
              </a:xfrm>
              <a:prstGeom prst="line">
                <a:avLst/>
              </a:prstGeom>
              <a:ln w="12700" cap="flat" cmpd="sng">
                <a:solidFill>
                  <a:srgbClr val="000000"/>
                </a:solidFill>
                <a:prstDash val="solid"/>
                <a:headEnd type="none" w="med" len="med"/>
                <a:tailEnd type="none" w="med" len="med"/>
              </a:ln>
            </p:spPr>
          </p:sp>
          <p:sp>
            <p:nvSpPr>
              <p:cNvPr id="37991" name="Line 201"/>
              <p:cNvSpPr/>
              <p:nvPr/>
            </p:nvSpPr>
            <p:spPr>
              <a:xfrm flipV="1">
                <a:off x="3864" y="2552"/>
                <a:ext cx="1" cy="64"/>
              </a:xfrm>
              <a:prstGeom prst="line">
                <a:avLst/>
              </a:prstGeom>
              <a:ln w="12700" cap="flat" cmpd="sng">
                <a:solidFill>
                  <a:srgbClr val="000000"/>
                </a:solidFill>
                <a:prstDash val="solid"/>
                <a:headEnd type="none" w="med" len="med"/>
                <a:tailEnd type="none" w="med" len="med"/>
              </a:ln>
            </p:spPr>
          </p:sp>
          <p:sp>
            <p:nvSpPr>
              <p:cNvPr id="37992" name="Line 202"/>
              <p:cNvSpPr/>
              <p:nvPr/>
            </p:nvSpPr>
            <p:spPr>
              <a:xfrm flipV="1">
                <a:off x="3864" y="2408"/>
                <a:ext cx="1" cy="64"/>
              </a:xfrm>
              <a:prstGeom prst="line">
                <a:avLst/>
              </a:prstGeom>
              <a:ln w="12700" cap="flat" cmpd="sng">
                <a:solidFill>
                  <a:srgbClr val="000000"/>
                </a:solidFill>
                <a:prstDash val="solid"/>
                <a:headEnd type="none" w="med" len="med"/>
                <a:tailEnd type="none" w="med" len="med"/>
              </a:ln>
            </p:spPr>
          </p:sp>
          <p:sp>
            <p:nvSpPr>
              <p:cNvPr id="37993" name="Line 203"/>
              <p:cNvSpPr/>
              <p:nvPr/>
            </p:nvSpPr>
            <p:spPr>
              <a:xfrm flipV="1">
                <a:off x="3864" y="2264"/>
                <a:ext cx="1" cy="64"/>
              </a:xfrm>
              <a:prstGeom prst="line">
                <a:avLst/>
              </a:prstGeom>
              <a:ln w="12700" cap="flat" cmpd="sng">
                <a:solidFill>
                  <a:srgbClr val="000000"/>
                </a:solidFill>
                <a:prstDash val="solid"/>
                <a:headEnd type="none" w="med" len="med"/>
                <a:tailEnd type="none" w="med" len="med"/>
              </a:ln>
            </p:spPr>
          </p:sp>
          <p:sp>
            <p:nvSpPr>
              <p:cNvPr id="37994" name="Line 204"/>
              <p:cNvSpPr/>
              <p:nvPr/>
            </p:nvSpPr>
            <p:spPr>
              <a:xfrm flipV="1">
                <a:off x="3864" y="2120"/>
                <a:ext cx="1" cy="64"/>
              </a:xfrm>
              <a:prstGeom prst="line">
                <a:avLst/>
              </a:prstGeom>
              <a:ln w="12700" cap="flat" cmpd="sng">
                <a:solidFill>
                  <a:srgbClr val="000000"/>
                </a:solidFill>
                <a:prstDash val="solid"/>
                <a:headEnd type="none" w="med" len="med"/>
                <a:tailEnd type="none" w="med" len="med"/>
              </a:ln>
            </p:spPr>
          </p:sp>
          <p:sp>
            <p:nvSpPr>
              <p:cNvPr id="37995" name="Line 205"/>
              <p:cNvSpPr/>
              <p:nvPr/>
            </p:nvSpPr>
            <p:spPr>
              <a:xfrm flipV="1">
                <a:off x="3864" y="1976"/>
                <a:ext cx="1" cy="64"/>
              </a:xfrm>
              <a:prstGeom prst="line">
                <a:avLst/>
              </a:prstGeom>
              <a:ln w="12700" cap="flat" cmpd="sng">
                <a:solidFill>
                  <a:srgbClr val="000000"/>
                </a:solidFill>
                <a:prstDash val="solid"/>
                <a:headEnd type="none" w="med" len="med"/>
                <a:tailEnd type="none" w="med" len="med"/>
              </a:ln>
            </p:spPr>
          </p:sp>
          <p:sp>
            <p:nvSpPr>
              <p:cNvPr id="37996" name="Line 206"/>
              <p:cNvSpPr/>
              <p:nvPr/>
            </p:nvSpPr>
            <p:spPr>
              <a:xfrm flipV="1">
                <a:off x="3864" y="1832"/>
                <a:ext cx="1" cy="64"/>
              </a:xfrm>
              <a:prstGeom prst="line">
                <a:avLst/>
              </a:prstGeom>
              <a:ln w="12700" cap="flat" cmpd="sng">
                <a:solidFill>
                  <a:srgbClr val="000000"/>
                </a:solidFill>
                <a:prstDash val="solid"/>
                <a:headEnd type="none" w="med" len="med"/>
                <a:tailEnd type="none" w="med" len="med"/>
              </a:ln>
            </p:spPr>
          </p:sp>
          <p:sp>
            <p:nvSpPr>
              <p:cNvPr id="37997" name="Line 207"/>
              <p:cNvSpPr/>
              <p:nvPr/>
            </p:nvSpPr>
            <p:spPr>
              <a:xfrm flipV="1">
                <a:off x="3864" y="1688"/>
                <a:ext cx="1" cy="64"/>
              </a:xfrm>
              <a:prstGeom prst="line">
                <a:avLst/>
              </a:prstGeom>
              <a:ln w="12700" cap="flat" cmpd="sng">
                <a:solidFill>
                  <a:srgbClr val="000000"/>
                </a:solidFill>
                <a:prstDash val="solid"/>
                <a:headEnd type="none" w="med" len="med"/>
                <a:tailEnd type="none" w="med" len="med"/>
              </a:ln>
            </p:spPr>
          </p:sp>
          <p:sp>
            <p:nvSpPr>
              <p:cNvPr id="37998" name="Line 208"/>
              <p:cNvSpPr/>
              <p:nvPr/>
            </p:nvSpPr>
            <p:spPr>
              <a:xfrm flipV="1">
                <a:off x="3864" y="1544"/>
                <a:ext cx="1" cy="64"/>
              </a:xfrm>
              <a:prstGeom prst="line">
                <a:avLst/>
              </a:prstGeom>
              <a:ln w="12700" cap="flat" cmpd="sng">
                <a:solidFill>
                  <a:srgbClr val="000000"/>
                </a:solidFill>
                <a:prstDash val="solid"/>
                <a:headEnd type="none" w="med" len="med"/>
                <a:tailEnd type="none" w="med" len="med"/>
              </a:ln>
            </p:spPr>
          </p:sp>
          <p:sp>
            <p:nvSpPr>
              <p:cNvPr id="37999" name="Line 209"/>
              <p:cNvSpPr/>
              <p:nvPr/>
            </p:nvSpPr>
            <p:spPr>
              <a:xfrm flipV="1">
                <a:off x="3864" y="1400"/>
                <a:ext cx="1" cy="64"/>
              </a:xfrm>
              <a:prstGeom prst="line">
                <a:avLst/>
              </a:prstGeom>
              <a:ln w="12700" cap="flat" cmpd="sng">
                <a:solidFill>
                  <a:srgbClr val="000000"/>
                </a:solidFill>
                <a:prstDash val="solid"/>
                <a:headEnd type="none" w="med" len="med"/>
                <a:tailEnd type="none" w="med" len="med"/>
              </a:ln>
            </p:spPr>
          </p:sp>
          <p:sp>
            <p:nvSpPr>
              <p:cNvPr id="38000" name="Line 210"/>
              <p:cNvSpPr/>
              <p:nvPr/>
            </p:nvSpPr>
            <p:spPr>
              <a:xfrm flipV="1">
                <a:off x="3864" y="1256"/>
                <a:ext cx="1" cy="64"/>
              </a:xfrm>
              <a:prstGeom prst="line">
                <a:avLst/>
              </a:prstGeom>
              <a:ln w="12700" cap="flat" cmpd="sng">
                <a:solidFill>
                  <a:srgbClr val="000000"/>
                </a:solidFill>
                <a:prstDash val="solid"/>
                <a:headEnd type="none" w="med" len="med"/>
                <a:tailEnd type="none" w="med" len="med"/>
              </a:ln>
            </p:spPr>
          </p:sp>
          <p:sp>
            <p:nvSpPr>
              <p:cNvPr id="38001" name="Line 211"/>
              <p:cNvSpPr/>
              <p:nvPr/>
            </p:nvSpPr>
            <p:spPr>
              <a:xfrm flipV="1">
                <a:off x="3864" y="1112"/>
                <a:ext cx="1" cy="64"/>
              </a:xfrm>
              <a:prstGeom prst="line">
                <a:avLst/>
              </a:prstGeom>
              <a:ln w="12700" cap="flat" cmpd="sng">
                <a:solidFill>
                  <a:srgbClr val="000000"/>
                </a:solidFill>
                <a:prstDash val="solid"/>
                <a:headEnd type="none" w="med" len="med"/>
                <a:tailEnd type="none" w="med" len="med"/>
              </a:ln>
            </p:spPr>
          </p:sp>
          <p:sp>
            <p:nvSpPr>
              <p:cNvPr id="38002" name="Line 212"/>
              <p:cNvSpPr/>
              <p:nvPr/>
            </p:nvSpPr>
            <p:spPr>
              <a:xfrm flipV="1">
                <a:off x="3864" y="984"/>
                <a:ext cx="1" cy="48"/>
              </a:xfrm>
              <a:prstGeom prst="line">
                <a:avLst/>
              </a:prstGeom>
              <a:ln w="12700" cap="flat" cmpd="sng">
                <a:solidFill>
                  <a:srgbClr val="000000"/>
                </a:solidFill>
                <a:prstDash val="solid"/>
                <a:headEnd type="none" w="med" len="med"/>
                <a:tailEnd type="none" w="med" len="med"/>
              </a:ln>
            </p:spPr>
          </p:sp>
        </p:grpSp>
        <p:grpSp>
          <p:nvGrpSpPr>
            <p:cNvPr id="37941" name="Group 213"/>
            <p:cNvGrpSpPr/>
            <p:nvPr/>
          </p:nvGrpSpPr>
          <p:grpSpPr>
            <a:xfrm>
              <a:off x="2824" y="1504"/>
              <a:ext cx="56" cy="2584"/>
              <a:chOff x="2824" y="792"/>
              <a:chExt cx="56" cy="2584"/>
            </a:xfrm>
          </p:grpSpPr>
          <p:sp>
            <p:nvSpPr>
              <p:cNvPr id="37965" name="Freeform 214"/>
              <p:cNvSpPr/>
              <p:nvPr>
                <p:custDataLst>
                  <p:tags r:id="rId25"/>
                </p:custDataLst>
              </p:nvPr>
            </p:nvSpPr>
            <p:spPr>
              <a:xfrm>
                <a:off x="2824" y="3264"/>
                <a:ext cx="56" cy="112"/>
              </a:xfrm>
              <a:custGeom>
                <a:avLst/>
                <a:gdLst>
                  <a:gd name="txL" fmla="*/ 0 w 56"/>
                  <a:gd name="txT" fmla="*/ 0 h 112"/>
                  <a:gd name="txR" fmla="*/ 56 w 56"/>
                  <a:gd name="txB" fmla="*/ 112 h 112"/>
                </a:gdLst>
                <a:ahLst/>
                <a:cxnLst>
                  <a:cxn ang="0">
                    <a:pos x="24" y="112"/>
                  </a:cxn>
                  <a:cxn ang="0">
                    <a:pos x="0" y="0"/>
                  </a:cxn>
                  <a:cxn ang="0">
                    <a:pos x="24" y="0"/>
                  </a:cxn>
                  <a:cxn ang="0">
                    <a:pos x="56" y="0"/>
                  </a:cxn>
                  <a:cxn ang="0">
                    <a:pos x="24" y="112"/>
                  </a:cxn>
                </a:cxnLst>
                <a:rect l="txL" t="txT" r="txR" b="txB"/>
                <a:pathLst>
                  <a:path w="56" h="112">
                    <a:moveTo>
                      <a:pt x="24" y="112"/>
                    </a:moveTo>
                    <a:lnTo>
                      <a:pt x="0" y="0"/>
                    </a:lnTo>
                    <a:lnTo>
                      <a:pt x="24" y="0"/>
                    </a:lnTo>
                    <a:lnTo>
                      <a:pt x="56" y="0"/>
                    </a:lnTo>
                    <a:lnTo>
                      <a:pt x="24" y="11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7966" name="Freeform 215"/>
              <p:cNvSpPr/>
              <p:nvPr>
                <p:custDataLst>
                  <p:tags r:id="rId26"/>
                </p:custDataLst>
              </p:nvPr>
            </p:nvSpPr>
            <p:spPr>
              <a:xfrm>
                <a:off x="2824" y="792"/>
                <a:ext cx="56" cy="112"/>
              </a:xfrm>
              <a:custGeom>
                <a:avLst/>
                <a:gdLst>
                  <a:gd name="txL" fmla="*/ 0 w 56"/>
                  <a:gd name="txT" fmla="*/ 0 h 112"/>
                  <a:gd name="txR" fmla="*/ 56 w 56"/>
                  <a:gd name="txB" fmla="*/ 112 h 112"/>
                </a:gdLst>
                <a:ahLst/>
                <a:cxnLst>
                  <a:cxn ang="0">
                    <a:pos x="24" y="0"/>
                  </a:cxn>
                  <a:cxn ang="0">
                    <a:pos x="56" y="112"/>
                  </a:cxn>
                  <a:cxn ang="0">
                    <a:pos x="24" y="112"/>
                  </a:cxn>
                  <a:cxn ang="0">
                    <a:pos x="0" y="112"/>
                  </a:cxn>
                  <a:cxn ang="0">
                    <a:pos x="24" y="0"/>
                  </a:cxn>
                </a:cxnLst>
                <a:rect l="txL" t="txT" r="txR" b="txB"/>
                <a:pathLst>
                  <a:path w="56" h="112">
                    <a:moveTo>
                      <a:pt x="24" y="0"/>
                    </a:moveTo>
                    <a:lnTo>
                      <a:pt x="56" y="112"/>
                    </a:lnTo>
                    <a:lnTo>
                      <a:pt x="24" y="112"/>
                    </a:lnTo>
                    <a:lnTo>
                      <a:pt x="0" y="112"/>
                    </a:lnTo>
                    <a:lnTo>
                      <a:pt x="24" y="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37967" name="Line 216"/>
              <p:cNvSpPr/>
              <p:nvPr/>
            </p:nvSpPr>
            <p:spPr>
              <a:xfrm flipV="1">
                <a:off x="2848" y="3192"/>
                <a:ext cx="1" cy="64"/>
              </a:xfrm>
              <a:prstGeom prst="line">
                <a:avLst/>
              </a:prstGeom>
              <a:ln w="12700" cap="flat" cmpd="sng">
                <a:solidFill>
                  <a:srgbClr val="000000"/>
                </a:solidFill>
                <a:prstDash val="solid"/>
                <a:headEnd type="none" w="med" len="med"/>
                <a:tailEnd type="none" w="med" len="med"/>
              </a:ln>
            </p:spPr>
          </p:sp>
          <p:sp>
            <p:nvSpPr>
              <p:cNvPr id="37968" name="Line 217"/>
              <p:cNvSpPr/>
              <p:nvPr/>
            </p:nvSpPr>
            <p:spPr>
              <a:xfrm flipV="1">
                <a:off x="2848" y="3048"/>
                <a:ext cx="1" cy="64"/>
              </a:xfrm>
              <a:prstGeom prst="line">
                <a:avLst/>
              </a:prstGeom>
              <a:ln w="12700" cap="flat" cmpd="sng">
                <a:solidFill>
                  <a:srgbClr val="000000"/>
                </a:solidFill>
                <a:prstDash val="solid"/>
                <a:headEnd type="none" w="med" len="med"/>
                <a:tailEnd type="none" w="med" len="med"/>
              </a:ln>
            </p:spPr>
          </p:sp>
          <p:sp>
            <p:nvSpPr>
              <p:cNvPr id="37969" name="Line 218"/>
              <p:cNvSpPr/>
              <p:nvPr/>
            </p:nvSpPr>
            <p:spPr>
              <a:xfrm flipV="1">
                <a:off x="2848" y="2904"/>
                <a:ext cx="1" cy="64"/>
              </a:xfrm>
              <a:prstGeom prst="line">
                <a:avLst/>
              </a:prstGeom>
              <a:ln w="12700" cap="flat" cmpd="sng">
                <a:solidFill>
                  <a:srgbClr val="000000"/>
                </a:solidFill>
                <a:prstDash val="solid"/>
                <a:headEnd type="none" w="med" len="med"/>
                <a:tailEnd type="none" w="med" len="med"/>
              </a:ln>
            </p:spPr>
          </p:sp>
          <p:sp>
            <p:nvSpPr>
              <p:cNvPr id="37970" name="Line 219"/>
              <p:cNvSpPr/>
              <p:nvPr/>
            </p:nvSpPr>
            <p:spPr>
              <a:xfrm flipV="1">
                <a:off x="2848" y="2760"/>
                <a:ext cx="1" cy="64"/>
              </a:xfrm>
              <a:prstGeom prst="line">
                <a:avLst/>
              </a:prstGeom>
              <a:ln w="12700" cap="flat" cmpd="sng">
                <a:solidFill>
                  <a:srgbClr val="000000"/>
                </a:solidFill>
                <a:prstDash val="solid"/>
                <a:headEnd type="none" w="med" len="med"/>
                <a:tailEnd type="none" w="med" len="med"/>
              </a:ln>
            </p:spPr>
          </p:sp>
          <p:sp>
            <p:nvSpPr>
              <p:cNvPr id="37971" name="Line 220"/>
              <p:cNvSpPr/>
              <p:nvPr/>
            </p:nvSpPr>
            <p:spPr>
              <a:xfrm flipV="1">
                <a:off x="2848" y="2616"/>
                <a:ext cx="1" cy="64"/>
              </a:xfrm>
              <a:prstGeom prst="line">
                <a:avLst/>
              </a:prstGeom>
              <a:ln w="12700" cap="flat" cmpd="sng">
                <a:solidFill>
                  <a:srgbClr val="000000"/>
                </a:solidFill>
                <a:prstDash val="solid"/>
                <a:headEnd type="none" w="med" len="med"/>
                <a:tailEnd type="none" w="med" len="med"/>
              </a:ln>
            </p:spPr>
          </p:sp>
          <p:sp>
            <p:nvSpPr>
              <p:cNvPr id="37972" name="Line 221"/>
              <p:cNvSpPr/>
              <p:nvPr/>
            </p:nvSpPr>
            <p:spPr>
              <a:xfrm flipV="1">
                <a:off x="2848" y="2472"/>
                <a:ext cx="1" cy="64"/>
              </a:xfrm>
              <a:prstGeom prst="line">
                <a:avLst/>
              </a:prstGeom>
              <a:ln w="12700" cap="flat" cmpd="sng">
                <a:solidFill>
                  <a:srgbClr val="000000"/>
                </a:solidFill>
                <a:prstDash val="solid"/>
                <a:headEnd type="none" w="med" len="med"/>
                <a:tailEnd type="none" w="med" len="med"/>
              </a:ln>
            </p:spPr>
          </p:sp>
          <p:sp>
            <p:nvSpPr>
              <p:cNvPr id="37973" name="Line 222"/>
              <p:cNvSpPr/>
              <p:nvPr/>
            </p:nvSpPr>
            <p:spPr>
              <a:xfrm flipV="1">
                <a:off x="2848" y="2328"/>
                <a:ext cx="1" cy="64"/>
              </a:xfrm>
              <a:prstGeom prst="line">
                <a:avLst/>
              </a:prstGeom>
              <a:ln w="12700" cap="flat" cmpd="sng">
                <a:solidFill>
                  <a:srgbClr val="000000"/>
                </a:solidFill>
                <a:prstDash val="solid"/>
                <a:headEnd type="none" w="med" len="med"/>
                <a:tailEnd type="none" w="med" len="med"/>
              </a:ln>
            </p:spPr>
          </p:sp>
          <p:sp>
            <p:nvSpPr>
              <p:cNvPr id="37974" name="Line 223"/>
              <p:cNvSpPr/>
              <p:nvPr/>
            </p:nvSpPr>
            <p:spPr>
              <a:xfrm flipV="1">
                <a:off x="2848" y="2184"/>
                <a:ext cx="1" cy="64"/>
              </a:xfrm>
              <a:prstGeom prst="line">
                <a:avLst/>
              </a:prstGeom>
              <a:ln w="12700" cap="flat" cmpd="sng">
                <a:solidFill>
                  <a:srgbClr val="000000"/>
                </a:solidFill>
                <a:prstDash val="solid"/>
                <a:headEnd type="none" w="med" len="med"/>
                <a:tailEnd type="none" w="med" len="med"/>
              </a:ln>
            </p:spPr>
          </p:sp>
          <p:sp>
            <p:nvSpPr>
              <p:cNvPr id="37975" name="Line 224"/>
              <p:cNvSpPr/>
              <p:nvPr/>
            </p:nvSpPr>
            <p:spPr>
              <a:xfrm flipV="1">
                <a:off x="2848" y="2040"/>
                <a:ext cx="1" cy="64"/>
              </a:xfrm>
              <a:prstGeom prst="line">
                <a:avLst/>
              </a:prstGeom>
              <a:ln w="12700" cap="flat" cmpd="sng">
                <a:solidFill>
                  <a:srgbClr val="000000"/>
                </a:solidFill>
                <a:prstDash val="solid"/>
                <a:headEnd type="none" w="med" len="med"/>
                <a:tailEnd type="none" w="med" len="med"/>
              </a:ln>
            </p:spPr>
          </p:sp>
          <p:sp>
            <p:nvSpPr>
              <p:cNvPr id="37976" name="Line 225"/>
              <p:cNvSpPr/>
              <p:nvPr/>
            </p:nvSpPr>
            <p:spPr>
              <a:xfrm flipV="1">
                <a:off x="2848" y="1896"/>
                <a:ext cx="1" cy="64"/>
              </a:xfrm>
              <a:prstGeom prst="line">
                <a:avLst/>
              </a:prstGeom>
              <a:ln w="12700" cap="flat" cmpd="sng">
                <a:solidFill>
                  <a:srgbClr val="000000"/>
                </a:solidFill>
                <a:prstDash val="solid"/>
                <a:headEnd type="none" w="med" len="med"/>
                <a:tailEnd type="none" w="med" len="med"/>
              </a:ln>
            </p:spPr>
          </p:sp>
          <p:sp>
            <p:nvSpPr>
              <p:cNvPr id="37977" name="Line 226"/>
              <p:cNvSpPr/>
              <p:nvPr/>
            </p:nvSpPr>
            <p:spPr>
              <a:xfrm flipV="1">
                <a:off x="2848" y="1752"/>
                <a:ext cx="1" cy="64"/>
              </a:xfrm>
              <a:prstGeom prst="line">
                <a:avLst/>
              </a:prstGeom>
              <a:ln w="12700" cap="flat" cmpd="sng">
                <a:solidFill>
                  <a:srgbClr val="000000"/>
                </a:solidFill>
                <a:prstDash val="solid"/>
                <a:headEnd type="none" w="med" len="med"/>
                <a:tailEnd type="none" w="med" len="med"/>
              </a:ln>
            </p:spPr>
          </p:sp>
          <p:sp>
            <p:nvSpPr>
              <p:cNvPr id="37978" name="Line 227"/>
              <p:cNvSpPr/>
              <p:nvPr/>
            </p:nvSpPr>
            <p:spPr>
              <a:xfrm flipV="1">
                <a:off x="2848" y="1608"/>
                <a:ext cx="1" cy="64"/>
              </a:xfrm>
              <a:prstGeom prst="line">
                <a:avLst/>
              </a:prstGeom>
              <a:ln w="12700" cap="flat" cmpd="sng">
                <a:solidFill>
                  <a:srgbClr val="000000"/>
                </a:solidFill>
                <a:prstDash val="solid"/>
                <a:headEnd type="none" w="med" len="med"/>
                <a:tailEnd type="none" w="med" len="med"/>
              </a:ln>
            </p:spPr>
          </p:sp>
          <p:sp>
            <p:nvSpPr>
              <p:cNvPr id="37979" name="Line 228"/>
              <p:cNvSpPr/>
              <p:nvPr/>
            </p:nvSpPr>
            <p:spPr>
              <a:xfrm flipV="1">
                <a:off x="2848" y="1464"/>
                <a:ext cx="1" cy="64"/>
              </a:xfrm>
              <a:prstGeom prst="line">
                <a:avLst/>
              </a:prstGeom>
              <a:ln w="12700" cap="flat" cmpd="sng">
                <a:solidFill>
                  <a:srgbClr val="000000"/>
                </a:solidFill>
                <a:prstDash val="solid"/>
                <a:headEnd type="none" w="med" len="med"/>
                <a:tailEnd type="none" w="med" len="med"/>
              </a:ln>
            </p:spPr>
          </p:sp>
          <p:sp>
            <p:nvSpPr>
              <p:cNvPr id="37980" name="Line 229"/>
              <p:cNvSpPr/>
              <p:nvPr/>
            </p:nvSpPr>
            <p:spPr>
              <a:xfrm flipV="1">
                <a:off x="2848" y="1320"/>
                <a:ext cx="1" cy="64"/>
              </a:xfrm>
              <a:prstGeom prst="line">
                <a:avLst/>
              </a:prstGeom>
              <a:ln w="12700" cap="flat" cmpd="sng">
                <a:solidFill>
                  <a:srgbClr val="000000"/>
                </a:solidFill>
                <a:prstDash val="solid"/>
                <a:headEnd type="none" w="med" len="med"/>
                <a:tailEnd type="none" w="med" len="med"/>
              </a:ln>
            </p:spPr>
          </p:sp>
          <p:sp>
            <p:nvSpPr>
              <p:cNvPr id="37981" name="Line 230"/>
              <p:cNvSpPr/>
              <p:nvPr/>
            </p:nvSpPr>
            <p:spPr>
              <a:xfrm flipV="1">
                <a:off x="2848" y="1176"/>
                <a:ext cx="1" cy="64"/>
              </a:xfrm>
              <a:prstGeom prst="line">
                <a:avLst/>
              </a:prstGeom>
              <a:ln w="12700" cap="flat" cmpd="sng">
                <a:solidFill>
                  <a:srgbClr val="000000"/>
                </a:solidFill>
                <a:prstDash val="solid"/>
                <a:headEnd type="none" w="med" len="med"/>
                <a:tailEnd type="none" w="med" len="med"/>
              </a:ln>
            </p:spPr>
          </p:sp>
          <p:sp>
            <p:nvSpPr>
              <p:cNvPr id="37982" name="Line 231"/>
              <p:cNvSpPr/>
              <p:nvPr/>
            </p:nvSpPr>
            <p:spPr>
              <a:xfrm flipV="1">
                <a:off x="2848" y="1032"/>
                <a:ext cx="1" cy="64"/>
              </a:xfrm>
              <a:prstGeom prst="line">
                <a:avLst/>
              </a:prstGeom>
              <a:ln w="12700" cap="flat" cmpd="sng">
                <a:solidFill>
                  <a:srgbClr val="000000"/>
                </a:solidFill>
                <a:prstDash val="solid"/>
                <a:headEnd type="none" w="med" len="med"/>
                <a:tailEnd type="none" w="med" len="med"/>
              </a:ln>
            </p:spPr>
          </p:sp>
          <p:sp>
            <p:nvSpPr>
              <p:cNvPr id="37983" name="Line 232"/>
              <p:cNvSpPr/>
              <p:nvPr/>
            </p:nvSpPr>
            <p:spPr>
              <a:xfrm flipV="1">
                <a:off x="2848" y="904"/>
                <a:ext cx="1" cy="48"/>
              </a:xfrm>
              <a:prstGeom prst="line">
                <a:avLst/>
              </a:prstGeom>
              <a:ln w="12700" cap="flat" cmpd="sng">
                <a:solidFill>
                  <a:srgbClr val="000000"/>
                </a:solidFill>
                <a:prstDash val="solid"/>
                <a:headEnd type="none" w="med" len="med"/>
                <a:tailEnd type="none" w="med" len="med"/>
              </a:ln>
            </p:spPr>
          </p:sp>
        </p:grpSp>
        <p:sp>
          <p:nvSpPr>
            <p:cNvPr id="37942" name="Rectangle 233"/>
            <p:cNvSpPr/>
            <p:nvPr/>
          </p:nvSpPr>
          <p:spPr>
            <a:xfrm>
              <a:off x="529" y="3352"/>
              <a:ext cx="113" cy="191"/>
            </a:xfrm>
            <a:prstGeom prst="rect">
              <a:avLst/>
            </a:prstGeom>
            <a:noFill/>
            <a:ln w="9525">
              <a:noFill/>
            </a:ln>
          </p:spPr>
          <p:txBody>
            <a:bodyPr wrap="squar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e</a:t>
              </a:r>
            </a:p>
          </p:txBody>
        </p:sp>
        <p:sp>
          <p:nvSpPr>
            <p:cNvPr id="37943" name="Rectangle 234"/>
            <p:cNvSpPr/>
            <p:nvPr/>
          </p:nvSpPr>
          <p:spPr>
            <a:xfrm>
              <a:off x="546" y="2472"/>
              <a:ext cx="68" cy="191"/>
            </a:xfrm>
            <a:prstGeom prst="rect">
              <a:avLst/>
            </a:prstGeom>
            <a:noFill/>
            <a:ln w="9525">
              <a:noFill/>
            </a:ln>
          </p:spPr>
          <p:txBody>
            <a:bodyPr wrap="squar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f</a:t>
              </a:r>
            </a:p>
          </p:txBody>
        </p:sp>
        <p:sp>
          <p:nvSpPr>
            <p:cNvPr id="37944" name="Rectangle 235"/>
            <p:cNvSpPr/>
            <p:nvPr/>
          </p:nvSpPr>
          <p:spPr>
            <a:xfrm>
              <a:off x="539" y="2032"/>
              <a:ext cx="124" cy="191"/>
            </a:xfrm>
            <a:prstGeom prst="rect">
              <a:avLst/>
            </a:prstGeom>
            <a:noFill/>
            <a:ln w="9525">
              <a:noFill/>
            </a:ln>
          </p:spPr>
          <p:txBody>
            <a:bodyPr wrap="squar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g</a:t>
              </a:r>
            </a:p>
          </p:txBody>
        </p:sp>
        <p:sp>
          <p:nvSpPr>
            <p:cNvPr id="37945" name="Oval 236"/>
            <p:cNvSpPr/>
            <p:nvPr>
              <p:custDataLst>
                <p:tags r:id="rId5"/>
              </p:custDataLst>
            </p:nvPr>
          </p:nvSpPr>
          <p:spPr>
            <a:xfrm>
              <a:off x="1996" y="2172"/>
              <a:ext cx="64" cy="64"/>
            </a:xfrm>
            <a:prstGeom prst="ellipse">
              <a:avLst/>
            </a:prstGeom>
            <a:blipFill rotWithShape="0">
              <a:blip r:embed="rId43"/>
            </a:blip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37946" name="Oval 237"/>
            <p:cNvSpPr/>
            <p:nvPr>
              <p:custDataLst>
                <p:tags r:id="rId6"/>
              </p:custDataLst>
            </p:nvPr>
          </p:nvSpPr>
          <p:spPr>
            <a:xfrm>
              <a:off x="1196" y="2780"/>
              <a:ext cx="64" cy="64"/>
            </a:xfrm>
            <a:prstGeom prst="ellipse">
              <a:avLst/>
            </a:prstGeom>
            <a:blipFill rotWithShape="0">
              <a:blip r:embed="rId43"/>
            </a:blip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37947" name="Oval 238"/>
            <p:cNvSpPr/>
            <p:nvPr>
              <p:custDataLst>
                <p:tags r:id="rId7"/>
              </p:custDataLst>
            </p:nvPr>
          </p:nvSpPr>
          <p:spPr>
            <a:xfrm>
              <a:off x="3500" y="2908"/>
              <a:ext cx="64" cy="64"/>
            </a:xfrm>
            <a:prstGeom prst="ellipse">
              <a:avLst/>
            </a:prstGeom>
            <a:blipFill rotWithShape="0">
              <a:blip r:embed="rId43"/>
            </a:blip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37948" name="Oval 239"/>
            <p:cNvSpPr/>
            <p:nvPr>
              <p:custDataLst>
                <p:tags r:id="rId8"/>
              </p:custDataLst>
            </p:nvPr>
          </p:nvSpPr>
          <p:spPr>
            <a:xfrm>
              <a:off x="816" y="2592"/>
              <a:ext cx="64" cy="64"/>
            </a:xfrm>
            <a:prstGeom prst="ellipse">
              <a:avLst/>
            </a:prstGeom>
            <a:solidFill>
              <a:srgbClr val="FF00FF"/>
            </a:solid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37949" name="Oval 240"/>
            <p:cNvSpPr/>
            <p:nvPr>
              <p:custDataLst>
                <p:tags r:id="rId9"/>
              </p:custDataLst>
            </p:nvPr>
          </p:nvSpPr>
          <p:spPr>
            <a:xfrm>
              <a:off x="3360" y="1776"/>
              <a:ext cx="64" cy="64"/>
            </a:xfrm>
            <a:prstGeom prst="ellipse">
              <a:avLst/>
            </a:prstGeom>
            <a:solidFill>
              <a:srgbClr val="FF00FF"/>
            </a:solid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37950" name="Oval 241"/>
            <p:cNvSpPr/>
            <p:nvPr>
              <p:custDataLst>
                <p:tags r:id="rId10"/>
              </p:custDataLst>
            </p:nvPr>
          </p:nvSpPr>
          <p:spPr>
            <a:xfrm>
              <a:off x="3312" y="3456"/>
              <a:ext cx="64" cy="64"/>
            </a:xfrm>
            <a:prstGeom prst="ellipse">
              <a:avLst/>
            </a:prstGeom>
            <a:solidFill>
              <a:srgbClr val="FF00FF"/>
            </a:solid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37951" name="Oval 242"/>
            <p:cNvSpPr/>
            <p:nvPr>
              <p:custDataLst>
                <p:tags r:id="rId11"/>
              </p:custDataLst>
            </p:nvPr>
          </p:nvSpPr>
          <p:spPr>
            <a:xfrm>
              <a:off x="1248" y="2112"/>
              <a:ext cx="64" cy="64"/>
            </a:xfrm>
            <a:prstGeom prst="ellipse">
              <a:avLst/>
            </a:prstGeom>
            <a:solidFill>
              <a:srgbClr val="00FF00"/>
            </a:solid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37952" name="Oval 243"/>
            <p:cNvSpPr/>
            <p:nvPr>
              <p:custDataLst>
                <p:tags r:id="rId12"/>
              </p:custDataLst>
            </p:nvPr>
          </p:nvSpPr>
          <p:spPr>
            <a:xfrm>
              <a:off x="2400" y="2784"/>
              <a:ext cx="64" cy="64"/>
            </a:xfrm>
            <a:prstGeom prst="ellipse">
              <a:avLst/>
            </a:prstGeom>
            <a:solidFill>
              <a:srgbClr val="00FF00"/>
            </a:solid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37953" name="Oval 244"/>
            <p:cNvSpPr/>
            <p:nvPr>
              <p:custDataLst>
                <p:tags r:id="rId13"/>
              </p:custDataLst>
            </p:nvPr>
          </p:nvSpPr>
          <p:spPr>
            <a:xfrm>
              <a:off x="3504" y="2112"/>
              <a:ext cx="64" cy="64"/>
            </a:xfrm>
            <a:prstGeom prst="ellipse">
              <a:avLst/>
            </a:prstGeom>
            <a:solidFill>
              <a:srgbClr val="00FF00"/>
            </a:solid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37954" name="Oval 245"/>
            <p:cNvSpPr/>
            <p:nvPr>
              <p:custDataLst>
                <p:tags r:id="rId14"/>
              </p:custDataLst>
            </p:nvPr>
          </p:nvSpPr>
          <p:spPr>
            <a:xfrm>
              <a:off x="816" y="1824"/>
              <a:ext cx="64" cy="64"/>
            </a:xfrm>
            <a:prstGeom prst="ellipse">
              <a:avLst/>
            </a:prstGeom>
            <a:solidFill>
              <a:srgbClr val="FF9900"/>
            </a:solid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37955" name="Oval 246"/>
            <p:cNvSpPr/>
            <p:nvPr>
              <p:custDataLst>
                <p:tags r:id="rId15"/>
              </p:custDataLst>
            </p:nvPr>
          </p:nvSpPr>
          <p:spPr>
            <a:xfrm>
              <a:off x="720" y="2064"/>
              <a:ext cx="64" cy="64"/>
            </a:xfrm>
            <a:prstGeom prst="ellipse">
              <a:avLst/>
            </a:prstGeom>
            <a:solidFill>
              <a:srgbClr val="FF9900"/>
            </a:solid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37956" name="Oval 247"/>
            <p:cNvSpPr/>
            <p:nvPr>
              <p:custDataLst>
                <p:tags r:id="rId16"/>
              </p:custDataLst>
            </p:nvPr>
          </p:nvSpPr>
          <p:spPr>
            <a:xfrm>
              <a:off x="816" y="3408"/>
              <a:ext cx="64" cy="64"/>
            </a:xfrm>
            <a:prstGeom prst="ellipse">
              <a:avLst/>
            </a:prstGeom>
            <a:solidFill>
              <a:srgbClr val="FF9900"/>
            </a:solid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37957" name="Oval 248"/>
            <p:cNvSpPr/>
            <p:nvPr>
              <p:custDataLst>
                <p:tags r:id="rId17"/>
              </p:custDataLst>
            </p:nvPr>
          </p:nvSpPr>
          <p:spPr>
            <a:xfrm>
              <a:off x="1296" y="3360"/>
              <a:ext cx="64" cy="64"/>
            </a:xfrm>
            <a:prstGeom prst="ellipse">
              <a:avLst/>
            </a:prstGeom>
            <a:solidFill>
              <a:srgbClr val="FF9900"/>
            </a:solid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37958" name="Oval 249"/>
            <p:cNvSpPr/>
            <p:nvPr>
              <p:custDataLst>
                <p:tags r:id="rId18"/>
              </p:custDataLst>
            </p:nvPr>
          </p:nvSpPr>
          <p:spPr>
            <a:xfrm>
              <a:off x="1824" y="3504"/>
              <a:ext cx="64" cy="64"/>
            </a:xfrm>
            <a:prstGeom prst="ellipse">
              <a:avLst/>
            </a:prstGeom>
            <a:solidFill>
              <a:srgbClr val="FF9900"/>
            </a:solid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37959" name="Oval 250"/>
            <p:cNvSpPr/>
            <p:nvPr>
              <p:custDataLst>
                <p:tags r:id="rId19"/>
              </p:custDataLst>
            </p:nvPr>
          </p:nvSpPr>
          <p:spPr>
            <a:xfrm>
              <a:off x="2304" y="1776"/>
              <a:ext cx="64" cy="64"/>
            </a:xfrm>
            <a:prstGeom prst="ellipse">
              <a:avLst/>
            </a:prstGeom>
            <a:solidFill>
              <a:srgbClr val="FF9900"/>
            </a:solid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37960" name="Oval 251"/>
            <p:cNvSpPr/>
            <p:nvPr>
              <p:custDataLst>
                <p:tags r:id="rId20"/>
              </p:custDataLst>
            </p:nvPr>
          </p:nvSpPr>
          <p:spPr>
            <a:xfrm>
              <a:off x="1200" y="1728"/>
              <a:ext cx="64" cy="64"/>
            </a:xfrm>
            <a:prstGeom prst="ellipse">
              <a:avLst/>
            </a:prstGeom>
            <a:solidFill>
              <a:srgbClr val="FF9900"/>
            </a:solid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37961" name="Oval 252"/>
            <p:cNvSpPr/>
            <p:nvPr>
              <p:custDataLst>
                <p:tags r:id="rId21"/>
              </p:custDataLst>
            </p:nvPr>
          </p:nvSpPr>
          <p:spPr>
            <a:xfrm>
              <a:off x="3936" y="3552"/>
              <a:ext cx="64" cy="64"/>
            </a:xfrm>
            <a:prstGeom prst="ellipse">
              <a:avLst/>
            </a:prstGeom>
            <a:solidFill>
              <a:srgbClr val="FF9900"/>
            </a:solid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37962" name="Oval 253"/>
            <p:cNvSpPr/>
            <p:nvPr>
              <p:custDataLst>
                <p:tags r:id="rId22"/>
              </p:custDataLst>
            </p:nvPr>
          </p:nvSpPr>
          <p:spPr>
            <a:xfrm>
              <a:off x="3936" y="2928"/>
              <a:ext cx="64" cy="64"/>
            </a:xfrm>
            <a:prstGeom prst="ellipse">
              <a:avLst/>
            </a:prstGeom>
            <a:solidFill>
              <a:srgbClr val="FF9900"/>
            </a:solid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37963" name="Oval 254"/>
            <p:cNvSpPr/>
            <p:nvPr>
              <p:custDataLst>
                <p:tags r:id="rId23"/>
              </p:custDataLst>
            </p:nvPr>
          </p:nvSpPr>
          <p:spPr>
            <a:xfrm>
              <a:off x="4032" y="1776"/>
              <a:ext cx="64" cy="64"/>
            </a:xfrm>
            <a:prstGeom prst="ellipse">
              <a:avLst/>
            </a:prstGeom>
            <a:solidFill>
              <a:srgbClr val="FF9900"/>
            </a:solid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37964" name="Oval 255"/>
            <p:cNvSpPr/>
            <p:nvPr>
              <p:custDataLst>
                <p:tags r:id="rId24"/>
              </p:custDataLst>
            </p:nvPr>
          </p:nvSpPr>
          <p:spPr>
            <a:xfrm>
              <a:off x="3936" y="2208"/>
              <a:ext cx="64" cy="64"/>
            </a:xfrm>
            <a:prstGeom prst="ellipse">
              <a:avLst/>
            </a:prstGeom>
            <a:solidFill>
              <a:srgbClr val="FF00FF"/>
            </a:solidFill>
            <a:ln w="12700" cap="flat" cmpd="sng">
              <a:solidFill>
                <a:srgbClr val="000000"/>
              </a:solidFill>
              <a:prstDash val="solid"/>
              <a:headEnd type="none" w="med" len="med"/>
              <a:tailEnd type="none" w="med" len="med"/>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grpSp>
      <p:sp>
        <p:nvSpPr>
          <p:cNvPr id="276736" name="Text Box 256"/>
          <p:cNvSpPr txBox="1"/>
          <p:nvPr>
            <p:custDataLst>
              <p:tags r:id="rId3"/>
            </p:custDataLst>
          </p:nvPr>
        </p:nvSpPr>
        <p:spPr>
          <a:xfrm>
            <a:off x="5220176" y="4266247"/>
            <a:ext cx="2635568" cy="452438"/>
          </a:xfrm>
          <a:prstGeom prst="rect">
            <a:avLst/>
          </a:prstGeom>
          <a:solidFill>
            <a:srgbClr val="CCFFCC"/>
          </a:solidFill>
          <a:ln w="9525">
            <a:noFill/>
          </a:ln>
        </p:spPr>
        <p:txBody>
          <a:bodyPr wrap="square" lIns="54000" tIns="0" rIns="54000" bIns="0" anchor="t" anchorCtr="1">
            <a:noAutofit/>
          </a:bodyPr>
          <a:lstStyle/>
          <a:p>
            <a:pPr>
              <a:spcBef>
                <a:spcPct val="50000"/>
              </a:spcBef>
            </a:pPr>
            <a:r>
              <a:rPr lang="en-US" altLang="zh-CN" sz="1500" b="1" dirty="0">
                <a:solidFill>
                  <a:schemeClr val="dk1"/>
                </a:solidFill>
                <a:latin typeface="微软雅黑" panose="020B0503020204020204" charset="-122"/>
                <a:ea typeface="微软雅黑" panose="020B0503020204020204" charset="-122"/>
              </a:rPr>
              <a:t>( m</a:t>
            </a:r>
            <a:r>
              <a:rPr lang="en-US" altLang="zh-CN" sz="1500" b="1" baseline="-25000" dirty="0">
                <a:solidFill>
                  <a:schemeClr val="dk1"/>
                </a:solidFill>
                <a:latin typeface="微软雅黑" panose="020B0503020204020204" charset="-122"/>
                <a:ea typeface="微软雅黑" panose="020B0503020204020204" charset="-122"/>
              </a:rPr>
              <a:t>1</a:t>
            </a:r>
            <a:r>
              <a:rPr lang="en-US" altLang="zh-CN" sz="1500" b="1" dirty="0">
                <a:solidFill>
                  <a:schemeClr val="dk1"/>
                </a:solidFill>
                <a:latin typeface="微软雅黑" panose="020B0503020204020204" charset="-122"/>
                <a:ea typeface="微软雅黑" panose="020B0503020204020204" charset="-122"/>
              </a:rPr>
              <a:t>+l</a:t>
            </a:r>
            <a:r>
              <a:rPr lang="en-US" altLang="zh-CN" sz="1500" b="1" baseline="-25000" dirty="0">
                <a:solidFill>
                  <a:schemeClr val="dk1"/>
                </a:solidFill>
                <a:latin typeface="微软雅黑" panose="020B0503020204020204" charset="-122"/>
                <a:ea typeface="微软雅黑" panose="020B0503020204020204" charset="-122"/>
              </a:rPr>
              <a:t>1</a:t>
            </a:r>
            <a:r>
              <a:rPr lang="en-US" altLang="zh-CN" sz="1500" b="1" dirty="0">
                <a:solidFill>
                  <a:schemeClr val="dk1"/>
                </a:solidFill>
                <a:latin typeface="微软雅黑" panose="020B0503020204020204" charset="-122"/>
                <a:ea typeface="微软雅黑" panose="020B0503020204020204" charset="-122"/>
              </a:rPr>
              <a:t>)* (m</a:t>
            </a:r>
            <a:r>
              <a:rPr lang="en-US" altLang="zh-CN" sz="1500" b="1" baseline="-25000" dirty="0">
                <a:solidFill>
                  <a:schemeClr val="dk1"/>
                </a:solidFill>
                <a:latin typeface="微软雅黑" panose="020B0503020204020204" charset="-122"/>
                <a:ea typeface="微软雅黑" panose="020B0503020204020204" charset="-122"/>
              </a:rPr>
              <a:t>2 </a:t>
            </a:r>
            <a:r>
              <a:rPr lang="en-US" altLang="zh-CN" sz="1500" b="1" dirty="0">
                <a:solidFill>
                  <a:schemeClr val="dk1"/>
                </a:solidFill>
                <a:latin typeface="微软雅黑" panose="020B0503020204020204" charset="-122"/>
                <a:ea typeface="微软雅黑" panose="020B0503020204020204" charset="-122"/>
              </a:rPr>
              <a:t>+l</a:t>
            </a:r>
            <a:r>
              <a:rPr lang="en-US" altLang="zh-CN" sz="1500" b="1" baseline="-25000" dirty="0">
                <a:solidFill>
                  <a:schemeClr val="dk1"/>
                </a:solidFill>
                <a:latin typeface="微软雅黑" panose="020B0503020204020204" charset="-122"/>
                <a:ea typeface="微软雅黑" panose="020B0503020204020204" charset="-122"/>
              </a:rPr>
              <a:t>2</a:t>
            </a:r>
            <a:r>
              <a:rPr lang="en-US" altLang="zh-CN" sz="1500" b="1" dirty="0">
                <a:solidFill>
                  <a:schemeClr val="dk1"/>
                </a:solidFill>
                <a:latin typeface="微软雅黑" panose="020B0503020204020204" charset="-122"/>
                <a:ea typeface="微软雅黑" panose="020B0503020204020204" charset="-122"/>
              </a:rPr>
              <a:t>)</a:t>
            </a:r>
            <a:r>
              <a:rPr lang="en-US" altLang="zh-CN" sz="1500" b="1" baseline="-25000" dirty="0">
                <a:solidFill>
                  <a:schemeClr val="dk1"/>
                </a:solidFill>
                <a:latin typeface="微软雅黑" panose="020B0503020204020204" charset="-122"/>
                <a:ea typeface="微软雅黑" panose="020B0503020204020204" charset="-122"/>
              </a:rPr>
              <a:t> </a:t>
            </a:r>
            <a:r>
              <a:rPr lang="en-US" altLang="zh-CN" sz="1500" b="1" dirty="0">
                <a:solidFill>
                  <a:schemeClr val="dk1"/>
                </a:solidFill>
                <a:latin typeface="微软雅黑" panose="020B0503020204020204" charset="-122"/>
                <a:ea typeface="微软雅黑" panose="020B0503020204020204" charset="-122"/>
              </a:rPr>
              <a:t>* …*(m</a:t>
            </a:r>
            <a:r>
              <a:rPr lang="en-US" altLang="zh-CN" sz="1500" b="1" baseline="-25000" dirty="0">
                <a:solidFill>
                  <a:schemeClr val="dk1"/>
                </a:solidFill>
                <a:latin typeface="微软雅黑" panose="020B0503020204020204" charset="-122"/>
                <a:ea typeface="微软雅黑" panose="020B0503020204020204" charset="-122"/>
              </a:rPr>
              <a:t>n </a:t>
            </a:r>
            <a:r>
              <a:rPr lang="en-US" altLang="zh-CN" sz="1500" b="1" dirty="0">
                <a:solidFill>
                  <a:schemeClr val="dk1"/>
                </a:solidFill>
                <a:latin typeface="微软雅黑" panose="020B0503020204020204" charset="-122"/>
                <a:ea typeface="微软雅黑" panose="020B0503020204020204" charset="-122"/>
              </a:rPr>
              <a:t>+l</a:t>
            </a:r>
            <a:r>
              <a:rPr lang="en-US" altLang="zh-CN" sz="1500" b="1" baseline="-25000" dirty="0">
                <a:solidFill>
                  <a:schemeClr val="dk1"/>
                </a:solidFill>
                <a:latin typeface="微软雅黑" panose="020B0503020204020204" charset="-122"/>
                <a:ea typeface="微软雅黑" panose="020B0503020204020204" charset="-122"/>
              </a:rPr>
              <a:t>n</a:t>
            </a:r>
            <a:r>
              <a:rPr lang="en-US" altLang="zh-CN" sz="1500" b="1" dirty="0">
                <a:solidFill>
                  <a:schemeClr val="dk1"/>
                </a:solidFill>
                <a:latin typeface="微软雅黑" panose="020B0503020204020204" charset="-122"/>
                <a:ea typeface="微软雅黑" panose="020B0503020204020204" charset="-122"/>
              </a:rPr>
              <a:t>)</a:t>
            </a:r>
          </a:p>
        </p:txBody>
      </p:sp>
      <p:sp>
        <p:nvSpPr>
          <p:cNvPr id="264194" name="Rectangle 2"/>
          <p:cNvSpPr>
            <a:spLocks noGrp="1" noChangeArrowheads="1"/>
          </p:cNvSpPr>
          <p:nvPr>
            <p:ph type="title"/>
          </p:nvPr>
        </p:nvSpPr>
        <p:spPr>
          <a:xfrm>
            <a:off x="1439704" y="303848"/>
            <a:ext cx="5617369" cy="756285"/>
          </a:xfrm>
          <a:noFill/>
          <a:ln>
            <a:noFill/>
          </a:ln>
          <a:extLst>
            <a:ext uri="{909E8E84-426E-40DD-AFC4-6F175D3DCCD1}">
              <a14:hiddenFill xmlns:a14="http://schemas.microsoft.com/office/drawing/2010/main">
                <a:solidFill>
                  <a:srgbClr val="FFCC00"/>
                </a:solidFill>
              </a14:hiddenFill>
            </a:ext>
          </a:extLst>
        </p:spPr>
        <p:txBody>
          <a:bodyPr vert="horz" wrap="square" lIns="68580" tIns="34290" rIns="68580" bIns="34290" numCol="1" rtlCol="0" anchor="ctr" anchorCtr="0" compatLnSpc="1">
            <a:normAutofit/>
          </a:bodyPr>
          <a:lstStyle/>
          <a:p>
            <a:pPr algn="just" eaLnBrk="0" fontAlgn="base" hangingPunct="0">
              <a:lnSpc>
                <a:spcPct val="100000"/>
              </a:lnSpc>
              <a:buClrTx/>
            </a:pPr>
            <a:r>
              <a:rPr kumimoji="0" lang="zh-CN" altLang="en-US" sz="2925">
                <a:solidFill>
                  <a:schemeClr val="accent1">
                    <a:lumMod val="75000"/>
                  </a:schemeClr>
                </a:solidFill>
                <a:latin typeface="微软雅黑" panose="020B0503020204020204" charset="-122"/>
                <a:cs typeface="微软雅黑" panose="020B0503020204020204" charset="-122"/>
              </a:rPr>
              <a:t>测试用例设计</a:t>
            </a:r>
            <a:r>
              <a:rPr kumimoji="0" sz="2925">
                <a:solidFill>
                  <a:schemeClr val="accent1">
                    <a:lumMod val="75000"/>
                  </a:schemeClr>
                </a:solidFill>
                <a:latin typeface="微软雅黑" panose="020B0503020204020204" charset="-122"/>
                <a:cs typeface="微软雅黑" panose="020B0503020204020204" charset="-122"/>
              </a:rPr>
              <a:t>--</a:t>
            </a:r>
            <a:r>
              <a:rPr kumimoji="0" lang="zh-CN" altLang="en-US" sz="2925">
                <a:solidFill>
                  <a:schemeClr val="accent1">
                    <a:lumMod val="75000"/>
                  </a:schemeClr>
                </a:solidFill>
                <a:latin typeface="微软雅黑" panose="020B0503020204020204" charset="-122"/>
                <a:cs typeface="微软雅黑" panose="020B0503020204020204" charset="-122"/>
              </a:rPr>
              <a:t>强健壮等价类</a:t>
            </a:r>
          </a:p>
        </p:txBody>
      </p:sp>
      <p:sp>
        <p:nvSpPr>
          <p:cNvPr id="2" name="日期占位符 1"/>
          <p:cNvSpPr>
            <a:spLocks noGrp="1"/>
          </p:cNvSpPr>
          <p:nvPr>
            <p:ph type="dt" sz="half" idx="10"/>
          </p:nvPr>
        </p:nvSpPr>
        <p:spPr/>
        <p:txBody>
          <a:bodyPr/>
          <a:lstStyle/>
          <a:p>
            <a:fld id="{760FBDFE-C587-4B4C-A407-44438C67B59E}" type="datetime1">
              <a:rPr lang="zh-CN" altLang="en-US" smtClean="0">
                <a:latin typeface="微软雅黑" panose="020B0503020204020204" charset="-122"/>
                <a:ea typeface="微软雅黑" panose="020B0503020204020204" charset="-122"/>
              </a:rPr>
              <a:t>2024/3/12</a:t>
            </a:fld>
            <a:endParaRPr lang="zh-CN" altLang="en-US">
              <a:latin typeface="微软雅黑" panose="020B0503020204020204" charset="-122"/>
              <a:ea typeface="微软雅黑" panose="020B0503020204020204" charset="-122"/>
            </a:endParaRPr>
          </a:p>
        </p:txBody>
      </p:sp>
      <p:sp>
        <p:nvSpPr>
          <p:cNvPr id="3" name="灯片编号占位符 2"/>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fld id="{49AE70B2-8BF9-45C0-BB95-33D1B9D3A854}" type="slidenum">
              <a:rPr lang="zh-CN" altLang="en-US" smtClean="0"/>
              <a:pPr/>
              <a:t>102</a:t>
            </a:fld>
            <a:endParaRPr lang="zh-CN" altLang="en-US">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76485"/>
                                        </p:tgtEl>
                                        <p:attrNameLst>
                                          <p:attrName>style.visibility</p:attrName>
                                        </p:attrNameLst>
                                      </p:cBhvr>
                                      <p:to>
                                        <p:strVal val="visible"/>
                                      </p:to>
                                    </p:set>
                                    <p:animEffect transition="in" filter="dissolve">
                                      <p:cBhvr>
                                        <p:cTn id="7" dur="500"/>
                                        <p:tgtEl>
                                          <p:spTgt spid="276485"/>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276514"/>
                                        </p:tgtEl>
                                        <p:attrNameLst>
                                          <p:attrName>style.visibility</p:attrName>
                                        </p:attrNameLst>
                                      </p:cBhvr>
                                      <p:to>
                                        <p:strVal val="visible"/>
                                      </p:to>
                                    </p:set>
                                    <p:anim calcmode="lin" valueType="num">
                                      <p:cBhvr additive="base">
                                        <p:cTn id="11" dur="500" fill="hold"/>
                                        <p:tgtEl>
                                          <p:spTgt spid="276514"/>
                                        </p:tgtEl>
                                        <p:attrNameLst>
                                          <p:attrName>ppt_x</p:attrName>
                                        </p:attrNameLst>
                                      </p:cBhvr>
                                      <p:tavLst>
                                        <p:tav tm="0">
                                          <p:val>
                                            <p:strVal val="#ppt_x"/>
                                          </p:val>
                                        </p:tav>
                                        <p:tav tm="100000">
                                          <p:val>
                                            <p:strVal val="#ppt_x"/>
                                          </p:val>
                                        </p:tav>
                                      </p:tavLst>
                                    </p:anim>
                                    <p:anim calcmode="lin" valueType="num">
                                      <p:cBhvr additive="base">
                                        <p:cTn id="12" dur="500" fill="hold"/>
                                        <p:tgtEl>
                                          <p:spTgt spid="27651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76736"/>
                                        </p:tgtEl>
                                        <p:attrNameLst>
                                          <p:attrName>style.visibility</p:attrName>
                                        </p:attrNameLst>
                                      </p:cBhvr>
                                      <p:to>
                                        <p:strVal val="visible"/>
                                      </p:to>
                                    </p:set>
                                    <p:anim calcmode="lin" valueType="num">
                                      <p:cBhvr additive="base">
                                        <p:cTn id="17" dur="500" fill="hold"/>
                                        <p:tgtEl>
                                          <p:spTgt spid="276736"/>
                                        </p:tgtEl>
                                        <p:attrNameLst>
                                          <p:attrName>ppt_x</p:attrName>
                                        </p:attrNameLst>
                                      </p:cBhvr>
                                      <p:tavLst>
                                        <p:tav tm="0">
                                          <p:val>
                                            <p:strVal val="#ppt_x"/>
                                          </p:val>
                                        </p:tav>
                                        <p:tav tm="100000">
                                          <p:val>
                                            <p:strVal val="#ppt_x"/>
                                          </p:val>
                                        </p:tav>
                                      </p:tavLst>
                                    </p:anim>
                                    <p:anim calcmode="lin" valueType="num">
                                      <p:cBhvr additive="base">
                                        <p:cTn id="18" dur="500" fill="hold"/>
                                        <p:tgtEl>
                                          <p:spTgt spid="2767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4" grpId="0" bldLvl="0" animBg="1"/>
      <p:bldP spid="276736" grpId="0" bldLvl="0" animBg="1"/>
    </p:bldLst>
  </p:timing>
</p:sld>
</file>

<file path=ppt/slides/slide1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7506" name="Rectangle 2"/>
          <p:cNvSpPr>
            <a:spLocks noGrp="1" noChangeArrowheads="1"/>
          </p:cNvSpPr>
          <p:nvPr>
            <p:ph type="title"/>
          </p:nvPr>
        </p:nvSpPr>
        <p:spPr>
          <a:xfrm>
            <a:off x="1418273" y="303848"/>
            <a:ext cx="5638800" cy="756285"/>
          </a:xfrm>
          <a:noFill/>
          <a:ln>
            <a:noFill/>
          </a:ln>
          <a:extLst>
            <a:ext uri="{909E8E84-426E-40DD-AFC4-6F175D3DCCD1}">
              <a14:hiddenFill xmlns:a14="http://schemas.microsoft.com/office/drawing/2010/main">
                <a:solidFill>
                  <a:srgbClr val="FFCC00"/>
                </a:solidFill>
              </a14:hiddenFill>
            </a:ext>
          </a:extLst>
        </p:spPr>
        <p:txBody>
          <a:bodyPr vert="horz" wrap="square" lIns="68580" tIns="34290" rIns="68580" bIns="34290" numCol="1" rtlCol="0" anchor="ctr" anchorCtr="0" compatLnSpc="1">
            <a:normAutofit/>
          </a:bodyPr>
          <a:lstStyle/>
          <a:p>
            <a:pPr algn="just" eaLnBrk="0" fontAlgn="base" hangingPunct="0">
              <a:lnSpc>
                <a:spcPct val="100000"/>
              </a:lnSpc>
              <a:buClrTx/>
            </a:pPr>
            <a:r>
              <a:rPr kumimoji="0" lang="zh-CN" altLang="en-US" sz="2925">
                <a:solidFill>
                  <a:schemeClr val="accent1">
                    <a:lumMod val="75000"/>
                  </a:schemeClr>
                </a:solidFill>
                <a:latin typeface="微软雅黑" panose="020B0503020204020204" charset="-122"/>
                <a:cs typeface="微软雅黑" panose="020B0503020204020204" charset="-122"/>
              </a:rPr>
              <a:t>测试用例设计</a:t>
            </a:r>
            <a:r>
              <a:rPr kumimoji="0" sz="2925">
                <a:solidFill>
                  <a:schemeClr val="accent1">
                    <a:lumMod val="75000"/>
                  </a:schemeClr>
                </a:solidFill>
                <a:latin typeface="微软雅黑" panose="020B0503020204020204" charset="-122"/>
                <a:cs typeface="微软雅黑" panose="020B0503020204020204" charset="-122"/>
              </a:rPr>
              <a:t>—</a:t>
            </a:r>
            <a:r>
              <a:rPr kumimoji="0" lang="zh-CN" altLang="en-US" sz="2925">
                <a:solidFill>
                  <a:schemeClr val="accent1">
                    <a:lumMod val="75000"/>
                  </a:schemeClr>
                </a:solidFill>
                <a:latin typeface="微软雅黑" panose="020B0503020204020204" charset="-122"/>
                <a:cs typeface="微软雅黑" panose="020B0503020204020204" charset="-122"/>
              </a:rPr>
              <a:t>举例</a:t>
            </a:r>
          </a:p>
        </p:txBody>
      </p:sp>
      <p:sp>
        <p:nvSpPr>
          <p:cNvPr id="277508" name="Rectangle 4"/>
          <p:cNvSpPr>
            <a:spLocks noGrp="1" noChangeArrowheads="1"/>
          </p:cNvSpPr>
          <p:nvPr>
            <p:ph idx="1"/>
            <p:custDataLst>
              <p:tags r:id="rId1"/>
            </p:custDataLst>
          </p:nvPr>
        </p:nvSpPr>
        <p:spPr>
          <a:xfrm>
            <a:off x="1601629" y="1035368"/>
            <a:ext cx="5829300" cy="800576"/>
          </a:xfrm>
        </p:spPr>
        <p:txBody>
          <a:bodyPr vert="horz" wrap="square" lIns="68580" tIns="34290" rIns="68580" bIns="34290" numCol="1" rtlCol="0" anchor="t" anchorCtr="0" compatLnSpc="1">
            <a:normAutofit/>
          </a:bodyPr>
          <a:lstStyle/>
          <a:p>
            <a:pPr marL="257175" indent="-257175" fontAlgn="base">
              <a:lnSpc>
                <a:spcPct val="100000"/>
              </a:lnSpc>
              <a:spcBef>
                <a:spcPct val="20000"/>
              </a:spcBef>
              <a:spcAft>
                <a:spcPct val="0"/>
              </a:spcAft>
              <a:buFontTx/>
              <a:buChar char="•"/>
              <a:defRPr/>
            </a:pPr>
            <a:r>
              <a:rPr lang="zh-CN" altLang="en-US" sz="1950" b="1" kern="0">
                <a:solidFill>
                  <a:schemeClr val="dk1"/>
                </a:solidFill>
                <a:latin typeface="微软雅黑" panose="020B0503020204020204" charset="-122"/>
                <a:cs typeface="+mn-cs"/>
              </a:rPr>
              <a:t>例一：三角形问题</a:t>
            </a:r>
          </a:p>
          <a:p>
            <a:pPr marL="257175" indent="-257175" fontAlgn="base">
              <a:lnSpc>
                <a:spcPct val="100000"/>
              </a:lnSpc>
              <a:spcBef>
                <a:spcPct val="20000"/>
              </a:spcBef>
              <a:spcAft>
                <a:spcPct val="0"/>
              </a:spcAft>
              <a:buFontTx/>
              <a:buChar char="•"/>
              <a:defRPr/>
            </a:pPr>
            <a:r>
              <a:rPr lang="zh-CN" altLang="en-US" sz="1950" b="1" kern="0">
                <a:solidFill>
                  <a:schemeClr val="dk1"/>
                </a:solidFill>
                <a:latin typeface="微软雅黑" panose="020B0503020204020204" charset="-122"/>
                <a:cs typeface="+mn-cs"/>
              </a:rPr>
              <a:t>（不考虑边长限制）</a:t>
            </a:r>
          </a:p>
        </p:txBody>
      </p:sp>
      <p:sp>
        <p:nvSpPr>
          <p:cNvPr id="277509" name="Rectangle 5"/>
          <p:cNvSpPr/>
          <p:nvPr/>
        </p:nvSpPr>
        <p:spPr>
          <a:xfrm>
            <a:off x="5223034" y="1005840"/>
            <a:ext cx="2571750" cy="400050"/>
          </a:xfrm>
          <a:prstGeom prst="rect">
            <a:avLst/>
          </a:prstGeom>
          <a:noFill/>
          <a:ln w="9525">
            <a:noFill/>
          </a:ln>
          <a:extLst>
            <a:ext uri="{909E8E84-426E-40DD-AFC4-6F175D3DCCD1}">
              <a14:hiddenFill xmlns:a14="http://schemas.microsoft.com/office/drawing/2010/main">
                <a:solidFill>
                  <a:schemeClr val="accent2"/>
                </a:solidFill>
              </a14:hiddenFill>
            </a:ext>
          </a:extLst>
        </p:spPr>
        <p:txBody>
          <a:bodyPr/>
          <a:lstStyle/>
          <a:p>
            <a:pPr marL="257175" indent="-257175" algn="ctr">
              <a:lnSpc>
                <a:spcPct val="90000"/>
              </a:lnSpc>
            </a:pPr>
            <a:r>
              <a:rPr lang="zh-CN" altLang="en-US" b="1" dirty="0">
                <a:solidFill>
                  <a:srgbClr val="FF0000"/>
                </a:solidFill>
                <a:latin typeface="微软雅黑" panose="020B0503020204020204" charset="-122"/>
                <a:ea typeface="微软雅黑" panose="020B0503020204020204" charset="-122"/>
              </a:rPr>
              <a:t>输入定义域测试</a:t>
            </a:r>
          </a:p>
        </p:txBody>
      </p:sp>
      <p:sp>
        <p:nvSpPr>
          <p:cNvPr id="277510" name="Text Box 6"/>
          <p:cNvSpPr txBox="1"/>
          <p:nvPr/>
        </p:nvSpPr>
        <p:spPr>
          <a:xfrm>
            <a:off x="1771650" y="2136458"/>
            <a:ext cx="2114550" cy="276999"/>
          </a:xfrm>
          <a:prstGeom prst="rect">
            <a:avLst/>
          </a:prstGeom>
          <a:noFill/>
          <a:ln w="9525">
            <a:noFill/>
          </a:ln>
        </p:spPr>
        <p:txBody>
          <a:bodyPr lIns="0" tIns="0" rIns="0" bIns="0" anchor="t" anchorCtr="1">
            <a:spAutoFit/>
          </a:bodyPr>
          <a:lstStyle/>
          <a:p>
            <a:pPr>
              <a:spcBef>
                <a:spcPct val="50000"/>
              </a:spcBef>
              <a:buClr>
                <a:schemeClr val="bg2"/>
              </a:buClr>
              <a:buFont typeface="Wingdings" panose="05000000000000000000" pitchFamily="2" charset="2"/>
              <a:buChar char="Ø"/>
            </a:pPr>
            <a:r>
              <a:rPr lang="en-US" altLang="zh-CN" b="1" dirty="0">
                <a:solidFill>
                  <a:srgbClr val="0000FF"/>
                </a:solidFill>
                <a:latin typeface="微软雅黑" panose="020B0503020204020204" charset="-122"/>
                <a:ea typeface="微软雅黑" panose="020B0503020204020204" charset="-122"/>
                <a:cs typeface="微软雅黑" panose="020B0503020204020204" charset="-122"/>
              </a:rPr>
              <a:t> </a:t>
            </a:r>
            <a:r>
              <a:rPr lang="zh-CN" altLang="en-US" b="1" dirty="0">
                <a:solidFill>
                  <a:srgbClr val="0000FF"/>
                </a:solidFill>
                <a:latin typeface="微软雅黑" panose="020B0503020204020204" charset="-122"/>
                <a:ea typeface="微软雅黑" panose="020B0503020204020204" charset="-122"/>
                <a:cs typeface="微软雅黑" panose="020B0503020204020204" charset="-122"/>
              </a:rPr>
              <a:t>考虑三角形类型</a:t>
            </a:r>
          </a:p>
        </p:txBody>
      </p:sp>
      <p:sp>
        <p:nvSpPr>
          <p:cNvPr id="277511" name="Text Box 7"/>
          <p:cNvSpPr txBox="1"/>
          <p:nvPr/>
        </p:nvSpPr>
        <p:spPr>
          <a:xfrm>
            <a:off x="1828800" y="1838802"/>
            <a:ext cx="2400300" cy="276999"/>
          </a:xfrm>
          <a:prstGeom prst="rect">
            <a:avLst/>
          </a:prstGeom>
          <a:noFill/>
          <a:ln w="9525">
            <a:noFill/>
          </a:ln>
        </p:spPr>
        <p:txBody>
          <a:bodyPr lIns="0" tIns="0" rIns="0" bIns="0" anchor="t" anchorCtr="1">
            <a:spAutoFit/>
          </a:bodyPr>
          <a:lstStyle/>
          <a:p>
            <a:pPr>
              <a:spcBef>
                <a:spcPct val="50000"/>
              </a:spcBef>
              <a:buClr>
                <a:schemeClr val="bg2"/>
              </a:buClr>
              <a:buFont typeface="Wingdings" panose="05000000000000000000" pitchFamily="2" charset="2"/>
              <a:buChar char="Ø"/>
            </a:pPr>
            <a:r>
              <a:rPr lang="en-US" altLang="zh-CN" b="1" dirty="0">
                <a:solidFill>
                  <a:srgbClr val="0000FF"/>
                </a:solidFill>
                <a:latin typeface="微软雅黑" panose="020B0503020204020204" charset="-122"/>
                <a:ea typeface="微软雅黑" panose="020B0503020204020204" charset="-122"/>
                <a:cs typeface="微软雅黑" panose="020B0503020204020204" charset="-122"/>
              </a:rPr>
              <a:t> </a:t>
            </a:r>
            <a:r>
              <a:rPr lang="zh-CN" altLang="en-US" b="1" dirty="0">
                <a:solidFill>
                  <a:srgbClr val="0000FF"/>
                </a:solidFill>
                <a:latin typeface="微软雅黑" panose="020B0503020204020204" charset="-122"/>
                <a:ea typeface="微软雅黑" panose="020B0503020204020204" charset="-122"/>
                <a:cs typeface="微软雅黑" panose="020B0503020204020204" charset="-122"/>
              </a:rPr>
              <a:t>考虑三角形是否存在</a:t>
            </a:r>
          </a:p>
        </p:txBody>
      </p:sp>
      <p:graphicFrame>
        <p:nvGraphicFramePr>
          <p:cNvPr id="277512" name="Group 8"/>
          <p:cNvGraphicFramePr>
            <a:graphicFrameLocks noGrp="1"/>
          </p:cNvGraphicFramePr>
          <p:nvPr>
            <p:custDataLst>
              <p:tags r:id="rId2"/>
            </p:custDataLst>
          </p:nvPr>
        </p:nvGraphicFramePr>
        <p:xfrm>
          <a:off x="5314950" y="1532811"/>
          <a:ext cx="2598420" cy="934641"/>
        </p:xfrm>
        <a:graphic>
          <a:graphicData uri="http://schemas.openxmlformats.org/drawingml/2006/table">
            <a:tbl>
              <a:tblPr/>
              <a:tblGrid>
                <a:gridCol w="2598420">
                  <a:extLst>
                    <a:ext uri="{9D8B030D-6E8A-4147-A177-3AD203B41FA5}">
                      <a16:colId xmlns:a16="http://schemas.microsoft.com/office/drawing/2014/main" val="20000"/>
                    </a:ext>
                  </a:extLst>
                </a:gridCol>
              </a:tblGrid>
              <a:tr h="22860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500" b="1" i="0" u="none" strike="noStrike" cap="none" normalizeH="0" baseline="0">
                          <a:ln>
                            <a:noFill/>
                          </a:ln>
                          <a:solidFill>
                            <a:schemeClr val="tx1"/>
                          </a:solidFill>
                          <a:effectLst/>
                          <a:latin typeface="微软雅黑" panose="020B0503020204020204" charset="-122"/>
                          <a:ea typeface="微软雅黑" panose="020B0503020204020204" charset="-122"/>
                        </a:rPr>
                        <a:t>输入条件的无效等价类</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228600">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rPr>
                        <a:t>D1={&lt;a,b,c&gt;|a&gt;=b+c}</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2860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rPr>
                        <a:t>D2={&lt;a,b,c&gt;|b&gt;=a+c}</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48841">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rPr>
                        <a:t>D3={&lt;a,b,c&gt;|c&gt;=a+b}</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277524" name="Group 20"/>
          <p:cNvGraphicFramePr>
            <a:graphicFrameLocks noGrp="1"/>
          </p:cNvGraphicFramePr>
          <p:nvPr/>
        </p:nvGraphicFramePr>
        <p:xfrm>
          <a:off x="4851559" y="3102769"/>
          <a:ext cx="3072765" cy="1441133"/>
        </p:xfrm>
        <a:graphic>
          <a:graphicData uri="http://schemas.openxmlformats.org/drawingml/2006/table">
            <a:tbl>
              <a:tblPr/>
              <a:tblGrid>
                <a:gridCol w="3072765">
                  <a:extLst>
                    <a:ext uri="{9D8B030D-6E8A-4147-A177-3AD203B41FA5}">
                      <a16:colId xmlns:a16="http://schemas.microsoft.com/office/drawing/2014/main" val="20000"/>
                    </a:ext>
                  </a:extLst>
                </a:gridCol>
              </a:tblGrid>
              <a:tr h="22860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500" b="1" i="0" u="none" strike="noStrike" cap="none" normalizeH="0" baseline="0">
                          <a:ln>
                            <a:noFill/>
                          </a:ln>
                          <a:solidFill>
                            <a:schemeClr val="tx1"/>
                          </a:solidFill>
                          <a:effectLst/>
                          <a:latin typeface="微软雅黑" panose="020B0503020204020204" charset="-122"/>
                          <a:ea typeface="微软雅黑" panose="020B0503020204020204" charset="-122"/>
                        </a:rPr>
                        <a:t>输入条件的有效等价类</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228600">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rPr>
                        <a:t>D4={&lt;a,b,c&gt;|a=b=c}</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2860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rPr>
                        <a:t>D5={&lt;a,b,c&gt;|a=b,a&lt;&gt;c}</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28600">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rPr>
                        <a:t>D6={&lt;a,b,c&gt;|a=c,b&lt;&gt;c}</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28600">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rPr>
                        <a:t>D7={&lt;a,b,c&gt;|b=c,a&lt;&gt;c}</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98133">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rPr>
                        <a:t>D8={&lt;a,b,c&gt;|a&lt;&gt;b,a&lt;&gt;c,b&lt;&gt;c}</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277540" name="Group 36"/>
          <p:cNvGraphicFramePr>
            <a:graphicFrameLocks noGrp="1"/>
          </p:cNvGraphicFramePr>
          <p:nvPr/>
        </p:nvGraphicFramePr>
        <p:xfrm>
          <a:off x="5314950" y="2467451"/>
          <a:ext cx="2590324" cy="514350"/>
        </p:xfrm>
        <a:graphic>
          <a:graphicData uri="http://schemas.openxmlformats.org/drawingml/2006/table">
            <a:tbl>
              <a:tblPr/>
              <a:tblGrid>
                <a:gridCol w="2590324">
                  <a:extLst>
                    <a:ext uri="{9D8B030D-6E8A-4147-A177-3AD203B41FA5}">
                      <a16:colId xmlns:a16="http://schemas.microsoft.com/office/drawing/2014/main" val="20000"/>
                    </a:ext>
                  </a:extLst>
                </a:gridCol>
              </a:tblGrid>
              <a:tr h="25717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rPr>
                        <a:t>D1-1={&lt;a,b,c&gt;|a=b+c}</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8EFC7"/>
                    </a:solidFill>
                  </a:tcPr>
                </a:tc>
                <a:extLst>
                  <a:ext uri="{0D108BD9-81ED-4DB2-BD59-A6C34878D82A}">
                    <a16:rowId xmlns:a16="http://schemas.microsoft.com/office/drawing/2014/main" val="10000"/>
                  </a:ext>
                </a:extLst>
              </a:tr>
              <a:tr h="257175">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rPr>
                        <a:t>D1-2={&lt;a,b,c&gt;|a&gt;b+c}</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8EFC7"/>
                    </a:solidFill>
                  </a:tcPr>
                </a:tc>
                <a:extLst>
                  <a:ext uri="{0D108BD9-81ED-4DB2-BD59-A6C34878D82A}">
                    <a16:rowId xmlns:a16="http://schemas.microsoft.com/office/drawing/2014/main" val="10001"/>
                  </a:ext>
                </a:extLst>
              </a:tr>
            </a:tbl>
          </a:graphicData>
        </a:graphic>
      </p:graphicFrame>
      <p:grpSp>
        <p:nvGrpSpPr>
          <p:cNvPr id="4" name="组合 3"/>
          <p:cNvGrpSpPr/>
          <p:nvPr/>
        </p:nvGrpSpPr>
        <p:grpSpPr>
          <a:xfrm>
            <a:off x="1425416" y="2487930"/>
            <a:ext cx="3314700" cy="2228850"/>
            <a:chOff x="593" y="5224"/>
            <a:chExt cx="6960" cy="4680"/>
          </a:xfrm>
        </p:grpSpPr>
        <p:sp>
          <p:nvSpPr>
            <p:cNvPr id="277548" name="Rectangle 44"/>
            <p:cNvSpPr/>
            <p:nvPr>
              <p:custDataLst>
                <p:tags r:id="rId3"/>
              </p:custDataLst>
            </p:nvPr>
          </p:nvSpPr>
          <p:spPr>
            <a:xfrm>
              <a:off x="593" y="5224"/>
              <a:ext cx="6960" cy="4680"/>
            </a:xfrm>
            <a:prstGeom prst="rect">
              <a:avLst/>
            </a:prstGeom>
            <a:solidFill>
              <a:srgbClr val="FFFF99"/>
            </a:solidFill>
            <a:ln w="34925" cap="flat" cmpd="sng">
              <a:solidFill>
                <a:srgbClr val="0000FF"/>
              </a:solidFill>
              <a:prstDash val="solid"/>
              <a:miter/>
              <a:headEnd type="none" w="med" len="med"/>
              <a:tailEnd type="none" w="med" len="med"/>
            </a:ln>
          </p:spPr>
          <p:txBody>
            <a:bodyPr wrap="none" lIns="0" tIns="0" rIns="0" bIns="0" anchor="ctr" anchorCtr="0"/>
            <a:lstStyle/>
            <a:p>
              <a:endParaRPr lang="zh-CN" altLang="en-US" sz="1350" dirty="0">
                <a:solidFill>
                  <a:schemeClr val="dk1"/>
                </a:solidFill>
                <a:latin typeface="微软雅黑" panose="020B0503020204020204" charset="-122"/>
                <a:ea typeface="微软雅黑" panose="020B0503020204020204" charset="-122"/>
              </a:endParaRPr>
            </a:p>
          </p:txBody>
        </p:sp>
        <p:sp>
          <p:nvSpPr>
            <p:cNvPr id="277549" name="Text Box 45"/>
            <p:cNvSpPr txBox="1"/>
            <p:nvPr/>
          </p:nvSpPr>
          <p:spPr>
            <a:xfrm>
              <a:off x="713" y="9304"/>
              <a:ext cx="1320" cy="485"/>
            </a:xfrm>
            <a:prstGeom prst="rect">
              <a:avLst/>
            </a:prstGeom>
            <a:noFill/>
            <a:ln w="9525">
              <a:noFill/>
            </a:ln>
          </p:spPr>
          <p:txBody>
            <a:bodyPr lIns="0" tIns="0" rIns="0" bIns="0" anchor="t" anchorCtr="1">
              <a:spAutoFit/>
            </a:bodyPr>
            <a:lstStyle/>
            <a:p>
              <a:pPr>
                <a:spcBef>
                  <a:spcPct val="50000"/>
                </a:spcBef>
              </a:pPr>
              <a:r>
                <a:rPr lang="zh-CN" altLang="en-US" sz="1500" b="1" dirty="0">
                  <a:solidFill>
                    <a:srgbClr val="FF0000"/>
                  </a:solidFill>
                  <a:latin typeface="微软雅黑" panose="020B0503020204020204" charset="-122"/>
                  <a:ea typeface="微软雅黑" panose="020B0503020204020204" charset="-122"/>
                </a:rPr>
                <a:t>三角形</a:t>
              </a:r>
            </a:p>
          </p:txBody>
        </p:sp>
        <p:sp>
          <p:nvSpPr>
            <p:cNvPr id="277550" name="Text Box 46"/>
            <p:cNvSpPr txBox="1"/>
            <p:nvPr/>
          </p:nvSpPr>
          <p:spPr>
            <a:xfrm>
              <a:off x="6113" y="5224"/>
              <a:ext cx="1320" cy="485"/>
            </a:xfrm>
            <a:prstGeom prst="rect">
              <a:avLst/>
            </a:prstGeom>
            <a:noFill/>
            <a:ln w="9525">
              <a:noFill/>
            </a:ln>
          </p:spPr>
          <p:txBody>
            <a:bodyPr lIns="0" tIns="0" rIns="0" bIns="0" anchor="t" anchorCtr="1">
              <a:spAutoFit/>
            </a:bodyPr>
            <a:lstStyle/>
            <a:p>
              <a:pPr>
                <a:spcBef>
                  <a:spcPct val="50000"/>
                </a:spcBef>
              </a:pPr>
              <a:r>
                <a:rPr lang="zh-CN" altLang="en-US" sz="1500" b="1" dirty="0">
                  <a:solidFill>
                    <a:srgbClr val="0000FF"/>
                  </a:solidFill>
                  <a:latin typeface="微软雅黑" panose="020B0503020204020204" charset="-122"/>
                  <a:ea typeface="微软雅黑" panose="020B0503020204020204" charset="-122"/>
                </a:rPr>
                <a:t>输入域</a:t>
              </a:r>
            </a:p>
          </p:txBody>
        </p:sp>
        <p:sp>
          <p:nvSpPr>
            <p:cNvPr id="277551" name="Freeform 47"/>
            <p:cNvSpPr/>
            <p:nvPr>
              <p:custDataLst>
                <p:tags r:id="rId4"/>
              </p:custDataLst>
            </p:nvPr>
          </p:nvSpPr>
          <p:spPr>
            <a:xfrm>
              <a:off x="3296" y="5242"/>
              <a:ext cx="1497" cy="4662"/>
            </a:xfrm>
            <a:custGeom>
              <a:avLst/>
              <a:gdLst>
                <a:gd name="txL" fmla="*/ 0 w 449"/>
                <a:gd name="txT" fmla="*/ 0 h 1571"/>
                <a:gd name="txR" fmla="*/ 449 w 449"/>
                <a:gd name="txB" fmla="*/ 1571 h 1571"/>
              </a:gdLst>
              <a:ahLst/>
              <a:cxnLst>
                <a:cxn ang="0">
                  <a:pos x="0" y="0"/>
                </a:cxn>
                <a:cxn ang="0">
                  <a:pos x="110128" y="295880"/>
                </a:cxn>
                <a:cxn ang="0">
                  <a:pos x="222374" y="578568"/>
                </a:cxn>
                <a:cxn ang="0">
                  <a:pos x="300734" y="774565"/>
                </a:cxn>
                <a:cxn ang="0">
                  <a:pos x="364269" y="887641"/>
                </a:cxn>
                <a:cxn ang="0">
                  <a:pos x="410862" y="985639"/>
                </a:cxn>
                <a:cxn ang="0">
                  <a:pos x="459572" y="1126983"/>
                </a:cxn>
                <a:cxn ang="0">
                  <a:pos x="650178" y="1466209"/>
                </a:cxn>
                <a:cxn ang="0">
                  <a:pos x="775131" y="1718744"/>
                </a:cxn>
                <a:cxn ang="0">
                  <a:pos x="950912" y="2184237"/>
                </a:cxn>
                <a:cxn ang="0">
                  <a:pos x="919144" y="2960687"/>
                </a:cxn>
              </a:cxnLst>
              <a:rect l="txL" t="txT" r="txR" b="txB"/>
              <a:pathLst>
                <a:path w="449" h="1571">
                  <a:moveTo>
                    <a:pt x="0" y="0"/>
                  </a:moveTo>
                  <a:cubicBezTo>
                    <a:pt x="25" y="49"/>
                    <a:pt x="35" y="105"/>
                    <a:pt x="52" y="157"/>
                  </a:cubicBezTo>
                  <a:cubicBezTo>
                    <a:pt x="69" y="208"/>
                    <a:pt x="90" y="256"/>
                    <a:pt x="105" y="307"/>
                  </a:cubicBezTo>
                  <a:cubicBezTo>
                    <a:pt x="115" y="340"/>
                    <a:pt x="129" y="379"/>
                    <a:pt x="142" y="411"/>
                  </a:cubicBezTo>
                  <a:cubicBezTo>
                    <a:pt x="151" y="432"/>
                    <a:pt x="172" y="471"/>
                    <a:pt x="172" y="471"/>
                  </a:cubicBezTo>
                  <a:cubicBezTo>
                    <a:pt x="186" y="531"/>
                    <a:pt x="169" y="474"/>
                    <a:pt x="194" y="523"/>
                  </a:cubicBezTo>
                  <a:cubicBezTo>
                    <a:pt x="206" y="547"/>
                    <a:pt x="206" y="574"/>
                    <a:pt x="217" y="598"/>
                  </a:cubicBezTo>
                  <a:cubicBezTo>
                    <a:pt x="245" y="658"/>
                    <a:pt x="274" y="720"/>
                    <a:pt x="307" y="778"/>
                  </a:cubicBezTo>
                  <a:cubicBezTo>
                    <a:pt x="331" y="821"/>
                    <a:pt x="340" y="870"/>
                    <a:pt x="366" y="912"/>
                  </a:cubicBezTo>
                  <a:cubicBezTo>
                    <a:pt x="389" y="997"/>
                    <a:pt x="433" y="1072"/>
                    <a:pt x="449" y="1159"/>
                  </a:cubicBezTo>
                  <a:cubicBezTo>
                    <a:pt x="445" y="1294"/>
                    <a:pt x="434" y="1435"/>
                    <a:pt x="434" y="1571"/>
                  </a:cubicBezTo>
                </a:path>
              </a:pathLst>
            </a:custGeom>
            <a:noFill/>
            <a:ln w="34925" cap="flat" cmpd="sng">
              <a:solidFill>
                <a:srgbClr val="FF0000">
                  <a:alpha val="100000"/>
                </a:srgbClr>
              </a:solidFill>
              <a:prstDash val="solid"/>
              <a:round/>
              <a:headEnd type="none" w="med" len="med"/>
              <a:tailEnd type="none" w="med" len="med"/>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77552" name="Text Box 48"/>
            <p:cNvSpPr txBox="1"/>
            <p:nvPr/>
          </p:nvSpPr>
          <p:spPr>
            <a:xfrm>
              <a:off x="5513" y="9304"/>
              <a:ext cx="1920" cy="485"/>
            </a:xfrm>
            <a:prstGeom prst="rect">
              <a:avLst/>
            </a:prstGeom>
            <a:noFill/>
            <a:ln w="9525">
              <a:noFill/>
            </a:ln>
          </p:spPr>
          <p:txBody>
            <a:bodyPr lIns="0" tIns="0" rIns="0" bIns="0" anchor="t" anchorCtr="1">
              <a:spAutoFit/>
            </a:bodyPr>
            <a:lstStyle/>
            <a:p>
              <a:pPr>
                <a:spcBef>
                  <a:spcPct val="50000"/>
                </a:spcBef>
              </a:pPr>
              <a:r>
                <a:rPr lang="zh-CN" altLang="en-US" sz="1500" b="1" dirty="0">
                  <a:solidFill>
                    <a:srgbClr val="FF0000"/>
                  </a:solidFill>
                  <a:latin typeface="微软雅黑" panose="020B0503020204020204" charset="-122"/>
                  <a:ea typeface="微软雅黑" panose="020B0503020204020204" charset="-122"/>
                </a:rPr>
                <a:t>非三角形</a:t>
              </a:r>
            </a:p>
          </p:txBody>
        </p:sp>
        <p:sp>
          <p:nvSpPr>
            <p:cNvPr id="277553" name="Freeform 49"/>
            <p:cNvSpPr/>
            <p:nvPr>
              <p:custDataLst>
                <p:tags r:id="rId5"/>
              </p:custDataLst>
            </p:nvPr>
          </p:nvSpPr>
          <p:spPr>
            <a:xfrm>
              <a:off x="633" y="5917"/>
              <a:ext cx="2880" cy="1572"/>
            </a:xfrm>
            <a:custGeom>
              <a:avLst/>
              <a:gdLst>
                <a:gd name="txL" fmla="*/ 0 w 1152"/>
                <a:gd name="txT" fmla="*/ 0 h 629"/>
                <a:gd name="txR" fmla="*/ 1152 w 1152"/>
                <a:gd name="txB" fmla="*/ 629 h 629"/>
              </a:gdLst>
              <a:ahLst/>
              <a:cxnLst>
                <a:cxn ang="0">
                  <a:pos x="1828800" y="0"/>
                </a:cxn>
                <a:cxn ang="0">
                  <a:pos x="1603375" y="214312"/>
                </a:cxn>
                <a:cxn ang="0">
                  <a:pos x="1460500" y="309562"/>
                </a:cxn>
                <a:cxn ang="0">
                  <a:pos x="1295400" y="344487"/>
                </a:cxn>
                <a:cxn ang="0">
                  <a:pos x="1068387" y="404812"/>
                </a:cxn>
                <a:cxn ang="0">
                  <a:pos x="927100" y="487362"/>
                </a:cxn>
                <a:cxn ang="0">
                  <a:pos x="558800" y="630237"/>
                </a:cxn>
                <a:cxn ang="0">
                  <a:pos x="428625" y="688975"/>
                </a:cxn>
                <a:cxn ang="0">
                  <a:pos x="225425" y="820737"/>
                </a:cxn>
                <a:cxn ang="0">
                  <a:pos x="177800" y="844550"/>
                </a:cxn>
                <a:cxn ang="0">
                  <a:pos x="130175" y="866775"/>
                </a:cxn>
                <a:cxn ang="0">
                  <a:pos x="95250" y="903287"/>
                </a:cxn>
                <a:cxn ang="0">
                  <a:pos x="60325" y="914400"/>
                </a:cxn>
                <a:cxn ang="0">
                  <a:pos x="0" y="998537"/>
                </a:cxn>
              </a:cxnLst>
              <a:rect l="txL" t="txT" r="txR" b="txB"/>
              <a:pathLst>
                <a:path w="1152" h="629">
                  <a:moveTo>
                    <a:pt x="1152" y="0"/>
                  </a:moveTo>
                  <a:cubicBezTo>
                    <a:pt x="1120" y="65"/>
                    <a:pt x="1068" y="95"/>
                    <a:pt x="1010" y="135"/>
                  </a:cubicBezTo>
                  <a:cubicBezTo>
                    <a:pt x="980" y="155"/>
                    <a:pt x="955" y="188"/>
                    <a:pt x="920" y="195"/>
                  </a:cubicBezTo>
                  <a:cubicBezTo>
                    <a:pt x="885" y="202"/>
                    <a:pt x="851" y="210"/>
                    <a:pt x="816" y="217"/>
                  </a:cubicBezTo>
                  <a:cubicBezTo>
                    <a:pt x="731" y="269"/>
                    <a:pt x="834" y="213"/>
                    <a:pt x="673" y="255"/>
                  </a:cubicBezTo>
                  <a:cubicBezTo>
                    <a:pt x="643" y="263"/>
                    <a:pt x="612" y="293"/>
                    <a:pt x="584" y="307"/>
                  </a:cubicBezTo>
                  <a:cubicBezTo>
                    <a:pt x="517" y="341"/>
                    <a:pt x="427" y="384"/>
                    <a:pt x="352" y="397"/>
                  </a:cubicBezTo>
                  <a:cubicBezTo>
                    <a:pt x="323" y="414"/>
                    <a:pt x="301" y="424"/>
                    <a:pt x="270" y="434"/>
                  </a:cubicBezTo>
                  <a:cubicBezTo>
                    <a:pt x="218" y="468"/>
                    <a:pt x="203" y="486"/>
                    <a:pt x="142" y="517"/>
                  </a:cubicBezTo>
                  <a:cubicBezTo>
                    <a:pt x="132" y="522"/>
                    <a:pt x="122" y="527"/>
                    <a:pt x="112" y="532"/>
                  </a:cubicBezTo>
                  <a:cubicBezTo>
                    <a:pt x="102" y="537"/>
                    <a:pt x="82" y="546"/>
                    <a:pt x="82" y="546"/>
                  </a:cubicBezTo>
                  <a:cubicBezTo>
                    <a:pt x="75" y="554"/>
                    <a:pt x="69" y="563"/>
                    <a:pt x="60" y="569"/>
                  </a:cubicBezTo>
                  <a:cubicBezTo>
                    <a:pt x="54" y="573"/>
                    <a:pt x="43" y="571"/>
                    <a:pt x="38" y="576"/>
                  </a:cubicBezTo>
                  <a:cubicBezTo>
                    <a:pt x="23" y="591"/>
                    <a:pt x="15" y="614"/>
                    <a:pt x="0" y="629"/>
                  </a:cubicBezTo>
                </a:path>
              </a:pathLst>
            </a:custGeom>
            <a:noFill/>
            <a:ln w="34925" cap="flat" cmpd="sng">
              <a:solidFill>
                <a:schemeClr val="dk1">
                  <a:alpha val="100000"/>
                </a:schemeClr>
              </a:solidFill>
              <a:prstDash val="solid"/>
              <a:round/>
              <a:headEnd type="none" w="med" len="med"/>
              <a:tailEnd type="none" w="med" len="med"/>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77554" name="Text Box 50"/>
            <p:cNvSpPr txBox="1"/>
            <p:nvPr>
              <p:custDataLst>
                <p:tags r:id="rId6"/>
              </p:custDataLst>
            </p:nvPr>
          </p:nvSpPr>
          <p:spPr>
            <a:xfrm>
              <a:off x="833" y="5344"/>
              <a:ext cx="1446" cy="1066"/>
            </a:xfrm>
            <a:prstGeom prst="rect">
              <a:avLst/>
            </a:prstGeom>
            <a:noFill/>
            <a:ln w="9525">
              <a:noFill/>
            </a:ln>
          </p:spPr>
          <p:txBody>
            <a:bodyPr wrap="square" lIns="0" tIns="0" rIns="0" bIns="0" anchor="t" anchorCtr="1">
              <a:spAutoFit/>
            </a:bodyPr>
            <a:lstStyle/>
            <a:p>
              <a:r>
                <a:rPr lang="zh-CN" altLang="en-US" sz="1650" b="1" dirty="0">
                  <a:solidFill>
                    <a:schemeClr val="dk1"/>
                  </a:solidFill>
                  <a:latin typeface="微软雅黑" panose="020B0503020204020204" charset="-122"/>
                  <a:ea typeface="微软雅黑" panose="020B0503020204020204" charset="-122"/>
                </a:rPr>
                <a:t>等边</a:t>
              </a:r>
            </a:p>
            <a:p>
              <a:r>
                <a:rPr lang="zh-CN" altLang="en-US" sz="1650" b="1" dirty="0">
                  <a:solidFill>
                    <a:schemeClr val="dk1"/>
                  </a:solidFill>
                  <a:latin typeface="微软雅黑" panose="020B0503020204020204" charset="-122"/>
                  <a:ea typeface="微软雅黑" panose="020B0503020204020204" charset="-122"/>
                </a:rPr>
                <a:t>三角形</a:t>
              </a:r>
            </a:p>
          </p:txBody>
        </p:sp>
        <p:sp>
          <p:nvSpPr>
            <p:cNvPr id="277555" name="Freeform 51"/>
            <p:cNvSpPr/>
            <p:nvPr>
              <p:custDataLst>
                <p:tags r:id="rId7"/>
              </p:custDataLst>
            </p:nvPr>
          </p:nvSpPr>
          <p:spPr>
            <a:xfrm>
              <a:off x="2033" y="7024"/>
              <a:ext cx="2040" cy="2880"/>
            </a:xfrm>
            <a:custGeom>
              <a:avLst/>
              <a:gdLst>
                <a:gd name="txL" fmla="*/ 0 w 1152"/>
                <a:gd name="txT" fmla="*/ 0 h 629"/>
                <a:gd name="txR" fmla="*/ 1152 w 1152"/>
                <a:gd name="txB" fmla="*/ 629 h 629"/>
              </a:gdLst>
              <a:ahLst/>
              <a:cxnLst>
                <a:cxn ang="0">
                  <a:pos x="1295400" y="0"/>
                </a:cxn>
                <a:cxn ang="0">
                  <a:pos x="1135724" y="392509"/>
                </a:cxn>
                <a:cxn ang="0">
                  <a:pos x="1034521" y="566957"/>
                </a:cxn>
                <a:cxn ang="0">
                  <a:pos x="917575" y="630921"/>
                </a:cxn>
                <a:cxn ang="0">
                  <a:pos x="756774" y="741405"/>
                </a:cxn>
                <a:cxn ang="0">
                  <a:pos x="656696" y="892594"/>
                </a:cxn>
                <a:cxn ang="0">
                  <a:pos x="395817" y="1154266"/>
                </a:cxn>
                <a:cxn ang="0">
                  <a:pos x="303609" y="1261843"/>
                </a:cxn>
                <a:cxn ang="0">
                  <a:pos x="159676" y="1503163"/>
                </a:cxn>
                <a:cxn ang="0">
                  <a:pos x="125942" y="1546775"/>
                </a:cxn>
                <a:cxn ang="0">
                  <a:pos x="92207" y="1587480"/>
                </a:cxn>
                <a:cxn ang="0">
                  <a:pos x="67469" y="1654352"/>
                </a:cxn>
                <a:cxn ang="0">
                  <a:pos x="42730" y="1674704"/>
                </a:cxn>
                <a:cxn ang="0">
                  <a:pos x="0" y="1828800"/>
                </a:cxn>
              </a:cxnLst>
              <a:rect l="txL" t="txT" r="txR" b="txB"/>
              <a:pathLst>
                <a:path w="1152" h="629">
                  <a:moveTo>
                    <a:pt x="1152" y="0"/>
                  </a:moveTo>
                  <a:cubicBezTo>
                    <a:pt x="1120" y="65"/>
                    <a:pt x="1068" y="95"/>
                    <a:pt x="1010" y="135"/>
                  </a:cubicBezTo>
                  <a:cubicBezTo>
                    <a:pt x="980" y="155"/>
                    <a:pt x="955" y="188"/>
                    <a:pt x="920" y="195"/>
                  </a:cubicBezTo>
                  <a:cubicBezTo>
                    <a:pt x="885" y="202"/>
                    <a:pt x="851" y="210"/>
                    <a:pt x="816" y="217"/>
                  </a:cubicBezTo>
                  <a:cubicBezTo>
                    <a:pt x="731" y="269"/>
                    <a:pt x="834" y="213"/>
                    <a:pt x="673" y="255"/>
                  </a:cubicBezTo>
                  <a:cubicBezTo>
                    <a:pt x="643" y="263"/>
                    <a:pt x="612" y="293"/>
                    <a:pt x="584" y="307"/>
                  </a:cubicBezTo>
                  <a:cubicBezTo>
                    <a:pt x="517" y="341"/>
                    <a:pt x="427" y="384"/>
                    <a:pt x="352" y="397"/>
                  </a:cubicBezTo>
                  <a:cubicBezTo>
                    <a:pt x="323" y="414"/>
                    <a:pt x="301" y="424"/>
                    <a:pt x="270" y="434"/>
                  </a:cubicBezTo>
                  <a:cubicBezTo>
                    <a:pt x="218" y="468"/>
                    <a:pt x="203" y="486"/>
                    <a:pt x="142" y="517"/>
                  </a:cubicBezTo>
                  <a:cubicBezTo>
                    <a:pt x="132" y="522"/>
                    <a:pt x="122" y="527"/>
                    <a:pt x="112" y="532"/>
                  </a:cubicBezTo>
                  <a:cubicBezTo>
                    <a:pt x="102" y="537"/>
                    <a:pt x="82" y="546"/>
                    <a:pt x="82" y="546"/>
                  </a:cubicBezTo>
                  <a:cubicBezTo>
                    <a:pt x="75" y="554"/>
                    <a:pt x="69" y="563"/>
                    <a:pt x="60" y="569"/>
                  </a:cubicBezTo>
                  <a:cubicBezTo>
                    <a:pt x="54" y="573"/>
                    <a:pt x="43" y="571"/>
                    <a:pt x="38" y="576"/>
                  </a:cubicBezTo>
                  <a:cubicBezTo>
                    <a:pt x="23" y="591"/>
                    <a:pt x="15" y="614"/>
                    <a:pt x="0" y="629"/>
                  </a:cubicBezTo>
                </a:path>
              </a:pathLst>
            </a:custGeom>
            <a:noFill/>
            <a:ln w="34925" cap="flat" cmpd="sng">
              <a:solidFill>
                <a:schemeClr val="dk1">
                  <a:alpha val="100000"/>
                </a:schemeClr>
              </a:solidFill>
              <a:prstDash val="solid"/>
              <a:round/>
              <a:headEnd type="none" w="med" len="med"/>
              <a:tailEnd type="none" w="med" len="med"/>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77556" name="Text Box 52"/>
            <p:cNvSpPr txBox="1"/>
            <p:nvPr>
              <p:custDataLst>
                <p:tags r:id="rId8"/>
              </p:custDataLst>
            </p:nvPr>
          </p:nvSpPr>
          <p:spPr>
            <a:xfrm>
              <a:off x="1073" y="7384"/>
              <a:ext cx="1572" cy="1066"/>
            </a:xfrm>
            <a:prstGeom prst="rect">
              <a:avLst/>
            </a:prstGeom>
            <a:noFill/>
            <a:ln w="9525">
              <a:noFill/>
            </a:ln>
          </p:spPr>
          <p:txBody>
            <a:bodyPr wrap="square" lIns="0" tIns="0" rIns="0" bIns="0" anchor="t" anchorCtr="1">
              <a:spAutoFit/>
            </a:bodyPr>
            <a:lstStyle/>
            <a:p>
              <a:r>
                <a:rPr lang="zh-CN" altLang="en-US" sz="1650" b="1" dirty="0">
                  <a:solidFill>
                    <a:schemeClr val="dk1"/>
                  </a:solidFill>
                  <a:latin typeface="微软雅黑" panose="020B0503020204020204" charset="-122"/>
                  <a:ea typeface="微软雅黑" panose="020B0503020204020204" charset="-122"/>
                </a:rPr>
                <a:t>等腰</a:t>
              </a:r>
            </a:p>
            <a:p>
              <a:r>
                <a:rPr lang="zh-CN" altLang="en-US" sz="1650" b="1" dirty="0">
                  <a:solidFill>
                    <a:schemeClr val="dk1"/>
                  </a:solidFill>
                  <a:latin typeface="微软雅黑" panose="020B0503020204020204" charset="-122"/>
                  <a:ea typeface="微软雅黑" panose="020B0503020204020204" charset="-122"/>
                </a:rPr>
                <a:t>三角形</a:t>
              </a:r>
            </a:p>
          </p:txBody>
        </p:sp>
        <p:sp>
          <p:nvSpPr>
            <p:cNvPr id="277557" name="Text Box 53"/>
            <p:cNvSpPr txBox="1"/>
            <p:nvPr>
              <p:custDataLst>
                <p:tags r:id="rId9"/>
              </p:custDataLst>
            </p:nvPr>
          </p:nvSpPr>
          <p:spPr>
            <a:xfrm>
              <a:off x="2970" y="8620"/>
              <a:ext cx="1613" cy="1066"/>
            </a:xfrm>
            <a:prstGeom prst="rect">
              <a:avLst/>
            </a:prstGeom>
            <a:noFill/>
            <a:ln w="9525">
              <a:noFill/>
            </a:ln>
          </p:spPr>
          <p:txBody>
            <a:bodyPr wrap="square" lIns="0" tIns="0" rIns="0" bIns="0" anchor="t" anchorCtr="1">
              <a:spAutoFit/>
            </a:bodyPr>
            <a:lstStyle/>
            <a:p>
              <a:r>
                <a:rPr lang="zh-CN" altLang="en-US" sz="1650" b="1" dirty="0">
                  <a:solidFill>
                    <a:schemeClr val="dk1"/>
                  </a:solidFill>
                  <a:latin typeface="微软雅黑" panose="020B0503020204020204" charset="-122"/>
                  <a:ea typeface="微软雅黑" panose="020B0503020204020204" charset="-122"/>
                </a:rPr>
                <a:t>不等边</a:t>
              </a:r>
            </a:p>
            <a:p>
              <a:r>
                <a:rPr lang="zh-CN" altLang="en-US" sz="1650" b="1" dirty="0">
                  <a:solidFill>
                    <a:schemeClr val="dk1"/>
                  </a:solidFill>
                  <a:latin typeface="微软雅黑" panose="020B0503020204020204" charset="-122"/>
                  <a:ea typeface="微软雅黑" panose="020B0503020204020204" charset="-122"/>
                </a:rPr>
                <a:t>三角形</a:t>
              </a:r>
            </a:p>
          </p:txBody>
        </p:sp>
        <p:sp>
          <p:nvSpPr>
            <p:cNvPr id="277558" name="Freeform 54"/>
            <p:cNvSpPr/>
            <p:nvPr>
              <p:custDataLst>
                <p:tags r:id="rId10"/>
              </p:custDataLst>
            </p:nvPr>
          </p:nvSpPr>
          <p:spPr>
            <a:xfrm>
              <a:off x="4313" y="5224"/>
              <a:ext cx="1680" cy="2400"/>
            </a:xfrm>
            <a:custGeom>
              <a:avLst/>
              <a:gdLst>
                <a:gd name="txL" fmla="*/ 0 w 1152"/>
                <a:gd name="txT" fmla="*/ 0 h 629"/>
                <a:gd name="txR" fmla="*/ 1152 w 1152"/>
                <a:gd name="txB" fmla="*/ 629 h 629"/>
              </a:gdLst>
              <a:ahLst/>
              <a:cxnLst>
                <a:cxn ang="0">
                  <a:pos x="1066800" y="0"/>
                </a:cxn>
                <a:cxn ang="0">
                  <a:pos x="935302" y="327091"/>
                </a:cxn>
                <a:cxn ang="0">
                  <a:pos x="851958" y="472464"/>
                </a:cxn>
                <a:cxn ang="0">
                  <a:pos x="755650" y="525768"/>
                </a:cxn>
                <a:cxn ang="0">
                  <a:pos x="623226" y="617838"/>
                </a:cxn>
                <a:cxn ang="0">
                  <a:pos x="540808" y="743828"/>
                </a:cxn>
                <a:cxn ang="0">
                  <a:pos x="325967" y="961889"/>
                </a:cxn>
                <a:cxn ang="0">
                  <a:pos x="250031" y="1051536"/>
                </a:cxn>
                <a:cxn ang="0">
                  <a:pos x="131498" y="1252636"/>
                </a:cxn>
                <a:cxn ang="0">
                  <a:pos x="103717" y="1288979"/>
                </a:cxn>
                <a:cxn ang="0">
                  <a:pos x="75935" y="1322900"/>
                </a:cxn>
                <a:cxn ang="0">
                  <a:pos x="55562" y="1378626"/>
                </a:cxn>
                <a:cxn ang="0">
                  <a:pos x="35190" y="1395587"/>
                </a:cxn>
                <a:cxn ang="0">
                  <a:pos x="0" y="1524000"/>
                </a:cxn>
              </a:cxnLst>
              <a:rect l="txL" t="txT" r="txR" b="txB"/>
              <a:pathLst>
                <a:path w="1152" h="629">
                  <a:moveTo>
                    <a:pt x="1152" y="0"/>
                  </a:moveTo>
                  <a:cubicBezTo>
                    <a:pt x="1120" y="65"/>
                    <a:pt x="1068" y="95"/>
                    <a:pt x="1010" y="135"/>
                  </a:cubicBezTo>
                  <a:cubicBezTo>
                    <a:pt x="980" y="155"/>
                    <a:pt x="955" y="188"/>
                    <a:pt x="920" y="195"/>
                  </a:cubicBezTo>
                  <a:cubicBezTo>
                    <a:pt x="885" y="202"/>
                    <a:pt x="851" y="210"/>
                    <a:pt x="816" y="217"/>
                  </a:cubicBezTo>
                  <a:cubicBezTo>
                    <a:pt x="731" y="269"/>
                    <a:pt x="834" y="213"/>
                    <a:pt x="673" y="255"/>
                  </a:cubicBezTo>
                  <a:cubicBezTo>
                    <a:pt x="643" y="263"/>
                    <a:pt x="612" y="293"/>
                    <a:pt x="584" y="307"/>
                  </a:cubicBezTo>
                  <a:cubicBezTo>
                    <a:pt x="517" y="341"/>
                    <a:pt x="427" y="384"/>
                    <a:pt x="352" y="397"/>
                  </a:cubicBezTo>
                  <a:cubicBezTo>
                    <a:pt x="323" y="414"/>
                    <a:pt x="301" y="424"/>
                    <a:pt x="270" y="434"/>
                  </a:cubicBezTo>
                  <a:cubicBezTo>
                    <a:pt x="218" y="468"/>
                    <a:pt x="203" y="486"/>
                    <a:pt x="142" y="517"/>
                  </a:cubicBezTo>
                  <a:cubicBezTo>
                    <a:pt x="132" y="522"/>
                    <a:pt x="122" y="527"/>
                    <a:pt x="112" y="532"/>
                  </a:cubicBezTo>
                  <a:cubicBezTo>
                    <a:pt x="102" y="537"/>
                    <a:pt x="82" y="546"/>
                    <a:pt x="82" y="546"/>
                  </a:cubicBezTo>
                  <a:cubicBezTo>
                    <a:pt x="75" y="554"/>
                    <a:pt x="69" y="563"/>
                    <a:pt x="60" y="569"/>
                  </a:cubicBezTo>
                  <a:cubicBezTo>
                    <a:pt x="54" y="573"/>
                    <a:pt x="43" y="571"/>
                    <a:pt x="38" y="576"/>
                  </a:cubicBezTo>
                  <a:cubicBezTo>
                    <a:pt x="23" y="591"/>
                    <a:pt x="15" y="614"/>
                    <a:pt x="0" y="629"/>
                  </a:cubicBezTo>
                </a:path>
              </a:pathLst>
            </a:custGeom>
            <a:noFill/>
            <a:ln w="34925" cap="flat" cmpd="sng">
              <a:solidFill>
                <a:schemeClr val="lt2">
                  <a:alpha val="100000"/>
                  <a:lumMod val="90000"/>
                </a:schemeClr>
              </a:solidFill>
              <a:prstDash val="solid"/>
              <a:round/>
              <a:headEnd type="none" w="med" len="med"/>
              <a:tailEnd type="none" w="med" len="med"/>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77559" name="Freeform 55"/>
            <p:cNvSpPr/>
            <p:nvPr>
              <p:custDataLst>
                <p:tags r:id="rId11"/>
              </p:custDataLst>
            </p:nvPr>
          </p:nvSpPr>
          <p:spPr>
            <a:xfrm>
              <a:off x="4673" y="7504"/>
              <a:ext cx="2880" cy="720"/>
            </a:xfrm>
            <a:custGeom>
              <a:avLst/>
              <a:gdLst>
                <a:gd name="txL" fmla="*/ 0 w 1152"/>
                <a:gd name="txT" fmla="*/ 0 h 629"/>
                <a:gd name="txR" fmla="*/ 1152 w 1152"/>
                <a:gd name="txB" fmla="*/ 629 h 629"/>
              </a:gdLst>
              <a:ahLst/>
              <a:cxnLst>
                <a:cxn ang="0">
                  <a:pos x="1828800" y="0"/>
                </a:cxn>
                <a:cxn ang="0">
                  <a:pos x="1603375" y="98127"/>
                </a:cxn>
                <a:cxn ang="0">
                  <a:pos x="1460500" y="141739"/>
                </a:cxn>
                <a:cxn ang="0">
                  <a:pos x="1295400" y="157730"/>
                </a:cxn>
                <a:cxn ang="0">
                  <a:pos x="1068387" y="185351"/>
                </a:cxn>
                <a:cxn ang="0">
                  <a:pos x="927100" y="223148"/>
                </a:cxn>
                <a:cxn ang="0">
                  <a:pos x="558800" y="288567"/>
                </a:cxn>
                <a:cxn ang="0">
                  <a:pos x="428625" y="315461"/>
                </a:cxn>
                <a:cxn ang="0">
                  <a:pos x="225425" y="375791"/>
                </a:cxn>
                <a:cxn ang="0">
                  <a:pos x="177800" y="386694"/>
                </a:cxn>
                <a:cxn ang="0">
                  <a:pos x="130175" y="396870"/>
                </a:cxn>
                <a:cxn ang="0">
                  <a:pos x="95250" y="413588"/>
                </a:cxn>
                <a:cxn ang="0">
                  <a:pos x="60325" y="418676"/>
                </a:cxn>
                <a:cxn ang="0">
                  <a:pos x="0" y="457200"/>
                </a:cxn>
              </a:cxnLst>
              <a:rect l="txL" t="txT" r="txR" b="txB"/>
              <a:pathLst>
                <a:path w="1152" h="629">
                  <a:moveTo>
                    <a:pt x="1152" y="0"/>
                  </a:moveTo>
                  <a:cubicBezTo>
                    <a:pt x="1120" y="65"/>
                    <a:pt x="1068" y="95"/>
                    <a:pt x="1010" y="135"/>
                  </a:cubicBezTo>
                  <a:cubicBezTo>
                    <a:pt x="980" y="155"/>
                    <a:pt x="955" y="188"/>
                    <a:pt x="920" y="195"/>
                  </a:cubicBezTo>
                  <a:cubicBezTo>
                    <a:pt x="885" y="202"/>
                    <a:pt x="851" y="210"/>
                    <a:pt x="816" y="217"/>
                  </a:cubicBezTo>
                  <a:cubicBezTo>
                    <a:pt x="731" y="269"/>
                    <a:pt x="834" y="213"/>
                    <a:pt x="673" y="255"/>
                  </a:cubicBezTo>
                  <a:cubicBezTo>
                    <a:pt x="643" y="263"/>
                    <a:pt x="612" y="293"/>
                    <a:pt x="584" y="307"/>
                  </a:cubicBezTo>
                  <a:cubicBezTo>
                    <a:pt x="517" y="341"/>
                    <a:pt x="427" y="384"/>
                    <a:pt x="352" y="397"/>
                  </a:cubicBezTo>
                  <a:cubicBezTo>
                    <a:pt x="323" y="414"/>
                    <a:pt x="301" y="424"/>
                    <a:pt x="270" y="434"/>
                  </a:cubicBezTo>
                  <a:cubicBezTo>
                    <a:pt x="218" y="468"/>
                    <a:pt x="203" y="486"/>
                    <a:pt x="142" y="517"/>
                  </a:cubicBezTo>
                  <a:cubicBezTo>
                    <a:pt x="132" y="522"/>
                    <a:pt x="122" y="527"/>
                    <a:pt x="112" y="532"/>
                  </a:cubicBezTo>
                  <a:cubicBezTo>
                    <a:pt x="102" y="537"/>
                    <a:pt x="82" y="546"/>
                    <a:pt x="82" y="546"/>
                  </a:cubicBezTo>
                  <a:cubicBezTo>
                    <a:pt x="75" y="554"/>
                    <a:pt x="69" y="563"/>
                    <a:pt x="60" y="569"/>
                  </a:cubicBezTo>
                  <a:cubicBezTo>
                    <a:pt x="54" y="573"/>
                    <a:pt x="43" y="571"/>
                    <a:pt x="38" y="576"/>
                  </a:cubicBezTo>
                  <a:cubicBezTo>
                    <a:pt x="23" y="591"/>
                    <a:pt x="15" y="614"/>
                    <a:pt x="0" y="629"/>
                  </a:cubicBezTo>
                </a:path>
              </a:pathLst>
            </a:custGeom>
            <a:noFill/>
            <a:ln w="34925" cap="flat" cmpd="sng">
              <a:solidFill>
                <a:schemeClr val="lt2">
                  <a:alpha val="100000"/>
                  <a:lumMod val="90000"/>
                </a:schemeClr>
              </a:solidFill>
              <a:prstDash val="solid"/>
              <a:round/>
              <a:headEnd type="none" w="med" len="med"/>
              <a:tailEnd type="none" w="med" len="med"/>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277560" name="Text Box 56"/>
            <p:cNvSpPr txBox="1"/>
            <p:nvPr>
              <p:custDataLst>
                <p:tags r:id="rId12"/>
              </p:custDataLst>
            </p:nvPr>
          </p:nvSpPr>
          <p:spPr>
            <a:xfrm>
              <a:off x="3833" y="5344"/>
              <a:ext cx="1800" cy="533"/>
            </a:xfrm>
            <a:prstGeom prst="rect">
              <a:avLst/>
            </a:prstGeom>
            <a:noFill/>
            <a:ln w="9525">
              <a:noFill/>
            </a:ln>
          </p:spPr>
          <p:txBody>
            <a:bodyPr lIns="0" tIns="0" rIns="0" bIns="0" anchor="t" anchorCtr="1">
              <a:spAutoFit/>
            </a:bodyPr>
            <a:lstStyle/>
            <a:p>
              <a:r>
                <a:rPr lang="en-US" altLang="zh-CN" sz="1650" b="1" dirty="0">
                  <a:solidFill>
                    <a:schemeClr val="lt2">
                      <a:lumMod val="25000"/>
                    </a:schemeClr>
                  </a:solidFill>
                  <a:latin typeface="微软雅黑" panose="020B0503020204020204" charset="-122"/>
                  <a:ea typeface="微软雅黑" panose="020B0503020204020204" charset="-122"/>
                </a:rPr>
                <a:t>a&gt;=b+c</a:t>
              </a:r>
            </a:p>
          </p:txBody>
        </p:sp>
        <p:sp>
          <p:nvSpPr>
            <p:cNvPr id="277561" name="Text Box 57"/>
            <p:cNvSpPr txBox="1"/>
            <p:nvPr>
              <p:custDataLst>
                <p:tags r:id="rId13"/>
              </p:custDataLst>
            </p:nvPr>
          </p:nvSpPr>
          <p:spPr>
            <a:xfrm>
              <a:off x="5273" y="6544"/>
              <a:ext cx="1800" cy="533"/>
            </a:xfrm>
            <a:prstGeom prst="rect">
              <a:avLst/>
            </a:prstGeom>
            <a:noFill/>
            <a:ln w="9525">
              <a:noFill/>
            </a:ln>
          </p:spPr>
          <p:txBody>
            <a:bodyPr lIns="0" tIns="0" rIns="0" bIns="0" anchor="t" anchorCtr="1">
              <a:spAutoFit/>
            </a:bodyPr>
            <a:lstStyle/>
            <a:p>
              <a:r>
                <a:rPr lang="en-US" altLang="zh-CN" sz="1650" b="1" dirty="0">
                  <a:solidFill>
                    <a:schemeClr val="lt2">
                      <a:lumMod val="25000"/>
                    </a:schemeClr>
                  </a:solidFill>
                  <a:latin typeface="微软雅黑" panose="020B0503020204020204" charset="-122"/>
                  <a:ea typeface="微软雅黑" panose="020B0503020204020204" charset="-122"/>
                </a:rPr>
                <a:t>b&gt;=a+c</a:t>
              </a:r>
            </a:p>
          </p:txBody>
        </p:sp>
        <p:sp>
          <p:nvSpPr>
            <p:cNvPr id="277562" name="Text Box 58"/>
            <p:cNvSpPr txBox="1"/>
            <p:nvPr>
              <p:custDataLst>
                <p:tags r:id="rId14"/>
              </p:custDataLst>
            </p:nvPr>
          </p:nvSpPr>
          <p:spPr>
            <a:xfrm>
              <a:off x="5393" y="8344"/>
              <a:ext cx="1800" cy="533"/>
            </a:xfrm>
            <a:prstGeom prst="rect">
              <a:avLst/>
            </a:prstGeom>
            <a:noFill/>
            <a:ln w="9525">
              <a:noFill/>
            </a:ln>
          </p:spPr>
          <p:txBody>
            <a:bodyPr lIns="0" tIns="0" rIns="0" bIns="0" anchor="t" anchorCtr="1">
              <a:spAutoFit/>
            </a:bodyPr>
            <a:lstStyle/>
            <a:p>
              <a:r>
                <a:rPr lang="en-US" altLang="zh-CN" sz="1650" b="1" dirty="0">
                  <a:solidFill>
                    <a:schemeClr val="lt2">
                      <a:lumMod val="25000"/>
                    </a:schemeClr>
                  </a:solidFill>
                  <a:latin typeface="微软雅黑" panose="020B0503020204020204" charset="-122"/>
                  <a:ea typeface="微软雅黑" panose="020B0503020204020204" charset="-122"/>
                </a:rPr>
                <a:t>c&gt;=a+b</a:t>
              </a:r>
            </a:p>
          </p:txBody>
        </p:sp>
      </p:grpSp>
      <p:sp>
        <p:nvSpPr>
          <p:cNvPr id="277563" name="Text Box 59"/>
          <p:cNvSpPr txBox="1"/>
          <p:nvPr/>
        </p:nvSpPr>
        <p:spPr>
          <a:xfrm>
            <a:off x="4457700" y="1938337"/>
            <a:ext cx="514350" cy="300082"/>
          </a:xfrm>
          <a:prstGeom prst="rect">
            <a:avLst/>
          </a:prstGeom>
        </p:spPr>
        <p:style>
          <a:lnRef idx="1">
            <a:schemeClr val="accent6"/>
          </a:lnRef>
          <a:fillRef idx="2">
            <a:schemeClr val="accent6"/>
          </a:fillRef>
          <a:effectRef idx="1">
            <a:schemeClr val="accent6"/>
          </a:effectRef>
          <a:fontRef idx="minor">
            <a:schemeClr val="dk1"/>
          </a:fontRef>
        </p:style>
        <p:txBody>
          <a:bodyPr lIns="0" tIns="0" rIns="0" bIns="0" anchor="t" anchorCtr="1">
            <a:spAutoFit/>
          </a:bodyPr>
          <a:lstStyle/>
          <a:p>
            <a:pPr>
              <a:spcBef>
                <a:spcPct val="50000"/>
              </a:spcBef>
            </a:pPr>
            <a:r>
              <a:rPr lang="zh-CN" altLang="en-US" sz="1950" dirty="0">
                <a:solidFill>
                  <a:srgbClr val="0000FF"/>
                </a:solidFill>
                <a:latin typeface="微软雅黑" panose="020B0503020204020204" charset="-122"/>
                <a:ea typeface="微软雅黑" panose="020B0503020204020204" charset="-122"/>
              </a:rPr>
              <a:t>细化</a:t>
            </a:r>
          </a:p>
        </p:txBody>
      </p:sp>
      <p:sp>
        <p:nvSpPr>
          <p:cNvPr id="277564" name="Line 60"/>
          <p:cNvSpPr/>
          <p:nvPr/>
        </p:nvSpPr>
        <p:spPr>
          <a:xfrm>
            <a:off x="1943100" y="2124551"/>
            <a:ext cx="2343150" cy="0"/>
          </a:xfrm>
          <a:prstGeom prst="line">
            <a:avLst/>
          </a:prstGeom>
          <a:ln w="47625" cap="flat" cmpd="sng">
            <a:solidFill>
              <a:srgbClr val="FF0000"/>
            </a:solidFill>
            <a:prstDash val="solid"/>
            <a:headEnd type="none" w="med" len="med"/>
            <a:tailEnd type="none" w="med" len="med"/>
          </a:ln>
        </p:spPr>
      </p:sp>
      <p:sp>
        <p:nvSpPr>
          <p:cNvPr id="2" name="日期占位符 1"/>
          <p:cNvSpPr>
            <a:spLocks noGrp="1"/>
          </p:cNvSpPr>
          <p:nvPr>
            <p:ph type="dt" sz="half" idx="10"/>
          </p:nvPr>
        </p:nvSpPr>
        <p:spPr>
          <a:xfrm>
            <a:off x="1637855" y="4792075"/>
            <a:ext cx="1518750" cy="178200"/>
          </a:xfrm>
        </p:spPr>
        <p:txBody>
          <a:bodyPr/>
          <a:lstStyle/>
          <a:p>
            <a:fld id="{760FBDFE-C587-4B4C-A407-44438C67B59E}" type="datetime1">
              <a:rPr lang="zh-CN" altLang="en-US" smtClean="0">
                <a:latin typeface="微软雅黑" panose="020B0503020204020204" charset="-122"/>
                <a:ea typeface="微软雅黑" panose="020B0503020204020204" charset="-122"/>
              </a:rPr>
              <a:t>2024/3/12</a:t>
            </a:fld>
            <a:endParaRPr lang="zh-CN" altLang="en-US">
              <a:latin typeface="微软雅黑" panose="020B0503020204020204" charset="-122"/>
              <a:ea typeface="微软雅黑" panose="020B0503020204020204" charset="-122"/>
            </a:endParaRPr>
          </a:p>
        </p:txBody>
      </p:sp>
      <p:sp>
        <p:nvSpPr>
          <p:cNvPr id="3" name="灯片编号占位符 2"/>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fld id="{49AE70B2-8BF9-45C0-BB95-33D1B9D3A854}" type="slidenum">
              <a:rPr lang="zh-CN" altLang="en-US" smtClean="0"/>
              <a:pPr/>
              <a:t>103</a:t>
            </a:fld>
            <a:endParaRPr lang="zh-CN" altLang="en-US">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afterEffect">
                                  <p:stCondLst>
                                    <p:cond delay="0"/>
                                  </p:stCondLst>
                                  <p:childTnLst>
                                    <p:set>
                                      <p:cBhvr>
                                        <p:cTn id="6" dur="1" fill="hold">
                                          <p:stCondLst>
                                            <p:cond delay="0"/>
                                          </p:stCondLst>
                                        </p:cTn>
                                        <p:tgtEl>
                                          <p:spTgt spid="277509"/>
                                        </p:tgtEl>
                                        <p:attrNameLst>
                                          <p:attrName>style.visibility</p:attrName>
                                        </p:attrNameLst>
                                      </p:cBhvr>
                                      <p:to>
                                        <p:strVal val="visible"/>
                                      </p:to>
                                    </p:set>
                                    <p:anim calcmode="lin" valueType="num">
                                      <p:cBhvr>
                                        <p:cTn id="7" dur="1000" fill="hold"/>
                                        <p:tgtEl>
                                          <p:spTgt spid="277509"/>
                                        </p:tgtEl>
                                        <p:attrNameLst>
                                          <p:attrName>ppt_w</p:attrName>
                                        </p:attrNameLst>
                                      </p:cBhvr>
                                      <p:tavLst>
                                        <p:tav tm="0">
                                          <p:val>
                                            <p:fltVal val="0"/>
                                          </p:val>
                                        </p:tav>
                                        <p:tav tm="100000">
                                          <p:val>
                                            <p:strVal val="#ppt_w"/>
                                          </p:val>
                                        </p:tav>
                                      </p:tavLst>
                                    </p:anim>
                                    <p:anim calcmode="lin" valueType="num">
                                      <p:cBhvr>
                                        <p:cTn id="8" dur="1000" fill="hold"/>
                                        <p:tgtEl>
                                          <p:spTgt spid="277509"/>
                                        </p:tgtEl>
                                        <p:attrNameLst>
                                          <p:attrName>ppt_h</p:attrName>
                                        </p:attrNameLst>
                                      </p:cBhvr>
                                      <p:tavLst>
                                        <p:tav tm="0">
                                          <p:val>
                                            <p:fltVal val="0"/>
                                          </p:val>
                                        </p:tav>
                                        <p:tav tm="100000">
                                          <p:val>
                                            <p:strVal val="#ppt_h"/>
                                          </p:val>
                                        </p:tav>
                                      </p:tavLst>
                                    </p:anim>
                                    <p:anim calcmode="lin" valueType="num">
                                      <p:cBhvr>
                                        <p:cTn id="9" dur="1000" fill="hold"/>
                                        <p:tgtEl>
                                          <p:spTgt spid="277509"/>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277509"/>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8" fill="hold" grpId="0" nodeType="clickEffect">
                                  <p:stCondLst>
                                    <p:cond delay="0"/>
                                  </p:stCondLst>
                                  <p:childTnLst>
                                    <p:set>
                                      <p:cBhvr>
                                        <p:cTn id="14" dur="1" fill="hold">
                                          <p:stCondLst>
                                            <p:cond delay="0"/>
                                          </p:stCondLst>
                                        </p:cTn>
                                        <p:tgtEl>
                                          <p:spTgt spid="277511"/>
                                        </p:tgtEl>
                                        <p:attrNameLst>
                                          <p:attrName>style.visibility</p:attrName>
                                        </p:attrNameLst>
                                      </p:cBhvr>
                                      <p:to>
                                        <p:strVal val="visible"/>
                                      </p:to>
                                    </p:set>
                                    <p:anim calcmode="lin" valueType="num">
                                      <p:cBhvr additive="base">
                                        <p:cTn id="15" dur="500" fill="hold"/>
                                        <p:tgtEl>
                                          <p:spTgt spid="277511"/>
                                        </p:tgtEl>
                                        <p:attrNameLst>
                                          <p:attrName>ppt_x</p:attrName>
                                        </p:attrNameLst>
                                      </p:cBhvr>
                                      <p:tavLst>
                                        <p:tav tm="0">
                                          <p:val>
                                            <p:strVal val="0-#ppt_w/2"/>
                                          </p:val>
                                        </p:tav>
                                        <p:tav tm="100000">
                                          <p:val>
                                            <p:strVal val="#ppt_x"/>
                                          </p:val>
                                        </p:tav>
                                      </p:tavLst>
                                    </p:anim>
                                    <p:anim calcmode="lin" valueType="num">
                                      <p:cBhvr additive="base">
                                        <p:cTn id="16" dur="500" fill="hold"/>
                                        <p:tgtEl>
                                          <p:spTgt spid="277511"/>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2" presetClass="entr" presetSubtype="8" fill="hold" grpId="0" nodeType="afterEffect">
                                  <p:stCondLst>
                                    <p:cond delay="0"/>
                                  </p:stCondLst>
                                  <p:childTnLst>
                                    <p:set>
                                      <p:cBhvr>
                                        <p:cTn id="19" dur="1" fill="hold">
                                          <p:stCondLst>
                                            <p:cond delay="0"/>
                                          </p:stCondLst>
                                        </p:cTn>
                                        <p:tgtEl>
                                          <p:spTgt spid="277510"/>
                                        </p:tgtEl>
                                        <p:attrNameLst>
                                          <p:attrName>style.visibility</p:attrName>
                                        </p:attrNameLst>
                                      </p:cBhvr>
                                      <p:to>
                                        <p:strVal val="visible"/>
                                      </p:to>
                                    </p:set>
                                    <p:anim calcmode="lin" valueType="num">
                                      <p:cBhvr additive="base">
                                        <p:cTn id="20" dur="500" fill="hold"/>
                                        <p:tgtEl>
                                          <p:spTgt spid="277510"/>
                                        </p:tgtEl>
                                        <p:attrNameLst>
                                          <p:attrName>ppt_x</p:attrName>
                                        </p:attrNameLst>
                                      </p:cBhvr>
                                      <p:tavLst>
                                        <p:tav tm="0">
                                          <p:val>
                                            <p:strVal val="0-#ppt_w/2"/>
                                          </p:val>
                                        </p:tav>
                                        <p:tav tm="100000">
                                          <p:val>
                                            <p:strVal val="#ppt_x"/>
                                          </p:val>
                                        </p:tav>
                                      </p:tavLst>
                                    </p:anim>
                                    <p:anim calcmode="lin" valueType="num">
                                      <p:cBhvr additive="base">
                                        <p:cTn id="21" dur="500" fill="hold"/>
                                        <p:tgtEl>
                                          <p:spTgt spid="277510"/>
                                        </p:tgtEl>
                                        <p:attrNameLst>
                                          <p:attrName>ppt_y</p:attrName>
                                        </p:attrNameLst>
                                      </p:cBhvr>
                                      <p:tavLst>
                                        <p:tav tm="0">
                                          <p:val>
                                            <p:strVal val="#ppt_y"/>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7" presetClass="entr" presetSubtype="8" fill="hold" nodeType="clickEffect">
                                  <p:stCondLst>
                                    <p:cond delay="0"/>
                                  </p:stCondLst>
                                  <p:childTnLst>
                                    <p:set>
                                      <p:cBhvr>
                                        <p:cTn id="25" dur="1" fill="hold">
                                          <p:stCondLst>
                                            <p:cond delay="0"/>
                                          </p:stCondLst>
                                        </p:cTn>
                                        <p:tgtEl>
                                          <p:spTgt spid="277564"/>
                                        </p:tgtEl>
                                        <p:attrNameLst>
                                          <p:attrName>style.visibility</p:attrName>
                                        </p:attrNameLst>
                                      </p:cBhvr>
                                      <p:to>
                                        <p:strVal val="visible"/>
                                      </p:to>
                                    </p:set>
                                    <p:anim calcmode="lin" valueType="num">
                                      <p:cBhvr>
                                        <p:cTn id="26" dur="500" fill="hold"/>
                                        <p:tgtEl>
                                          <p:spTgt spid="277564"/>
                                        </p:tgtEl>
                                        <p:attrNameLst>
                                          <p:attrName>ppt_x</p:attrName>
                                        </p:attrNameLst>
                                      </p:cBhvr>
                                      <p:tavLst>
                                        <p:tav tm="0">
                                          <p:val>
                                            <p:strVal val="#ppt_x-#ppt_w/2"/>
                                          </p:val>
                                        </p:tav>
                                        <p:tav tm="100000">
                                          <p:val>
                                            <p:strVal val="#ppt_x"/>
                                          </p:val>
                                        </p:tav>
                                      </p:tavLst>
                                    </p:anim>
                                    <p:anim calcmode="lin" valueType="num">
                                      <p:cBhvr>
                                        <p:cTn id="27" dur="500" fill="hold"/>
                                        <p:tgtEl>
                                          <p:spTgt spid="277564"/>
                                        </p:tgtEl>
                                        <p:attrNameLst>
                                          <p:attrName>ppt_y</p:attrName>
                                        </p:attrNameLst>
                                      </p:cBhvr>
                                      <p:tavLst>
                                        <p:tav tm="0">
                                          <p:val>
                                            <p:strVal val="#ppt_y"/>
                                          </p:val>
                                        </p:tav>
                                        <p:tav tm="100000">
                                          <p:val>
                                            <p:strVal val="#ppt_y"/>
                                          </p:val>
                                        </p:tav>
                                      </p:tavLst>
                                    </p:anim>
                                    <p:anim calcmode="lin" valueType="num">
                                      <p:cBhvr>
                                        <p:cTn id="28" dur="500" fill="hold"/>
                                        <p:tgtEl>
                                          <p:spTgt spid="277564"/>
                                        </p:tgtEl>
                                        <p:attrNameLst>
                                          <p:attrName>ppt_w</p:attrName>
                                        </p:attrNameLst>
                                      </p:cBhvr>
                                      <p:tavLst>
                                        <p:tav tm="0">
                                          <p:val>
                                            <p:fltVal val="0"/>
                                          </p:val>
                                        </p:tav>
                                        <p:tav tm="100000">
                                          <p:val>
                                            <p:strVal val="#ppt_w"/>
                                          </p:val>
                                        </p:tav>
                                      </p:tavLst>
                                    </p:anim>
                                    <p:anim calcmode="lin" valueType="num">
                                      <p:cBhvr>
                                        <p:cTn id="29" dur="500" fill="hold"/>
                                        <p:tgtEl>
                                          <p:spTgt spid="277564"/>
                                        </p:tgtEl>
                                        <p:attrNameLst>
                                          <p:attrName>ppt_h</p:attrName>
                                        </p:attrNameLst>
                                      </p:cBhvr>
                                      <p:tavLst>
                                        <p:tav tm="0">
                                          <p:val>
                                            <p:strVal val="#ppt_h"/>
                                          </p:val>
                                        </p:tav>
                                        <p:tav tm="100000">
                                          <p:val>
                                            <p:strVal val="#ppt_h"/>
                                          </p:val>
                                        </p:tav>
                                      </p:tavLst>
                                    </p:anim>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277512"/>
                                        </p:tgtEl>
                                        <p:attrNameLst>
                                          <p:attrName>style.visibility</p:attrName>
                                        </p:attrNameLst>
                                      </p:cBhvr>
                                      <p:to>
                                        <p:strVal val="visible"/>
                                      </p:to>
                                    </p:set>
                                    <p:animEffect transition="in" filter="dissolve">
                                      <p:cBhvr>
                                        <p:cTn id="34" dur="500"/>
                                        <p:tgtEl>
                                          <p:spTgt spid="277512"/>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277540"/>
                                        </p:tgtEl>
                                        <p:attrNameLst>
                                          <p:attrName>style.visibility</p:attrName>
                                        </p:attrNameLst>
                                      </p:cBhvr>
                                      <p:to>
                                        <p:strVal val="visible"/>
                                      </p:to>
                                    </p:set>
                                    <p:animEffect transition="in" filter="dissolve">
                                      <p:cBhvr>
                                        <p:cTn id="39" dur="500"/>
                                        <p:tgtEl>
                                          <p:spTgt spid="277540"/>
                                        </p:tgtEl>
                                      </p:cBhvr>
                                    </p:animEffect>
                                  </p:childTnLst>
                                </p:cTn>
                              </p:par>
                            </p:childTnLst>
                          </p:cTn>
                        </p:par>
                        <p:par>
                          <p:cTn id="40" fill="hold">
                            <p:stCondLst>
                              <p:cond delay="500"/>
                            </p:stCondLst>
                            <p:childTnLst>
                              <p:par>
                                <p:cTn id="41" presetID="1" presetClass="entr" presetSubtype="0" fill="hold" grpId="0" nodeType="afterEffect">
                                  <p:stCondLst>
                                    <p:cond delay="0"/>
                                  </p:stCondLst>
                                  <p:childTnLst>
                                    <p:set>
                                      <p:cBhvr>
                                        <p:cTn id="42" dur="1" fill="hold">
                                          <p:stCondLst>
                                            <p:cond delay="499"/>
                                          </p:stCondLst>
                                        </p:cTn>
                                        <p:tgtEl>
                                          <p:spTgt spid="277563"/>
                                        </p:tgtEl>
                                        <p:attrNameLst>
                                          <p:attrName>style.visibility</p:attrName>
                                        </p:attrNameLst>
                                      </p:cBhvr>
                                      <p:to>
                                        <p:strVal val="visible"/>
                                      </p:to>
                                    </p:set>
                                  </p:childTnLst>
                                </p:cTn>
                              </p:par>
                            </p:childTnLst>
                          </p:cTn>
                        </p:par>
                        <p:par>
                          <p:cTn id="43" fill="hold">
                            <p:stCondLst>
                              <p:cond delay="1000"/>
                            </p:stCondLst>
                            <p:childTnLst>
                              <p:par>
                                <p:cTn id="44" presetID="9" presetClass="entr" presetSubtype="0" fill="hold" nodeType="afterEffect">
                                  <p:stCondLst>
                                    <p:cond delay="0"/>
                                  </p:stCondLst>
                                  <p:childTnLst>
                                    <p:set>
                                      <p:cBhvr>
                                        <p:cTn id="45" dur="1" fill="hold">
                                          <p:stCondLst>
                                            <p:cond delay="0"/>
                                          </p:stCondLst>
                                        </p:cTn>
                                        <p:tgtEl>
                                          <p:spTgt spid="277524"/>
                                        </p:tgtEl>
                                        <p:attrNameLst>
                                          <p:attrName>style.visibility</p:attrName>
                                        </p:attrNameLst>
                                      </p:cBhvr>
                                      <p:to>
                                        <p:strVal val="visible"/>
                                      </p:to>
                                    </p:set>
                                    <p:animEffect transition="in" filter="dissolve">
                                      <p:cBhvr>
                                        <p:cTn id="46" dur="500"/>
                                        <p:tgtEl>
                                          <p:spTgt spid="2775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7509" grpId="0" bldLvl="0" animBg="1"/>
      <p:bldP spid="277510" grpId="0"/>
      <p:bldP spid="277511" grpId="0"/>
      <p:bldP spid="277563" grpId="0" bldLvl="0" animBg="1"/>
    </p:bldLst>
  </p:timing>
</p:sld>
</file>

<file path=ppt/slides/slide10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8532" name="Rectangle 4"/>
          <p:cNvSpPr>
            <a:spLocks noGrp="1" noChangeArrowheads="1"/>
          </p:cNvSpPr>
          <p:nvPr>
            <p:ph idx="1"/>
            <p:custDataLst>
              <p:tags r:id="rId1"/>
            </p:custDataLst>
          </p:nvPr>
        </p:nvSpPr>
        <p:spPr>
          <a:xfrm>
            <a:off x="1585913" y="1187291"/>
            <a:ext cx="5829300" cy="857250"/>
          </a:xfrm>
        </p:spPr>
        <p:txBody>
          <a:bodyPr vert="horz" wrap="square" lIns="68580" tIns="34290" rIns="68580" bIns="34290" numCol="1" rtlCol="0" anchor="t" anchorCtr="0" compatLnSpc="1">
            <a:normAutofit/>
          </a:bodyPr>
          <a:lstStyle/>
          <a:p>
            <a:pPr marL="257175" indent="-257175" fontAlgn="base">
              <a:lnSpc>
                <a:spcPct val="100000"/>
              </a:lnSpc>
              <a:spcBef>
                <a:spcPct val="20000"/>
              </a:spcBef>
              <a:spcAft>
                <a:spcPct val="0"/>
              </a:spcAft>
              <a:buFontTx/>
              <a:buChar char="•"/>
              <a:defRPr/>
            </a:pPr>
            <a:r>
              <a:rPr lang="zh-CN" altLang="en-US" b="1" kern="0">
                <a:solidFill>
                  <a:schemeClr val="dk1"/>
                </a:solidFill>
                <a:latin typeface="微软雅黑" panose="020B0503020204020204" charset="-122"/>
                <a:cs typeface="+mn-cs"/>
              </a:rPr>
              <a:t>例一：三角形问题</a:t>
            </a:r>
          </a:p>
          <a:p>
            <a:pPr marL="257175" indent="-257175" fontAlgn="base">
              <a:lnSpc>
                <a:spcPct val="100000"/>
              </a:lnSpc>
              <a:spcBef>
                <a:spcPct val="20000"/>
              </a:spcBef>
              <a:spcAft>
                <a:spcPct val="0"/>
              </a:spcAft>
              <a:buFontTx/>
              <a:buChar char="•"/>
              <a:defRPr/>
            </a:pPr>
            <a:r>
              <a:rPr lang="zh-CN" altLang="en-US" b="1" kern="0">
                <a:solidFill>
                  <a:schemeClr val="dk1"/>
                </a:solidFill>
                <a:latin typeface="微软雅黑" panose="020B0503020204020204" charset="-122"/>
                <a:cs typeface="+mn-cs"/>
              </a:rPr>
              <a:t>（不考虑边长限制）</a:t>
            </a:r>
          </a:p>
        </p:txBody>
      </p:sp>
      <p:graphicFrame>
        <p:nvGraphicFramePr>
          <p:cNvPr id="39941" name="表格 39940"/>
          <p:cNvGraphicFramePr/>
          <p:nvPr>
            <p:custDataLst>
              <p:tags r:id="rId2"/>
            </p:custDataLst>
          </p:nvPr>
        </p:nvGraphicFramePr>
        <p:xfrm>
          <a:off x="4286250" y="1547812"/>
          <a:ext cx="3257550" cy="3367088"/>
        </p:xfrm>
        <a:graphic>
          <a:graphicData uri="http://schemas.openxmlformats.org/drawingml/2006/table">
            <a:tbl>
              <a:tblPr/>
              <a:tblGrid>
                <a:gridCol w="571500">
                  <a:extLst>
                    <a:ext uri="{9D8B030D-6E8A-4147-A177-3AD203B41FA5}">
                      <a16:colId xmlns:a16="http://schemas.microsoft.com/office/drawing/2014/main" val="20000"/>
                    </a:ext>
                  </a:extLst>
                </a:gridCol>
                <a:gridCol w="628650">
                  <a:extLst>
                    <a:ext uri="{9D8B030D-6E8A-4147-A177-3AD203B41FA5}">
                      <a16:colId xmlns:a16="http://schemas.microsoft.com/office/drawing/2014/main" val="20001"/>
                    </a:ext>
                  </a:extLst>
                </a:gridCol>
                <a:gridCol w="571500">
                  <a:extLst>
                    <a:ext uri="{9D8B030D-6E8A-4147-A177-3AD203B41FA5}">
                      <a16:colId xmlns:a16="http://schemas.microsoft.com/office/drawing/2014/main" val="20002"/>
                    </a:ext>
                  </a:extLst>
                </a:gridCol>
                <a:gridCol w="1485900">
                  <a:extLst>
                    <a:ext uri="{9D8B030D-6E8A-4147-A177-3AD203B41FA5}">
                      <a16:colId xmlns:a16="http://schemas.microsoft.com/office/drawing/2014/main" val="20003"/>
                    </a:ext>
                  </a:extLst>
                </a:gridCol>
              </a:tblGrid>
              <a:tr h="244079">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chemeClr val="tx1"/>
                          </a:solidFill>
                          <a:latin typeface="微软雅黑" panose="020B0503020204020204" charset="-122"/>
                          <a:ea typeface="微软雅黑" panose="020B0503020204020204" charset="-122"/>
                        </a:rPr>
                        <a:t>a</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solid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chemeClr val="tx1"/>
                          </a:solidFill>
                          <a:latin typeface="微软雅黑" panose="020B0503020204020204" charset="-122"/>
                          <a:ea typeface="微软雅黑" panose="020B0503020204020204" charset="-122"/>
                        </a:rPr>
                        <a:t>b</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solid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chemeClr val="tx1"/>
                          </a:solidFill>
                          <a:latin typeface="微软雅黑" panose="020B0503020204020204" charset="-122"/>
                          <a:ea typeface="微软雅黑" panose="020B0503020204020204" charset="-122"/>
                        </a:rPr>
                        <a:t>c</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solid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zh-CN" altLang="en-US" sz="1500" b="1" dirty="0">
                          <a:solidFill>
                            <a:schemeClr val="tx1"/>
                          </a:solidFill>
                          <a:latin typeface="微软雅黑" panose="020B0503020204020204" charset="-122"/>
                          <a:ea typeface="微软雅黑" panose="020B0503020204020204" charset="-122"/>
                        </a:rPr>
                        <a:t>预期输出</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265509">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latin typeface="微软雅黑" panose="020B0503020204020204" charset="-122"/>
                          <a:ea typeface="微软雅黑" panose="020B0503020204020204" charset="-122"/>
                        </a:rPr>
                        <a:t>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latin typeface="微软雅黑" panose="020B0503020204020204" charset="-122"/>
                          <a:ea typeface="微软雅黑" panose="020B0503020204020204" charset="-122"/>
                        </a:rPr>
                        <a:t>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latin typeface="微软雅黑" panose="020B0503020204020204" charset="-122"/>
                          <a:ea typeface="微软雅黑" panose="020B0503020204020204" charset="-122"/>
                        </a:rPr>
                        <a:t>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zh-CN" altLang="en-US" sz="1500" b="1" dirty="0">
                          <a:latin typeface="微软雅黑" panose="020B0503020204020204" charset="-122"/>
                          <a:ea typeface="微软雅黑" panose="020B0503020204020204" charset="-122"/>
                        </a:rPr>
                        <a:t>等边三角形</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5750">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zh-CN" altLang="en-US" sz="1500" b="1" dirty="0">
                          <a:solidFill>
                            <a:srgbClr val="0000FF"/>
                          </a:solidFill>
                          <a:latin typeface="微软雅黑" panose="020B0503020204020204" charset="-122"/>
                          <a:ea typeface="微软雅黑" panose="020B0503020204020204" charset="-122"/>
                        </a:rPr>
                        <a:t>等腰三角形</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5750">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zh-CN" altLang="en-US" sz="1500" b="1" dirty="0">
                          <a:solidFill>
                            <a:srgbClr val="0000FF"/>
                          </a:solidFill>
                          <a:latin typeface="微软雅黑" panose="020B0503020204020204" charset="-122"/>
                          <a:ea typeface="微软雅黑" panose="020B0503020204020204" charset="-122"/>
                        </a:rPr>
                        <a:t>等腰三角形</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85750">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zh-CN" altLang="en-US" sz="1500" b="1" dirty="0">
                          <a:solidFill>
                            <a:srgbClr val="0000FF"/>
                          </a:solidFill>
                          <a:latin typeface="微软雅黑" panose="020B0503020204020204" charset="-122"/>
                          <a:ea typeface="微软雅黑" panose="020B0503020204020204" charset="-122"/>
                        </a:rPr>
                        <a:t>等腰三角形</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85750">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FF0000"/>
                          </a:solidFill>
                          <a:latin typeface="微软雅黑" panose="020B0503020204020204" charset="-122"/>
                          <a:ea typeface="微软雅黑" panose="020B0503020204020204" charset="-122"/>
                        </a:rPr>
                        <a:t>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FF0000"/>
                          </a:solidFill>
                          <a:latin typeface="微软雅黑" panose="020B0503020204020204" charset="-122"/>
                          <a:ea typeface="微软雅黑" panose="020B0503020204020204" charset="-122"/>
                        </a:rPr>
                        <a:t>4</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FF0000"/>
                          </a:solidFill>
                          <a:latin typeface="微软雅黑" panose="020B0503020204020204" charset="-122"/>
                          <a:ea typeface="微软雅黑" panose="020B0503020204020204" charset="-122"/>
                        </a:rPr>
                        <a:t>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zh-CN" altLang="en-US" sz="1500" b="1" dirty="0">
                          <a:solidFill>
                            <a:srgbClr val="FF0000"/>
                          </a:solidFill>
                          <a:latin typeface="微软雅黑" panose="020B0503020204020204" charset="-122"/>
                          <a:ea typeface="微软雅黑" panose="020B0503020204020204" charset="-122"/>
                        </a:rPr>
                        <a:t>不等边三角形</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85750">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chemeClr val="bg2"/>
                          </a:solidFill>
                          <a:latin typeface="微软雅黑" panose="020B0503020204020204" charset="-122"/>
                          <a:ea typeface="微软雅黑" panose="020B0503020204020204" charset="-122"/>
                        </a:rPr>
                        <a:t>4</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chemeClr val="bg2"/>
                          </a:solidFill>
                          <a:latin typeface="微软雅黑" panose="020B0503020204020204" charset="-122"/>
                          <a:ea typeface="微软雅黑" panose="020B0503020204020204" charset="-122"/>
                        </a:rPr>
                        <a:t>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chemeClr val="bg2"/>
                          </a:solidFill>
                          <a:latin typeface="微软雅黑" panose="020B0503020204020204" charset="-122"/>
                          <a:ea typeface="微软雅黑" panose="020B0503020204020204" charset="-122"/>
                        </a:rPr>
                        <a:t>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zh-CN" altLang="en-US" sz="1500" b="1" dirty="0">
                          <a:solidFill>
                            <a:schemeClr val="bg2"/>
                          </a:solidFill>
                          <a:latin typeface="微软雅黑" panose="020B0503020204020204" charset="-122"/>
                          <a:ea typeface="微软雅黑" panose="020B0503020204020204" charset="-122"/>
                        </a:rPr>
                        <a:t>非三角形</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85750">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chemeClr val="bg2"/>
                          </a:solidFill>
                          <a:latin typeface="微软雅黑" panose="020B0503020204020204" charset="-122"/>
                          <a:ea typeface="微软雅黑" panose="020B0503020204020204" charset="-122"/>
                        </a:rPr>
                        <a:t>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chemeClr val="bg2"/>
                          </a:solidFill>
                          <a:latin typeface="微软雅黑" panose="020B0503020204020204" charset="-122"/>
                          <a:ea typeface="微软雅黑" panose="020B0503020204020204" charset="-122"/>
                        </a:rPr>
                        <a:t>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chemeClr val="bg2"/>
                          </a:solidFill>
                          <a:latin typeface="微软雅黑" panose="020B0503020204020204" charset="-122"/>
                          <a:ea typeface="微软雅黑" panose="020B0503020204020204" charset="-122"/>
                        </a:rPr>
                        <a:t>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zh-CN" altLang="en-US" sz="1500" b="1" dirty="0">
                          <a:solidFill>
                            <a:schemeClr val="bg2"/>
                          </a:solidFill>
                          <a:latin typeface="微软雅黑" panose="020B0503020204020204" charset="-122"/>
                          <a:ea typeface="微软雅黑" panose="020B0503020204020204" charset="-122"/>
                        </a:rPr>
                        <a:t>非三角形</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85750">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chemeClr val="bg2"/>
                          </a:solidFill>
                          <a:latin typeface="微软雅黑" panose="020B0503020204020204" charset="-122"/>
                          <a:ea typeface="微软雅黑" panose="020B0503020204020204" charset="-122"/>
                        </a:rPr>
                        <a:t>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chemeClr val="bg2"/>
                          </a:solidFill>
                          <a:latin typeface="微软雅黑" panose="020B0503020204020204" charset="-122"/>
                          <a:ea typeface="微软雅黑" panose="020B0503020204020204" charset="-122"/>
                        </a:rPr>
                        <a:t>4</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chemeClr val="bg2"/>
                          </a:solidFill>
                          <a:latin typeface="微软雅黑" panose="020B0503020204020204" charset="-122"/>
                          <a:ea typeface="微软雅黑" panose="020B0503020204020204" charset="-122"/>
                        </a:rPr>
                        <a:t>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zh-CN" altLang="en-US" sz="1500" b="1" dirty="0">
                          <a:solidFill>
                            <a:schemeClr val="bg2"/>
                          </a:solidFill>
                          <a:latin typeface="微软雅黑" panose="020B0503020204020204" charset="-122"/>
                          <a:ea typeface="微软雅黑" panose="020B0503020204020204" charset="-122"/>
                        </a:rPr>
                        <a:t>非三角形</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85750">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chemeClr val="bg2"/>
                          </a:solidFill>
                          <a:latin typeface="微软雅黑" panose="020B0503020204020204" charset="-122"/>
                          <a:ea typeface="微软雅黑" panose="020B0503020204020204" charset="-122"/>
                        </a:rPr>
                        <a:t>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chemeClr val="bg2"/>
                          </a:solidFill>
                          <a:latin typeface="微软雅黑" panose="020B0503020204020204" charset="-122"/>
                          <a:ea typeface="微软雅黑" panose="020B0503020204020204" charset="-122"/>
                        </a:rPr>
                        <a:t>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chemeClr val="bg2"/>
                          </a:solidFill>
                          <a:latin typeface="微软雅黑" panose="020B0503020204020204" charset="-122"/>
                          <a:ea typeface="微软雅黑" panose="020B0503020204020204" charset="-122"/>
                        </a:rPr>
                        <a:t>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zh-CN" altLang="en-US" sz="1500" b="1" dirty="0">
                          <a:solidFill>
                            <a:schemeClr val="bg2"/>
                          </a:solidFill>
                          <a:latin typeface="微软雅黑" panose="020B0503020204020204" charset="-122"/>
                          <a:ea typeface="微软雅黑" panose="020B0503020204020204" charset="-122"/>
                        </a:rPr>
                        <a:t>非三角形</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85750">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chemeClr val="bg2"/>
                          </a:solidFill>
                          <a:latin typeface="微软雅黑" panose="020B0503020204020204" charset="-122"/>
                          <a:ea typeface="微软雅黑" panose="020B0503020204020204" charset="-122"/>
                        </a:rPr>
                        <a:t>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chemeClr val="bg2"/>
                          </a:solidFill>
                          <a:latin typeface="微软雅黑" panose="020B0503020204020204" charset="-122"/>
                          <a:ea typeface="微软雅黑" panose="020B0503020204020204" charset="-122"/>
                        </a:rPr>
                        <a:t>4</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chemeClr val="bg2"/>
                          </a:solidFill>
                          <a:latin typeface="微软雅黑" panose="020B0503020204020204" charset="-122"/>
                          <a:ea typeface="微软雅黑" panose="020B0503020204020204" charset="-122"/>
                        </a:rPr>
                        <a:t>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zh-CN" altLang="en-US" sz="1500" b="1" dirty="0">
                          <a:solidFill>
                            <a:schemeClr val="bg2"/>
                          </a:solidFill>
                          <a:latin typeface="微软雅黑" panose="020B0503020204020204" charset="-122"/>
                          <a:ea typeface="微软雅黑" panose="020B0503020204020204" charset="-122"/>
                        </a:rPr>
                        <a:t>非三角形</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85750">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chemeClr val="bg2"/>
                          </a:solidFill>
                          <a:latin typeface="微软雅黑" panose="020B0503020204020204" charset="-122"/>
                          <a:ea typeface="微软雅黑" panose="020B0503020204020204" charset="-122"/>
                        </a:rPr>
                        <a:t>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chemeClr val="bg2"/>
                          </a:solidFill>
                          <a:latin typeface="微软雅黑" panose="020B0503020204020204" charset="-122"/>
                          <a:ea typeface="微软雅黑" panose="020B0503020204020204" charset="-122"/>
                        </a:rPr>
                        <a:t>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chemeClr val="bg2"/>
                          </a:solidFill>
                          <a:latin typeface="微软雅黑" panose="020B0503020204020204" charset="-122"/>
                          <a:ea typeface="微软雅黑" panose="020B0503020204020204" charset="-122"/>
                        </a:rPr>
                        <a:t>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zh-CN" altLang="en-US" sz="1500" b="1" dirty="0">
                          <a:solidFill>
                            <a:schemeClr val="bg2"/>
                          </a:solidFill>
                          <a:latin typeface="微软雅黑" panose="020B0503020204020204" charset="-122"/>
                          <a:ea typeface="微软雅黑" panose="020B0503020204020204" charset="-122"/>
                        </a:rPr>
                        <a:t>非三角形</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
        <p:nvSpPr>
          <p:cNvPr id="40008" name="Rectangle 72"/>
          <p:cNvSpPr/>
          <p:nvPr/>
        </p:nvSpPr>
        <p:spPr>
          <a:xfrm>
            <a:off x="4842034" y="1113473"/>
            <a:ext cx="2377440" cy="276999"/>
          </a:xfrm>
          <a:prstGeom prst="rect">
            <a:avLst/>
          </a:prstGeom>
          <a:noFill/>
          <a:ln w="9525">
            <a:noFill/>
          </a:ln>
        </p:spPr>
        <p:txBody>
          <a:bodyPr wrap="square" lIns="0" tIns="0" rIns="0" bIns="0">
            <a:spAutoFit/>
          </a:bodyPr>
          <a:lstStyle/>
          <a:p>
            <a:r>
              <a:rPr lang="zh-CN" altLang="en-US" b="1" dirty="0">
                <a:solidFill>
                  <a:srgbClr val="0000FF"/>
                </a:solidFill>
                <a:latin typeface="微软雅黑" panose="020B0503020204020204" charset="-122"/>
                <a:ea typeface="微软雅黑" panose="020B0503020204020204" charset="-122"/>
              </a:rPr>
              <a:t>弱一般等价类测试用例</a:t>
            </a:r>
          </a:p>
        </p:txBody>
      </p:sp>
      <p:grpSp>
        <p:nvGrpSpPr>
          <p:cNvPr id="40009" name="Group 73"/>
          <p:cNvGrpSpPr/>
          <p:nvPr/>
        </p:nvGrpSpPr>
        <p:grpSpPr>
          <a:xfrm>
            <a:off x="1500664" y="2031683"/>
            <a:ext cx="2684145" cy="2171700"/>
            <a:chOff x="336" y="1920"/>
            <a:chExt cx="2112" cy="1824"/>
          </a:xfrm>
        </p:grpSpPr>
        <p:sp>
          <p:nvSpPr>
            <p:cNvPr id="40011" name="Rectangle 74"/>
            <p:cNvSpPr/>
            <p:nvPr>
              <p:custDataLst>
                <p:tags r:id="rId3"/>
              </p:custDataLst>
            </p:nvPr>
          </p:nvSpPr>
          <p:spPr>
            <a:xfrm>
              <a:off x="336" y="1920"/>
              <a:ext cx="2064" cy="1824"/>
            </a:xfrm>
            <a:prstGeom prst="rect">
              <a:avLst/>
            </a:prstGeom>
            <a:solidFill>
              <a:srgbClr val="FFFF99"/>
            </a:solidFill>
            <a:ln w="34925" cap="flat" cmpd="sng">
              <a:solidFill>
                <a:srgbClr val="0000FF"/>
              </a:solidFill>
              <a:prstDash val="solid"/>
              <a:miter/>
              <a:headEnd type="none" w="med" len="med"/>
              <a:tailEnd type="none" w="med" len="med"/>
            </a:ln>
          </p:spPr>
          <p:txBody>
            <a:bodyPr wrap="none" lIns="0" tIns="0" rIns="0" bIns="0" anchor="ctr" anchorCtr="0"/>
            <a:lstStyle/>
            <a:p>
              <a:endParaRPr lang="zh-CN" altLang="en-US" sz="1350" dirty="0">
                <a:solidFill>
                  <a:schemeClr val="dk1"/>
                </a:solidFill>
                <a:latin typeface="微软雅黑" panose="020B0503020204020204" charset="-122"/>
                <a:ea typeface="微软雅黑" panose="020B0503020204020204" charset="-122"/>
              </a:endParaRPr>
            </a:p>
          </p:txBody>
        </p:sp>
        <p:sp>
          <p:nvSpPr>
            <p:cNvPr id="40012" name="Text Box 75"/>
            <p:cNvSpPr txBox="1"/>
            <p:nvPr/>
          </p:nvSpPr>
          <p:spPr>
            <a:xfrm>
              <a:off x="372" y="3504"/>
              <a:ext cx="492" cy="194"/>
            </a:xfrm>
            <a:prstGeom prst="rect">
              <a:avLst/>
            </a:prstGeom>
            <a:noFill/>
            <a:ln w="9525">
              <a:noFill/>
            </a:ln>
          </p:spPr>
          <p:txBody>
            <a:bodyPr lIns="0" tIns="0" rIns="0" bIns="0" anchor="t" anchorCtr="1">
              <a:spAutoFit/>
            </a:bodyPr>
            <a:lstStyle/>
            <a:p>
              <a:pPr>
                <a:spcBef>
                  <a:spcPct val="50000"/>
                </a:spcBef>
              </a:pPr>
              <a:r>
                <a:rPr lang="zh-CN" altLang="en-US" sz="1500" b="1" dirty="0">
                  <a:solidFill>
                    <a:srgbClr val="FF0000"/>
                  </a:solidFill>
                  <a:latin typeface="微软雅黑" panose="020B0503020204020204" charset="-122"/>
                  <a:ea typeface="微软雅黑" panose="020B0503020204020204" charset="-122"/>
                </a:rPr>
                <a:t>三角形</a:t>
              </a:r>
            </a:p>
          </p:txBody>
        </p:sp>
        <p:sp>
          <p:nvSpPr>
            <p:cNvPr id="40013" name="Text Box 76"/>
            <p:cNvSpPr txBox="1"/>
            <p:nvPr/>
          </p:nvSpPr>
          <p:spPr>
            <a:xfrm>
              <a:off x="1824" y="1920"/>
              <a:ext cx="540" cy="194"/>
            </a:xfrm>
            <a:prstGeom prst="rect">
              <a:avLst/>
            </a:prstGeom>
            <a:noFill/>
            <a:ln w="9525">
              <a:noFill/>
            </a:ln>
          </p:spPr>
          <p:txBody>
            <a:bodyPr lIns="0" tIns="0" rIns="0" bIns="0" anchor="t" anchorCtr="1">
              <a:spAutoFit/>
            </a:bodyPr>
            <a:lstStyle/>
            <a:p>
              <a:pPr>
                <a:spcBef>
                  <a:spcPct val="50000"/>
                </a:spcBef>
              </a:pPr>
              <a:r>
                <a:rPr lang="zh-CN" altLang="en-US" sz="1500" b="1" dirty="0">
                  <a:solidFill>
                    <a:srgbClr val="0000FF"/>
                  </a:solidFill>
                  <a:latin typeface="微软雅黑" panose="020B0503020204020204" charset="-122"/>
                  <a:ea typeface="微软雅黑" panose="020B0503020204020204" charset="-122"/>
                </a:rPr>
                <a:t>输入域</a:t>
              </a:r>
            </a:p>
          </p:txBody>
        </p:sp>
        <p:sp>
          <p:nvSpPr>
            <p:cNvPr id="40014" name="Freeform 77"/>
            <p:cNvSpPr/>
            <p:nvPr>
              <p:custDataLst>
                <p:tags r:id="rId4"/>
              </p:custDataLst>
            </p:nvPr>
          </p:nvSpPr>
          <p:spPr>
            <a:xfrm>
              <a:off x="1104" y="1920"/>
              <a:ext cx="624" cy="1824"/>
            </a:xfrm>
            <a:custGeom>
              <a:avLst/>
              <a:gdLst>
                <a:gd name="txL" fmla="*/ 0 w 449"/>
                <a:gd name="txT" fmla="*/ 0 h 1571"/>
                <a:gd name="txR" fmla="*/ 449 w 449"/>
                <a:gd name="txB" fmla="*/ 1571 h 1571"/>
              </a:gdLst>
              <a:ahLst/>
              <a:cxnLst>
                <a:cxn ang="0">
                  <a:pos x="0" y="0"/>
                </a:cxn>
                <a:cxn ang="0">
                  <a:pos x="72" y="182"/>
                </a:cxn>
                <a:cxn ang="0">
                  <a:pos x="146" y="356"/>
                </a:cxn>
                <a:cxn ang="0">
                  <a:pos x="197" y="477"/>
                </a:cxn>
                <a:cxn ang="0">
                  <a:pos x="239" y="547"/>
                </a:cxn>
                <a:cxn ang="0">
                  <a:pos x="270" y="607"/>
                </a:cxn>
                <a:cxn ang="0">
                  <a:pos x="302" y="694"/>
                </a:cxn>
                <a:cxn ang="0">
                  <a:pos x="427" y="903"/>
                </a:cxn>
                <a:cxn ang="0">
                  <a:pos x="509" y="1059"/>
                </a:cxn>
                <a:cxn ang="0">
                  <a:pos x="624" y="1346"/>
                </a:cxn>
                <a:cxn ang="0">
                  <a:pos x="603" y="1824"/>
                </a:cxn>
              </a:cxnLst>
              <a:rect l="txL" t="txT" r="txR" b="txB"/>
              <a:pathLst>
                <a:path w="449" h="1571">
                  <a:moveTo>
                    <a:pt x="0" y="0"/>
                  </a:moveTo>
                  <a:cubicBezTo>
                    <a:pt x="25" y="49"/>
                    <a:pt x="35" y="105"/>
                    <a:pt x="52" y="157"/>
                  </a:cubicBezTo>
                  <a:cubicBezTo>
                    <a:pt x="69" y="208"/>
                    <a:pt x="90" y="256"/>
                    <a:pt x="105" y="307"/>
                  </a:cubicBezTo>
                  <a:cubicBezTo>
                    <a:pt x="115" y="340"/>
                    <a:pt x="129" y="379"/>
                    <a:pt x="142" y="411"/>
                  </a:cubicBezTo>
                  <a:cubicBezTo>
                    <a:pt x="151" y="432"/>
                    <a:pt x="172" y="471"/>
                    <a:pt x="172" y="471"/>
                  </a:cubicBezTo>
                  <a:cubicBezTo>
                    <a:pt x="186" y="531"/>
                    <a:pt x="169" y="474"/>
                    <a:pt x="194" y="523"/>
                  </a:cubicBezTo>
                  <a:cubicBezTo>
                    <a:pt x="206" y="547"/>
                    <a:pt x="206" y="574"/>
                    <a:pt x="217" y="598"/>
                  </a:cubicBezTo>
                  <a:cubicBezTo>
                    <a:pt x="245" y="658"/>
                    <a:pt x="274" y="720"/>
                    <a:pt x="307" y="778"/>
                  </a:cubicBezTo>
                  <a:cubicBezTo>
                    <a:pt x="331" y="821"/>
                    <a:pt x="340" y="870"/>
                    <a:pt x="366" y="912"/>
                  </a:cubicBezTo>
                  <a:cubicBezTo>
                    <a:pt x="389" y="997"/>
                    <a:pt x="433" y="1072"/>
                    <a:pt x="449" y="1159"/>
                  </a:cubicBezTo>
                  <a:cubicBezTo>
                    <a:pt x="445" y="1294"/>
                    <a:pt x="434" y="1435"/>
                    <a:pt x="434" y="1571"/>
                  </a:cubicBezTo>
                </a:path>
              </a:pathLst>
            </a:custGeom>
            <a:noFill/>
            <a:ln w="34925" cap="flat" cmpd="sng">
              <a:solidFill>
                <a:srgbClr val="FF0000">
                  <a:alpha val="100000"/>
                </a:srgbClr>
              </a:solidFill>
              <a:prstDash val="solid"/>
              <a:round/>
              <a:headEnd type="none" w="med" len="med"/>
              <a:tailEnd type="none" w="med" len="med"/>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40015" name="Text Box 78"/>
            <p:cNvSpPr txBox="1"/>
            <p:nvPr/>
          </p:nvSpPr>
          <p:spPr>
            <a:xfrm>
              <a:off x="1728" y="3456"/>
              <a:ext cx="653" cy="194"/>
            </a:xfrm>
            <a:prstGeom prst="rect">
              <a:avLst/>
            </a:prstGeom>
            <a:noFill/>
            <a:ln w="9525">
              <a:noFill/>
            </a:ln>
          </p:spPr>
          <p:txBody>
            <a:bodyPr lIns="0" tIns="0" rIns="0" bIns="0" anchor="t" anchorCtr="1">
              <a:spAutoFit/>
            </a:bodyPr>
            <a:lstStyle/>
            <a:p>
              <a:pPr>
                <a:spcBef>
                  <a:spcPct val="50000"/>
                </a:spcBef>
              </a:pPr>
              <a:r>
                <a:rPr lang="zh-CN" altLang="en-US" sz="1500" b="1" dirty="0">
                  <a:solidFill>
                    <a:srgbClr val="FF0000"/>
                  </a:solidFill>
                  <a:latin typeface="微软雅黑" panose="020B0503020204020204" charset="-122"/>
                  <a:ea typeface="微软雅黑" panose="020B0503020204020204" charset="-122"/>
                </a:rPr>
                <a:t>非三角形</a:t>
              </a:r>
            </a:p>
          </p:txBody>
        </p:sp>
        <p:sp>
          <p:nvSpPr>
            <p:cNvPr id="40016" name="Freeform 79"/>
            <p:cNvSpPr/>
            <p:nvPr>
              <p:custDataLst>
                <p:tags r:id="rId5"/>
              </p:custDataLst>
            </p:nvPr>
          </p:nvSpPr>
          <p:spPr>
            <a:xfrm>
              <a:off x="348" y="2160"/>
              <a:ext cx="852" cy="643"/>
            </a:xfrm>
            <a:custGeom>
              <a:avLst/>
              <a:gdLst>
                <a:gd name="txL" fmla="*/ 0 w 1152"/>
                <a:gd name="txT" fmla="*/ 0 h 629"/>
                <a:gd name="txR" fmla="*/ 1152 w 1152"/>
                <a:gd name="txB" fmla="*/ 629 h 629"/>
              </a:gdLst>
              <a:ahLst/>
              <a:cxnLst>
                <a:cxn ang="0">
                  <a:pos x="852" y="0"/>
                </a:cxn>
                <a:cxn ang="0">
                  <a:pos x="747" y="138"/>
                </a:cxn>
                <a:cxn ang="0">
                  <a:pos x="680" y="199"/>
                </a:cxn>
                <a:cxn ang="0">
                  <a:pos x="603" y="222"/>
                </a:cxn>
                <a:cxn ang="0">
                  <a:pos x="498" y="261"/>
                </a:cxn>
                <a:cxn ang="0">
                  <a:pos x="432" y="314"/>
                </a:cxn>
                <a:cxn ang="0">
                  <a:pos x="260" y="406"/>
                </a:cxn>
                <a:cxn ang="0">
                  <a:pos x="200" y="444"/>
                </a:cxn>
                <a:cxn ang="0">
                  <a:pos x="105" y="529"/>
                </a:cxn>
                <a:cxn ang="0">
                  <a:pos x="83" y="544"/>
                </a:cxn>
                <a:cxn ang="0">
                  <a:pos x="61" y="558"/>
                </a:cxn>
                <a:cxn ang="0">
                  <a:pos x="44" y="582"/>
                </a:cxn>
                <a:cxn ang="0">
                  <a:pos x="28" y="589"/>
                </a:cxn>
                <a:cxn ang="0">
                  <a:pos x="0" y="643"/>
                </a:cxn>
              </a:cxnLst>
              <a:rect l="txL" t="txT" r="txR" b="txB"/>
              <a:pathLst>
                <a:path w="1152" h="629">
                  <a:moveTo>
                    <a:pt x="1152" y="0"/>
                  </a:moveTo>
                  <a:cubicBezTo>
                    <a:pt x="1120" y="65"/>
                    <a:pt x="1068" y="95"/>
                    <a:pt x="1010" y="135"/>
                  </a:cubicBezTo>
                  <a:cubicBezTo>
                    <a:pt x="980" y="155"/>
                    <a:pt x="955" y="188"/>
                    <a:pt x="920" y="195"/>
                  </a:cubicBezTo>
                  <a:cubicBezTo>
                    <a:pt x="885" y="202"/>
                    <a:pt x="851" y="210"/>
                    <a:pt x="816" y="217"/>
                  </a:cubicBezTo>
                  <a:cubicBezTo>
                    <a:pt x="731" y="269"/>
                    <a:pt x="834" y="213"/>
                    <a:pt x="673" y="255"/>
                  </a:cubicBezTo>
                  <a:cubicBezTo>
                    <a:pt x="643" y="263"/>
                    <a:pt x="612" y="293"/>
                    <a:pt x="584" y="307"/>
                  </a:cubicBezTo>
                  <a:cubicBezTo>
                    <a:pt x="517" y="341"/>
                    <a:pt x="427" y="384"/>
                    <a:pt x="352" y="397"/>
                  </a:cubicBezTo>
                  <a:cubicBezTo>
                    <a:pt x="323" y="414"/>
                    <a:pt x="301" y="424"/>
                    <a:pt x="270" y="434"/>
                  </a:cubicBezTo>
                  <a:cubicBezTo>
                    <a:pt x="218" y="468"/>
                    <a:pt x="203" y="486"/>
                    <a:pt x="142" y="517"/>
                  </a:cubicBezTo>
                  <a:cubicBezTo>
                    <a:pt x="132" y="522"/>
                    <a:pt x="122" y="527"/>
                    <a:pt x="112" y="532"/>
                  </a:cubicBezTo>
                  <a:cubicBezTo>
                    <a:pt x="102" y="537"/>
                    <a:pt x="82" y="546"/>
                    <a:pt x="82" y="546"/>
                  </a:cubicBezTo>
                  <a:cubicBezTo>
                    <a:pt x="75" y="554"/>
                    <a:pt x="69" y="563"/>
                    <a:pt x="60" y="569"/>
                  </a:cubicBezTo>
                  <a:cubicBezTo>
                    <a:pt x="54" y="573"/>
                    <a:pt x="43" y="571"/>
                    <a:pt x="38" y="576"/>
                  </a:cubicBezTo>
                  <a:cubicBezTo>
                    <a:pt x="23" y="591"/>
                    <a:pt x="15" y="614"/>
                    <a:pt x="0" y="629"/>
                  </a:cubicBezTo>
                </a:path>
              </a:pathLst>
            </a:custGeom>
            <a:noFill/>
            <a:ln w="34925" cap="flat" cmpd="sng">
              <a:solidFill>
                <a:schemeClr val="dk1">
                  <a:alpha val="100000"/>
                </a:schemeClr>
              </a:solidFill>
              <a:prstDash val="solid"/>
              <a:round/>
              <a:headEnd type="none" w="med" len="med"/>
              <a:tailEnd type="none" w="med" len="med"/>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40017" name="Text Box 80"/>
            <p:cNvSpPr txBox="1"/>
            <p:nvPr>
              <p:custDataLst>
                <p:tags r:id="rId6"/>
              </p:custDataLst>
            </p:nvPr>
          </p:nvSpPr>
          <p:spPr>
            <a:xfrm>
              <a:off x="372" y="1967"/>
              <a:ext cx="588" cy="427"/>
            </a:xfrm>
            <a:prstGeom prst="rect">
              <a:avLst/>
            </a:prstGeom>
            <a:noFill/>
            <a:ln w="9525">
              <a:noFill/>
            </a:ln>
          </p:spPr>
          <p:txBody>
            <a:bodyPr lIns="0" tIns="0" rIns="0" bIns="0" anchor="t" anchorCtr="1">
              <a:spAutoFit/>
            </a:bodyPr>
            <a:lstStyle/>
            <a:p>
              <a:r>
                <a:rPr lang="zh-CN" altLang="en-US" sz="1650" dirty="0">
                  <a:solidFill>
                    <a:schemeClr val="dk1"/>
                  </a:solidFill>
                  <a:latin typeface="微软雅黑" panose="020B0503020204020204" charset="-122"/>
                  <a:ea typeface="微软雅黑" panose="020B0503020204020204" charset="-122"/>
                </a:rPr>
                <a:t>等边</a:t>
              </a:r>
            </a:p>
            <a:p>
              <a:r>
                <a:rPr lang="zh-CN" altLang="en-US" sz="1650" dirty="0">
                  <a:solidFill>
                    <a:schemeClr val="dk1"/>
                  </a:solidFill>
                  <a:latin typeface="微软雅黑" panose="020B0503020204020204" charset="-122"/>
                  <a:ea typeface="微软雅黑" panose="020B0503020204020204" charset="-122"/>
                </a:rPr>
                <a:t>三角形</a:t>
              </a:r>
            </a:p>
          </p:txBody>
        </p:sp>
        <p:sp>
          <p:nvSpPr>
            <p:cNvPr id="40018" name="Freeform 81"/>
            <p:cNvSpPr/>
            <p:nvPr>
              <p:custDataLst>
                <p:tags r:id="rId7"/>
              </p:custDataLst>
            </p:nvPr>
          </p:nvSpPr>
          <p:spPr>
            <a:xfrm>
              <a:off x="912" y="2544"/>
              <a:ext cx="480" cy="1200"/>
            </a:xfrm>
            <a:custGeom>
              <a:avLst/>
              <a:gdLst>
                <a:gd name="txL" fmla="*/ 0 w 1152"/>
                <a:gd name="txT" fmla="*/ 0 h 629"/>
                <a:gd name="txR" fmla="*/ 1152 w 1152"/>
                <a:gd name="txB" fmla="*/ 629 h 629"/>
              </a:gdLst>
              <a:ahLst/>
              <a:cxnLst>
                <a:cxn ang="0">
                  <a:pos x="480" y="0"/>
                </a:cxn>
                <a:cxn ang="0">
                  <a:pos x="421" y="258"/>
                </a:cxn>
                <a:cxn ang="0">
                  <a:pos x="383" y="372"/>
                </a:cxn>
                <a:cxn ang="0">
                  <a:pos x="340" y="414"/>
                </a:cxn>
                <a:cxn ang="0">
                  <a:pos x="280" y="486"/>
                </a:cxn>
                <a:cxn ang="0">
                  <a:pos x="243" y="586"/>
                </a:cxn>
                <a:cxn ang="0">
                  <a:pos x="147" y="757"/>
                </a:cxn>
                <a:cxn ang="0">
                  <a:pos x="113" y="828"/>
                </a:cxn>
                <a:cxn ang="0">
                  <a:pos x="59" y="986"/>
                </a:cxn>
                <a:cxn ang="0">
                  <a:pos x="47" y="1015"/>
                </a:cxn>
                <a:cxn ang="0">
                  <a:pos x="34" y="1042"/>
                </a:cxn>
                <a:cxn ang="0">
                  <a:pos x="25" y="1086"/>
                </a:cxn>
                <a:cxn ang="0">
                  <a:pos x="16" y="1099"/>
                </a:cxn>
                <a:cxn ang="0">
                  <a:pos x="0" y="1200"/>
                </a:cxn>
              </a:cxnLst>
              <a:rect l="txL" t="txT" r="txR" b="txB"/>
              <a:pathLst>
                <a:path w="1152" h="629">
                  <a:moveTo>
                    <a:pt x="1152" y="0"/>
                  </a:moveTo>
                  <a:cubicBezTo>
                    <a:pt x="1120" y="65"/>
                    <a:pt x="1068" y="95"/>
                    <a:pt x="1010" y="135"/>
                  </a:cubicBezTo>
                  <a:cubicBezTo>
                    <a:pt x="980" y="155"/>
                    <a:pt x="955" y="188"/>
                    <a:pt x="920" y="195"/>
                  </a:cubicBezTo>
                  <a:cubicBezTo>
                    <a:pt x="885" y="202"/>
                    <a:pt x="851" y="210"/>
                    <a:pt x="816" y="217"/>
                  </a:cubicBezTo>
                  <a:cubicBezTo>
                    <a:pt x="731" y="269"/>
                    <a:pt x="834" y="213"/>
                    <a:pt x="673" y="255"/>
                  </a:cubicBezTo>
                  <a:cubicBezTo>
                    <a:pt x="643" y="263"/>
                    <a:pt x="612" y="293"/>
                    <a:pt x="584" y="307"/>
                  </a:cubicBezTo>
                  <a:cubicBezTo>
                    <a:pt x="517" y="341"/>
                    <a:pt x="427" y="384"/>
                    <a:pt x="352" y="397"/>
                  </a:cubicBezTo>
                  <a:cubicBezTo>
                    <a:pt x="323" y="414"/>
                    <a:pt x="301" y="424"/>
                    <a:pt x="270" y="434"/>
                  </a:cubicBezTo>
                  <a:cubicBezTo>
                    <a:pt x="218" y="468"/>
                    <a:pt x="203" y="486"/>
                    <a:pt x="142" y="517"/>
                  </a:cubicBezTo>
                  <a:cubicBezTo>
                    <a:pt x="132" y="522"/>
                    <a:pt x="122" y="527"/>
                    <a:pt x="112" y="532"/>
                  </a:cubicBezTo>
                  <a:cubicBezTo>
                    <a:pt x="102" y="537"/>
                    <a:pt x="82" y="546"/>
                    <a:pt x="82" y="546"/>
                  </a:cubicBezTo>
                  <a:cubicBezTo>
                    <a:pt x="75" y="554"/>
                    <a:pt x="69" y="563"/>
                    <a:pt x="60" y="569"/>
                  </a:cubicBezTo>
                  <a:cubicBezTo>
                    <a:pt x="54" y="573"/>
                    <a:pt x="43" y="571"/>
                    <a:pt x="38" y="576"/>
                  </a:cubicBezTo>
                  <a:cubicBezTo>
                    <a:pt x="23" y="591"/>
                    <a:pt x="15" y="614"/>
                    <a:pt x="0" y="629"/>
                  </a:cubicBezTo>
                </a:path>
              </a:pathLst>
            </a:custGeom>
            <a:noFill/>
            <a:ln w="34925" cap="flat" cmpd="sng">
              <a:solidFill>
                <a:schemeClr val="dk1">
                  <a:alpha val="100000"/>
                </a:schemeClr>
              </a:solidFill>
              <a:prstDash val="solid"/>
              <a:round/>
              <a:headEnd type="none" w="med" len="med"/>
              <a:tailEnd type="none" w="med" len="med"/>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40019" name="Text Box 82"/>
            <p:cNvSpPr txBox="1"/>
            <p:nvPr>
              <p:custDataLst>
                <p:tags r:id="rId8"/>
              </p:custDataLst>
            </p:nvPr>
          </p:nvSpPr>
          <p:spPr>
            <a:xfrm>
              <a:off x="432" y="2736"/>
              <a:ext cx="626" cy="427"/>
            </a:xfrm>
            <a:prstGeom prst="rect">
              <a:avLst/>
            </a:prstGeom>
            <a:noFill/>
            <a:ln w="9525">
              <a:noFill/>
            </a:ln>
          </p:spPr>
          <p:txBody>
            <a:bodyPr lIns="0" tIns="0" rIns="0" bIns="0" anchor="t" anchorCtr="1">
              <a:spAutoFit/>
            </a:bodyPr>
            <a:lstStyle/>
            <a:p>
              <a:r>
                <a:rPr lang="zh-CN" altLang="en-US" sz="1650" dirty="0">
                  <a:solidFill>
                    <a:schemeClr val="dk1"/>
                  </a:solidFill>
                  <a:latin typeface="微软雅黑" panose="020B0503020204020204" charset="-122"/>
                  <a:ea typeface="微软雅黑" panose="020B0503020204020204" charset="-122"/>
                </a:rPr>
                <a:t>等腰</a:t>
              </a:r>
            </a:p>
            <a:p>
              <a:r>
                <a:rPr lang="zh-CN" altLang="en-US" sz="1650" dirty="0">
                  <a:solidFill>
                    <a:schemeClr val="dk1"/>
                  </a:solidFill>
                  <a:latin typeface="微软雅黑" panose="020B0503020204020204" charset="-122"/>
                  <a:ea typeface="微软雅黑" panose="020B0503020204020204" charset="-122"/>
                </a:rPr>
                <a:t>三角形</a:t>
              </a:r>
            </a:p>
          </p:txBody>
        </p:sp>
        <p:sp>
          <p:nvSpPr>
            <p:cNvPr id="40020" name="Text Box 83"/>
            <p:cNvSpPr txBox="1"/>
            <p:nvPr>
              <p:custDataLst>
                <p:tags r:id="rId9"/>
              </p:custDataLst>
            </p:nvPr>
          </p:nvSpPr>
          <p:spPr>
            <a:xfrm>
              <a:off x="1008" y="3216"/>
              <a:ext cx="768" cy="427"/>
            </a:xfrm>
            <a:prstGeom prst="rect">
              <a:avLst/>
            </a:prstGeom>
            <a:noFill/>
            <a:ln w="9525">
              <a:noFill/>
            </a:ln>
          </p:spPr>
          <p:txBody>
            <a:bodyPr lIns="0" tIns="0" rIns="0" bIns="0" anchor="t" anchorCtr="1">
              <a:spAutoFit/>
            </a:bodyPr>
            <a:lstStyle/>
            <a:p>
              <a:r>
                <a:rPr lang="zh-CN" altLang="en-US" sz="1650" dirty="0">
                  <a:solidFill>
                    <a:schemeClr val="dk1"/>
                  </a:solidFill>
                  <a:latin typeface="微软雅黑" panose="020B0503020204020204" charset="-122"/>
                  <a:ea typeface="微软雅黑" panose="020B0503020204020204" charset="-122"/>
                </a:rPr>
                <a:t>不等边</a:t>
              </a:r>
            </a:p>
            <a:p>
              <a:r>
                <a:rPr lang="zh-CN" altLang="en-US" sz="1650" dirty="0">
                  <a:solidFill>
                    <a:schemeClr val="dk1"/>
                  </a:solidFill>
                  <a:latin typeface="微软雅黑" panose="020B0503020204020204" charset="-122"/>
                  <a:ea typeface="微软雅黑" panose="020B0503020204020204" charset="-122"/>
                </a:rPr>
                <a:t>三角形</a:t>
              </a:r>
            </a:p>
          </p:txBody>
        </p:sp>
        <p:sp>
          <p:nvSpPr>
            <p:cNvPr id="40021" name="Freeform 84"/>
            <p:cNvSpPr/>
            <p:nvPr>
              <p:custDataLst>
                <p:tags r:id="rId10"/>
              </p:custDataLst>
            </p:nvPr>
          </p:nvSpPr>
          <p:spPr>
            <a:xfrm>
              <a:off x="1536" y="2064"/>
              <a:ext cx="864" cy="768"/>
            </a:xfrm>
            <a:custGeom>
              <a:avLst/>
              <a:gdLst>
                <a:gd name="txL" fmla="*/ 0 w 1152"/>
                <a:gd name="txT" fmla="*/ 0 h 629"/>
                <a:gd name="txR" fmla="*/ 1152 w 1152"/>
                <a:gd name="txB" fmla="*/ 629 h 629"/>
              </a:gdLst>
              <a:ahLst/>
              <a:cxnLst>
                <a:cxn ang="0">
                  <a:pos x="864" y="0"/>
                </a:cxn>
                <a:cxn ang="0">
                  <a:pos x="757" y="165"/>
                </a:cxn>
                <a:cxn ang="0">
                  <a:pos x="690" y="238"/>
                </a:cxn>
                <a:cxn ang="0">
                  <a:pos x="612" y="265"/>
                </a:cxn>
                <a:cxn ang="0">
                  <a:pos x="505" y="311"/>
                </a:cxn>
                <a:cxn ang="0">
                  <a:pos x="438" y="375"/>
                </a:cxn>
                <a:cxn ang="0">
                  <a:pos x="264" y="485"/>
                </a:cxn>
                <a:cxn ang="0">
                  <a:pos x="203" y="530"/>
                </a:cxn>
                <a:cxn ang="0">
                  <a:pos x="107" y="631"/>
                </a:cxn>
                <a:cxn ang="0">
                  <a:pos x="84" y="650"/>
                </a:cxn>
                <a:cxn ang="0">
                  <a:pos x="61" y="667"/>
                </a:cxn>
                <a:cxn ang="0">
                  <a:pos x="45" y="695"/>
                </a:cxn>
                <a:cxn ang="0">
                  <a:pos x="28" y="703"/>
                </a:cxn>
                <a:cxn ang="0">
                  <a:pos x="0" y="768"/>
                </a:cxn>
              </a:cxnLst>
              <a:rect l="txL" t="txT" r="txR" b="txB"/>
              <a:pathLst>
                <a:path w="1152" h="629">
                  <a:moveTo>
                    <a:pt x="1152" y="0"/>
                  </a:moveTo>
                  <a:cubicBezTo>
                    <a:pt x="1120" y="65"/>
                    <a:pt x="1068" y="95"/>
                    <a:pt x="1010" y="135"/>
                  </a:cubicBezTo>
                  <a:cubicBezTo>
                    <a:pt x="980" y="155"/>
                    <a:pt x="955" y="188"/>
                    <a:pt x="920" y="195"/>
                  </a:cubicBezTo>
                  <a:cubicBezTo>
                    <a:pt x="885" y="202"/>
                    <a:pt x="851" y="210"/>
                    <a:pt x="816" y="217"/>
                  </a:cubicBezTo>
                  <a:cubicBezTo>
                    <a:pt x="731" y="269"/>
                    <a:pt x="834" y="213"/>
                    <a:pt x="673" y="255"/>
                  </a:cubicBezTo>
                  <a:cubicBezTo>
                    <a:pt x="643" y="263"/>
                    <a:pt x="612" y="293"/>
                    <a:pt x="584" y="307"/>
                  </a:cubicBezTo>
                  <a:cubicBezTo>
                    <a:pt x="517" y="341"/>
                    <a:pt x="427" y="384"/>
                    <a:pt x="352" y="397"/>
                  </a:cubicBezTo>
                  <a:cubicBezTo>
                    <a:pt x="323" y="414"/>
                    <a:pt x="301" y="424"/>
                    <a:pt x="270" y="434"/>
                  </a:cubicBezTo>
                  <a:cubicBezTo>
                    <a:pt x="218" y="468"/>
                    <a:pt x="203" y="486"/>
                    <a:pt x="142" y="517"/>
                  </a:cubicBezTo>
                  <a:cubicBezTo>
                    <a:pt x="132" y="522"/>
                    <a:pt x="122" y="527"/>
                    <a:pt x="112" y="532"/>
                  </a:cubicBezTo>
                  <a:cubicBezTo>
                    <a:pt x="102" y="537"/>
                    <a:pt x="82" y="546"/>
                    <a:pt x="82" y="546"/>
                  </a:cubicBezTo>
                  <a:cubicBezTo>
                    <a:pt x="75" y="554"/>
                    <a:pt x="69" y="563"/>
                    <a:pt x="60" y="569"/>
                  </a:cubicBezTo>
                  <a:cubicBezTo>
                    <a:pt x="54" y="573"/>
                    <a:pt x="43" y="571"/>
                    <a:pt x="38" y="576"/>
                  </a:cubicBezTo>
                  <a:cubicBezTo>
                    <a:pt x="23" y="591"/>
                    <a:pt x="15" y="614"/>
                    <a:pt x="0" y="629"/>
                  </a:cubicBezTo>
                </a:path>
              </a:pathLst>
            </a:custGeom>
            <a:noFill/>
            <a:ln w="34925" cap="flat" cmpd="sng">
              <a:solidFill>
                <a:schemeClr val="lt2">
                  <a:alpha val="100000"/>
                  <a:lumMod val="90000"/>
                </a:schemeClr>
              </a:solidFill>
              <a:prstDash val="solid"/>
              <a:round/>
              <a:headEnd type="none" w="med" len="med"/>
              <a:tailEnd type="none" w="med" len="med"/>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40022" name="Freeform 85"/>
            <p:cNvSpPr/>
            <p:nvPr>
              <p:custDataLst>
                <p:tags r:id="rId11"/>
              </p:custDataLst>
            </p:nvPr>
          </p:nvSpPr>
          <p:spPr>
            <a:xfrm>
              <a:off x="1728" y="2928"/>
              <a:ext cx="672" cy="240"/>
            </a:xfrm>
            <a:custGeom>
              <a:avLst/>
              <a:gdLst>
                <a:gd name="txL" fmla="*/ 0 w 1152"/>
                <a:gd name="txT" fmla="*/ 0 h 629"/>
                <a:gd name="txR" fmla="*/ 1152 w 1152"/>
                <a:gd name="txB" fmla="*/ 629 h 629"/>
              </a:gdLst>
              <a:ahLst/>
              <a:cxnLst>
                <a:cxn ang="0">
                  <a:pos x="672" y="0"/>
                </a:cxn>
                <a:cxn ang="0">
                  <a:pos x="589" y="52"/>
                </a:cxn>
                <a:cxn ang="0">
                  <a:pos x="537" y="74"/>
                </a:cxn>
                <a:cxn ang="0">
                  <a:pos x="476" y="83"/>
                </a:cxn>
                <a:cxn ang="0">
                  <a:pos x="393" y="97"/>
                </a:cxn>
                <a:cxn ang="0">
                  <a:pos x="341" y="117"/>
                </a:cxn>
                <a:cxn ang="0">
                  <a:pos x="205" y="151"/>
                </a:cxn>
                <a:cxn ang="0">
                  <a:pos x="158" y="166"/>
                </a:cxn>
                <a:cxn ang="0">
                  <a:pos x="83" y="197"/>
                </a:cxn>
                <a:cxn ang="0">
                  <a:pos x="65" y="203"/>
                </a:cxn>
                <a:cxn ang="0">
                  <a:pos x="48" y="208"/>
                </a:cxn>
                <a:cxn ang="0">
                  <a:pos x="35" y="217"/>
                </a:cxn>
                <a:cxn ang="0">
                  <a:pos x="22" y="220"/>
                </a:cxn>
                <a:cxn ang="0">
                  <a:pos x="0" y="240"/>
                </a:cxn>
              </a:cxnLst>
              <a:rect l="txL" t="txT" r="txR" b="txB"/>
              <a:pathLst>
                <a:path w="1152" h="629">
                  <a:moveTo>
                    <a:pt x="1152" y="0"/>
                  </a:moveTo>
                  <a:cubicBezTo>
                    <a:pt x="1120" y="65"/>
                    <a:pt x="1068" y="95"/>
                    <a:pt x="1010" y="135"/>
                  </a:cubicBezTo>
                  <a:cubicBezTo>
                    <a:pt x="980" y="155"/>
                    <a:pt x="955" y="188"/>
                    <a:pt x="920" y="195"/>
                  </a:cubicBezTo>
                  <a:cubicBezTo>
                    <a:pt x="885" y="202"/>
                    <a:pt x="851" y="210"/>
                    <a:pt x="816" y="217"/>
                  </a:cubicBezTo>
                  <a:cubicBezTo>
                    <a:pt x="731" y="269"/>
                    <a:pt x="834" y="213"/>
                    <a:pt x="673" y="255"/>
                  </a:cubicBezTo>
                  <a:cubicBezTo>
                    <a:pt x="643" y="263"/>
                    <a:pt x="612" y="293"/>
                    <a:pt x="584" y="307"/>
                  </a:cubicBezTo>
                  <a:cubicBezTo>
                    <a:pt x="517" y="341"/>
                    <a:pt x="427" y="384"/>
                    <a:pt x="352" y="397"/>
                  </a:cubicBezTo>
                  <a:cubicBezTo>
                    <a:pt x="323" y="414"/>
                    <a:pt x="301" y="424"/>
                    <a:pt x="270" y="434"/>
                  </a:cubicBezTo>
                  <a:cubicBezTo>
                    <a:pt x="218" y="468"/>
                    <a:pt x="203" y="486"/>
                    <a:pt x="142" y="517"/>
                  </a:cubicBezTo>
                  <a:cubicBezTo>
                    <a:pt x="132" y="522"/>
                    <a:pt x="122" y="527"/>
                    <a:pt x="112" y="532"/>
                  </a:cubicBezTo>
                  <a:cubicBezTo>
                    <a:pt x="102" y="537"/>
                    <a:pt x="82" y="546"/>
                    <a:pt x="82" y="546"/>
                  </a:cubicBezTo>
                  <a:cubicBezTo>
                    <a:pt x="75" y="554"/>
                    <a:pt x="69" y="563"/>
                    <a:pt x="60" y="569"/>
                  </a:cubicBezTo>
                  <a:cubicBezTo>
                    <a:pt x="54" y="573"/>
                    <a:pt x="43" y="571"/>
                    <a:pt x="38" y="576"/>
                  </a:cubicBezTo>
                  <a:cubicBezTo>
                    <a:pt x="23" y="591"/>
                    <a:pt x="15" y="614"/>
                    <a:pt x="0" y="629"/>
                  </a:cubicBezTo>
                </a:path>
              </a:pathLst>
            </a:custGeom>
            <a:noFill/>
            <a:ln w="34925" cap="flat" cmpd="sng">
              <a:solidFill>
                <a:schemeClr val="lt2">
                  <a:alpha val="100000"/>
                  <a:lumMod val="90000"/>
                </a:schemeClr>
              </a:solidFill>
              <a:prstDash val="solid"/>
              <a:round/>
              <a:headEnd type="none" w="med" len="med"/>
              <a:tailEnd type="none" w="med" len="med"/>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40023" name="Text Box 86"/>
            <p:cNvSpPr txBox="1"/>
            <p:nvPr/>
          </p:nvSpPr>
          <p:spPr>
            <a:xfrm>
              <a:off x="1248" y="2093"/>
              <a:ext cx="720" cy="213"/>
            </a:xfrm>
            <a:prstGeom prst="rect">
              <a:avLst/>
            </a:prstGeom>
            <a:noFill/>
            <a:ln w="9525">
              <a:noFill/>
            </a:ln>
          </p:spPr>
          <p:txBody>
            <a:bodyPr lIns="0" tIns="0" rIns="0" bIns="0" anchor="t" anchorCtr="1">
              <a:spAutoFit/>
            </a:bodyPr>
            <a:lstStyle/>
            <a:p>
              <a:r>
                <a:rPr lang="en-US" altLang="zh-CN" sz="1650" b="1" dirty="0">
                  <a:solidFill>
                    <a:srgbClr val="009900"/>
                  </a:solidFill>
                  <a:latin typeface="微软雅黑" panose="020B0503020204020204" charset="-122"/>
                  <a:ea typeface="微软雅黑" panose="020B0503020204020204" charset="-122"/>
                </a:rPr>
                <a:t>a&gt;=b+c</a:t>
              </a:r>
            </a:p>
          </p:txBody>
        </p:sp>
        <p:sp>
          <p:nvSpPr>
            <p:cNvPr id="40024" name="Text Box 87"/>
            <p:cNvSpPr txBox="1"/>
            <p:nvPr/>
          </p:nvSpPr>
          <p:spPr>
            <a:xfrm>
              <a:off x="1680" y="2640"/>
              <a:ext cx="720" cy="213"/>
            </a:xfrm>
            <a:prstGeom prst="rect">
              <a:avLst/>
            </a:prstGeom>
            <a:noFill/>
            <a:ln w="9525">
              <a:noFill/>
            </a:ln>
          </p:spPr>
          <p:txBody>
            <a:bodyPr lIns="0" tIns="0" rIns="0" bIns="0" anchor="t" anchorCtr="1">
              <a:spAutoFit/>
            </a:bodyPr>
            <a:lstStyle/>
            <a:p>
              <a:r>
                <a:rPr lang="en-US" altLang="zh-CN" sz="1650" b="1" dirty="0">
                  <a:solidFill>
                    <a:srgbClr val="009900"/>
                  </a:solidFill>
                  <a:latin typeface="微软雅黑" panose="020B0503020204020204" charset="-122"/>
                  <a:ea typeface="微软雅黑" panose="020B0503020204020204" charset="-122"/>
                </a:rPr>
                <a:t>b&gt;=a+c</a:t>
              </a:r>
            </a:p>
          </p:txBody>
        </p:sp>
        <p:sp>
          <p:nvSpPr>
            <p:cNvPr id="40025" name="Text Box 88"/>
            <p:cNvSpPr txBox="1"/>
            <p:nvPr/>
          </p:nvSpPr>
          <p:spPr>
            <a:xfrm>
              <a:off x="1728" y="3216"/>
              <a:ext cx="720" cy="213"/>
            </a:xfrm>
            <a:prstGeom prst="rect">
              <a:avLst/>
            </a:prstGeom>
            <a:noFill/>
            <a:ln w="9525">
              <a:noFill/>
            </a:ln>
          </p:spPr>
          <p:txBody>
            <a:bodyPr lIns="0" tIns="0" rIns="0" bIns="0" anchor="t" anchorCtr="1">
              <a:spAutoFit/>
            </a:bodyPr>
            <a:lstStyle/>
            <a:p>
              <a:r>
                <a:rPr lang="en-US" altLang="zh-CN" sz="1650" b="1" dirty="0">
                  <a:solidFill>
                    <a:srgbClr val="009900"/>
                  </a:solidFill>
                  <a:latin typeface="微软雅黑" panose="020B0503020204020204" charset="-122"/>
                  <a:ea typeface="微软雅黑" panose="020B0503020204020204" charset="-122"/>
                </a:rPr>
                <a:t>c&gt;=a+b</a:t>
              </a:r>
            </a:p>
          </p:txBody>
        </p:sp>
      </p:grpSp>
      <p:sp>
        <p:nvSpPr>
          <p:cNvPr id="278617" name="Rectangle 89"/>
          <p:cNvSpPr/>
          <p:nvPr/>
        </p:nvSpPr>
        <p:spPr>
          <a:xfrm>
            <a:off x="1714500" y="4292918"/>
            <a:ext cx="2286000" cy="507831"/>
          </a:xfrm>
          <a:prstGeom prst="rect">
            <a:avLst/>
          </a:prstGeom>
          <a:noFill/>
          <a:ln w="9525">
            <a:noFill/>
          </a:ln>
        </p:spPr>
        <p:txBody>
          <a:bodyPr lIns="0" tIns="0" rIns="0" bIns="0">
            <a:spAutoFit/>
          </a:bodyPr>
          <a:lstStyle/>
          <a:p>
            <a:r>
              <a:rPr lang="zh-CN" altLang="en-US" sz="1650" b="1" dirty="0">
                <a:solidFill>
                  <a:srgbClr val="0000FF"/>
                </a:solidFill>
                <a:latin typeface="微软雅黑" panose="020B0503020204020204" charset="-122"/>
                <a:ea typeface="微软雅黑" panose="020B0503020204020204" charset="-122"/>
                <a:cs typeface="微软雅黑" panose="020B0503020204020204" charset="-122"/>
              </a:rPr>
              <a:t>在每个等价类中取值时，应取</a:t>
            </a:r>
            <a:r>
              <a:rPr lang="en-US" altLang="zh-CN" sz="1650" b="1" dirty="0">
                <a:solidFill>
                  <a:srgbClr val="0000FF"/>
                </a:solidFill>
                <a:latin typeface="微软雅黑" panose="020B0503020204020204" charset="-122"/>
                <a:ea typeface="微软雅黑" panose="020B0503020204020204" charset="-122"/>
                <a:cs typeface="微软雅黑" panose="020B0503020204020204" charset="-122"/>
              </a:rPr>
              <a:t>norm</a:t>
            </a:r>
            <a:r>
              <a:rPr lang="zh-CN" altLang="en-US" sz="1650" b="1" dirty="0">
                <a:solidFill>
                  <a:srgbClr val="0000FF"/>
                </a:solidFill>
                <a:latin typeface="微软雅黑" panose="020B0503020204020204" charset="-122"/>
                <a:ea typeface="微软雅黑" panose="020B0503020204020204" charset="-122"/>
                <a:cs typeface="微软雅黑" panose="020B0503020204020204" charset="-122"/>
              </a:rPr>
              <a:t>值</a:t>
            </a:r>
          </a:p>
        </p:txBody>
      </p:sp>
      <p:sp>
        <p:nvSpPr>
          <p:cNvPr id="277506" name="Rectangle 2"/>
          <p:cNvSpPr>
            <a:spLocks noGrp="1" noChangeArrowheads="1"/>
          </p:cNvSpPr>
          <p:nvPr>
            <p:ph type="title"/>
          </p:nvPr>
        </p:nvSpPr>
        <p:spPr>
          <a:xfrm>
            <a:off x="1418273" y="303848"/>
            <a:ext cx="5638800" cy="756285"/>
          </a:xfrm>
          <a:noFill/>
          <a:ln>
            <a:noFill/>
          </a:ln>
          <a:extLst>
            <a:ext uri="{909E8E84-426E-40DD-AFC4-6F175D3DCCD1}">
              <a14:hiddenFill xmlns:a14="http://schemas.microsoft.com/office/drawing/2010/main">
                <a:solidFill>
                  <a:srgbClr val="FFCC00"/>
                </a:solidFill>
              </a14:hiddenFill>
            </a:ext>
          </a:extLst>
        </p:spPr>
        <p:txBody>
          <a:bodyPr vert="horz" wrap="square" lIns="68580" tIns="34290" rIns="68580" bIns="34290" numCol="1" rtlCol="0" anchor="ctr" anchorCtr="0" compatLnSpc="1">
            <a:normAutofit/>
          </a:bodyPr>
          <a:lstStyle/>
          <a:p>
            <a:pPr algn="just" eaLnBrk="0" fontAlgn="base" hangingPunct="0">
              <a:lnSpc>
                <a:spcPct val="100000"/>
              </a:lnSpc>
              <a:buClrTx/>
            </a:pPr>
            <a:r>
              <a:rPr kumimoji="0" lang="zh-CN" altLang="en-US" sz="2925">
                <a:solidFill>
                  <a:schemeClr val="accent1">
                    <a:lumMod val="75000"/>
                  </a:schemeClr>
                </a:solidFill>
                <a:latin typeface="微软雅黑" panose="020B0503020204020204" charset="-122"/>
                <a:cs typeface="微软雅黑" panose="020B0503020204020204" charset="-122"/>
              </a:rPr>
              <a:t>测试用例设计</a:t>
            </a:r>
            <a:r>
              <a:rPr kumimoji="0" sz="2925">
                <a:solidFill>
                  <a:schemeClr val="accent1">
                    <a:lumMod val="75000"/>
                  </a:schemeClr>
                </a:solidFill>
                <a:latin typeface="微软雅黑" panose="020B0503020204020204" charset="-122"/>
                <a:cs typeface="微软雅黑" panose="020B0503020204020204" charset="-122"/>
              </a:rPr>
              <a:t>—</a:t>
            </a:r>
            <a:r>
              <a:rPr kumimoji="0" lang="zh-CN" altLang="en-US" sz="2925">
                <a:solidFill>
                  <a:schemeClr val="accent1">
                    <a:lumMod val="75000"/>
                  </a:schemeClr>
                </a:solidFill>
                <a:latin typeface="微软雅黑" panose="020B0503020204020204" charset="-122"/>
                <a:cs typeface="微软雅黑" panose="020B0503020204020204" charset="-122"/>
              </a:rPr>
              <a:t>举例</a:t>
            </a:r>
          </a:p>
        </p:txBody>
      </p:sp>
      <p:sp>
        <p:nvSpPr>
          <p:cNvPr id="2" name="日期占位符 1"/>
          <p:cNvSpPr>
            <a:spLocks noGrp="1"/>
          </p:cNvSpPr>
          <p:nvPr>
            <p:ph type="dt" sz="half" idx="10"/>
          </p:nvPr>
        </p:nvSpPr>
        <p:spPr/>
        <p:txBody>
          <a:bodyPr/>
          <a:lstStyle/>
          <a:p>
            <a:fld id="{760FBDFE-C587-4B4C-A407-44438C67B59E}" type="datetime1">
              <a:rPr lang="zh-CN" altLang="en-US" smtClean="0">
                <a:latin typeface="微软雅黑" panose="020B0503020204020204" charset="-122"/>
                <a:ea typeface="微软雅黑" panose="020B0503020204020204" charset="-122"/>
              </a:rPr>
              <a:t>2024/3/12</a:t>
            </a:fld>
            <a:endParaRPr lang="zh-CN" altLang="en-US">
              <a:latin typeface="微软雅黑" panose="020B0503020204020204" charset="-122"/>
              <a:ea typeface="微软雅黑" panose="020B0503020204020204" charset="-122"/>
            </a:endParaRPr>
          </a:p>
        </p:txBody>
      </p:sp>
      <p:sp>
        <p:nvSpPr>
          <p:cNvPr id="3" name="灯片编号占位符 2"/>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fld id="{49AE70B2-8BF9-45C0-BB95-33D1B9D3A854}" type="slidenum">
              <a:rPr lang="zh-CN" altLang="en-US" smtClean="0"/>
              <a:pPr/>
              <a:t>104</a:t>
            </a:fld>
            <a:endParaRPr lang="zh-CN" altLang="en-US">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278617"/>
                                        </p:tgtEl>
                                        <p:attrNameLst>
                                          <p:attrName>style.visibility</p:attrName>
                                        </p:attrNameLst>
                                      </p:cBhvr>
                                      <p:to>
                                        <p:strVal val="visible"/>
                                      </p:to>
                                    </p:set>
                                    <p:anim calcmode="lin" valueType="num">
                                      <p:cBhvr>
                                        <p:cTn id="7" dur="500" fill="hold"/>
                                        <p:tgtEl>
                                          <p:spTgt spid="278617"/>
                                        </p:tgtEl>
                                        <p:attrNameLst>
                                          <p:attrName>ppt_w</p:attrName>
                                        </p:attrNameLst>
                                      </p:cBhvr>
                                      <p:tavLst>
                                        <p:tav tm="0">
                                          <p:val>
                                            <p:fltVal val="0"/>
                                          </p:val>
                                        </p:tav>
                                        <p:tav tm="100000">
                                          <p:val>
                                            <p:strVal val="#ppt_w"/>
                                          </p:val>
                                        </p:tav>
                                      </p:tavLst>
                                    </p:anim>
                                    <p:anim calcmode="lin" valueType="num">
                                      <p:cBhvr>
                                        <p:cTn id="8" dur="500" fill="hold"/>
                                        <p:tgtEl>
                                          <p:spTgt spid="278617"/>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39941"/>
                                        </p:tgtEl>
                                        <p:attrNameLst>
                                          <p:attrName>style.visibility</p:attrName>
                                        </p:attrNameLst>
                                      </p:cBhvr>
                                      <p:to>
                                        <p:strVal val="visible"/>
                                      </p:to>
                                    </p:set>
                                    <p:animEffect transition="in" filter="dissolve">
                                      <p:cBhvr>
                                        <p:cTn id="13" dur="500"/>
                                        <p:tgtEl>
                                          <p:spTgt spid="399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8617" grpId="0"/>
    </p:bldLst>
  </p:timing>
</p:sld>
</file>

<file path=ppt/slides/slide10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9554" name="Rectangle 2"/>
          <p:cNvSpPr>
            <a:spLocks noGrp="1" noChangeArrowheads="1"/>
          </p:cNvSpPr>
          <p:nvPr>
            <p:ph type="title"/>
          </p:nvPr>
        </p:nvSpPr>
        <p:spPr>
          <a:xfrm>
            <a:off x="1454468" y="303848"/>
            <a:ext cx="5602605" cy="756285"/>
          </a:xfrm>
          <a:solidFill>
            <a:srgbClr val="000000">
              <a:alpha val="0"/>
            </a:srgbClr>
          </a:solidFill>
          <a:ln>
            <a:solidFill>
              <a:srgbClr val="000000">
                <a:alpha val="0"/>
              </a:srgbClr>
            </a:solidFill>
          </a:ln>
        </p:spPr>
        <p:txBody>
          <a:bodyPr vert="horz" wrap="square" lIns="68580" tIns="34290" rIns="68580" bIns="34290" numCol="1" rtlCol="0" anchor="ctr" anchorCtr="0" compatLnSpc="1">
            <a:normAutofit/>
          </a:bodyPr>
          <a:lstStyle/>
          <a:p>
            <a:pPr algn="just" eaLnBrk="0" fontAlgn="base" hangingPunct="0">
              <a:lnSpc>
                <a:spcPct val="100000"/>
              </a:lnSpc>
              <a:buClrTx/>
            </a:pPr>
            <a:r>
              <a:rPr kumimoji="0" lang="zh-CN" altLang="en-US" sz="2925">
                <a:solidFill>
                  <a:schemeClr val="accent1">
                    <a:lumMod val="75000"/>
                  </a:schemeClr>
                </a:solidFill>
                <a:latin typeface="+mn-ea"/>
                <a:ea typeface="+mn-ea"/>
                <a:cs typeface="+mn-ea"/>
              </a:rPr>
              <a:t>测试用例设计</a:t>
            </a:r>
            <a:r>
              <a:rPr kumimoji="0" sz="2925">
                <a:solidFill>
                  <a:schemeClr val="accent1">
                    <a:lumMod val="75000"/>
                  </a:schemeClr>
                </a:solidFill>
                <a:latin typeface="+mn-ea"/>
                <a:ea typeface="+mn-ea"/>
                <a:cs typeface="+mn-ea"/>
              </a:rPr>
              <a:t>—</a:t>
            </a:r>
            <a:r>
              <a:rPr kumimoji="0" lang="zh-CN" altLang="en-US" sz="2925">
                <a:solidFill>
                  <a:schemeClr val="accent1">
                    <a:lumMod val="75000"/>
                  </a:schemeClr>
                </a:solidFill>
                <a:latin typeface="+mn-ea"/>
                <a:ea typeface="+mn-ea"/>
                <a:cs typeface="+mn-ea"/>
              </a:rPr>
              <a:t>举例</a:t>
            </a:r>
          </a:p>
        </p:txBody>
      </p:sp>
      <p:sp>
        <p:nvSpPr>
          <p:cNvPr id="279556" name="Rectangle 4"/>
          <p:cNvSpPr>
            <a:spLocks noGrp="1" noChangeArrowheads="1"/>
          </p:cNvSpPr>
          <p:nvPr>
            <p:ph idx="1"/>
            <p:custDataLst>
              <p:tags r:id="rId1"/>
            </p:custDataLst>
          </p:nvPr>
        </p:nvSpPr>
        <p:spPr>
          <a:xfrm>
            <a:off x="1657350" y="1313974"/>
            <a:ext cx="5829300" cy="3086576"/>
          </a:xfrm>
        </p:spPr>
        <p:txBody>
          <a:bodyPr vert="horz" wrap="square" lIns="68580" tIns="34290" rIns="68580" bIns="34290" numCol="1" rtlCol="0" anchor="t" anchorCtr="0" compatLnSpc="1">
            <a:normAutofit/>
          </a:bodyPr>
          <a:lstStyle/>
          <a:p>
            <a:pPr marL="257175" indent="-257175" fontAlgn="base">
              <a:lnSpc>
                <a:spcPct val="80000"/>
              </a:lnSpc>
              <a:spcBef>
                <a:spcPct val="20000"/>
              </a:spcBef>
              <a:buFontTx/>
              <a:buChar char="•"/>
              <a:defRPr/>
            </a:pPr>
            <a:r>
              <a:rPr lang="zh-CN" altLang="en-US" b="1" kern="0">
                <a:solidFill>
                  <a:schemeClr val="dk1"/>
                </a:solidFill>
                <a:latin typeface="+mn-ea"/>
                <a:ea typeface="+mn-ea"/>
                <a:cs typeface="+mn-cs"/>
              </a:rPr>
              <a:t>例一：三角形问题</a:t>
            </a:r>
          </a:p>
          <a:p>
            <a:pPr marL="257175" indent="-257175" fontAlgn="base">
              <a:lnSpc>
                <a:spcPct val="80000"/>
              </a:lnSpc>
              <a:spcBef>
                <a:spcPct val="20000"/>
              </a:spcBef>
              <a:buFontTx/>
              <a:buChar char="•"/>
              <a:defRPr/>
            </a:pPr>
            <a:r>
              <a:rPr lang="zh-CN" altLang="en-US" b="1" kern="0">
                <a:solidFill>
                  <a:schemeClr val="dk1"/>
                </a:solidFill>
                <a:latin typeface="+mn-ea"/>
                <a:ea typeface="+mn-ea"/>
                <a:cs typeface="+mn-cs"/>
              </a:rPr>
              <a:t>（不考虑边长限制）</a:t>
            </a:r>
            <a:endParaRPr lang="zh-CN" altLang="en-US" b="1" kern="0">
              <a:solidFill>
                <a:schemeClr val="dk1"/>
              </a:solidFill>
              <a:effectLst>
                <a:outerShdw blurRad="38100" dist="38100" dir="2700000" algn="tl">
                  <a:srgbClr val="C0C0C0"/>
                </a:outerShdw>
              </a:effectLst>
              <a:latin typeface="+mn-ea"/>
              <a:ea typeface="+mn-ea"/>
              <a:cs typeface="+mn-cs"/>
            </a:endParaRPr>
          </a:p>
        </p:txBody>
      </p:sp>
      <p:sp>
        <p:nvSpPr>
          <p:cNvPr id="279557" name="Rectangle 5"/>
          <p:cNvSpPr/>
          <p:nvPr/>
        </p:nvSpPr>
        <p:spPr>
          <a:xfrm>
            <a:off x="4679395" y="1314450"/>
            <a:ext cx="2571750" cy="400050"/>
          </a:xfrm>
          <a:prstGeom prst="rect">
            <a:avLst/>
          </a:prstGeom>
          <a:noFill/>
          <a:ln w="9525">
            <a:noFill/>
          </a:ln>
          <a:extLst>
            <a:ext uri="{909E8E84-426E-40DD-AFC4-6F175D3DCCD1}">
              <a14:hiddenFill xmlns:a14="http://schemas.microsoft.com/office/drawing/2010/main">
                <a:solidFill>
                  <a:srgbClr val="CCFFCC"/>
                </a:solidFill>
              </a14:hiddenFill>
            </a:ext>
          </a:extLst>
        </p:spPr>
        <p:txBody>
          <a:bodyPr/>
          <a:lstStyle/>
          <a:p>
            <a:pPr marL="257175" indent="-257175" algn="ctr">
              <a:lnSpc>
                <a:spcPct val="90000"/>
              </a:lnSpc>
            </a:pPr>
            <a:r>
              <a:rPr lang="zh-CN" altLang="en-US" sz="2250" b="1" dirty="0">
                <a:solidFill>
                  <a:srgbClr val="FF0000"/>
                </a:solidFill>
                <a:latin typeface="+mn-ea"/>
              </a:rPr>
              <a:t>输出值域测试</a:t>
            </a:r>
          </a:p>
        </p:txBody>
      </p:sp>
      <p:graphicFrame>
        <p:nvGraphicFramePr>
          <p:cNvPr id="279558" name="Group 6"/>
          <p:cNvGraphicFramePr>
            <a:graphicFrameLocks noGrp="1"/>
          </p:cNvGraphicFramePr>
          <p:nvPr/>
        </p:nvGraphicFramePr>
        <p:xfrm>
          <a:off x="1771650" y="2139792"/>
          <a:ext cx="2286000" cy="2586038"/>
        </p:xfrm>
        <a:graphic>
          <a:graphicData uri="http://schemas.openxmlformats.org/drawingml/2006/table">
            <a:tbl>
              <a:tblPr/>
              <a:tblGrid>
                <a:gridCol w="2286000">
                  <a:extLst>
                    <a:ext uri="{9D8B030D-6E8A-4147-A177-3AD203B41FA5}">
                      <a16:colId xmlns:a16="http://schemas.microsoft.com/office/drawing/2014/main" val="20000"/>
                    </a:ext>
                  </a:extLst>
                </a:gridCol>
              </a:tblGrid>
              <a:tr h="22860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500" b="1" i="0" u="none" strike="noStrike" cap="none" normalizeH="0" baseline="0">
                          <a:ln>
                            <a:noFill/>
                          </a:ln>
                          <a:solidFill>
                            <a:schemeClr val="tx1"/>
                          </a:solidFill>
                          <a:effectLst/>
                          <a:latin typeface="+mn-ea"/>
                        </a:rPr>
                        <a:t>输出的等价类</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502444">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500" b="1" i="0" u="none" strike="noStrike" cap="none" normalizeH="0" baseline="0">
                          <a:ln>
                            <a:noFill/>
                          </a:ln>
                          <a:solidFill>
                            <a:srgbClr val="0000FF"/>
                          </a:solidFill>
                          <a:effectLst/>
                          <a:latin typeface="+mn-ea"/>
                          <a:cs typeface="+mn-ea"/>
                        </a:rPr>
                        <a:t>R1={&lt;a,b,c&gt;|</a:t>
                      </a:r>
                      <a:r>
                        <a:rPr kumimoji="0" lang="zh-CN" altLang="en-US" sz="1500" b="1" i="0" u="none" strike="noStrike" cap="none" normalizeH="0" baseline="0">
                          <a:ln>
                            <a:noFill/>
                          </a:ln>
                          <a:solidFill>
                            <a:srgbClr val="0000FF"/>
                          </a:solidFill>
                          <a:effectLst/>
                          <a:latin typeface="+mn-ea"/>
                          <a:cs typeface="+mn-ea"/>
                        </a:rPr>
                        <a:t>有三条边</a:t>
                      </a:r>
                      <a:r>
                        <a:rPr kumimoji="0" lang="en-US" altLang="zh-CN" sz="1500" b="1" i="0" u="none" strike="noStrike" cap="none" normalizeH="0" baseline="0">
                          <a:ln>
                            <a:noFill/>
                          </a:ln>
                          <a:solidFill>
                            <a:srgbClr val="0000FF"/>
                          </a:solidFill>
                          <a:effectLst/>
                          <a:latin typeface="+mn-ea"/>
                          <a:cs typeface="+mn-ea"/>
                        </a:rPr>
                        <a:t>a,b,c</a:t>
                      </a:r>
                      <a:r>
                        <a:rPr kumimoji="0" lang="zh-CN" altLang="en-US" sz="1500" b="1" i="0" u="none" strike="noStrike" cap="none" normalizeH="0" baseline="0">
                          <a:ln>
                            <a:noFill/>
                          </a:ln>
                          <a:solidFill>
                            <a:srgbClr val="0000FF"/>
                          </a:solidFill>
                          <a:effectLst/>
                          <a:latin typeface="+mn-ea"/>
                          <a:cs typeface="+mn-ea"/>
                        </a:rPr>
                        <a:t>的等边三角形</a:t>
                      </a:r>
                      <a:r>
                        <a:rPr kumimoji="0" lang="en-US" altLang="zh-CN" sz="1500" b="1" i="0" u="none" strike="noStrike" cap="none" normalizeH="0" baseline="0">
                          <a:ln>
                            <a:noFill/>
                          </a:ln>
                          <a:solidFill>
                            <a:srgbClr val="0000FF"/>
                          </a:solidFill>
                          <a:effectLst/>
                          <a:latin typeface="+mn-ea"/>
                          <a:cs typeface="+mn-ea"/>
                        </a:rPr>
                        <a:t>}</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10791">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500" b="1" i="0" u="none" strike="noStrike" cap="none" normalizeH="0" baseline="0">
                          <a:ln>
                            <a:noFill/>
                          </a:ln>
                          <a:solidFill>
                            <a:srgbClr val="0000FF"/>
                          </a:solidFill>
                          <a:effectLst/>
                          <a:latin typeface="+mn-ea"/>
                          <a:cs typeface="+mn-ea"/>
                        </a:rPr>
                        <a:t>R2={&lt;a,b,c&gt;|</a:t>
                      </a:r>
                      <a:r>
                        <a:rPr kumimoji="0" lang="zh-CN" altLang="en-US" sz="1500" b="1" i="0" u="none" strike="noStrike" cap="none" normalizeH="0" baseline="0">
                          <a:ln>
                            <a:noFill/>
                          </a:ln>
                          <a:solidFill>
                            <a:srgbClr val="0000FF"/>
                          </a:solidFill>
                          <a:effectLst/>
                          <a:latin typeface="+mn-ea"/>
                          <a:cs typeface="+mn-ea"/>
                        </a:rPr>
                        <a:t>有三条边</a:t>
                      </a:r>
                      <a:r>
                        <a:rPr kumimoji="0" lang="en-US" altLang="zh-CN" sz="1500" b="1" i="0" u="none" strike="noStrike" cap="none" normalizeH="0" baseline="0">
                          <a:ln>
                            <a:noFill/>
                          </a:ln>
                          <a:solidFill>
                            <a:srgbClr val="0000FF"/>
                          </a:solidFill>
                          <a:effectLst/>
                          <a:latin typeface="+mn-ea"/>
                          <a:cs typeface="+mn-ea"/>
                        </a:rPr>
                        <a:t>a,b,c</a:t>
                      </a:r>
                      <a:r>
                        <a:rPr kumimoji="0" lang="zh-CN" altLang="en-US" sz="1500" b="1" i="0" u="none" strike="noStrike" cap="none" normalizeH="0" baseline="0">
                          <a:ln>
                            <a:noFill/>
                          </a:ln>
                          <a:solidFill>
                            <a:srgbClr val="0000FF"/>
                          </a:solidFill>
                          <a:effectLst/>
                          <a:latin typeface="+mn-ea"/>
                          <a:cs typeface="+mn-ea"/>
                        </a:rPr>
                        <a:t>的等腰三角形</a:t>
                      </a:r>
                      <a:r>
                        <a:rPr kumimoji="0" lang="en-US" altLang="zh-CN" sz="1500" b="1" i="0" u="none" strike="noStrike" cap="none" normalizeH="0" baseline="0">
                          <a:ln>
                            <a:noFill/>
                          </a:ln>
                          <a:solidFill>
                            <a:srgbClr val="0000FF"/>
                          </a:solidFill>
                          <a:effectLst/>
                          <a:latin typeface="+mn-ea"/>
                          <a:cs typeface="+mn-ea"/>
                        </a:rPr>
                        <a:t>}</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31031">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500" b="1" i="0" u="none" strike="noStrike" cap="none" normalizeH="0" baseline="0">
                          <a:ln>
                            <a:noFill/>
                          </a:ln>
                          <a:solidFill>
                            <a:srgbClr val="0000FF"/>
                          </a:solidFill>
                          <a:effectLst/>
                          <a:latin typeface="+mn-ea"/>
                          <a:cs typeface="+mn-ea"/>
                        </a:rPr>
                        <a:t>R3={&lt;a,b,c&gt;|</a:t>
                      </a:r>
                      <a:r>
                        <a:rPr kumimoji="0" lang="zh-CN" altLang="en-US" sz="1500" b="1" i="0" u="none" strike="noStrike" cap="none" normalizeH="0" baseline="0">
                          <a:ln>
                            <a:noFill/>
                          </a:ln>
                          <a:solidFill>
                            <a:srgbClr val="0000FF"/>
                          </a:solidFill>
                          <a:effectLst/>
                          <a:latin typeface="+mn-ea"/>
                          <a:cs typeface="+mn-ea"/>
                        </a:rPr>
                        <a:t>有三条边</a:t>
                      </a:r>
                      <a:r>
                        <a:rPr kumimoji="0" lang="en-US" altLang="zh-CN" sz="1500" b="1" i="0" u="none" strike="noStrike" cap="none" normalizeH="0" baseline="0">
                          <a:ln>
                            <a:noFill/>
                          </a:ln>
                          <a:solidFill>
                            <a:srgbClr val="0000FF"/>
                          </a:solidFill>
                          <a:effectLst/>
                          <a:latin typeface="+mn-ea"/>
                          <a:cs typeface="+mn-ea"/>
                        </a:rPr>
                        <a:t>a,b,c</a:t>
                      </a:r>
                      <a:r>
                        <a:rPr kumimoji="0" lang="zh-CN" altLang="en-US" sz="1500" b="1" i="0" u="none" strike="noStrike" cap="none" normalizeH="0" baseline="0">
                          <a:ln>
                            <a:noFill/>
                          </a:ln>
                          <a:solidFill>
                            <a:srgbClr val="0000FF"/>
                          </a:solidFill>
                          <a:effectLst/>
                          <a:latin typeface="+mn-ea"/>
                          <a:cs typeface="+mn-ea"/>
                        </a:rPr>
                        <a:t>的不等边三角形</a:t>
                      </a:r>
                      <a:r>
                        <a:rPr kumimoji="0" lang="en-US" altLang="zh-CN" sz="1500" b="1" i="0" u="none" strike="noStrike" cap="none" normalizeH="0" baseline="0">
                          <a:ln>
                            <a:noFill/>
                          </a:ln>
                          <a:solidFill>
                            <a:srgbClr val="0000FF"/>
                          </a:solidFill>
                          <a:effectLst/>
                          <a:latin typeface="+mn-ea"/>
                          <a:cs typeface="+mn-ea"/>
                        </a:rPr>
                        <a:t>}</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13172">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500" b="1" i="0" u="none" strike="noStrike" cap="none" normalizeH="0" baseline="0">
                          <a:ln>
                            <a:noFill/>
                          </a:ln>
                          <a:solidFill>
                            <a:srgbClr val="0000FF"/>
                          </a:solidFill>
                          <a:effectLst/>
                          <a:latin typeface="+mn-ea"/>
                          <a:cs typeface="+mn-ea"/>
                        </a:rPr>
                        <a:t>R4={&lt;a,b,c&gt;|</a:t>
                      </a:r>
                      <a:r>
                        <a:rPr kumimoji="0" lang="zh-CN" altLang="en-US" sz="1500" b="1" i="0" u="none" strike="noStrike" cap="none" normalizeH="0" baseline="0">
                          <a:ln>
                            <a:noFill/>
                          </a:ln>
                          <a:solidFill>
                            <a:srgbClr val="0000FF"/>
                          </a:solidFill>
                          <a:effectLst/>
                          <a:latin typeface="+mn-ea"/>
                          <a:cs typeface="+mn-ea"/>
                        </a:rPr>
                        <a:t>三条边</a:t>
                      </a:r>
                    </a:p>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500" b="1" i="0" u="none" strike="noStrike" cap="none" normalizeH="0" baseline="0">
                          <a:ln>
                            <a:noFill/>
                          </a:ln>
                          <a:solidFill>
                            <a:srgbClr val="0000FF"/>
                          </a:solidFill>
                          <a:effectLst/>
                          <a:latin typeface="+mn-ea"/>
                          <a:cs typeface="+mn-ea"/>
                        </a:rPr>
                        <a:t>a,b,c</a:t>
                      </a:r>
                      <a:r>
                        <a:rPr kumimoji="0" lang="zh-CN" altLang="en-US" sz="1500" b="1" i="0" u="none" strike="noStrike" cap="none" normalizeH="0" baseline="0">
                          <a:ln>
                            <a:noFill/>
                          </a:ln>
                          <a:solidFill>
                            <a:srgbClr val="0000FF"/>
                          </a:solidFill>
                          <a:effectLst/>
                          <a:latin typeface="+mn-ea"/>
                          <a:cs typeface="+mn-ea"/>
                        </a:rPr>
                        <a:t>不构成三角形</a:t>
                      </a:r>
                      <a:r>
                        <a:rPr kumimoji="0" lang="en-US" altLang="zh-CN" sz="1500" b="1" i="0" u="none" strike="noStrike" cap="none" normalizeH="0" baseline="0">
                          <a:ln>
                            <a:noFill/>
                          </a:ln>
                          <a:solidFill>
                            <a:srgbClr val="0000FF"/>
                          </a:solidFill>
                          <a:effectLst/>
                          <a:latin typeface="+mn-ea"/>
                          <a:cs typeface="+mn-ea"/>
                        </a:rPr>
                        <a:t>}</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52244" name="表格 52243"/>
          <p:cNvGraphicFramePr/>
          <p:nvPr>
            <p:custDataLst>
              <p:tags r:id="rId2"/>
            </p:custDataLst>
          </p:nvPr>
        </p:nvGraphicFramePr>
        <p:xfrm>
          <a:off x="4286250" y="2228851"/>
          <a:ext cx="3257550" cy="1783556"/>
        </p:xfrm>
        <a:graphic>
          <a:graphicData uri="http://schemas.openxmlformats.org/drawingml/2006/table">
            <a:tbl>
              <a:tblPr/>
              <a:tblGrid>
                <a:gridCol w="571500">
                  <a:extLst>
                    <a:ext uri="{9D8B030D-6E8A-4147-A177-3AD203B41FA5}">
                      <a16:colId xmlns:a16="http://schemas.microsoft.com/office/drawing/2014/main" val="20000"/>
                    </a:ext>
                  </a:extLst>
                </a:gridCol>
                <a:gridCol w="628650">
                  <a:extLst>
                    <a:ext uri="{9D8B030D-6E8A-4147-A177-3AD203B41FA5}">
                      <a16:colId xmlns:a16="http://schemas.microsoft.com/office/drawing/2014/main" val="20001"/>
                    </a:ext>
                  </a:extLst>
                </a:gridCol>
                <a:gridCol w="571500">
                  <a:extLst>
                    <a:ext uri="{9D8B030D-6E8A-4147-A177-3AD203B41FA5}">
                      <a16:colId xmlns:a16="http://schemas.microsoft.com/office/drawing/2014/main" val="20002"/>
                    </a:ext>
                  </a:extLst>
                </a:gridCol>
                <a:gridCol w="1485900">
                  <a:extLst>
                    <a:ext uri="{9D8B030D-6E8A-4147-A177-3AD203B41FA5}">
                      <a16:colId xmlns:a16="http://schemas.microsoft.com/office/drawing/2014/main" val="20003"/>
                    </a:ext>
                  </a:extLst>
                </a:gridCol>
              </a:tblGrid>
              <a:tr h="228600">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chemeClr val="tx1"/>
                          </a:solidFill>
                          <a:latin typeface="+mn-ea"/>
                          <a:ea typeface="+mn-ea"/>
                        </a:rPr>
                        <a:t>a</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solid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chemeClr val="tx1"/>
                          </a:solidFill>
                          <a:latin typeface="+mn-ea"/>
                          <a:ea typeface="+mn-ea"/>
                        </a:rPr>
                        <a:t>b</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solid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chemeClr val="tx1"/>
                          </a:solidFill>
                          <a:latin typeface="+mn-ea"/>
                          <a:ea typeface="+mn-ea"/>
                        </a:rPr>
                        <a:t>c</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solid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zh-CN" altLang="en-US" sz="1500" b="1" dirty="0">
                          <a:solidFill>
                            <a:schemeClr val="tx1"/>
                          </a:solidFill>
                          <a:latin typeface="+mn-ea"/>
                          <a:ea typeface="+mn-ea"/>
                        </a:rPr>
                        <a:t>预期输出</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25041">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mn-ea"/>
                          <a:ea typeface="+mn-ea"/>
                        </a:rPr>
                        <a:t>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mn-ea"/>
                          <a:ea typeface="+mn-ea"/>
                        </a:rPr>
                        <a:t>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mn-ea"/>
                          <a:ea typeface="+mn-ea"/>
                        </a:rPr>
                        <a:t>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zh-CN" altLang="en-US" sz="1500" b="1" dirty="0">
                          <a:solidFill>
                            <a:srgbClr val="0000FF"/>
                          </a:solidFill>
                          <a:latin typeface="+mn-ea"/>
                          <a:ea typeface="+mn-ea"/>
                        </a:rPr>
                        <a:t>等边三角形</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2665">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mn-ea"/>
                          <a:ea typeface="+mn-ea"/>
                        </a:rPr>
                        <a:t>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mn-ea"/>
                          <a:ea typeface="+mn-ea"/>
                        </a:rPr>
                        <a:t>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mn-ea"/>
                          <a:ea typeface="+mn-ea"/>
                        </a:rPr>
                        <a:t>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zh-CN" altLang="en-US" sz="1500" b="1" dirty="0">
                          <a:solidFill>
                            <a:srgbClr val="0000FF"/>
                          </a:solidFill>
                          <a:latin typeface="+mn-ea"/>
                          <a:ea typeface="+mn-ea"/>
                        </a:rPr>
                        <a:t>等腰三角形</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9575">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mn-ea"/>
                          <a:ea typeface="+mn-ea"/>
                        </a:rPr>
                        <a:t>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mn-ea"/>
                          <a:ea typeface="+mn-ea"/>
                        </a:rPr>
                        <a:t>4</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mn-ea"/>
                          <a:ea typeface="+mn-ea"/>
                        </a:rPr>
                        <a:t>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zh-CN" altLang="en-US" sz="1500" b="1" dirty="0">
                          <a:solidFill>
                            <a:srgbClr val="0000FF"/>
                          </a:solidFill>
                          <a:latin typeface="+mn-ea"/>
                          <a:ea typeface="+mn-ea"/>
                        </a:rPr>
                        <a:t>不等边三角形</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47675">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mn-ea"/>
                          <a:ea typeface="+mn-ea"/>
                        </a:rPr>
                        <a:t>4</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mn-ea"/>
                          <a:ea typeface="+mn-ea"/>
                        </a:rPr>
                        <a:t>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mn-ea"/>
                          <a:ea typeface="+mn-ea"/>
                        </a:rPr>
                        <a:t>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zh-CN" altLang="en-US" sz="1500" b="1" dirty="0">
                          <a:solidFill>
                            <a:srgbClr val="0000FF"/>
                          </a:solidFill>
                          <a:latin typeface="+mn-ea"/>
                          <a:ea typeface="+mn-ea"/>
                        </a:rPr>
                        <a:t>非构成三角形</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79604" name="Rectangle 52"/>
          <p:cNvSpPr/>
          <p:nvPr/>
        </p:nvSpPr>
        <p:spPr>
          <a:xfrm>
            <a:off x="4949666" y="1840945"/>
            <a:ext cx="2308324" cy="276999"/>
          </a:xfrm>
          <a:prstGeom prst="rect">
            <a:avLst/>
          </a:prstGeom>
          <a:noFill/>
          <a:ln w="9525">
            <a:noFill/>
          </a:ln>
        </p:spPr>
        <p:txBody>
          <a:bodyPr wrap="none" lIns="0" tIns="0" rIns="0" bIns="0">
            <a:spAutoFit/>
          </a:bodyPr>
          <a:lstStyle/>
          <a:p>
            <a:r>
              <a:rPr lang="zh-CN" altLang="en-US" b="1" dirty="0">
                <a:solidFill>
                  <a:srgbClr val="0000FF"/>
                </a:solidFill>
                <a:latin typeface="+mn-ea"/>
              </a:rPr>
              <a:t>弱一般等价类测试用例</a:t>
            </a:r>
          </a:p>
        </p:txBody>
      </p:sp>
      <p:sp>
        <p:nvSpPr>
          <p:cNvPr id="2" name="日期占位符 1"/>
          <p:cNvSpPr>
            <a:spLocks noGrp="1"/>
          </p:cNvSpPr>
          <p:nvPr>
            <p:ph type="dt" sz="half" idx="10"/>
          </p:nvPr>
        </p:nvSpPr>
        <p:spPr/>
        <p:txBody>
          <a:bodyPr/>
          <a:lstStyle/>
          <a:p>
            <a:fld id="{760FBDFE-C587-4B4C-A407-44438C67B59E}" type="datetime1">
              <a:rPr lang="zh-CN" altLang="en-US" smtClean="0">
                <a:latin typeface="+mn-ea"/>
                <a:ea typeface="+mn-ea"/>
              </a:rPr>
              <a:t>2024/3/12</a:t>
            </a:fld>
            <a:endParaRPr lang="zh-CN" altLang="en-US">
              <a:latin typeface="+mn-ea"/>
              <a:ea typeface="+mn-ea"/>
            </a:endParaRPr>
          </a:p>
        </p:txBody>
      </p:sp>
      <p:sp>
        <p:nvSpPr>
          <p:cNvPr id="3" name="灯片编号占位符 2"/>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fld id="{49AE70B2-8BF9-45C0-BB95-33D1B9D3A854}" type="slidenum">
              <a:rPr lang="zh-CN" altLang="en-US" smtClean="0"/>
              <a:pPr/>
              <a:t>105</a:t>
            </a:fld>
            <a:endParaRPr lang="zh-CN" altLang="en-US">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afterEffect">
                                  <p:stCondLst>
                                    <p:cond delay="0"/>
                                  </p:stCondLst>
                                  <p:childTnLst>
                                    <p:set>
                                      <p:cBhvr>
                                        <p:cTn id="6" dur="1" fill="hold">
                                          <p:stCondLst>
                                            <p:cond delay="0"/>
                                          </p:stCondLst>
                                        </p:cTn>
                                        <p:tgtEl>
                                          <p:spTgt spid="279557"/>
                                        </p:tgtEl>
                                        <p:attrNameLst>
                                          <p:attrName>style.visibility</p:attrName>
                                        </p:attrNameLst>
                                      </p:cBhvr>
                                      <p:to>
                                        <p:strVal val="visible"/>
                                      </p:to>
                                    </p:set>
                                    <p:anim calcmode="lin" valueType="num">
                                      <p:cBhvr>
                                        <p:cTn id="7" dur="1000" fill="hold"/>
                                        <p:tgtEl>
                                          <p:spTgt spid="279557"/>
                                        </p:tgtEl>
                                        <p:attrNameLst>
                                          <p:attrName>ppt_w</p:attrName>
                                        </p:attrNameLst>
                                      </p:cBhvr>
                                      <p:tavLst>
                                        <p:tav tm="0">
                                          <p:val>
                                            <p:fltVal val="0"/>
                                          </p:val>
                                        </p:tav>
                                        <p:tav tm="100000">
                                          <p:val>
                                            <p:strVal val="#ppt_w"/>
                                          </p:val>
                                        </p:tav>
                                      </p:tavLst>
                                    </p:anim>
                                    <p:anim calcmode="lin" valueType="num">
                                      <p:cBhvr>
                                        <p:cTn id="8" dur="1000" fill="hold"/>
                                        <p:tgtEl>
                                          <p:spTgt spid="279557"/>
                                        </p:tgtEl>
                                        <p:attrNameLst>
                                          <p:attrName>ppt_h</p:attrName>
                                        </p:attrNameLst>
                                      </p:cBhvr>
                                      <p:tavLst>
                                        <p:tav tm="0">
                                          <p:val>
                                            <p:fltVal val="0"/>
                                          </p:val>
                                        </p:tav>
                                        <p:tav tm="100000">
                                          <p:val>
                                            <p:strVal val="#ppt_h"/>
                                          </p:val>
                                        </p:tav>
                                      </p:tavLst>
                                    </p:anim>
                                    <p:anim calcmode="lin" valueType="num">
                                      <p:cBhvr>
                                        <p:cTn id="9" dur="1000" fill="hold"/>
                                        <p:tgtEl>
                                          <p:spTgt spid="279557"/>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279557"/>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279558"/>
                                        </p:tgtEl>
                                        <p:attrNameLst>
                                          <p:attrName>style.visibility</p:attrName>
                                        </p:attrNameLst>
                                      </p:cBhvr>
                                      <p:to>
                                        <p:strVal val="visible"/>
                                      </p:to>
                                    </p:set>
                                    <p:animEffect transition="in" filter="dissolve">
                                      <p:cBhvr>
                                        <p:cTn id="15" dur="500"/>
                                        <p:tgtEl>
                                          <p:spTgt spid="279558"/>
                                        </p:tgtEl>
                                      </p:cBhvr>
                                    </p:animEffect>
                                  </p:childTnLst>
                                </p:cTn>
                              </p:par>
                            </p:childTnLst>
                          </p:cTn>
                        </p:par>
                        <p:par>
                          <p:cTn id="16" fill="hold">
                            <p:stCondLst>
                              <p:cond delay="500"/>
                            </p:stCondLst>
                            <p:childTnLst>
                              <p:par>
                                <p:cTn id="17" presetID="1" presetClass="entr" presetSubtype="0" fill="hold" grpId="0" nodeType="afterEffect">
                                  <p:stCondLst>
                                    <p:cond delay="0"/>
                                  </p:stCondLst>
                                  <p:childTnLst>
                                    <p:set>
                                      <p:cBhvr>
                                        <p:cTn id="18" dur="1" fill="hold">
                                          <p:stCondLst>
                                            <p:cond delay="499"/>
                                          </p:stCondLst>
                                        </p:cTn>
                                        <p:tgtEl>
                                          <p:spTgt spid="27960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52244"/>
                                        </p:tgtEl>
                                        <p:attrNameLst>
                                          <p:attrName>style.visibility</p:attrName>
                                        </p:attrNameLst>
                                      </p:cBhvr>
                                      <p:to>
                                        <p:strVal val="visible"/>
                                      </p:to>
                                    </p:set>
                                    <p:animEffect transition="in" filter="dissolve">
                                      <p:cBhvr>
                                        <p:cTn id="23" dur="500"/>
                                        <p:tgtEl>
                                          <p:spTgt spid="522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9557" grpId="0" bldLvl="0" animBg="1"/>
      <p:bldP spid="279604" grpId="0"/>
    </p:bldLst>
  </p:timing>
</p:sld>
</file>

<file path=ppt/slides/slide10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0580" name="Rectangle 4"/>
          <p:cNvSpPr>
            <a:spLocks noGrp="1" noChangeArrowheads="1"/>
          </p:cNvSpPr>
          <p:nvPr>
            <p:ph idx="1"/>
            <p:custDataLst>
              <p:tags r:id="rId1"/>
            </p:custDataLst>
          </p:nvPr>
        </p:nvSpPr>
        <p:spPr>
          <a:xfrm>
            <a:off x="1657350" y="1268254"/>
            <a:ext cx="5829300" cy="3189446"/>
          </a:xfrm>
        </p:spPr>
        <p:txBody>
          <a:bodyPr vert="horz" wrap="square" lIns="68580" tIns="34290" rIns="68580" bIns="34290" numCol="1" rtlCol="0" anchor="t" anchorCtr="0" compatLnSpc="1">
            <a:normAutofit/>
          </a:bodyPr>
          <a:lstStyle/>
          <a:p>
            <a:pPr marL="257175" indent="-257175" fontAlgn="base">
              <a:lnSpc>
                <a:spcPct val="100000"/>
              </a:lnSpc>
              <a:spcBef>
                <a:spcPct val="20000"/>
              </a:spcBef>
              <a:spcAft>
                <a:spcPct val="0"/>
              </a:spcAft>
              <a:buFontTx/>
              <a:buChar char="•"/>
              <a:defRPr/>
            </a:pPr>
            <a:r>
              <a:rPr lang="zh-CN" altLang="en-US" b="1" kern="0">
                <a:solidFill>
                  <a:schemeClr val="dk1"/>
                </a:solidFill>
                <a:latin typeface="微软雅黑" panose="020B0503020204020204" charset="-122"/>
                <a:cs typeface="+mn-cs"/>
              </a:rPr>
              <a:t>例一：三角形问题</a:t>
            </a:r>
          </a:p>
          <a:p>
            <a:pPr marL="257175" indent="-257175" fontAlgn="base">
              <a:lnSpc>
                <a:spcPct val="100000"/>
              </a:lnSpc>
              <a:spcBef>
                <a:spcPct val="20000"/>
              </a:spcBef>
              <a:spcAft>
                <a:spcPct val="0"/>
              </a:spcAft>
              <a:buFontTx/>
              <a:buChar char="•"/>
              <a:defRPr/>
            </a:pPr>
            <a:r>
              <a:rPr lang="zh-CN" altLang="en-US" b="1" kern="0">
                <a:solidFill>
                  <a:schemeClr val="dk1"/>
                </a:solidFill>
                <a:latin typeface="微软雅黑" panose="020B0503020204020204" charset="-122"/>
                <a:cs typeface="+mn-cs"/>
              </a:rPr>
              <a:t>（考虑边长限制）</a:t>
            </a:r>
          </a:p>
        </p:txBody>
      </p:sp>
      <p:graphicFrame>
        <p:nvGraphicFramePr>
          <p:cNvPr id="55301" name="表格 55300"/>
          <p:cNvGraphicFramePr/>
          <p:nvPr>
            <p:custDataLst>
              <p:tags r:id="rId2"/>
            </p:custDataLst>
          </p:nvPr>
        </p:nvGraphicFramePr>
        <p:xfrm>
          <a:off x="1784747" y="2434829"/>
          <a:ext cx="2615803" cy="2106216"/>
        </p:xfrm>
        <a:graphic>
          <a:graphicData uri="http://schemas.openxmlformats.org/drawingml/2006/table">
            <a:tbl>
              <a:tblPr/>
              <a:tblGrid>
                <a:gridCol w="458391">
                  <a:extLst>
                    <a:ext uri="{9D8B030D-6E8A-4147-A177-3AD203B41FA5}">
                      <a16:colId xmlns:a16="http://schemas.microsoft.com/office/drawing/2014/main" val="20000"/>
                    </a:ext>
                  </a:extLst>
                </a:gridCol>
                <a:gridCol w="504825">
                  <a:extLst>
                    <a:ext uri="{9D8B030D-6E8A-4147-A177-3AD203B41FA5}">
                      <a16:colId xmlns:a16="http://schemas.microsoft.com/office/drawing/2014/main" val="20001"/>
                    </a:ext>
                  </a:extLst>
                </a:gridCol>
                <a:gridCol w="459581">
                  <a:extLst>
                    <a:ext uri="{9D8B030D-6E8A-4147-A177-3AD203B41FA5}">
                      <a16:colId xmlns:a16="http://schemas.microsoft.com/office/drawing/2014/main" val="20002"/>
                    </a:ext>
                  </a:extLst>
                </a:gridCol>
                <a:gridCol w="1193006">
                  <a:extLst>
                    <a:ext uri="{9D8B030D-6E8A-4147-A177-3AD203B41FA5}">
                      <a16:colId xmlns:a16="http://schemas.microsoft.com/office/drawing/2014/main" val="20003"/>
                    </a:ext>
                  </a:extLst>
                </a:gridCol>
              </a:tblGrid>
              <a:tr h="228600">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chemeClr val="tx1"/>
                          </a:solidFill>
                          <a:latin typeface="微软雅黑" panose="020B0503020204020204" charset="-122"/>
                          <a:ea typeface="微软雅黑" panose="020B0503020204020204" charset="-122"/>
                        </a:rPr>
                        <a:t>a</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solid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chemeClr val="tx1"/>
                          </a:solidFill>
                          <a:latin typeface="微软雅黑" panose="020B0503020204020204" charset="-122"/>
                          <a:ea typeface="微软雅黑" panose="020B0503020204020204" charset="-122"/>
                        </a:rPr>
                        <a:t>b</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solid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chemeClr val="tx1"/>
                          </a:solidFill>
                          <a:latin typeface="微软雅黑" panose="020B0503020204020204" charset="-122"/>
                          <a:ea typeface="微软雅黑" panose="020B0503020204020204" charset="-122"/>
                        </a:rPr>
                        <a:t>c</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solid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zh-CN" altLang="en-US" sz="1500" b="1" dirty="0">
                          <a:solidFill>
                            <a:schemeClr val="tx1"/>
                          </a:solidFill>
                          <a:latin typeface="微软雅黑" panose="020B0503020204020204" charset="-122"/>
                          <a:ea typeface="微软雅黑" panose="020B0503020204020204" charset="-122"/>
                        </a:rPr>
                        <a:t>预期输出</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248841">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cs typeface="微软雅黑" panose="020B0503020204020204" charset="-122"/>
                        </a:rPr>
                        <a:t>a</a:t>
                      </a:r>
                      <a:r>
                        <a:rPr lang="zh-CN" altLang="en-US" sz="1500" b="1" dirty="0">
                          <a:solidFill>
                            <a:srgbClr val="0000FF"/>
                          </a:solidFill>
                          <a:latin typeface="微软雅黑" panose="020B0503020204020204" charset="-122"/>
                          <a:ea typeface="微软雅黑" panose="020B0503020204020204" charset="-122"/>
                          <a:cs typeface="微软雅黑" panose="020B0503020204020204" charset="-122"/>
                        </a:rPr>
                        <a:t>取值无效</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5750">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cs typeface="微软雅黑" panose="020B0503020204020204" charset="-122"/>
                        </a:rPr>
                        <a:t>b</a:t>
                      </a:r>
                      <a:r>
                        <a:rPr lang="zh-CN" altLang="en-US" sz="1500" b="1" dirty="0">
                          <a:solidFill>
                            <a:srgbClr val="0000FF"/>
                          </a:solidFill>
                          <a:latin typeface="微软雅黑" panose="020B0503020204020204" charset="-122"/>
                          <a:ea typeface="微软雅黑" panose="020B0503020204020204" charset="-122"/>
                          <a:cs typeface="微软雅黑" panose="020B0503020204020204" charset="-122"/>
                        </a:rPr>
                        <a:t>取值无效</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4325">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cs typeface="微软雅黑" panose="020B0503020204020204" charset="-122"/>
                        </a:rPr>
                        <a:t>c</a:t>
                      </a:r>
                      <a:r>
                        <a:rPr lang="zh-CN" altLang="en-US" sz="1500" b="1" dirty="0">
                          <a:solidFill>
                            <a:srgbClr val="0000FF"/>
                          </a:solidFill>
                          <a:latin typeface="微软雅黑" panose="020B0503020204020204" charset="-122"/>
                          <a:ea typeface="微软雅黑" panose="020B0503020204020204" charset="-122"/>
                          <a:cs typeface="微软雅黑" panose="020B0503020204020204" charset="-122"/>
                        </a:rPr>
                        <a:t>取值无效</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42900">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201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cs typeface="微软雅黑" panose="020B0503020204020204" charset="-122"/>
                        </a:rPr>
                        <a:t>a</a:t>
                      </a:r>
                      <a:r>
                        <a:rPr lang="zh-CN" altLang="en-US" sz="1500" b="1" dirty="0">
                          <a:solidFill>
                            <a:srgbClr val="0000FF"/>
                          </a:solidFill>
                          <a:latin typeface="微软雅黑" panose="020B0503020204020204" charset="-122"/>
                          <a:ea typeface="微软雅黑" panose="020B0503020204020204" charset="-122"/>
                          <a:cs typeface="微软雅黑" panose="020B0503020204020204" charset="-122"/>
                        </a:rPr>
                        <a:t>取值无效</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42900">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201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cs typeface="微软雅黑" panose="020B0503020204020204" charset="-122"/>
                        </a:rPr>
                        <a:t>b</a:t>
                      </a:r>
                      <a:r>
                        <a:rPr lang="zh-CN" altLang="en-US" sz="1500" b="1" dirty="0">
                          <a:solidFill>
                            <a:srgbClr val="0000FF"/>
                          </a:solidFill>
                          <a:latin typeface="微软雅黑" panose="020B0503020204020204" charset="-122"/>
                          <a:ea typeface="微软雅黑" panose="020B0503020204020204" charset="-122"/>
                          <a:cs typeface="微软雅黑" panose="020B0503020204020204" charset="-122"/>
                        </a:rPr>
                        <a:t>取值无效</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42900">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201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cs typeface="微软雅黑" panose="020B0503020204020204" charset="-122"/>
                        </a:rPr>
                        <a:t>c</a:t>
                      </a:r>
                      <a:r>
                        <a:rPr lang="zh-CN" altLang="en-US" sz="1500" b="1" dirty="0">
                          <a:solidFill>
                            <a:srgbClr val="0000FF"/>
                          </a:solidFill>
                          <a:latin typeface="微软雅黑" panose="020B0503020204020204" charset="-122"/>
                          <a:ea typeface="微软雅黑" panose="020B0503020204020204" charset="-122"/>
                          <a:cs typeface="微软雅黑" panose="020B0503020204020204" charset="-122"/>
                        </a:rPr>
                        <a:t>取值无效</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55343" name="Rectangle 47"/>
          <p:cNvSpPr/>
          <p:nvPr/>
        </p:nvSpPr>
        <p:spPr>
          <a:xfrm>
            <a:off x="1876425" y="2114550"/>
            <a:ext cx="2423740" cy="207749"/>
          </a:xfrm>
          <a:prstGeom prst="rect">
            <a:avLst/>
          </a:prstGeom>
          <a:noFill/>
          <a:ln w="9525">
            <a:noFill/>
          </a:ln>
        </p:spPr>
        <p:txBody>
          <a:bodyPr wrap="none" lIns="0" tIns="0" rIns="0" bIns="0">
            <a:spAutoFit/>
          </a:bodyPr>
          <a:lstStyle/>
          <a:p>
            <a:r>
              <a:rPr lang="zh-CN" altLang="en-US" sz="1350" b="1" dirty="0">
                <a:solidFill>
                  <a:srgbClr val="0000FF"/>
                </a:solidFill>
                <a:latin typeface="微软雅黑" panose="020B0503020204020204" charset="-122"/>
                <a:ea typeface="微软雅黑" panose="020B0503020204020204" charset="-122"/>
              </a:rPr>
              <a:t>弱健壮等价类测试用例（补充）</a:t>
            </a:r>
          </a:p>
        </p:txBody>
      </p:sp>
      <p:graphicFrame>
        <p:nvGraphicFramePr>
          <p:cNvPr id="55344" name="表格 55343"/>
          <p:cNvGraphicFramePr/>
          <p:nvPr>
            <p:custDataLst>
              <p:tags r:id="rId3"/>
            </p:custDataLst>
          </p:nvPr>
        </p:nvGraphicFramePr>
        <p:xfrm>
          <a:off x="4629150" y="2457450"/>
          <a:ext cx="2834879" cy="2449116"/>
        </p:xfrm>
        <a:graphic>
          <a:graphicData uri="http://schemas.openxmlformats.org/drawingml/2006/table">
            <a:tbl>
              <a:tblPr/>
              <a:tblGrid>
                <a:gridCol w="496491">
                  <a:extLst>
                    <a:ext uri="{9D8B030D-6E8A-4147-A177-3AD203B41FA5}">
                      <a16:colId xmlns:a16="http://schemas.microsoft.com/office/drawing/2014/main" val="20000"/>
                    </a:ext>
                  </a:extLst>
                </a:gridCol>
                <a:gridCol w="547688">
                  <a:extLst>
                    <a:ext uri="{9D8B030D-6E8A-4147-A177-3AD203B41FA5}">
                      <a16:colId xmlns:a16="http://schemas.microsoft.com/office/drawing/2014/main" val="20001"/>
                    </a:ext>
                  </a:extLst>
                </a:gridCol>
                <a:gridCol w="497681">
                  <a:extLst>
                    <a:ext uri="{9D8B030D-6E8A-4147-A177-3AD203B41FA5}">
                      <a16:colId xmlns:a16="http://schemas.microsoft.com/office/drawing/2014/main" val="20002"/>
                    </a:ext>
                  </a:extLst>
                </a:gridCol>
                <a:gridCol w="1293019">
                  <a:extLst>
                    <a:ext uri="{9D8B030D-6E8A-4147-A177-3AD203B41FA5}">
                      <a16:colId xmlns:a16="http://schemas.microsoft.com/office/drawing/2014/main" val="20003"/>
                    </a:ext>
                  </a:extLst>
                </a:gridCol>
              </a:tblGrid>
              <a:tr h="228600">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chemeClr val="tx1"/>
                          </a:solidFill>
                          <a:latin typeface="微软雅黑" panose="020B0503020204020204" charset="-122"/>
                          <a:ea typeface="微软雅黑" panose="020B0503020204020204" charset="-122"/>
                        </a:rPr>
                        <a:t>a</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solid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chemeClr val="tx1"/>
                          </a:solidFill>
                          <a:latin typeface="微软雅黑" panose="020B0503020204020204" charset="-122"/>
                          <a:ea typeface="微软雅黑" panose="020B0503020204020204" charset="-122"/>
                        </a:rPr>
                        <a:t>b</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solid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chemeClr val="tx1"/>
                          </a:solidFill>
                          <a:latin typeface="微软雅黑" panose="020B0503020204020204" charset="-122"/>
                          <a:ea typeface="微软雅黑" panose="020B0503020204020204" charset="-122"/>
                        </a:rPr>
                        <a:t>c</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solid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zh-CN" altLang="en-US" sz="1500" b="1" dirty="0">
                          <a:solidFill>
                            <a:schemeClr val="tx1"/>
                          </a:solidFill>
                          <a:latin typeface="微软雅黑" panose="020B0503020204020204" charset="-122"/>
                          <a:ea typeface="微软雅黑" panose="020B0503020204020204" charset="-122"/>
                        </a:rPr>
                        <a:t>预期输出</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248841">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cs typeface="微软雅黑" panose="020B0503020204020204" charset="-122"/>
                        </a:rPr>
                        <a:t>a</a:t>
                      </a:r>
                      <a:r>
                        <a:rPr lang="zh-CN" altLang="en-US" sz="1500" b="1" dirty="0">
                          <a:solidFill>
                            <a:srgbClr val="0000FF"/>
                          </a:solidFill>
                          <a:latin typeface="微软雅黑" panose="020B0503020204020204" charset="-122"/>
                          <a:ea typeface="微软雅黑" panose="020B0503020204020204" charset="-122"/>
                          <a:cs typeface="微软雅黑" panose="020B0503020204020204" charset="-122"/>
                        </a:rPr>
                        <a:t>取值无效</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5750">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cs typeface="微软雅黑" panose="020B0503020204020204" charset="-122"/>
                        </a:rPr>
                        <a:t>b</a:t>
                      </a:r>
                      <a:r>
                        <a:rPr lang="zh-CN" altLang="en-US" sz="1500" b="1" dirty="0">
                          <a:solidFill>
                            <a:srgbClr val="0000FF"/>
                          </a:solidFill>
                          <a:latin typeface="微软雅黑" panose="020B0503020204020204" charset="-122"/>
                          <a:ea typeface="微软雅黑" panose="020B0503020204020204" charset="-122"/>
                          <a:cs typeface="微软雅黑" panose="020B0503020204020204" charset="-122"/>
                        </a:rPr>
                        <a:t>取值无效</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4325">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cs typeface="微软雅黑" panose="020B0503020204020204" charset="-122"/>
                        </a:rPr>
                        <a:t>c</a:t>
                      </a:r>
                      <a:r>
                        <a:rPr lang="zh-CN" altLang="en-US" sz="1500" b="1" dirty="0">
                          <a:solidFill>
                            <a:srgbClr val="0000FF"/>
                          </a:solidFill>
                          <a:latin typeface="微软雅黑" panose="020B0503020204020204" charset="-122"/>
                          <a:ea typeface="微软雅黑" panose="020B0503020204020204" charset="-122"/>
                          <a:cs typeface="微软雅黑" panose="020B0503020204020204" charset="-122"/>
                        </a:rPr>
                        <a:t>取值无效</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42900">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cs typeface="微软雅黑" panose="020B0503020204020204" charset="-122"/>
                        </a:rPr>
                        <a:t>a,b</a:t>
                      </a:r>
                      <a:r>
                        <a:rPr lang="zh-CN" altLang="en-US" sz="1500" b="1" dirty="0">
                          <a:solidFill>
                            <a:srgbClr val="0000FF"/>
                          </a:solidFill>
                          <a:latin typeface="微软雅黑" panose="020B0503020204020204" charset="-122"/>
                          <a:ea typeface="微软雅黑" panose="020B0503020204020204" charset="-122"/>
                          <a:cs typeface="微软雅黑" panose="020B0503020204020204" charset="-122"/>
                        </a:rPr>
                        <a:t>取值无效</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42900">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cs typeface="微软雅黑" panose="020B0503020204020204" charset="-122"/>
                        </a:rPr>
                        <a:t>b,c</a:t>
                      </a:r>
                      <a:r>
                        <a:rPr lang="zh-CN" altLang="en-US" sz="1500" b="1" dirty="0">
                          <a:solidFill>
                            <a:srgbClr val="0000FF"/>
                          </a:solidFill>
                          <a:latin typeface="微软雅黑" panose="020B0503020204020204" charset="-122"/>
                          <a:ea typeface="微软雅黑" panose="020B0503020204020204" charset="-122"/>
                          <a:cs typeface="微软雅黑" panose="020B0503020204020204" charset="-122"/>
                        </a:rPr>
                        <a:t>取值无效</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42900">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cs typeface="微软雅黑" panose="020B0503020204020204" charset="-122"/>
                        </a:rPr>
                        <a:t>a,c</a:t>
                      </a:r>
                      <a:r>
                        <a:rPr lang="zh-CN" altLang="en-US" sz="1500" b="1" dirty="0">
                          <a:solidFill>
                            <a:srgbClr val="0000FF"/>
                          </a:solidFill>
                          <a:latin typeface="微软雅黑" panose="020B0503020204020204" charset="-122"/>
                          <a:ea typeface="微软雅黑" panose="020B0503020204020204" charset="-122"/>
                          <a:cs typeface="微软雅黑" panose="020B0503020204020204" charset="-122"/>
                        </a:rPr>
                        <a:t>取值无效</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42900">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cs typeface="微软雅黑" panose="020B0503020204020204" charset="-122"/>
                        </a:rPr>
                        <a:t>a,c,b</a:t>
                      </a:r>
                      <a:r>
                        <a:rPr lang="zh-CN" altLang="en-US" sz="1500" b="1" dirty="0">
                          <a:solidFill>
                            <a:srgbClr val="0000FF"/>
                          </a:solidFill>
                          <a:latin typeface="微软雅黑" panose="020B0503020204020204" charset="-122"/>
                          <a:ea typeface="微软雅黑" panose="020B0503020204020204" charset="-122"/>
                          <a:cs typeface="微软雅黑" panose="020B0503020204020204" charset="-122"/>
                        </a:rPr>
                        <a:t>取值无效</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55391" name="Rectangle 95"/>
          <p:cNvSpPr/>
          <p:nvPr/>
        </p:nvSpPr>
        <p:spPr>
          <a:xfrm>
            <a:off x="4800600" y="2114550"/>
            <a:ext cx="2423740" cy="207749"/>
          </a:xfrm>
          <a:prstGeom prst="rect">
            <a:avLst/>
          </a:prstGeom>
          <a:noFill/>
          <a:ln w="9525">
            <a:noFill/>
          </a:ln>
        </p:spPr>
        <p:txBody>
          <a:bodyPr wrap="none" lIns="0" tIns="0" rIns="0" bIns="0">
            <a:spAutoFit/>
          </a:bodyPr>
          <a:lstStyle/>
          <a:p>
            <a:r>
              <a:rPr lang="zh-CN" altLang="en-US" sz="1350" b="1" dirty="0">
                <a:solidFill>
                  <a:srgbClr val="0000FF"/>
                </a:solidFill>
                <a:latin typeface="微软雅黑" panose="020B0503020204020204" charset="-122"/>
                <a:ea typeface="微软雅黑" panose="020B0503020204020204" charset="-122"/>
              </a:rPr>
              <a:t>强健壮等价类测试用例（补充）</a:t>
            </a:r>
          </a:p>
        </p:txBody>
      </p:sp>
      <p:sp>
        <p:nvSpPr>
          <p:cNvPr id="279554" name="Rectangle 2"/>
          <p:cNvSpPr>
            <a:spLocks noGrp="1" noChangeArrowheads="1"/>
          </p:cNvSpPr>
          <p:nvPr>
            <p:ph type="title"/>
          </p:nvPr>
        </p:nvSpPr>
        <p:spPr>
          <a:xfrm>
            <a:off x="1454468" y="303848"/>
            <a:ext cx="5602605" cy="756285"/>
          </a:xfrm>
          <a:solidFill>
            <a:srgbClr val="000000">
              <a:alpha val="0"/>
            </a:srgbClr>
          </a:solidFill>
          <a:ln>
            <a:solidFill>
              <a:srgbClr val="000000">
                <a:alpha val="0"/>
              </a:srgbClr>
            </a:solidFill>
          </a:ln>
        </p:spPr>
        <p:txBody>
          <a:bodyPr vert="horz" wrap="square" lIns="68580" tIns="34290" rIns="68580" bIns="34290" numCol="1" rtlCol="0" anchor="ctr" anchorCtr="0" compatLnSpc="1">
            <a:normAutofit/>
          </a:bodyPr>
          <a:lstStyle/>
          <a:p>
            <a:pPr algn="just" eaLnBrk="0" fontAlgn="base" hangingPunct="0">
              <a:lnSpc>
                <a:spcPct val="100000"/>
              </a:lnSpc>
              <a:buClrTx/>
            </a:pPr>
            <a:r>
              <a:rPr kumimoji="0" lang="zh-CN" altLang="en-US" sz="2925">
                <a:solidFill>
                  <a:schemeClr val="accent1">
                    <a:lumMod val="75000"/>
                  </a:schemeClr>
                </a:solidFill>
                <a:latin typeface="微软雅黑" panose="020B0503020204020204" charset="-122"/>
                <a:cs typeface="微软雅黑" panose="020B0503020204020204" charset="-122"/>
              </a:rPr>
              <a:t>测试用例设计</a:t>
            </a:r>
            <a:r>
              <a:rPr kumimoji="0" sz="2925">
                <a:solidFill>
                  <a:schemeClr val="accent1">
                    <a:lumMod val="75000"/>
                  </a:schemeClr>
                </a:solidFill>
                <a:latin typeface="微软雅黑" panose="020B0503020204020204" charset="-122"/>
                <a:cs typeface="微软雅黑" panose="020B0503020204020204" charset="-122"/>
              </a:rPr>
              <a:t>—</a:t>
            </a:r>
            <a:r>
              <a:rPr kumimoji="0" lang="zh-CN" altLang="en-US" sz="2925">
                <a:solidFill>
                  <a:schemeClr val="accent1">
                    <a:lumMod val="75000"/>
                  </a:schemeClr>
                </a:solidFill>
                <a:latin typeface="微软雅黑" panose="020B0503020204020204" charset="-122"/>
                <a:cs typeface="微软雅黑" panose="020B0503020204020204" charset="-122"/>
              </a:rPr>
              <a:t>举例</a:t>
            </a:r>
          </a:p>
        </p:txBody>
      </p:sp>
      <p:sp>
        <p:nvSpPr>
          <p:cNvPr id="2" name="日期占位符 1"/>
          <p:cNvSpPr>
            <a:spLocks noGrp="1"/>
          </p:cNvSpPr>
          <p:nvPr>
            <p:ph type="dt" sz="half" idx="10"/>
          </p:nvPr>
        </p:nvSpPr>
        <p:spPr/>
        <p:txBody>
          <a:bodyPr/>
          <a:lstStyle/>
          <a:p>
            <a:fld id="{760FBDFE-C587-4B4C-A407-44438C67B59E}" type="datetime1">
              <a:rPr lang="zh-CN" altLang="en-US" smtClean="0">
                <a:latin typeface="微软雅黑" panose="020B0503020204020204" charset="-122"/>
                <a:ea typeface="微软雅黑" panose="020B0503020204020204" charset="-122"/>
              </a:rPr>
              <a:t>2024/3/12</a:t>
            </a:fld>
            <a:endParaRPr lang="zh-CN" altLang="en-US">
              <a:latin typeface="微软雅黑" panose="020B0503020204020204" charset="-122"/>
              <a:ea typeface="微软雅黑" panose="020B0503020204020204" charset="-122"/>
            </a:endParaRPr>
          </a:p>
        </p:txBody>
      </p:sp>
      <p:sp>
        <p:nvSpPr>
          <p:cNvPr id="3" name="灯片编号占位符 2"/>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fld id="{49AE70B2-8BF9-45C0-BB95-33D1B9D3A854}" type="slidenum">
              <a:rPr lang="zh-CN" altLang="en-US" smtClean="0"/>
              <a:pPr/>
              <a:t>106</a:t>
            </a:fld>
            <a:endParaRPr lang="zh-CN" altLang="en-US">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5301"/>
                                        </p:tgtEl>
                                        <p:attrNameLst>
                                          <p:attrName>style.visibility</p:attrName>
                                        </p:attrNameLst>
                                      </p:cBhvr>
                                      <p:to>
                                        <p:strVal val="visible"/>
                                      </p:to>
                                    </p:set>
                                    <p:animEffect transition="in" filter="dissolve">
                                      <p:cBhvr>
                                        <p:cTn id="7" dur="500"/>
                                        <p:tgtEl>
                                          <p:spTgt spid="5530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5344"/>
                                        </p:tgtEl>
                                        <p:attrNameLst>
                                          <p:attrName>style.visibility</p:attrName>
                                        </p:attrNameLst>
                                      </p:cBhvr>
                                      <p:to>
                                        <p:strVal val="visible"/>
                                      </p:to>
                                    </p:set>
                                    <p:animEffect transition="in" filter="dissolve">
                                      <p:cBhvr>
                                        <p:cTn id="12" dur="500"/>
                                        <p:tgtEl>
                                          <p:spTgt spid="553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2628" name="Rectangle 4"/>
          <p:cNvSpPr>
            <a:spLocks noGrp="1" noChangeArrowheads="1"/>
          </p:cNvSpPr>
          <p:nvPr>
            <p:ph idx="1"/>
            <p:custDataLst>
              <p:tags r:id="rId1"/>
            </p:custDataLst>
          </p:nvPr>
        </p:nvSpPr>
        <p:spPr>
          <a:xfrm>
            <a:off x="1675924" y="1220629"/>
            <a:ext cx="5829300" cy="836771"/>
          </a:xfrm>
        </p:spPr>
        <p:txBody>
          <a:bodyPr vert="horz" wrap="square" lIns="68580" tIns="34290" rIns="68580" bIns="34290" numCol="1" rtlCol="0" anchor="t" anchorCtr="0" compatLnSpc="1">
            <a:normAutofit/>
          </a:bodyPr>
          <a:lstStyle/>
          <a:p>
            <a:pPr marL="257175" indent="-257175" fontAlgn="base">
              <a:lnSpc>
                <a:spcPct val="100000"/>
              </a:lnSpc>
              <a:spcBef>
                <a:spcPct val="20000"/>
              </a:spcBef>
              <a:spcAft>
                <a:spcPct val="0"/>
              </a:spcAft>
              <a:buFontTx/>
              <a:buChar char="•"/>
              <a:defRPr/>
            </a:pPr>
            <a:r>
              <a:rPr lang="zh-CN" altLang="en-US" b="1" kern="0">
                <a:solidFill>
                  <a:schemeClr val="dk1"/>
                </a:solidFill>
                <a:latin typeface="微软雅黑" panose="020B0503020204020204" charset="-122"/>
                <a:cs typeface="微软雅黑" panose="020B0503020204020204" charset="-122"/>
              </a:rPr>
              <a:t>例二：</a:t>
            </a:r>
            <a:r>
              <a:rPr lang="en-US" altLang="zh-CN" b="1" kern="0">
                <a:solidFill>
                  <a:schemeClr val="dk1"/>
                </a:solidFill>
                <a:latin typeface="微软雅黑" panose="020B0503020204020204" charset="-122"/>
                <a:cs typeface="微软雅黑" panose="020B0503020204020204" charset="-122"/>
              </a:rPr>
              <a:t>NextDate</a:t>
            </a:r>
          </a:p>
        </p:txBody>
      </p:sp>
      <p:sp>
        <p:nvSpPr>
          <p:cNvPr id="282629" name="Rectangle 5"/>
          <p:cNvSpPr/>
          <p:nvPr/>
        </p:nvSpPr>
        <p:spPr>
          <a:xfrm>
            <a:off x="4895612" y="1167765"/>
            <a:ext cx="2571750" cy="400050"/>
          </a:xfrm>
          <a:prstGeom prst="rect">
            <a:avLst/>
          </a:prstGeom>
          <a:noFill/>
          <a:ln w="9525">
            <a:noFill/>
          </a:ln>
          <a:extLst>
            <a:ext uri="{909E8E84-426E-40DD-AFC4-6F175D3DCCD1}">
              <a14:hiddenFill xmlns:a14="http://schemas.microsoft.com/office/drawing/2010/main">
                <a:solidFill>
                  <a:srgbClr val="CCFFCC"/>
                </a:solidFill>
              </a14:hiddenFill>
            </a:ext>
          </a:extLst>
        </p:spPr>
        <p:txBody>
          <a:bodyPr/>
          <a:lstStyle/>
          <a:p>
            <a:pPr marL="257175" indent="-257175">
              <a:lnSpc>
                <a:spcPct val="90000"/>
              </a:lnSpc>
            </a:pPr>
            <a:r>
              <a:rPr lang="zh-CN" altLang="en-US" sz="2250" b="1" dirty="0">
                <a:solidFill>
                  <a:srgbClr val="FF0000"/>
                </a:solidFill>
                <a:latin typeface="微软雅黑" panose="020B0503020204020204" charset="-122"/>
                <a:ea typeface="微软雅黑" panose="020B0503020204020204" charset="-122"/>
              </a:rPr>
              <a:t>输入定义域测试</a:t>
            </a:r>
          </a:p>
        </p:txBody>
      </p:sp>
      <p:graphicFrame>
        <p:nvGraphicFramePr>
          <p:cNvPr id="282630" name="Group 6"/>
          <p:cNvGraphicFramePr>
            <a:graphicFrameLocks noGrp="1"/>
          </p:cNvGraphicFramePr>
          <p:nvPr>
            <p:custDataLst>
              <p:tags r:id="rId2"/>
            </p:custDataLst>
          </p:nvPr>
        </p:nvGraphicFramePr>
        <p:xfrm>
          <a:off x="1684020" y="1776413"/>
          <a:ext cx="2942273" cy="1157764"/>
        </p:xfrm>
        <a:graphic>
          <a:graphicData uri="http://schemas.openxmlformats.org/drawingml/2006/table">
            <a:tbl>
              <a:tblPr/>
              <a:tblGrid>
                <a:gridCol w="2942273">
                  <a:extLst>
                    <a:ext uri="{9D8B030D-6E8A-4147-A177-3AD203B41FA5}">
                      <a16:colId xmlns:a16="http://schemas.microsoft.com/office/drawing/2014/main" val="20000"/>
                    </a:ext>
                  </a:extLst>
                </a:gridCol>
              </a:tblGrid>
              <a:tr h="32956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500" b="1" i="0" u="none" strike="noStrike" cap="none" normalizeH="0" baseline="0">
                          <a:ln>
                            <a:noFill/>
                          </a:ln>
                          <a:solidFill>
                            <a:schemeClr val="tx1"/>
                          </a:solidFill>
                          <a:effectLst/>
                          <a:latin typeface="微软雅黑" panose="020B0503020204020204" charset="-122"/>
                          <a:ea typeface="微软雅黑" panose="020B0503020204020204" charset="-122"/>
                        </a:rPr>
                        <a:t>输入条件的有效等价类</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23812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M1={</a:t>
                      </a:r>
                      <a:r>
                        <a:rPr kumimoji="0" lang="zh-CN" altLang="en-US"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月份</a:t>
                      </a: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|1&lt;=</a:t>
                      </a:r>
                      <a:r>
                        <a:rPr kumimoji="0" lang="zh-CN" altLang="en-US"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月</a:t>
                      </a: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&lt;=12}</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90513">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D1={</a:t>
                      </a:r>
                      <a:r>
                        <a:rPr kumimoji="0" lang="zh-CN" altLang="en-US"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日期</a:t>
                      </a: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|1&lt;=</a:t>
                      </a:r>
                      <a:r>
                        <a:rPr kumimoji="0" lang="zh-CN" altLang="en-US"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日期</a:t>
                      </a: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&lt;=31}</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99561">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Y1={</a:t>
                      </a:r>
                      <a:r>
                        <a:rPr kumimoji="0" lang="zh-CN" altLang="en-US"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年</a:t>
                      </a: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|1800&lt;=</a:t>
                      </a:r>
                      <a:r>
                        <a:rPr kumimoji="0" lang="zh-CN" altLang="en-US"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年</a:t>
                      </a: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&lt;=2050}</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282642" name="Group 18"/>
          <p:cNvGraphicFramePr>
            <a:graphicFrameLocks noGrp="1"/>
          </p:cNvGraphicFramePr>
          <p:nvPr/>
        </p:nvGraphicFramePr>
        <p:xfrm>
          <a:off x="4787741" y="2139791"/>
          <a:ext cx="2286000" cy="1885952"/>
        </p:xfrm>
        <a:graphic>
          <a:graphicData uri="http://schemas.openxmlformats.org/drawingml/2006/table">
            <a:tbl>
              <a:tblPr/>
              <a:tblGrid>
                <a:gridCol w="2286000">
                  <a:extLst>
                    <a:ext uri="{9D8B030D-6E8A-4147-A177-3AD203B41FA5}">
                      <a16:colId xmlns:a16="http://schemas.microsoft.com/office/drawing/2014/main" val="20000"/>
                    </a:ext>
                  </a:extLst>
                </a:gridCol>
              </a:tblGrid>
              <a:tr h="30003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M2={</a:t>
                      </a:r>
                      <a:r>
                        <a:rPr kumimoji="0" lang="zh-CN" altLang="en-US"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月份</a:t>
                      </a: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a:t>
                      </a:r>
                      <a:r>
                        <a:rPr kumimoji="0" lang="zh-CN" altLang="en-US"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月</a:t>
                      </a: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&lt;1}</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0003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M3={</a:t>
                      </a:r>
                      <a:r>
                        <a:rPr kumimoji="0" lang="zh-CN" altLang="en-US"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月份</a:t>
                      </a: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a:t>
                      </a:r>
                      <a:r>
                        <a:rPr kumimoji="0" lang="zh-CN" altLang="en-US"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月</a:t>
                      </a: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&gt;12}</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003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D2={</a:t>
                      </a:r>
                      <a:r>
                        <a:rPr kumimoji="0" lang="zh-CN" altLang="en-US"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日期</a:t>
                      </a: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a:t>
                      </a:r>
                      <a:r>
                        <a:rPr kumimoji="0" lang="zh-CN" altLang="en-US"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日</a:t>
                      </a: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&lt;1}</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003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D3={</a:t>
                      </a:r>
                      <a:r>
                        <a:rPr kumimoji="0" lang="zh-CN" altLang="en-US"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日期</a:t>
                      </a: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a:t>
                      </a:r>
                      <a:r>
                        <a:rPr kumimoji="0" lang="zh-CN" altLang="en-US"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日</a:t>
                      </a: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&gt;31}</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Y2={</a:t>
                      </a:r>
                      <a:r>
                        <a:rPr kumimoji="0" lang="zh-CN" altLang="en-US"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年</a:t>
                      </a: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a:t>
                      </a:r>
                      <a:r>
                        <a:rPr kumimoji="0" lang="zh-CN" altLang="en-US"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年</a:t>
                      </a: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&lt;1800}</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Y3={</a:t>
                      </a:r>
                      <a:r>
                        <a:rPr kumimoji="0" lang="zh-CN" altLang="en-US"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年</a:t>
                      </a: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a:t>
                      </a:r>
                      <a:r>
                        <a:rPr kumimoji="0" lang="zh-CN" altLang="en-US"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年</a:t>
                      </a: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&gt;2050}</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282658" name="Text Box 34"/>
          <p:cNvSpPr txBox="1"/>
          <p:nvPr>
            <p:custDataLst>
              <p:tags r:id="rId3"/>
            </p:custDataLst>
          </p:nvPr>
        </p:nvSpPr>
        <p:spPr>
          <a:xfrm>
            <a:off x="2087880" y="3059430"/>
            <a:ext cx="2057400" cy="230832"/>
          </a:xfrm>
          <a:prstGeom prst="rect">
            <a:avLst/>
          </a:prstGeom>
          <a:solidFill>
            <a:srgbClr val="CCFFCC"/>
          </a:solidFill>
          <a:ln w="9525" cap="flat" cmpd="sng">
            <a:solidFill>
              <a:schemeClr val="dk1"/>
            </a:solidFill>
            <a:prstDash val="solid"/>
            <a:miter/>
            <a:headEnd type="none" w="med" len="med"/>
            <a:tailEnd type="none" w="med" len="med"/>
          </a:ln>
        </p:spPr>
        <p:txBody>
          <a:bodyPr lIns="0" tIns="0" rIns="0" bIns="0" anchor="t" anchorCtr="1">
            <a:spAutoFit/>
          </a:bodyPr>
          <a:lstStyle/>
          <a:p>
            <a:pPr>
              <a:spcBef>
                <a:spcPct val="50000"/>
              </a:spcBef>
            </a:pPr>
            <a:r>
              <a:rPr lang="zh-CN" altLang="en-US" sz="1500" b="1" dirty="0">
                <a:solidFill>
                  <a:schemeClr val="dk1"/>
                </a:solidFill>
                <a:latin typeface="微软雅黑" panose="020B0503020204020204" charset="-122"/>
                <a:ea typeface="微软雅黑" panose="020B0503020204020204" charset="-122"/>
                <a:cs typeface="微软雅黑" panose="020B0503020204020204" charset="-122"/>
              </a:rPr>
              <a:t>测试用例总数： （个）</a:t>
            </a:r>
          </a:p>
        </p:txBody>
      </p:sp>
      <p:graphicFrame>
        <p:nvGraphicFramePr>
          <p:cNvPr id="56355" name="表格 56354"/>
          <p:cNvGraphicFramePr/>
          <p:nvPr>
            <p:custDataLst>
              <p:tags r:id="rId4"/>
            </p:custDataLst>
          </p:nvPr>
        </p:nvGraphicFramePr>
        <p:xfrm>
          <a:off x="1714500" y="3437335"/>
          <a:ext cx="2914650" cy="586979"/>
        </p:xfrm>
        <a:graphic>
          <a:graphicData uri="http://schemas.openxmlformats.org/drawingml/2006/table">
            <a:tbl>
              <a:tblPr/>
              <a:tblGrid>
                <a:gridCol w="685800">
                  <a:extLst>
                    <a:ext uri="{9D8B030D-6E8A-4147-A177-3AD203B41FA5}">
                      <a16:colId xmlns:a16="http://schemas.microsoft.com/office/drawing/2014/main" val="20000"/>
                    </a:ext>
                  </a:extLst>
                </a:gridCol>
                <a:gridCol w="8001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742950">
                  <a:extLst>
                    <a:ext uri="{9D8B030D-6E8A-4147-A177-3AD203B41FA5}">
                      <a16:colId xmlns:a16="http://schemas.microsoft.com/office/drawing/2014/main" val="20003"/>
                    </a:ext>
                  </a:extLst>
                </a:gridCol>
              </a:tblGrid>
              <a:tr h="244079">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zh-CN" altLang="en-US" sz="1500" b="1" dirty="0">
                          <a:solidFill>
                            <a:schemeClr val="tx1"/>
                          </a:solidFill>
                          <a:latin typeface="微软雅黑" panose="020B0503020204020204" charset="-122"/>
                          <a:ea typeface="微软雅黑" panose="020B0503020204020204" charset="-122"/>
                        </a:rPr>
                        <a:t>弱一般</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solid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zh-CN" altLang="en-US" sz="1500" b="1" dirty="0">
                          <a:solidFill>
                            <a:schemeClr val="tx1"/>
                          </a:solidFill>
                          <a:latin typeface="微软雅黑" panose="020B0503020204020204" charset="-122"/>
                          <a:ea typeface="微软雅黑" panose="020B0503020204020204" charset="-122"/>
                        </a:rPr>
                        <a:t>强一般</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solid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zh-CN" altLang="en-US" sz="1500" b="1" dirty="0">
                          <a:solidFill>
                            <a:schemeClr val="tx1"/>
                          </a:solidFill>
                          <a:latin typeface="微软雅黑" panose="020B0503020204020204" charset="-122"/>
                          <a:ea typeface="微软雅黑" panose="020B0503020204020204" charset="-122"/>
                        </a:rPr>
                        <a:t>弱健壮</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solid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zh-CN" altLang="en-US" sz="1500" b="1" dirty="0">
                          <a:solidFill>
                            <a:schemeClr val="tx1"/>
                          </a:solidFill>
                          <a:latin typeface="微软雅黑" panose="020B0503020204020204" charset="-122"/>
                          <a:ea typeface="微软雅黑" panose="020B0503020204020204" charset="-122"/>
                        </a:rPr>
                        <a:t>强健壮</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42900">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7</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27</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282676" name="Group 52"/>
          <p:cNvGraphicFramePr>
            <a:graphicFrameLocks noGrp="1"/>
          </p:cNvGraphicFramePr>
          <p:nvPr/>
        </p:nvGraphicFramePr>
        <p:xfrm>
          <a:off x="4787741" y="1773556"/>
          <a:ext cx="2286000" cy="366236"/>
        </p:xfrm>
        <a:graphic>
          <a:graphicData uri="http://schemas.openxmlformats.org/drawingml/2006/table">
            <a:tbl>
              <a:tblPr/>
              <a:tblGrid>
                <a:gridCol w="2286000">
                  <a:extLst>
                    <a:ext uri="{9D8B030D-6E8A-4147-A177-3AD203B41FA5}">
                      <a16:colId xmlns:a16="http://schemas.microsoft.com/office/drawing/2014/main" val="20000"/>
                    </a:ext>
                  </a:extLst>
                </a:gridCol>
              </a:tblGrid>
              <a:tr h="366236">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500" b="1" i="0" u="none" strike="noStrike" cap="none" normalizeH="0" baseline="0">
                          <a:ln>
                            <a:noFill/>
                          </a:ln>
                          <a:solidFill>
                            <a:schemeClr val="tx1"/>
                          </a:solidFill>
                          <a:effectLst/>
                          <a:latin typeface="微软雅黑" panose="020B0503020204020204" charset="-122"/>
                          <a:ea typeface="微软雅黑" panose="020B0503020204020204" charset="-122"/>
                        </a:rPr>
                        <a:t>输入条件的无效等价类</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bl>
          </a:graphicData>
        </a:graphic>
      </p:graphicFrame>
      <p:sp>
        <p:nvSpPr>
          <p:cNvPr id="279554" name="Rectangle 2"/>
          <p:cNvSpPr>
            <a:spLocks noGrp="1" noChangeArrowheads="1"/>
          </p:cNvSpPr>
          <p:nvPr>
            <p:ph type="title"/>
          </p:nvPr>
        </p:nvSpPr>
        <p:spPr>
          <a:xfrm>
            <a:off x="1454468" y="303848"/>
            <a:ext cx="5602605" cy="756285"/>
          </a:xfrm>
          <a:solidFill>
            <a:srgbClr val="000000">
              <a:alpha val="0"/>
            </a:srgbClr>
          </a:solidFill>
          <a:ln>
            <a:solidFill>
              <a:srgbClr val="000000">
                <a:alpha val="0"/>
              </a:srgbClr>
            </a:solidFill>
          </a:ln>
        </p:spPr>
        <p:txBody>
          <a:bodyPr vert="horz" wrap="square" lIns="68580" tIns="34290" rIns="68580" bIns="34290" numCol="1" rtlCol="0" anchor="ctr" anchorCtr="0" compatLnSpc="1">
            <a:normAutofit/>
          </a:bodyPr>
          <a:lstStyle/>
          <a:p>
            <a:pPr algn="just" eaLnBrk="0" fontAlgn="base" hangingPunct="0">
              <a:lnSpc>
                <a:spcPct val="100000"/>
              </a:lnSpc>
              <a:buClrTx/>
            </a:pPr>
            <a:r>
              <a:rPr kumimoji="0" lang="zh-CN" altLang="en-US" sz="2925">
                <a:solidFill>
                  <a:schemeClr val="accent1">
                    <a:lumMod val="75000"/>
                  </a:schemeClr>
                </a:solidFill>
                <a:latin typeface="微软雅黑" panose="020B0503020204020204" charset="-122"/>
                <a:cs typeface="微软雅黑" panose="020B0503020204020204" charset="-122"/>
              </a:rPr>
              <a:t>测试用例设计</a:t>
            </a:r>
            <a:r>
              <a:rPr kumimoji="0" sz="2925">
                <a:solidFill>
                  <a:schemeClr val="accent1">
                    <a:lumMod val="75000"/>
                  </a:schemeClr>
                </a:solidFill>
                <a:latin typeface="微软雅黑" panose="020B0503020204020204" charset="-122"/>
                <a:cs typeface="微软雅黑" panose="020B0503020204020204" charset="-122"/>
              </a:rPr>
              <a:t>—</a:t>
            </a:r>
            <a:r>
              <a:rPr kumimoji="0" lang="zh-CN" altLang="en-US" sz="2925">
                <a:solidFill>
                  <a:schemeClr val="accent1">
                    <a:lumMod val="75000"/>
                  </a:schemeClr>
                </a:solidFill>
                <a:latin typeface="微软雅黑" panose="020B0503020204020204" charset="-122"/>
                <a:cs typeface="微软雅黑" panose="020B0503020204020204" charset="-122"/>
              </a:rPr>
              <a:t>举例</a:t>
            </a:r>
          </a:p>
        </p:txBody>
      </p:sp>
      <p:sp>
        <p:nvSpPr>
          <p:cNvPr id="2" name="日期占位符 1"/>
          <p:cNvSpPr>
            <a:spLocks noGrp="1"/>
          </p:cNvSpPr>
          <p:nvPr>
            <p:ph type="dt" sz="half" idx="10"/>
          </p:nvPr>
        </p:nvSpPr>
        <p:spPr/>
        <p:txBody>
          <a:bodyPr/>
          <a:lstStyle/>
          <a:p>
            <a:fld id="{760FBDFE-C587-4B4C-A407-44438C67B59E}" type="datetime1">
              <a:rPr lang="zh-CN" altLang="en-US" smtClean="0">
                <a:latin typeface="微软雅黑" panose="020B0503020204020204" charset="-122"/>
                <a:ea typeface="微软雅黑" panose="020B0503020204020204" charset="-122"/>
              </a:rPr>
              <a:t>2024/3/12</a:t>
            </a:fld>
            <a:endParaRPr lang="zh-CN" altLang="en-US">
              <a:latin typeface="微软雅黑" panose="020B0503020204020204" charset="-122"/>
              <a:ea typeface="微软雅黑" panose="020B0503020204020204" charset="-122"/>
            </a:endParaRPr>
          </a:p>
        </p:txBody>
      </p:sp>
      <p:sp>
        <p:nvSpPr>
          <p:cNvPr id="3" name="灯片编号占位符 2"/>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fld id="{49AE70B2-8BF9-45C0-BB95-33D1B9D3A854}" type="slidenum">
              <a:rPr lang="zh-CN" altLang="en-US" smtClean="0"/>
              <a:pPr/>
              <a:t>107</a:t>
            </a:fld>
            <a:endParaRPr lang="zh-CN" altLang="en-US">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282629"/>
                                        </p:tgtEl>
                                        <p:attrNameLst>
                                          <p:attrName>style.visibility</p:attrName>
                                        </p:attrNameLst>
                                      </p:cBhvr>
                                      <p:to>
                                        <p:strVal val="visible"/>
                                      </p:to>
                                    </p:set>
                                    <p:anim calcmode="lin" valueType="num">
                                      <p:cBhvr>
                                        <p:cTn id="7" dur="500" fill="hold"/>
                                        <p:tgtEl>
                                          <p:spTgt spid="282629"/>
                                        </p:tgtEl>
                                        <p:attrNameLst>
                                          <p:attrName>ppt_w</p:attrName>
                                        </p:attrNameLst>
                                      </p:cBhvr>
                                      <p:tavLst>
                                        <p:tav tm="0">
                                          <p:val>
                                            <p:fltVal val="0"/>
                                          </p:val>
                                        </p:tav>
                                        <p:tav tm="100000">
                                          <p:val>
                                            <p:strVal val="#ppt_w"/>
                                          </p:val>
                                        </p:tav>
                                      </p:tavLst>
                                    </p:anim>
                                    <p:anim calcmode="lin" valueType="num">
                                      <p:cBhvr>
                                        <p:cTn id="8" dur="500" fill="hold"/>
                                        <p:tgtEl>
                                          <p:spTgt spid="282629"/>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282630"/>
                                        </p:tgtEl>
                                        <p:attrNameLst>
                                          <p:attrName>style.visibility</p:attrName>
                                        </p:attrNameLst>
                                      </p:cBhvr>
                                      <p:to>
                                        <p:strVal val="visible"/>
                                      </p:to>
                                    </p:set>
                                    <p:animEffect transition="in" filter="dissolve">
                                      <p:cBhvr>
                                        <p:cTn id="13" dur="500"/>
                                        <p:tgtEl>
                                          <p:spTgt spid="282630"/>
                                        </p:tgtEl>
                                      </p:cBhvr>
                                    </p:animEffect>
                                  </p:childTnLst>
                                </p:cTn>
                              </p:par>
                            </p:childTnLst>
                          </p:cTn>
                        </p:par>
                        <p:par>
                          <p:cTn id="14" fill="hold">
                            <p:stCondLst>
                              <p:cond delay="500"/>
                            </p:stCondLst>
                            <p:childTnLst>
                              <p:par>
                                <p:cTn id="15" presetID="1" presetClass="entr" presetSubtype="0" fill="hold" nodeType="afterEffect">
                                  <p:stCondLst>
                                    <p:cond delay="0"/>
                                  </p:stCondLst>
                                  <p:childTnLst>
                                    <p:set>
                                      <p:cBhvr>
                                        <p:cTn id="16" dur="1" fill="hold">
                                          <p:stCondLst>
                                            <p:cond delay="499"/>
                                          </p:stCondLst>
                                        </p:cTn>
                                        <p:tgtEl>
                                          <p:spTgt spid="28267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282642"/>
                                        </p:tgtEl>
                                        <p:attrNameLst>
                                          <p:attrName>style.visibility</p:attrName>
                                        </p:attrNameLst>
                                      </p:cBhvr>
                                      <p:to>
                                        <p:strVal val="visible"/>
                                      </p:to>
                                    </p:set>
                                    <p:animEffect transition="in" filter="dissolve">
                                      <p:cBhvr>
                                        <p:cTn id="21" dur="500"/>
                                        <p:tgtEl>
                                          <p:spTgt spid="282642"/>
                                        </p:tgtEl>
                                      </p:cBhvr>
                                    </p:animEffect>
                                  </p:childTnLst>
                                </p:cTn>
                              </p:par>
                            </p:childTnLst>
                          </p:cTn>
                        </p:par>
                        <p:par>
                          <p:cTn id="22" fill="hold">
                            <p:stCondLst>
                              <p:cond delay="500"/>
                            </p:stCondLst>
                            <p:childTnLst>
                              <p:par>
                                <p:cTn id="23" presetID="1" presetClass="entr" presetSubtype="0" fill="hold" grpId="0" nodeType="afterEffect">
                                  <p:stCondLst>
                                    <p:cond delay="0"/>
                                  </p:stCondLst>
                                  <p:childTnLst>
                                    <p:set>
                                      <p:cBhvr>
                                        <p:cTn id="24" dur="1" fill="hold">
                                          <p:stCondLst>
                                            <p:cond delay="499"/>
                                          </p:stCondLst>
                                        </p:cTn>
                                        <p:tgtEl>
                                          <p:spTgt spid="28265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56355"/>
                                        </p:tgtEl>
                                        <p:attrNameLst>
                                          <p:attrName>style.visibility</p:attrName>
                                        </p:attrNameLst>
                                      </p:cBhvr>
                                      <p:to>
                                        <p:strVal val="visible"/>
                                      </p:to>
                                    </p:set>
                                    <p:anim calcmode="lin" valueType="num">
                                      <p:cBhvr additive="base">
                                        <p:cTn id="29" dur="500" fill="hold"/>
                                        <p:tgtEl>
                                          <p:spTgt spid="56355"/>
                                        </p:tgtEl>
                                        <p:attrNameLst>
                                          <p:attrName>ppt_x</p:attrName>
                                        </p:attrNameLst>
                                      </p:cBhvr>
                                      <p:tavLst>
                                        <p:tav tm="0">
                                          <p:val>
                                            <p:strVal val="#ppt_x"/>
                                          </p:val>
                                        </p:tav>
                                        <p:tav tm="100000">
                                          <p:val>
                                            <p:strVal val="#ppt_x"/>
                                          </p:val>
                                        </p:tav>
                                      </p:tavLst>
                                    </p:anim>
                                    <p:anim calcmode="lin" valueType="num">
                                      <p:cBhvr additive="base">
                                        <p:cTn id="30" dur="500" fill="hold"/>
                                        <p:tgtEl>
                                          <p:spTgt spid="563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2629" grpId="0" bldLvl="0" animBg="1"/>
      <p:bldP spid="282658" grpId="0" bldLvl="0" animBg="1"/>
    </p:bldLst>
  </p:timing>
</p:sld>
</file>

<file path=ppt/slides/slide10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3652" name="Rectangle 4"/>
          <p:cNvSpPr>
            <a:spLocks noGrp="1" noChangeArrowheads="1"/>
          </p:cNvSpPr>
          <p:nvPr>
            <p:ph idx="1"/>
            <p:custDataLst>
              <p:tags r:id="rId1"/>
            </p:custDataLst>
          </p:nvPr>
        </p:nvSpPr>
        <p:spPr>
          <a:xfrm>
            <a:off x="1655445" y="1302544"/>
            <a:ext cx="5831205" cy="640556"/>
          </a:xfrm>
        </p:spPr>
        <p:txBody>
          <a:bodyPr vert="horz" wrap="square" lIns="68580" tIns="34290" rIns="68580" bIns="34290" numCol="1" rtlCol="0" anchor="t" anchorCtr="0" compatLnSpc="1">
            <a:normAutofit/>
          </a:bodyPr>
          <a:lstStyle/>
          <a:p>
            <a:pPr marL="257175" indent="-257175" fontAlgn="base">
              <a:lnSpc>
                <a:spcPct val="100000"/>
              </a:lnSpc>
              <a:spcBef>
                <a:spcPct val="20000"/>
              </a:spcBef>
              <a:spcAft>
                <a:spcPct val="0"/>
              </a:spcAft>
              <a:buFontTx/>
              <a:buChar char="•"/>
              <a:defRPr/>
            </a:pPr>
            <a:r>
              <a:rPr lang="zh-CN" altLang="en-US" sz="2400" b="1" kern="0">
                <a:solidFill>
                  <a:schemeClr val="dk1"/>
                </a:solidFill>
                <a:latin typeface="微软雅黑" panose="020B0503020204020204" charset="-122"/>
                <a:cs typeface="微软雅黑" panose="020B0503020204020204" charset="-122"/>
              </a:rPr>
              <a:t>例二：</a:t>
            </a:r>
            <a:r>
              <a:rPr lang="en-US" altLang="zh-CN" sz="2400" b="1" kern="0">
                <a:solidFill>
                  <a:schemeClr val="dk1"/>
                </a:solidFill>
                <a:latin typeface="微软雅黑" panose="020B0503020204020204" charset="-122"/>
                <a:cs typeface="微软雅黑" panose="020B0503020204020204" charset="-122"/>
              </a:rPr>
              <a:t>NextDate</a:t>
            </a:r>
          </a:p>
          <a:p>
            <a:pPr marL="257175" indent="-257175" fontAlgn="base">
              <a:lnSpc>
                <a:spcPct val="100000"/>
              </a:lnSpc>
              <a:spcBef>
                <a:spcPct val="20000"/>
              </a:spcBef>
              <a:spcAft>
                <a:spcPct val="0"/>
              </a:spcAft>
              <a:buFontTx/>
              <a:buChar char="•"/>
              <a:defRPr/>
            </a:pPr>
            <a:endParaRPr lang="en-US" altLang="zh-CN" sz="2400" b="1" kern="0">
              <a:solidFill>
                <a:schemeClr val="dk1"/>
              </a:solidFill>
              <a:latin typeface="微软雅黑" panose="020B0503020204020204" charset="-122"/>
              <a:cs typeface="微软雅黑" panose="020B0503020204020204" charset="-122"/>
            </a:endParaRPr>
          </a:p>
        </p:txBody>
      </p:sp>
      <p:graphicFrame>
        <p:nvGraphicFramePr>
          <p:cNvPr id="57349" name="表格 57348"/>
          <p:cNvGraphicFramePr/>
          <p:nvPr>
            <p:custDataLst>
              <p:tags r:id="rId2"/>
            </p:custDataLst>
          </p:nvPr>
        </p:nvGraphicFramePr>
        <p:xfrm>
          <a:off x="4548426" y="1757125"/>
          <a:ext cx="3369469" cy="703898"/>
        </p:xfrm>
        <a:graphic>
          <a:graphicData uri="http://schemas.openxmlformats.org/drawingml/2006/table">
            <a:tbl>
              <a:tblPr/>
              <a:tblGrid>
                <a:gridCol w="713899">
                  <a:extLst>
                    <a:ext uri="{9D8B030D-6E8A-4147-A177-3AD203B41FA5}">
                      <a16:colId xmlns:a16="http://schemas.microsoft.com/office/drawing/2014/main" val="20000"/>
                    </a:ext>
                  </a:extLst>
                </a:gridCol>
                <a:gridCol w="527685">
                  <a:extLst>
                    <a:ext uri="{9D8B030D-6E8A-4147-A177-3AD203B41FA5}">
                      <a16:colId xmlns:a16="http://schemas.microsoft.com/office/drawing/2014/main" val="20001"/>
                    </a:ext>
                  </a:extLst>
                </a:gridCol>
                <a:gridCol w="591026">
                  <a:extLst>
                    <a:ext uri="{9D8B030D-6E8A-4147-A177-3AD203B41FA5}">
                      <a16:colId xmlns:a16="http://schemas.microsoft.com/office/drawing/2014/main" val="20002"/>
                    </a:ext>
                  </a:extLst>
                </a:gridCol>
                <a:gridCol w="1536859">
                  <a:extLst>
                    <a:ext uri="{9D8B030D-6E8A-4147-A177-3AD203B41FA5}">
                      <a16:colId xmlns:a16="http://schemas.microsoft.com/office/drawing/2014/main" val="20003"/>
                    </a:ext>
                  </a:extLst>
                </a:gridCol>
              </a:tblGrid>
              <a:tr h="292894">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chemeClr val="tx1"/>
                          </a:solidFill>
                          <a:latin typeface="微软雅黑" panose="020B0503020204020204" charset="-122"/>
                          <a:ea typeface="微软雅黑" panose="020B0503020204020204" charset="-122"/>
                        </a:rPr>
                        <a:t>month</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solid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chemeClr val="tx1"/>
                          </a:solidFill>
                          <a:latin typeface="微软雅黑" panose="020B0503020204020204" charset="-122"/>
                          <a:ea typeface="微软雅黑" panose="020B0503020204020204" charset="-122"/>
                        </a:rPr>
                        <a:t>day</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solid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chemeClr val="tx1"/>
                          </a:solidFill>
                          <a:latin typeface="微软雅黑" panose="020B0503020204020204" charset="-122"/>
                          <a:ea typeface="微软雅黑" panose="020B0503020204020204" charset="-122"/>
                        </a:rPr>
                        <a:t>year</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solid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zh-CN" altLang="en-US" sz="1500" b="1" dirty="0">
                          <a:solidFill>
                            <a:schemeClr val="tx1"/>
                          </a:solidFill>
                          <a:latin typeface="微软雅黑" panose="020B0503020204020204" charset="-122"/>
                          <a:ea typeface="微软雅黑" panose="020B0503020204020204" charset="-122"/>
                        </a:rPr>
                        <a:t>预期输出</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11004">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6</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15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1912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cs typeface="微软雅黑" panose="020B0503020204020204" charset="-122"/>
                        </a:rPr>
                        <a:t>1912</a:t>
                      </a:r>
                      <a:r>
                        <a:rPr lang="zh-CN" altLang="en-US" sz="1500" b="1" dirty="0">
                          <a:solidFill>
                            <a:srgbClr val="0000FF"/>
                          </a:solidFill>
                          <a:latin typeface="微软雅黑" panose="020B0503020204020204" charset="-122"/>
                          <a:ea typeface="微软雅黑" panose="020B0503020204020204" charset="-122"/>
                          <a:cs typeface="微软雅黑" panose="020B0503020204020204" charset="-122"/>
                        </a:rPr>
                        <a:t>年</a:t>
                      </a:r>
                      <a:r>
                        <a:rPr lang="en-US" altLang="zh-CN" sz="1500" b="1" dirty="0">
                          <a:solidFill>
                            <a:srgbClr val="0000FF"/>
                          </a:solidFill>
                          <a:latin typeface="微软雅黑" panose="020B0503020204020204" charset="-122"/>
                          <a:ea typeface="微软雅黑" panose="020B0503020204020204" charset="-122"/>
                          <a:cs typeface="微软雅黑" panose="020B0503020204020204" charset="-122"/>
                        </a:rPr>
                        <a:t>6</a:t>
                      </a:r>
                      <a:r>
                        <a:rPr lang="zh-CN" altLang="en-US" sz="1500" b="1" dirty="0">
                          <a:solidFill>
                            <a:srgbClr val="0000FF"/>
                          </a:solidFill>
                          <a:latin typeface="微软雅黑" panose="020B0503020204020204" charset="-122"/>
                          <a:ea typeface="微软雅黑" panose="020B0503020204020204" charset="-122"/>
                          <a:cs typeface="微软雅黑" panose="020B0503020204020204" charset="-122"/>
                        </a:rPr>
                        <a:t>月</a:t>
                      </a:r>
                      <a:r>
                        <a:rPr lang="en-US" altLang="zh-CN" sz="1500" b="1" dirty="0">
                          <a:solidFill>
                            <a:srgbClr val="0000FF"/>
                          </a:solidFill>
                          <a:latin typeface="微软雅黑" panose="020B0503020204020204" charset="-122"/>
                          <a:ea typeface="微软雅黑" panose="020B0503020204020204" charset="-122"/>
                          <a:cs typeface="微软雅黑" panose="020B0503020204020204" charset="-122"/>
                        </a:rPr>
                        <a:t>16</a:t>
                      </a:r>
                      <a:r>
                        <a:rPr lang="zh-CN" altLang="en-US" sz="1500" b="1" dirty="0">
                          <a:solidFill>
                            <a:srgbClr val="0000FF"/>
                          </a:solidFill>
                          <a:latin typeface="微软雅黑" panose="020B0503020204020204" charset="-122"/>
                          <a:ea typeface="微软雅黑" panose="020B0503020204020204" charset="-122"/>
                          <a:cs typeface="微软雅黑" panose="020B0503020204020204" charset="-122"/>
                        </a:rPr>
                        <a:t>日</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57366" name="Rectangle 22"/>
          <p:cNvSpPr/>
          <p:nvPr/>
        </p:nvSpPr>
        <p:spPr>
          <a:xfrm>
            <a:off x="4972050" y="1428750"/>
            <a:ext cx="2332370" cy="207749"/>
          </a:xfrm>
          <a:prstGeom prst="rect">
            <a:avLst/>
          </a:prstGeom>
          <a:noFill/>
          <a:ln w="9525">
            <a:noFill/>
          </a:ln>
        </p:spPr>
        <p:txBody>
          <a:bodyPr wrap="none" lIns="0" tIns="0" rIns="0" bIns="0">
            <a:spAutoFit/>
          </a:bodyPr>
          <a:lstStyle/>
          <a:p>
            <a:r>
              <a:rPr lang="zh-CN" altLang="en-US" sz="1350" b="1" dirty="0">
                <a:solidFill>
                  <a:srgbClr val="0000FF"/>
                </a:solidFill>
                <a:latin typeface="微软雅黑" panose="020B0503020204020204" charset="-122"/>
                <a:ea typeface="微软雅黑" panose="020B0503020204020204" charset="-122"/>
                <a:cs typeface="微软雅黑" panose="020B0503020204020204" charset="-122"/>
              </a:rPr>
              <a:t>弱一般</a:t>
            </a:r>
            <a:r>
              <a:rPr lang="en-US" altLang="zh-CN" sz="1350" b="1" dirty="0">
                <a:solidFill>
                  <a:srgbClr val="0000FF"/>
                </a:solidFill>
                <a:latin typeface="微软雅黑" panose="020B0503020204020204" charset="-122"/>
                <a:ea typeface="微软雅黑" panose="020B0503020204020204" charset="-122"/>
                <a:cs typeface="微软雅黑" panose="020B0503020204020204" charset="-122"/>
              </a:rPr>
              <a:t>/</a:t>
            </a:r>
            <a:r>
              <a:rPr lang="zh-CN" altLang="en-US" sz="1350" b="1" dirty="0">
                <a:solidFill>
                  <a:srgbClr val="0000FF"/>
                </a:solidFill>
                <a:latin typeface="微软雅黑" panose="020B0503020204020204" charset="-122"/>
                <a:ea typeface="微软雅黑" panose="020B0503020204020204" charset="-122"/>
                <a:cs typeface="微软雅黑" panose="020B0503020204020204" charset="-122"/>
              </a:rPr>
              <a:t>强一般等价类测试用例</a:t>
            </a:r>
          </a:p>
        </p:txBody>
      </p:sp>
      <p:grpSp>
        <p:nvGrpSpPr>
          <p:cNvPr id="57367" name="Group 23"/>
          <p:cNvGrpSpPr/>
          <p:nvPr/>
        </p:nvGrpSpPr>
        <p:grpSpPr>
          <a:xfrm>
            <a:off x="1533526" y="1714500"/>
            <a:ext cx="3565288" cy="3156281"/>
            <a:chOff x="912" y="1238"/>
            <a:chExt cx="3719" cy="2806"/>
          </a:xfrm>
        </p:grpSpPr>
        <p:sp>
          <p:nvSpPr>
            <p:cNvPr id="57370" name="Rectangle 24"/>
            <p:cNvSpPr/>
            <p:nvPr/>
          </p:nvSpPr>
          <p:spPr>
            <a:xfrm>
              <a:off x="1263" y="3859"/>
              <a:ext cx="54" cy="185"/>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 </a:t>
              </a:r>
            </a:p>
          </p:txBody>
        </p:sp>
        <p:grpSp>
          <p:nvGrpSpPr>
            <p:cNvPr id="57371" name="Group 25"/>
            <p:cNvGrpSpPr/>
            <p:nvPr/>
          </p:nvGrpSpPr>
          <p:grpSpPr>
            <a:xfrm>
              <a:off x="1528" y="1355"/>
              <a:ext cx="56" cy="2592"/>
              <a:chOff x="1624" y="1016"/>
              <a:chExt cx="56" cy="2592"/>
            </a:xfrm>
          </p:grpSpPr>
          <p:sp>
            <p:nvSpPr>
              <p:cNvPr id="57461" name="Freeform 26"/>
              <p:cNvSpPr/>
              <p:nvPr>
                <p:custDataLst>
                  <p:tags r:id="rId19"/>
                </p:custDataLst>
              </p:nvPr>
            </p:nvSpPr>
            <p:spPr>
              <a:xfrm>
                <a:off x="1624" y="3496"/>
                <a:ext cx="56" cy="112"/>
              </a:xfrm>
              <a:custGeom>
                <a:avLst/>
                <a:gdLst>
                  <a:gd name="txL" fmla="*/ 0 w 56"/>
                  <a:gd name="txT" fmla="*/ 0 h 112"/>
                  <a:gd name="txR" fmla="*/ 56 w 56"/>
                  <a:gd name="txB" fmla="*/ 112 h 112"/>
                </a:gdLst>
                <a:ahLst/>
                <a:cxnLst>
                  <a:cxn ang="0">
                    <a:pos x="24" y="112"/>
                  </a:cxn>
                  <a:cxn ang="0">
                    <a:pos x="0" y="0"/>
                  </a:cxn>
                  <a:cxn ang="0">
                    <a:pos x="24" y="0"/>
                  </a:cxn>
                  <a:cxn ang="0">
                    <a:pos x="56" y="0"/>
                  </a:cxn>
                  <a:cxn ang="0">
                    <a:pos x="24" y="112"/>
                  </a:cxn>
                </a:cxnLst>
                <a:rect l="txL" t="txT" r="txR" b="txB"/>
                <a:pathLst>
                  <a:path w="56" h="112">
                    <a:moveTo>
                      <a:pt x="24" y="112"/>
                    </a:moveTo>
                    <a:lnTo>
                      <a:pt x="0" y="0"/>
                    </a:lnTo>
                    <a:lnTo>
                      <a:pt x="24" y="0"/>
                    </a:lnTo>
                    <a:lnTo>
                      <a:pt x="56" y="0"/>
                    </a:lnTo>
                    <a:lnTo>
                      <a:pt x="24" y="11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57462" name="Freeform 27"/>
              <p:cNvSpPr/>
              <p:nvPr>
                <p:custDataLst>
                  <p:tags r:id="rId20"/>
                </p:custDataLst>
              </p:nvPr>
            </p:nvSpPr>
            <p:spPr>
              <a:xfrm>
                <a:off x="1624" y="1016"/>
                <a:ext cx="56" cy="120"/>
              </a:xfrm>
              <a:custGeom>
                <a:avLst/>
                <a:gdLst>
                  <a:gd name="txL" fmla="*/ 0 w 56"/>
                  <a:gd name="txT" fmla="*/ 0 h 120"/>
                  <a:gd name="txR" fmla="*/ 56 w 56"/>
                  <a:gd name="txB" fmla="*/ 120 h 120"/>
                </a:gdLst>
                <a:ahLst/>
                <a:cxnLst>
                  <a:cxn ang="0">
                    <a:pos x="24" y="0"/>
                  </a:cxn>
                  <a:cxn ang="0">
                    <a:pos x="56" y="120"/>
                  </a:cxn>
                  <a:cxn ang="0">
                    <a:pos x="24" y="120"/>
                  </a:cxn>
                  <a:cxn ang="0">
                    <a:pos x="0" y="120"/>
                  </a:cxn>
                  <a:cxn ang="0">
                    <a:pos x="24" y="0"/>
                  </a:cxn>
                </a:cxnLst>
                <a:rect l="txL" t="txT" r="txR" b="txB"/>
                <a:pathLst>
                  <a:path w="56" h="120">
                    <a:moveTo>
                      <a:pt x="24" y="0"/>
                    </a:moveTo>
                    <a:lnTo>
                      <a:pt x="56" y="120"/>
                    </a:lnTo>
                    <a:lnTo>
                      <a:pt x="24" y="120"/>
                    </a:lnTo>
                    <a:lnTo>
                      <a:pt x="0" y="120"/>
                    </a:lnTo>
                    <a:lnTo>
                      <a:pt x="24" y="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57463" name="Line 28"/>
              <p:cNvSpPr/>
              <p:nvPr/>
            </p:nvSpPr>
            <p:spPr>
              <a:xfrm flipV="1">
                <a:off x="1648" y="3424"/>
                <a:ext cx="1" cy="64"/>
              </a:xfrm>
              <a:prstGeom prst="line">
                <a:avLst/>
              </a:prstGeom>
              <a:ln w="12700" cap="flat" cmpd="sng">
                <a:solidFill>
                  <a:srgbClr val="000000"/>
                </a:solidFill>
                <a:prstDash val="solid"/>
                <a:headEnd type="none" w="med" len="med"/>
                <a:tailEnd type="none" w="med" len="med"/>
              </a:ln>
            </p:spPr>
          </p:sp>
          <p:sp>
            <p:nvSpPr>
              <p:cNvPr id="57464" name="Line 29"/>
              <p:cNvSpPr/>
              <p:nvPr/>
            </p:nvSpPr>
            <p:spPr>
              <a:xfrm flipV="1">
                <a:off x="1648" y="3280"/>
                <a:ext cx="1" cy="64"/>
              </a:xfrm>
              <a:prstGeom prst="line">
                <a:avLst/>
              </a:prstGeom>
              <a:ln w="12700" cap="flat" cmpd="sng">
                <a:solidFill>
                  <a:srgbClr val="000000"/>
                </a:solidFill>
                <a:prstDash val="solid"/>
                <a:headEnd type="none" w="med" len="med"/>
                <a:tailEnd type="none" w="med" len="med"/>
              </a:ln>
            </p:spPr>
          </p:sp>
          <p:sp>
            <p:nvSpPr>
              <p:cNvPr id="57465" name="Line 30"/>
              <p:cNvSpPr/>
              <p:nvPr/>
            </p:nvSpPr>
            <p:spPr>
              <a:xfrm flipV="1">
                <a:off x="1648" y="3136"/>
                <a:ext cx="1" cy="64"/>
              </a:xfrm>
              <a:prstGeom prst="line">
                <a:avLst/>
              </a:prstGeom>
              <a:ln w="12700" cap="flat" cmpd="sng">
                <a:solidFill>
                  <a:srgbClr val="000000"/>
                </a:solidFill>
                <a:prstDash val="solid"/>
                <a:headEnd type="none" w="med" len="med"/>
                <a:tailEnd type="none" w="med" len="med"/>
              </a:ln>
            </p:spPr>
          </p:sp>
          <p:sp>
            <p:nvSpPr>
              <p:cNvPr id="57466" name="Line 31"/>
              <p:cNvSpPr/>
              <p:nvPr/>
            </p:nvSpPr>
            <p:spPr>
              <a:xfrm flipV="1">
                <a:off x="1648" y="2992"/>
                <a:ext cx="1" cy="64"/>
              </a:xfrm>
              <a:prstGeom prst="line">
                <a:avLst/>
              </a:prstGeom>
              <a:ln w="12700" cap="flat" cmpd="sng">
                <a:solidFill>
                  <a:srgbClr val="000000"/>
                </a:solidFill>
                <a:prstDash val="solid"/>
                <a:headEnd type="none" w="med" len="med"/>
                <a:tailEnd type="none" w="med" len="med"/>
              </a:ln>
            </p:spPr>
          </p:sp>
          <p:sp>
            <p:nvSpPr>
              <p:cNvPr id="57467" name="Line 32"/>
              <p:cNvSpPr/>
              <p:nvPr/>
            </p:nvSpPr>
            <p:spPr>
              <a:xfrm flipV="1">
                <a:off x="1648" y="2848"/>
                <a:ext cx="1" cy="64"/>
              </a:xfrm>
              <a:prstGeom prst="line">
                <a:avLst/>
              </a:prstGeom>
              <a:ln w="12700" cap="flat" cmpd="sng">
                <a:solidFill>
                  <a:srgbClr val="000000"/>
                </a:solidFill>
                <a:prstDash val="solid"/>
                <a:headEnd type="none" w="med" len="med"/>
                <a:tailEnd type="none" w="med" len="med"/>
              </a:ln>
            </p:spPr>
          </p:sp>
          <p:sp>
            <p:nvSpPr>
              <p:cNvPr id="57468" name="Line 33"/>
              <p:cNvSpPr/>
              <p:nvPr/>
            </p:nvSpPr>
            <p:spPr>
              <a:xfrm flipV="1">
                <a:off x="1648" y="2704"/>
                <a:ext cx="1" cy="64"/>
              </a:xfrm>
              <a:prstGeom prst="line">
                <a:avLst/>
              </a:prstGeom>
              <a:ln w="12700" cap="flat" cmpd="sng">
                <a:solidFill>
                  <a:srgbClr val="000000"/>
                </a:solidFill>
                <a:prstDash val="solid"/>
                <a:headEnd type="none" w="med" len="med"/>
                <a:tailEnd type="none" w="med" len="med"/>
              </a:ln>
            </p:spPr>
          </p:sp>
          <p:sp>
            <p:nvSpPr>
              <p:cNvPr id="57469" name="Line 34"/>
              <p:cNvSpPr/>
              <p:nvPr/>
            </p:nvSpPr>
            <p:spPr>
              <a:xfrm flipV="1">
                <a:off x="1648" y="2560"/>
                <a:ext cx="1" cy="64"/>
              </a:xfrm>
              <a:prstGeom prst="line">
                <a:avLst/>
              </a:prstGeom>
              <a:ln w="12700" cap="flat" cmpd="sng">
                <a:solidFill>
                  <a:srgbClr val="000000"/>
                </a:solidFill>
                <a:prstDash val="solid"/>
                <a:headEnd type="none" w="med" len="med"/>
                <a:tailEnd type="none" w="med" len="med"/>
              </a:ln>
            </p:spPr>
          </p:sp>
          <p:sp>
            <p:nvSpPr>
              <p:cNvPr id="57470" name="Line 35"/>
              <p:cNvSpPr/>
              <p:nvPr/>
            </p:nvSpPr>
            <p:spPr>
              <a:xfrm flipV="1">
                <a:off x="1648" y="2416"/>
                <a:ext cx="1" cy="64"/>
              </a:xfrm>
              <a:prstGeom prst="line">
                <a:avLst/>
              </a:prstGeom>
              <a:ln w="12700" cap="flat" cmpd="sng">
                <a:solidFill>
                  <a:srgbClr val="000000"/>
                </a:solidFill>
                <a:prstDash val="solid"/>
                <a:headEnd type="none" w="med" len="med"/>
                <a:tailEnd type="none" w="med" len="med"/>
              </a:ln>
            </p:spPr>
          </p:sp>
          <p:sp>
            <p:nvSpPr>
              <p:cNvPr id="57471" name="Line 36"/>
              <p:cNvSpPr/>
              <p:nvPr/>
            </p:nvSpPr>
            <p:spPr>
              <a:xfrm flipV="1">
                <a:off x="1648" y="2272"/>
                <a:ext cx="1" cy="64"/>
              </a:xfrm>
              <a:prstGeom prst="line">
                <a:avLst/>
              </a:prstGeom>
              <a:ln w="12700" cap="flat" cmpd="sng">
                <a:solidFill>
                  <a:srgbClr val="000000"/>
                </a:solidFill>
                <a:prstDash val="solid"/>
                <a:headEnd type="none" w="med" len="med"/>
                <a:tailEnd type="none" w="med" len="med"/>
              </a:ln>
            </p:spPr>
          </p:sp>
          <p:sp>
            <p:nvSpPr>
              <p:cNvPr id="57472" name="Line 37"/>
              <p:cNvSpPr/>
              <p:nvPr/>
            </p:nvSpPr>
            <p:spPr>
              <a:xfrm flipV="1">
                <a:off x="1648" y="2128"/>
                <a:ext cx="1" cy="64"/>
              </a:xfrm>
              <a:prstGeom prst="line">
                <a:avLst/>
              </a:prstGeom>
              <a:ln w="12700" cap="flat" cmpd="sng">
                <a:solidFill>
                  <a:srgbClr val="000000"/>
                </a:solidFill>
                <a:prstDash val="solid"/>
                <a:headEnd type="none" w="med" len="med"/>
                <a:tailEnd type="none" w="med" len="med"/>
              </a:ln>
            </p:spPr>
          </p:sp>
          <p:sp>
            <p:nvSpPr>
              <p:cNvPr id="57473" name="Line 38"/>
              <p:cNvSpPr/>
              <p:nvPr/>
            </p:nvSpPr>
            <p:spPr>
              <a:xfrm flipV="1">
                <a:off x="1648" y="1984"/>
                <a:ext cx="1" cy="64"/>
              </a:xfrm>
              <a:prstGeom prst="line">
                <a:avLst/>
              </a:prstGeom>
              <a:ln w="12700" cap="flat" cmpd="sng">
                <a:solidFill>
                  <a:srgbClr val="000000"/>
                </a:solidFill>
                <a:prstDash val="solid"/>
                <a:headEnd type="none" w="med" len="med"/>
                <a:tailEnd type="none" w="med" len="med"/>
              </a:ln>
            </p:spPr>
          </p:sp>
          <p:sp>
            <p:nvSpPr>
              <p:cNvPr id="57474" name="Line 39"/>
              <p:cNvSpPr/>
              <p:nvPr/>
            </p:nvSpPr>
            <p:spPr>
              <a:xfrm flipV="1">
                <a:off x="1648" y="1840"/>
                <a:ext cx="1" cy="64"/>
              </a:xfrm>
              <a:prstGeom prst="line">
                <a:avLst/>
              </a:prstGeom>
              <a:ln w="12700" cap="flat" cmpd="sng">
                <a:solidFill>
                  <a:srgbClr val="000000"/>
                </a:solidFill>
                <a:prstDash val="solid"/>
                <a:headEnd type="none" w="med" len="med"/>
                <a:tailEnd type="none" w="med" len="med"/>
              </a:ln>
            </p:spPr>
          </p:sp>
          <p:sp>
            <p:nvSpPr>
              <p:cNvPr id="57475" name="Line 40"/>
              <p:cNvSpPr/>
              <p:nvPr/>
            </p:nvSpPr>
            <p:spPr>
              <a:xfrm flipV="1">
                <a:off x="1648" y="1696"/>
                <a:ext cx="1" cy="64"/>
              </a:xfrm>
              <a:prstGeom prst="line">
                <a:avLst/>
              </a:prstGeom>
              <a:ln w="12700" cap="flat" cmpd="sng">
                <a:solidFill>
                  <a:srgbClr val="000000"/>
                </a:solidFill>
                <a:prstDash val="solid"/>
                <a:headEnd type="none" w="med" len="med"/>
                <a:tailEnd type="none" w="med" len="med"/>
              </a:ln>
            </p:spPr>
          </p:sp>
          <p:sp>
            <p:nvSpPr>
              <p:cNvPr id="57476" name="Line 41"/>
              <p:cNvSpPr/>
              <p:nvPr/>
            </p:nvSpPr>
            <p:spPr>
              <a:xfrm flipV="1">
                <a:off x="1648" y="1552"/>
                <a:ext cx="1" cy="64"/>
              </a:xfrm>
              <a:prstGeom prst="line">
                <a:avLst/>
              </a:prstGeom>
              <a:ln w="12700" cap="flat" cmpd="sng">
                <a:solidFill>
                  <a:srgbClr val="000000"/>
                </a:solidFill>
                <a:prstDash val="solid"/>
                <a:headEnd type="none" w="med" len="med"/>
                <a:tailEnd type="none" w="med" len="med"/>
              </a:ln>
            </p:spPr>
          </p:sp>
          <p:sp>
            <p:nvSpPr>
              <p:cNvPr id="57477" name="Line 42"/>
              <p:cNvSpPr/>
              <p:nvPr/>
            </p:nvSpPr>
            <p:spPr>
              <a:xfrm flipV="1">
                <a:off x="1648" y="1408"/>
                <a:ext cx="1" cy="64"/>
              </a:xfrm>
              <a:prstGeom prst="line">
                <a:avLst/>
              </a:prstGeom>
              <a:ln w="12700" cap="flat" cmpd="sng">
                <a:solidFill>
                  <a:srgbClr val="000000"/>
                </a:solidFill>
                <a:prstDash val="solid"/>
                <a:headEnd type="none" w="med" len="med"/>
                <a:tailEnd type="none" w="med" len="med"/>
              </a:ln>
            </p:spPr>
          </p:sp>
          <p:sp>
            <p:nvSpPr>
              <p:cNvPr id="57478" name="Line 43"/>
              <p:cNvSpPr/>
              <p:nvPr/>
            </p:nvSpPr>
            <p:spPr>
              <a:xfrm flipV="1">
                <a:off x="1648" y="1264"/>
                <a:ext cx="1" cy="64"/>
              </a:xfrm>
              <a:prstGeom prst="line">
                <a:avLst/>
              </a:prstGeom>
              <a:ln w="12700" cap="flat" cmpd="sng">
                <a:solidFill>
                  <a:srgbClr val="000000"/>
                </a:solidFill>
                <a:prstDash val="solid"/>
                <a:headEnd type="none" w="med" len="med"/>
                <a:tailEnd type="none" w="med" len="med"/>
              </a:ln>
            </p:spPr>
          </p:sp>
          <p:sp>
            <p:nvSpPr>
              <p:cNvPr id="57479" name="Line 44"/>
              <p:cNvSpPr/>
              <p:nvPr/>
            </p:nvSpPr>
            <p:spPr>
              <a:xfrm flipV="1">
                <a:off x="1648" y="1136"/>
                <a:ext cx="1" cy="48"/>
              </a:xfrm>
              <a:prstGeom prst="line">
                <a:avLst/>
              </a:prstGeom>
              <a:ln w="12700" cap="flat" cmpd="sng">
                <a:solidFill>
                  <a:srgbClr val="000000"/>
                </a:solidFill>
                <a:prstDash val="solid"/>
                <a:headEnd type="none" w="med" len="med"/>
                <a:tailEnd type="none" w="med" len="med"/>
              </a:ln>
            </p:spPr>
          </p:sp>
        </p:grpSp>
        <p:grpSp>
          <p:nvGrpSpPr>
            <p:cNvPr id="57372" name="Group 45"/>
            <p:cNvGrpSpPr/>
            <p:nvPr/>
          </p:nvGrpSpPr>
          <p:grpSpPr>
            <a:xfrm>
              <a:off x="3392" y="1363"/>
              <a:ext cx="56" cy="2592"/>
              <a:chOff x="3488" y="1024"/>
              <a:chExt cx="56" cy="2592"/>
            </a:xfrm>
          </p:grpSpPr>
          <p:sp>
            <p:nvSpPr>
              <p:cNvPr id="57442" name="Freeform 46"/>
              <p:cNvSpPr/>
              <p:nvPr>
                <p:custDataLst>
                  <p:tags r:id="rId17"/>
                </p:custDataLst>
              </p:nvPr>
            </p:nvSpPr>
            <p:spPr>
              <a:xfrm>
                <a:off x="3488" y="3504"/>
                <a:ext cx="56" cy="112"/>
              </a:xfrm>
              <a:custGeom>
                <a:avLst/>
                <a:gdLst>
                  <a:gd name="txL" fmla="*/ 0 w 56"/>
                  <a:gd name="txT" fmla="*/ 0 h 112"/>
                  <a:gd name="txR" fmla="*/ 56 w 56"/>
                  <a:gd name="txB" fmla="*/ 112 h 112"/>
                </a:gdLst>
                <a:ahLst/>
                <a:cxnLst>
                  <a:cxn ang="0">
                    <a:pos x="24" y="112"/>
                  </a:cxn>
                  <a:cxn ang="0">
                    <a:pos x="0" y="0"/>
                  </a:cxn>
                  <a:cxn ang="0">
                    <a:pos x="24" y="0"/>
                  </a:cxn>
                  <a:cxn ang="0">
                    <a:pos x="56" y="0"/>
                  </a:cxn>
                  <a:cxn ang="0">
                    <a:pos x="24" y="112"/>
                  </a:cxn>
                </a:cxnLst>
                <a:rect l="txL" t="txT" r="txR" b="txB"/>
                <a:pathLst>
                  <a:path w="56" h="112">
                    <a:moveTo>
                      <a:pt x="24" y="112"/>
                    </a:moveTo>
                    <a:lnTo>
                      <a:pt x="0" y="0"/>
                    </a:lnTo>
                    <a:lnTo>
                      <a:pt x="24" y="0"/>
                    </a:lnTo>
                    <a:lnTo>
                      <a:pt x="56" y="0"/>
                    </a:lnTo>
                    <a:lnTo>
                      <a:pt x="24" y="11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57443" name="Freeform 47"/>
              <p:cNvSpPr/>
              <p:nvPr>
                <p:custDataLst>
                  <p:tags r:id="rId18"/>
                </p:custDataLst>
              </p:nvPr>
            </p:nvSpPr>
            <p:spPr>
              <a:xfrm>
                <a:off x="3488" y="1024"/>
                <a:ext cx="56" cy="120"/>
              </a:xfrm>
              <a:custGeom>
                <a:avLst/>
                <a:gdLst>
                  <a:gd name="txL" fmla="*/ 0 w 56"/>
                  <a:gd name="txT" fmla="*/ 0 h 120"/>
                  <a:gd name="txR" fmla="*/ 56 w 56"/>
                  <a:gd name="txB" fmla="*/ 120 h 120"/>
                </a:gdLst>
                <a:ahLst/>
                <a:cxnLst>
                  <a:cxn ang="0">
                    <a:pos x="24" y="0"/>
                  </a:cxn>
                  <a:cxn ang="0">
                    <a:pos x="56" y="120"/>
                  </a:cxn>
                  <a:cxn ang="0">
                    <a:pos x="24" y="120"/>
                  </a:cxn>
                  <a:cxn ang="0">
                    <a:pos x="0" y="120"/>
                  </a:cxn>
                  <a:cxn ang="0">
                    <a:pos x="24" y="0"/>
                  </a:cxn>
                </a:cxnLst>
                <a:rect l="txL" t="txT" r="txR" b="txB"/>
                <a:pathLst>
                  <a:path w="56" h="120">
                    <a:moveTo>
                      <a:pt x="24" y="0"/>
                    </a:moveTo>
                    <a:lnTo>
                      <a:pt x="56" y="120"/>
                    </a:lnTo>
                    <a:lnTo>
                      <a:pt x="24" y="120"/>
                    </a:lnTo>
                    <a:lnTo>
                      <a:pt x="0" y="120"/>
                    </a:lnTo>
                    <a:lnTo>
                      <a:pt x="24" y="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57444" name="Line 48"/>
              <p:cNvSpPr/>
              <p:nvPr/>
            </p:nvSpPr>
            <p:spPr>
              <a:xfrm flipV="1">
                <a:off x="3512" y="3432"/>
                <a:ext cx="1" cy="64"/>
              </a:xfrm>
              <a:prstGeom prst="line">
                <a:avLst/>
              </a:prstGeom>
              <a:ln w="12700" cap="flat" cmpd="sng">
                <a:solidFill>
                  <a:srgbClr val="000000"/>
                </a:solidFill>
                <a:prstDash val="solid"/>
                <a:headEnd type="none" w="med" len="med"/>
                <a:tailEnd type="none" w="med" len="med"/>
              </a:ln>
            </p:spPr>
          </p:sp>
          <p:sp>
            <p:nvSpPr>
              <p:cNvPr id="57445" name="Line 49"/>
              <p:cNvSpPr/>
              <p:nvPr/>
            </p:nvSpPr>
            <p:spPr>
              <a:xfrm flipV="1">
                <a:off x="3512" y="3288"/>
                <a:ext cx="1" cy="64"/>
              </a:xfrm>
              <a:prstGeom prst="line">
                <a:avLst/>
              </a:prstGeom>
              <a:ln w="12700" cap="flat" cmpd="sng">
                <a:solidFill>
                  <a:srgbClr val="000000"/>
                </a:solidFill>
                <a:prstDash val="solid"/>
                <a:headEnd type="none" w="med" len="med"/>
                <a:tailEnd type="none" w="med" len="med"/>
              </a:ln>
            </p:spPr>
          </p:sp>
          <p:sp>
            <p:nvSpPr>
              <p:cNvPr id="57446" name="Line 50"/>
              <p:cNvSpPr/>
              <p:nvPr/>
            </p:nvSpPr>
            <p:spPr>
              <a:xfrm flipV="1">
                <a:off x="3512" y="3144"/>
                <a:ext cx="1" cy="64"/>
              </a:xfrm>
              <a:prstGeom prst="line">
                <a:avLst/>
              </a:prstGeom>
              <a:ln w="12700" cap="flat" cmpd="sng">
                <a:solidFill>
                  <a:srgbClr val="000000"/>
                </a:solidFill>
                <a:prstDash val="solid"/>
                <a:headEnd type="none" w="med" len="med"/>
                <a:tailEnd type="none" w="med" len="med"/>
              </a:ln>
            </p:spPr>
          </p:sp>
          <p:sp>
            <p:nvSpPr>
              <p:cNvPr id="57447" name="Line 51"/>
              <p:cNvSpPr/>
              <p:nvPr/>
            </p:nvSpPr>
            <p:spPr>
              <a:xfrm flipV="1">
                <a:off x="3512" y="3000"/>
                <a:ext cx="1" cy="64"/>
              </a:xfrm>
              <a:prstGeom prst="line">
                <a:avLst/>
              </a:prstGeom>
              <a:ln w="12700" cap="flat" cmpd="sng">
                <a:solidFill>
                  <a:srgbClr val="000000"/>
                </a:solidFill>
                <a:prstDash val="solid"/>
                <a:headEnd type="none" w="med" len="med"/>
                <a:tailEnd type="none" w="med" len="med"/>
              </a:ln>
            </p:spPr>
          </p:sp>
          <p:sp>
            <p:nvSpPr>
              <p:cNvPr id="57448" name="Line 52"/>
              <p:cNvSpPr/>
              <p:nvPr/>
            </p:nvSpPr>
            <p:spPr>
              <a:xfrm flipV="1">
                <a:off x="3512" y="2856"/>
                <a:ext cx="1" cy="64"/>
              </a:xfrm>
              <a:prstGeom prst="line">
                <a:avLst/>
              </a:prstGeom>
              <a:ln w="12700" cap="flat" cmpd="sng">
                <a:solidFill>
                  <a:srgbClr val="000000"/>
                </a:solidFill>
                <a:prstDash val="solid"/>
                <a:headEnd type="none" w="med" len="med"/>
                <a:tailEnd type="none" w="med" len="med"/>
              </a:ln>
            </p:spPr>
          </p:sp>
          <p:sp>
            <p:nvSpPr>
              <p:cNvPr id="57449" name="Line 53"/>
              <p:cNvSpPr/>
              <p:nvPr/>
            </p:nvSpPr>
            <p:spPr>
              <a:xfrm flipV="1">
                <a:off x="3512" y="2712"/>
                <a:ext cx="1" cy="64"/>
              </a:xfrm>
              <a:prstGeom prst="line">
                <a:avLst/>
              </a:prstGeom>
              <a:ln w="12700" cap="flat" cmpd="sng">
                <a:solidFill>
                  <a:srgbClr val="000000"/>
                </a:solidFill>
                <a:prstDash val="solid"/>
                <a:headEnd type="none" w="med" len="med"/>
                <a:tailEnd type="none" w="med" len="med"/>
              </a:ln>
            </p:spPr>
          </p:sp>
          <p:sp>
            <p:nvSpPr>
              <p:cNvPr id="57450" name="Line 54"/>
              <p:cNvSpPr/>
              <p:nvPr/>
            </p:nvSpPr>
            <p:spPr>
              <a:xfrm flipV="1">
                <a:off x="3512" y="2568"/>
                <a:ext cx="1" cy="64"/>
              </a:xfrm>
              <a:prstGeom prst="line">
                <a:avLst/>
              </a:prstGeom>
              <a:ln w="12700" cap="flat" cmpd="sng">
                <a:solidFill>
                  <a:srgbClr val="000000"/>
                </a:solidFill>
                <a:prstDash val="solid"/>
                <a:headEnd type="none" w="med" len="med"/>
                <a:tailEnd type="none" w="med" len="med"/>
              </a:ln>
            </p:spPr>
          </p:sp>
          <p:sp>
            <p:nvSpPr>
              <p:cNvPr id="57451" name="Line 55"/>
              <p:cNvSpPr/>
              <p:nvPr/>
            </p:nvSpPr>
            <p:spPr>
              <a:xfrm flipV="1">
                <a:off x="3512" y="2424"/>
                <a:ext cx="1" cy="64"/>
              </a:xfrm>
              <a:prstGeom prst="line">
                <a:avLst/>
              </a:prstGeom>
              <a:ln w="12700" cap="flat" cmpd="sng">
                <a:solidFill>
                  <a:srgbClr val="000000"/>
                </a:solidFill>
                <a:prstDash val="solid"/>
                <a:headEnd type="none" w="med" len="med"/>
                <a:tailEnd type="none" w="med" len="med"/>
              </a:ln>
            </p:spPr>
          </p:sp>
          <p:sp>
            <p:nvSpPr>
              <p:cNvPr id="57452" name="Line 56"/>
              <p:cNvSpPr/>
              <p:nvPr/>
            </p:nvSpPr>
            <p:spPr>
              <a:xfrm flipV="1">
                <a:off x="3512" y="2280"/>
                <a:ext cx="1" cy="64"/>
              </a:xfrm>
              <a:prstGeom prst="line">
                <a:avLst/>
              </a:prstGeom>
              <a:ln w="12700" cap="flat" cmpd="sng">
                <a:solidFill>
                  <a:srgbClr val="000000"/>
                </a:solidFill>
                <a:prstDash val="solid"/>
                <a:headEnd type="none" w="med" len="med"/>
                <a:tailEnd type="none" w="med" len="med"/>
              </a:ln>
            </p:spPr>
          </p:sp>
          <p:sp>
            <p:nvSpPr>
              <p:cNvPr id="57453" name="Line 57"/>
              <p:cNvSpPr/>
              <p:nvPr/>
            </p:nvSpPr>
            <p:spPr>
              <a:xfrm flipV="1">
                <a:off x="3512" y="2136"/>
                <a:ext cx="1" cy="64"/>
              </a:xfrm>
              <a:prstGeom prst="line">
                <a:avLst/>
              </a:prstGeom>
              <a:ln w="12700" cap="flat" cmpd="sng">
                <a:solidFill>
                  <a:srgbClr val="000000"/>
                </a:solidFill>
                <a:prstDash val="solid"/>
                <a:headEnd type="none" w="med" len="med"/>
                <a:tailEnd type="none" w="med" len="med"/>
              </a:ln>
            </p:spPr>
          </p:sp>
          <p:sp>
            <p:nvSpPr>
              <p:cNvPr id="57454" name="Line 58"/>
              <p:cNvSpPr/>
              <p:nvPr/>
            </p:nvSpPr>
            <p:spPr>
              <a:xfrm flipV="1">
                <a:off x="3512" y="1992"/>
                <a:ext cx="1" cy="64"/>
              </a:xfrm>
              <a:prstGeom prst="line">
                <a:avLst/>
              </a:prstGeom>
              <a:ln w="12700" cap="flat" cmpd="sng">
                <a:solidFill>
                  <a:srgbClr val="000000"/>
                </a:solidFill>
                <a:prstDash val="solid"/>
                <a:headEnd type="none" w="med" len="med"/>
                <a:tailEnd type="none" w="med" len="med"/>
              </a:ln>
            </p:spPr>
          </p:sp>
          <p:sp>
            <p:nvSpPr>
              <p:cNvPr id="57455" name="Line 59"/>
              <p:cNvSpPr/>
              <p:nvPr/>
            </p:nvSpPr>
            <p:spPr>
              <a:xfrm flipV="1">
                <a:off x="3512" y="1848"/>
                <a:ext cx="1" cy="64"/>
              </a:xfrm>
              <a:prstGeom prst="line">
                <a:avLst/>
              </a:prstGeom>
              <a:ln w="12700" cap="flat" cmpd="sng">
                <a:solidFill>
                  <a:srgbClr val="000000"/>
                </a:solidFill>
                <a:prstDash val="solid"/>
                <a:headEnd type="none" w="med" len="med"/>
                <a:tailEnd type="none" w="med" len="med"/>
              </a:ln>
            </p:spPr>
          </p:sp>
          <p:sp>
            <p:nvSpPr>
              <p:cNvPr id="57456" name="Line 60"/>
              <p:cNvSpPr/>
              <p:nvPr/>
            </p:nvSpPr>
            <p:spPr>
              <a:xfrm flipV="1">
                <a:off x="3512" y="1704"/>
                <a:ext cx="1" cy="64"/>
              </a:xfrm>
              <a:prstGeom prst="line">
                <a:avLst/>
              </a:prstGeom>
              <a:ln w="12700" cap="flat" cmpd="sng">
                <a:solidFill>
                  <a:srgbClr val="000000"/>
                </a:solidFill>
                <a:prstDash val="solid"/>
                <a:headEnd type="none" w="med" len="med"/>
                <a:tailEnd type="none" w="med" len="med"/>
              </a:ln>
            </p:spPr>
          </p:sp>
          <p:sp>
            <p:nvSpPr>
              <p:cNvPr id="57457" name="Line 61"/>
              <p:cNvSpPr/>
              <p:nvPr/>
            </p:nvSpPr>
            <p:spPr>
              <a:xfrm flipV="1">
                <a:off x="3512" y="1560"/>
                <a:ext cx="1" cy="64"/>
              </a:xfrm>
              <a:prstGeom prst="line">
                <a:avLst/>
              </a:prstGeom>
              <a:ln w="12700" cap="flat" cmpd="sng">
                <a:solidFill>
                  <a:srgbClr val="000000"/>
                </a:solidFill>
                <a:prstDash val="solid"/>
                <a:headEnd type="none" w="med" len="med"/>
                <a:tailEnd type="none" w="med" len="med"/>
              </a:ln>
            </p:spPr>
          </p:sp>
          <p:sp>
            <p:nvSpPr>
              <p:cNvPr id="57458" name="Line 62"/>
              <p:cNvSpPr/>
              <p:nvPr/>
            </p:nvSpPr>
            <p:spPr>
              <a:xfrm flipV="1">
                <a:off x="3512" y="1416"/>
                <a:ext cx="1" cy="64"/>
              </a:xfrm>
              <a:prstGeom prst="line">
                <a:avLst/>
              </a:prstGeom>
              <a:ln w="12700" cap="flat" cmpd="sng">
                <a:solidFill>
                  <a:srgbClr val="000000"/>
                </a:solidFill>
                <a:prstDash val="solid"/>
                <a:headEnd type="none" w="med" len="med"/>
                <a:tailEnd type="none" w="med" len="med"/>
              </a:ln>
            </p:spPr>
          </p:sp>
          <p:sp>
            <p:nvSpPr>
              <p:cNvPr id="57459" name="Line 63"/>
              <p:cNvSpPr/>
              <p:nvPr/>
            </p:nvSpPr>
            <p:spPr>
              <a:xfrm flipV="1">
                <a:off x="3512" y="1272"/>
                <a:ext cx="1" cy="64"/>
              </a:xfrm>
              <a:prstGeom prst="line">
                <a:avLst/>
              </a:prstGeom>
              <a:ln w="12700" cap="flat" cmpd="sng">
                <a:solidFill>
                  <a:srgbClr val="000000"/>
                </a:solidFill>
                <a:prstDash val="solid"/>
                <a:headEnd type="none" w="med" len="med"/>
                <a:tailEnd type="none" w="med" len="med"/>
              </a:ln>
            </p:spPr>
          </p:sp>
          <p:sp>
            <p:nvSpPr>
              <p:cNvPr id="57460" name="Line 64"/>
              <p:cNvSpPr/>
              <p:nvPr/>
            </p:nvSpPr>
            <p:spPr>
              <a:xfrm flipV="1">
                <a:off x="3512" y="1144"/>
                <a:ext cx="1" cy="48"/>
              </a:xfrm>
              <a:prstGeom prst="line">
                <a:avLst/>
              </a:prstGeom>
              <a:ln w="12700" cap="flat" cmpd="sng">
                <a:solidFill>
                  <a:srgbClr val="000000"/>
                </a:solidFill>
                <a:prstDash val="solid"/>
                <a:headEnd type="none" w="med" len="med"/>
                <a:tailEnd type="none" w="med" len="med"/>
              </a:ln>
            </p:spPr>
          </p:sp>
        </p:grpSp>
        <p:grpSp>
          <p:nvGrpSpPr>
            <p:cNvPr id="57373" name="Group 65"/>
            <p:cNvGrpSpPr/>
            <p:nvPr/>
          </p:nvGrpSpPr>
          <p:grpSpPr>
            <a:xfrm>
              <a:off x="912" y="1238"/>
              <a:ext cx="3719" cy="2678"/>
              <a:chOff x="912" y="1238"/>
              <a:chExt cx="3719" cy="2678"/>
            </a:xfrm>
          </p:grpSpPr>
          <p:grpSp>
            <p:nvGrpSpPr>
              <p:cNvPr id="57374" name="Group 66"/>
              <p:cNvGrpSpPr/>
              <p:nvPr/>
            </p:nvGrpSpPr>
            <p:grpSpPr>
              <a:xfrm>
                <a:off x="1184" y="1259"/>
                <a:ext cx="72" cy="2504"/>
                <a:chOff x="1280" y="920"/>
                <a:chExt cx="72" cy="2504"/>
              </a:xfrm>
            </p:grpSpPr>
            <p:sp>
              <p:nvSpPr>
                <p:cNvPr id="57440" name="Freeform 67"/>
                <p:cNvSpPr/>
                <p:nvPr>
                  <p:custDataLst>
                    <p:tags r:id="rId16"/>
                  </p:custDataLst>
                </p:nvPr>
              </p:nvSpPr>
              <p:spPr>
                <a:xfrm>
                  <a:off x="1280" y="920"/>
                  <a:ext cx="72" cy="112"/>
                </a:xfrm>
                <a:custGeom>
                  <a:avLst/>
                  <a:gdLst>
                    <a:gd name="txL" fmla="*/ 0 w 72"/>
                    <a:gd name="txT" fmla="*/ 0 h 112"/>
                    <a:gd name="txR" fmla="*/ 72 w 72"/>
                    <a:gd name="txB" fmla="*/ 112 h 112"/>
                  </a:gdLst>
                  <a:ahLst/>
                  <a:cxnLst>
                    <a:cxn ang="0">
                      <a:pos x="32" y="0"/>
                    </a:cxn>
                    <a:cxn ang="0">
                      <a:pos x="72" y="112"/>
                    </a:cxn>
                    <a:cxn ang="0">
                      <a:pos x="32" y="72"/>
                    </a:cxn>
                    <a:cxn ang="0">
                      <a:pos x="0" y="112"/>
                    </a:cxn>
                    <a:cxn ang="0">
                      <a:pos x="32" y="0"/>
                    </a:cxn>
                  </a:cxnLst>
                  <a:rect l="txL" t="txT" r="txR" b="txB"/>
                  <a:pathLst>
                    <a:path w="72" h="112">
                      <a:moveTo>
                        <a:pt x="32" y="0"/>
                      </a:moveTo>
                      <a:lnTo>
                        <a:pt x="72" y="112"/>
                      </a:lnTo>
                      <a:lnTo>
                        <a:pt x="32" y="72"/>
                      </a:lnTo>
                      <a:lnTo>
                        <a:pt x="0" y="112"/>
                      </a:lnTo>
                      <a:lnTo>
                        <a:pt x="32" y="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57441" name="Line 68"/>
                <p:cNvSpPr/>
                <p:nvPr/>
              </p:nvSpPr>
              <p:spPr>
                <a:xfrm flipV="1">
                  <a:off x="1312" y="992"/>
                  <a:ext cx="1" cy="2432"/>
                </a:xfrm>
                <a:prstGeom prst="line">
                  <a:avLst/>
                </a:prstGeom>
                <a:ln w="12700" cap="flat" cmpd="sng">
                  <a:solidFill>
                    <a:srgbClr val="000000"/>
                  </a:solidFill>
                  <a:prstDash val="solid"/>
                  <a:headEnd type="none" w="med" len="med"/>
                  <a:tailEnd type="none" w="med" len="med"/>
                </a:ln>
              </p:spPr>
            </p:sp>
          </p:grpSp>
          <p:grpSp>
            <p:nvGrpSpPr>
              <p:cNvPr id="57375" name="Group 69"/>
              <p:cNvGrpSpPr/>
              <p:nvPr/>
            </p:nvGrpSpPr>
            <p:grpSpPr>
              <a:xfrm>
                <a:off x="1080" y="3555"/>
                <a:ext cx="3328" cy="80"/>
                <a:chOff x="1176" y="3216"/>
                <a:chExt cx="3328" cy="80"/>
              </a:xfrm>
            </p:grpSpPr>
            <p:sp>
              <p:nvSpPr>
                <p:cNvPr id="57438" name="Freeform 70"/>
                <p:cNvSpPr/>
                <p:nvPr>
                  <p:custDataLst>
                    <p:tags r:id="rId15"/>
                  </p:custDataLst>
                </p:nvPr>
              </p:nvSpPr>
              <p:spPr>
                <a:xfrm>
                  <a:off x="4392" y="3216"/>
                  <a:ext cx="112" cy="80"/>
                </a:xfrm>
                <a:custGeom>
                  <a:avLst/>
                  <a:gdLst>
                    <a:gd name="txL" fmla="*/ 0 w 112"/>
                    <a:gd name="txT" fmla="*/ 0 h 80"/>
                    <a:gd name="txR" fmla="*/ 112 w 112"/>
                    <a:gd name="txB" fmla="*/ 80 h 80"/>
                  </a:gdLst>
                  <a:ahLst/>
                  <a:cxnLst>
                    <a:cxn ang="0">
                      <a:pos x="112" y="40"/>
                    </a:cxn>
                    <a:cxn ang="0">
                      <a:pos x="0" y="80"/>
                    </a:cxn>
                    <a:cxn ang="0">
                      <a:pos x="32" y="40"/>
                    </a:cxn>
                    <a:cxn ang="0">
                      <a:pos x="0" y="0"/>
                    </a:cxn>
                    <a:cxn ang="0">
                      <a:pos x="112" y="40"/>
                    </a:cxn>
                  </a:cxnLst>
                  <a:rect l="txL" t="txT" r="txR" b="txB"/>
                  <a:pathLst>
                    <a:path w="112" h="80">
                      <a:moveTo>
                        <a:pt x="112" y="40"/>
                      </a:moveTo>
                      <a:lnTo>
                        <a:pt x="0" y="80"/>
                      </a:lnTo>
                      <a:lnTo>
                        <a:pt x="32" y="40"/>
                      </a:lnTo>
                      <a:lnTo>
                        <a:pt x="0" y="0"/>
                      </a:lnTo>
                      <a:lnTo>
                        <a:pt x="112" y="40"/>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57439" name="Line 71"/>
                <p:cNvSpPr/>
                <p:nvPr/>
              </p:nvSpPr>
              <p:spPr>
                <a:xfrm>
                  <a:off x="1176" y="3256"/>
                  <a:ext cx="3248" cy="1"/>
                </a:xfrm>
                <a:prstGeom prst="line">
                  <a:avLst/>
                </a:prstGeom>
                <a:ln w="12700" cap="flat" cmpd="sng">
                  <a:solidFill>
                    <a:srgbClr val="000000"/>
                  </a:solidFill>
                  <a:prstDash val="solid"/>
                  <a:headEnd type="none" w="med" len="med"/>
                  <a:tailEnd type="none" w="med" len="med"/>
                </a:ln>
              </p:spPr>
            </p:sp>
          </p:grpSp>
          <p:grpSp>
            <p:nvGrpSpPr>
              <p:cNvPr id="57376" name="Group 72"/>
              <p:cNvGrpSpPr/>
              <p:nvPr/>
            </p:nvGrpSpPr>
            <p:grpSpPr>
              <a:xfrm>
                <a:off x="912" y="3115"/>
                <a:ext cx="3040" cy="56"/>
                <a:chOff x="1008" y="2776"/>
                <a:chExt cx="3040" cy="56"/>
              </a:xfrm>
            </p:grpSpPr>
            <p:sp>
              <p:nvSpPr>
                <p:cNvPr id="57416" name="Freeform 73"/>
                <p:cNvSpPr/>
                <p:nvPr>
                  <p:custDataLst>
                    <p:tags r:id="rId13"/>
                  </p:custDataLst>
                </p:nvPr>
              </p:nvSpPr>
              <p:spPr>
                <a:xfrm>
                  <a:off x="1008" y="2776"/>
                  <a:ext cx="112" cy="56"/>
                </a:xfrm>
                <a:custGeom>
                  <a:avLst/>
                  <a:gdLst>
                    <a:gd name="txL" fmla="*/ 0 w 112"/>
                    <a:gd name="txT" fmla="*/ 0 h 56"/>
                    <a:gd name="txR" fmla="*/ 112 w 112"/>
                    <a:gd name="txB" fmla="*/ 56 h 56"/>
                  </a:gdLst>
                  <a:ahLst/>
                  <a:cxnLst>
                    <a:cxn ang="0">
                      <a:pos x="0" y="32"/>
                    </a:cxn>
                    <a:cxn ang="0">
                      <a:pos x="112" y="0"/>
                    </a:cxn>
                    <a:cxn ang="0">
                      <a:pos x="112" y="32"/>
                    </a:cxn>
                    <a:cxn ang="0">
                      <a:pos x="112" y="56"/>
                    </a:cxn>
                    <a:cxn ang="0">
                      <a:pos x="0" y="32"/>
                    </a:cxn>
                  </a:cxnLst>
                  <a:rect l="txL" t="txT" r="txR" b="txB"/>
                  <a:pathLst>
                    <a:path w="112" h="56">
                      <a:moveTo>
                        <a:pt x="0" y="32"/>
                      </a:moveTo>
                      <a:lnTo>
                        <a:pt x="112" y="0"/>
                      </a:lnTo>
                      <a:lnTo>
                        <a:pt x="112" y="32"/>
                      </a:lnTo>
                      <a:lnTo>
                        <a:pt x="112" y="56"/>
                      </a:lnTo>
                      <a:lnTo>
                        <a:pt x="0" y="3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57417" name="Freeform 74"/>
                <p:cNvSpPr/>
                <p:nvPr>
                  <p:custDataLst>
                    <p:tags r:id="rId14"/>
                  </p:custDataLst>
                </p:nvPr>
              </p:nvSpPr>
              <p:spPr>
                <a:xfrm>
                  <a:off x="3936" y="2776"/>
                  <a:ext cx="112" cy="56"/>
                </a:xfrm>
                <a:custGeom>
                  <a:avLst/>
                  <a:gdLst>
                    <a:gd name="txL" fmla="*/ 0 w 112"/>
                    <a:gd name="txT" fmla="*/ 0 h 56"/>
                    <a:gd name="txR" fmla="*/ 112 w 112"/>
                    <a:gd name="txB" fmla="*/ 56 h 56"/>
                  </a:gdLst>
                  <a:ahLst/>
                  <a:cxnLst>
                    <a:cxn ang="0">
                      <a:pos x="112" y="32"/>
                    </a:cxn>
                    <a:cxn ang="0">
                      <a:pos x="0" y="56"/>
                    </a:cxn>
                    <a:cxn ang="0">
                      <a:pos x="0" y="32"/>
                    </a:cxn>
                    <a:cxn ang="0">
                      <a:pos x="0" y="0"/>
                    </a:cxn>
                    <a:cxn ang="0">
                      <a:pos x="112" y="32"/>
                    </a:cxn>
                  </a:cxnLst>
                  <a:rect l="txL" t="txT" r="txR" b="txB"/>
                  <a:pathLst>
                    <a:path w="112" h="56">
                      <a:moveTo>
                        <a:pt x="112" y="32"/>
                      </a:moveTo>
                      <a:lnTo>
                        <a:pt x="0" y="56"/>
                      </a:lnTo>
                      <a:lnTo>
                        <a:pt x="0" y="32"/>
                      </a:lnTo>
                      <a:lnTo>
                        <a:pt x="0" y="0"/>
                      </a:lnTo>
                      <a:lnTo>
                        <a:pt x="112" y="3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57418" name="Line 75"/>
                <p:cNvSpPr/>
                <p:nvPr/>
              </p:nvSpPr>
              <p:spPr>
                <a:xfrm>
                  <a:off x="1120" y="2808"/>
                  <a:ext cx="64" cy="1"/>
                </a:xfrm>
                <a:prstGeom prst="line">
                  <a:avLst/>
                </a:prstGeom>
                <a:ln w="12700" cap="flat" cmpd="sng">
                  <a:solidFill>
                    <a:srgbClr val="000000"/>
                  </a:solidFill>
                  <a:prstDash val="solid"/>
                  <a:headEnd type="none" w="med" len="med"/>
                  <a:tailEnd type="none" w="med" len="med"/>
                </a:ln>
              </p:spPr>
            </p:sp>
            <p:sp>
              <p:nvSpPr>
                <p:cNvPr id="57419" name="Line 76"/>
                <p:cNvSpPr/>
                <p:nvPr/>
              </p:nvSpPr>
              <p:spPr>
                <a:xfrm>
                  <a:off x="1264" y="2808"/>
                  <a:ext cx="64" cy="1"/>
                </a:xfrm>
                <a:prstGeom prst="line">
                  <a:avLst/>
                </a:prstGeom>
                <a:ln w="12700" cap="flat" cmpd="sng">
                  <a:solidFill>
                    <a:srgbClr val="000000"/>
                  </a:solidFill>
                  <a:prstDash val="solid"/>
                  <a:headEnd type="none" w="med" len="med"/>
                  <a:tailEnd type="none" w="med" len="med"/>
                </a:ln>
              </p:spPr>
            </p:sp>
            <p:sp>
              <p:nvSpPr>
                <p:cNvPr id="57420" name="Line 77"/>
                <p:cNvSpPr/>
                <p:nvPr/>
              </p:nvSpPr>
              <p:spPr>
                <a:xfrm>
                  <a:off x="1408" y="2808"/>
                  <a:ext cx="64" cy="1"/>
                </a:xfrm>
                <a:prstGeom prst="line">
                  <a:avLst/>
                </a:prstGeom>
                <a:ln w="12700" cap="flat" cmpd="sng">
                  <a:solidFill>
                    <a:srgbClr val="000000"/>
                  </a:solidFill>
                  <a:prstDash val="solid"/>
                  <a:headEnd type="none" w="med" len="med"/>
                  <a:tailEnd type="none" w="med" len="med"/>
                </a:ln>
              </p:spPr>
            </p:sp>
            <p:sp>
              <p:nvSpPr>
                <p:cNvPr id="57421" name="Line 78"/>
                <p:cNvSpPr/>
                <p:nvPr/>
              </p:nvSpPr>
              <p:spPr>
                <a:xfrm>
                  <a:off x="1552" y="2808"/>
                  <a:ext cx="64" cy="1"/>
                </a:xfrm>
                <a:prstGeom prst="line">
                  <a:avLst/>
                </a:prstGeom>
                <a:ln w="12700" cap="flat" cmpd="sng">
                  <a:solidFill>
                    <a:srgbClr val="000000"/>
                  </a:solidFill>
                  <a:prstDash val="solid"/>
                  <a:headEnd type="none" w="med" len="med"/>
                  <a:tailEnd type="none" w="med" len="med"/>
                </a:ln>
              </p:spPr>
            </p:sp>
            <p:sp>
              <p:nvSpPr>
                <p:cNvPr id="57422" name="Line 79"/>
                <p:cNvSpPr/>
                <p:nvPr/>
              </p:nvSpPr>
              <p:spPr>
                <a:xfrm>
                  <a:off x="1696" y="2808"/>
                  <a:ext cx="64" cy="1"/>
                </a:xfrm>
                <a:prstGeom prst="line">
                  <a:avLst/>
                </a:prstGeom>
                <a:ln w="12700" cap="flat" cmpd="sng">
                  <a:solidFill>
                    <a:srgbClr val="000000"/>
                  </a:solidFill>
                  <a:prstDash val="solid"/>
                  <a:headEnd type="none" w="med" len="med"/>
                  <a:tailEnd type="none" w="med" len="med"/>
                </a:ln>
              </p:spPr>
            </p:sp>
            <p:sp>
              <p:nvSpPr>
                <p:cNvPr id="57423" name="Line 80"/>
                <p:cNvSpPr/>
                <p:nvPr/>
              </p:nvSpPr>
              <p:spPr>
                <a:xfrm>
                  <a:off x="1840" y="2808"/>
                  <a:ext cx="64" cy="1"/>
                </a:xfrm>
                <a:prstGeom prst="line">
                  <a:avLst/>
                </a:prstGeom>
                <a:ln w="12700" cap="flat" cmpd="sng">
                  <a:solidFill>
                    <a:srgbClr val="000000"/>
                  </a:solidFill>
                  <a:prstDash val="solid"/>
                  <a:headEnd type="none" w="med" len="med"/>
                  <a:tailEnd type="none" w="med" len="med"/>
                </a:ln>
              </p:spPr>
            </p:sp>
            <p:sp>
              <p:nvSpPr>
                <p:cNvPr id="57424" name="Line 81"/>
                <p:cNvSpPr/>
                <p:nvPr/>
              </p:nvSpPr>
              <p:spPr>
                <a:xfrm>
                  <a:off x="1984" y="2808"/>
                  <a:ext cx="64" cy="1"/>
                </a:xfrm>
                <a:prstGeom prst="line">
                  <a:avLst/>
                </a:prstGeom>
                <a:ln w="12700" cap="flat" cmpd="sng">
                  <a:solidFill>
                    <a:srgbClr val="000000"/>
                  </a:solidFill>
                  <a:prstDash val="solid"/>
                  <a:headEnd type="none" w="med" len="med"/>
                  <a:tailEnd type="none" w="med" len="med"/>
                </a:ln>
              </p:spPr>
            </p:sp>
            <p:sp>
              <p:nvSpPr>
                <p:cNvPr id="57425" name="Line 82"/>
                <p:cNvSpPr/>
                <p:nvPr/>
              </p:nvSpPr>
              <p:spPr>
                <a:xfrm>
                  <a:off x="2128" y="2808"/>
                  <a:ext cx="64" cy="1"/>
                </a:xfrm>
                <a:prstGeom prst="line">
                  <a:avLst/>
                </a:prstGeom>
                <a:ln w="12700" cap="flat" cmpd="sng">
                  <a:solidFill>
                    <a:srgbClr val="000000"/>
                  </a:solidFill>
                  <a:prstDash val="solid"/>
                  <a:headEnd type="none" w="med" len="med"/>
                  <a:tailEnd type="none" w="med" len="med"/>
                </a:ln>
              </p:spPr>
            </p:sp>
            <p:sp>
              <p:nvSpPr>
                <p:cNvPr id="57426" name="Line 83"/>
                <p:cNvSpPr/>
                <p:nvPr/>
              </p:nvSpPr>
              <p:spPr>
                <a:xfrm>
                  <a:off x="2272" y="2808"/>
                  <a:ext cx="64" cy="1"/>
                </a:xfrm>
                <a:prstGeom prst="line">
                  <a:avLst/>
                </a:prstGeom>
                <a:ln w="12700" cap="flat" cmpd="sng">
                  <a:solidFill>
                    <a:srgbClr val="000000"/>
                  </a:solidFill>
                  <a:prstDash val="solid"/>
                  <a:headEnd type="none" w="med" len="med"/>
                  <a:tailEnd type="none" w="med" len="med"/>
                </a:ln>
              </p:spPr>
            </p:sp>
            <p:sp>
              <p:nvSpPr>
                <p:cNvPr id="57427" name="Line 84"/>
                <p:cNvSpPr/>
                <p:nvPr/>
              </p:nvSpPr>
              <p:spPr>
                <a:xfrm>
                  <a:off x="2416" y="2808"/>
                  <a:ext cx="64" cy="1"/>
                </a:xfrm>
                <a:prstGeom prst="line">
                  <a:avLst/>
                </a:prstGeom>
                <a:ln w="12700" cap="flat" cmpd="sng">
                  <a:solidFill>
                    <a:srgbClr val="000000"/>
                  </a:solidFill>
                  <a:prstDash val="solid"/>
                  <a:headEnd type="none" w="med" len="med"/>
                  <a:tailEnd type="none" w="med" len="med"/>
                </a:ln>
              </p:spPr>
            </p:sp>
            <p:sp>
              <p:nvSpPr>
                <p:cNvPr id="57428" name="Line 85"/>
                <p:cNvSpPr/>
                <p:nvPr/>
              </p:nvSpPr>
              <p:spPr>
                <a:xfrm>
                  <a:off x="2560" y="2808"/>
                  <a:ext cx="64" cy="1"/>
                </a:xfrm>
                <a:prstGeom prst="line">
                  <a:avLst/>
                </a:prstGeom>
                <a:ln w="12700" cap="flat" cmpd="sng">
                  <a:solidFill>
                    <a:srgbClr val="000000"/>
                  </a:solidFill>
                  <a:prstDash val="solid"/>
                  <a:headEnd type="none" w="med" len="med"/>
                  <a:tailEnd type="none" w="med" len="med"/>
                </a:ln>
              </p:spPr>
            </p:sp>
            <p:sp>
              <p:nvSpPr>
                <p:cNvPr id="57429" name="Line 86"/>
                <p:cNvSpPr/>
                <p:nvPr/>
              </p:nvSpPr>
              <p:spPr>
                <a:xfrm>
                  <a:off x="2704" y="2808"/>
                  <a:ext cx="64" cy="1"/>
                </a:xfrm>
                <a:prstGeom prst="line">
                  <a:avLst/>
                </a:prstGeom>
                <a:ln w="12700" cap="flat" cmpd="sng">
                  <a:solidFill>
                    <a:srgbClr val="000000"/>
                  </a:solidFill>
                  <a:prstDash val="solid"/>
                  <a:headEnd type="none" w="med" len="med"/>
                  <a:tailEnd type="none" w="med" len="med"/>
                </a:ln>
              </p:spPr>
            </p:sp>
            <p:sp>
              <p:nvSpPr>
                <p:cNvPr id="57430" name="Line 87"/>
                <p:cNvSpPr/>
                <p:nvPr/>
              </p:nvSpPr>
              <p:spPr>
                <a:xfrm>
                  <a:off x="2848" y="2808"/>
                  <a:ext cx="64" cy="1"/>
                </a:xfrm>
                <a:prstGeom prst="line">
                  <a:avLst/>
                </a:prstGeom>
                <a:ln w="12700" cap="flat" cmpd="sng">
                  <a:solidFill>
                    <a:srgbClr val="000000"/>
                  </a:solidFill>
                  <a:prstDash val="solid"/>
                  <a:headEnd type="none" w="med" len="med"/>
                  <a:tailEnd type="none" w="med" len="med"/>
                </a:ln>
              </p:spPr>
            </p:sp>
            <p:sp>
              <p:nvSpPr>
                <p:cNvPr id="57431" name="Line 88"/>
                <p:cNvSpPr/>
                <p:nvPr/>
              </p:nvSpPr>
              <p:spPr>
                <a:xfrm>
                  <a:off x="2992" y="2808"/>
                  <a:ext cx="64" cy="1"/>
                </a:xfrm>
                <a:prstGeom prst="line">
                  <a:avLst/>
                </a:prstGeom>
                <a:ln w="12700" cap="flat" cmpd="sng">
                  <a:solidFill>
                    <a:srgbClr val="000000"/>
                  </a:solidFill>
                  <a:prstDash val="solid"/>
                  <a:headEnd type="none" w="med" len="med"/>
                  <a:tailEnd type="none" w="med" len="med"/>
                </a:ln>
              </p:spPr>
            </p:sp>
            <p:sp>
              <p:nvSpPr>
                <p:cNvPr id="57432" name="Line 89"/>
                <p:cNvSpPr/>
                <p:nvPr/>
              </p:nvSpPr>
              <p:spPr>
                <a:xfrm>
                  <a:off x="3136" y="2808"/>
                  <a:ext cx="64" cy="1"/>
                </a:xfrm>
                <a:prstGeom prst="line">
                  <a:avLst/>
                </a:prstGeom>
                <a:ln w="12700" cap="flat" cmpd="sng">
                  <a:solidFill>
                    <a:srgbClr val="000000"/>
                  </a:solidFill>
                  <a:prstDash val="solid"/>
                  <a:headEnd type="none" w="med" len="med"/>
                  <a:tailEnd type="none" w="med" len="med"/>
                </a:ln>
              </p:spPr>
            </p:sp>
            <p:sp>
              <p:nvSpPr>
                <p:cNvPr id="57433" name="Line 90"/>
                <p:cNvSpPr/>
                <p:nvPr/>
              </p:nvSpPr>
              <p:spPr>
                <a:xfrm>
                  <a:off x="3280" y="2808"/>
                  <a:ext cx="64" cy="1"/>
                </a:xfrm>
                <a:prstGeom prst="line">
                  <a:avLst/>
                </a:prstGeom>
                <a:ln w="12700" cap="flat" cmpd="sng">
                  <a:solidFill>
                    <a:srgbClr val="000000"/>
                  </a:solidFill>
                  <a:prstDash val="solid"/>
                  <a:headEnd type="none" w="med" len="med"/>
                  <a:tailEnd type="none" w="med" len="med"/>
                </a:ln>
              </p:spPr>
            </p:sp>
            <p:sp>
              <p:nvSpPr>
                <p:cNvPr id="57434" name="Line 91"/>
                <p:cNvSpPr/>
                <p:nvPr/>
              </p:nvSpPr>
              <p:spPr>
                <a:xfrm>
                  <a:off x="3424" y="2808"/>
                  <a:ext cx="64" cy="1"/>
                </a:xfrm>
                <a:prstGeom prst="line">
                  <a:avLst/>
                </a:prstGeom>
                <a:ln w="12700" cap="flat" cmpd="sng">
                  <a:solidFill>
                    <a:srgbClr val="000000"/>
                  </a:solidFill>
                  <a:prstDash val="solid"/>
                  <a:headEnd type="none" w="med" len="med"/>
                  <a:tailEnd type="none" w="med" len="med"/>
                </a:ln>
              </p:spPr>
            </p:sp>
            <p:sp>
              <p:nvSpPr>
                <p:cNvPr id="57435" name="Line 92"/>
                <p:cNvSpPr/>
                <p:nvPr/>
              </p:nvSpPr>
              <p:spPr>
                <a:xfrm>
                  <a:off x="3568" y="2808"/>
                  <a:ext cx="64" cy="1"/>
                </a:xfrm>
                <a:prstGeom prst="line">
                  <a:avLst/>
                </a:prstGeom>
                <a:ln w="12700" cap="flat" cmpd="sng">
                  <a:solidFill>
                    <a:srgbClr val="000000"/>
                  </a:solidFill>
                  <a:prstDash val="solid"/>
                  <a:headEnd type="none" w="med" len="med"/>
                  <a:tailEnd type="none" w="med" len="med"/>
                </a:ln>
              </p:spPr>
            </p:sp>
            <p:sp>
              <p:nvSpPr>
                <p:cNvPr id="57436" name="Line 93"/>
                <p:cNvSpPr/>
                <p:nvPr/>
              </p:nvSpPr>
              <p:spPr>
                <a:xfrm>
                  <a:off x="3712" y="2808"/>
                  <a:ext cx="64" cy="1"/>
                </a:xfrm>
                <a:prstGeom prst="line">
                  <a:avLst/>
                </a:prstGeom>
                <a:ln w="12700" cap="flat" cmpd="sng">
                  <a:solidFill>
                    <a:srgbClr val="000000"/>
                  </a:solidFill>
                  <a:prstDash val="solid"/>
                  <a:headEnd type="none" w="med" len="med"/>
                  <a:tailEnd type="none" w="med" len="med"/>
                </a:ln>
              </p:spPr>
            </p:sp>
            <p:sp>
              <p:nvSpPr>
                <p:cNvPr id="57437" name="Line 94"/>
                <p:cNvSpPr/>
                <p:nvPr/>
              </p:nvSpPr>
              <p:spPr>
                <a:xfrm>
                  <a:off x="3856" y="2808"/>
                  <a:ext cx="64" cy="1"/>
                </a:xfrm>
                <a:prstGeom prst="line">
                  <a:avLst/>
                </a:prstGeom>
                <a:ln w="12700" cap="flat" cmpd="sng">
                  <a:solidFill>
                    <a:srgbClr val="000000"/>
                  </a:solidFill>
                  <a:prstDash val="solid"/>
                  <a:headEnd type="none" w="med" len="med"/>
                  <a:tailEnd type="none" w="med" len="med"/>
                </a:ln>
              </p:spPr>
            </p:sp>
          </p:grpSp>
          <p:grpSp>
            <p:nvGrpSpPr>
              <p:cNvPr id="57377" name="Group 95"/>
              <p:cNvGrpSpPr/>
              <p:nvPr/>
            </p:nvGrpSpPr>
            <p:grpSpPr>
              <a:xfrm>
                <a:off x="912" y="1827"/>
                <a:ext cx="3048" cy="56"/>
                <a:chOff x="1008" y="1488"/>
                <a:chExt cx="3048" cy="56"/>
              </a:xfrm>
            </p:grpSpPr>
            <p:sp>
              <p:nvSpPr>
                <p:cNvPr id="57394" name="Freeform 96"/>
                <p:cNvSpPr/>
                <p:nvPr>
                  <p:custDataLst>
                    <p:tags r:id="rId11"/>
                  </p:custDataLst>
                </p:nvPr>
              </p:nvSpPr>
              <p:spPr>
                <a:xfrm>
                  <a:off x="1008" y="1488"/>
                  <a:ext cx="112" cy="56"/>
                </a:xfrm>
                <a:custGeom>
                  <a:avLst/>
                  <a:gdLst>
                    <a:gd name="txL" fmla="*/ 0 w 112"/>
                    <a:gd name="txT" fmla="*/ 0 h 56"/>
                    <a:gd name="txR" fmla="*/ 112 w 112"/>
                    <a:gd name="txB" fmla="*/ 56 h 56"/>
                  </a:gdLst>
                  <a:ahLst/>
                  <a:cxnLst>
                    <a:cxn ang="0">
                      <a:pos x="0" y="32"/>
                    </a:cxn>
                    <a:cxn ang="0">
                      <a:pos x="112" y="0"/>
                    </a:cxn>
                    <a:cxn ang="0">
                      <a:pos x="112" y="32"/>
                    </a:cxn>
                    <a:cxn ang="0">
                      <a:pos x="112" y="56"/>
                    </a:cxn>
                    <a:cxn ang="0">
                      <a:pos x="0" y="32"/>
                    </a:cxn>
                  </a:cxnLst>
                  <a:rect l="txL" t="txT" r="txR" b="txB"/>
                  <a:pathLst>
                    <a:path w="112" h="56">
                      <a:moveTo>
                        <a:pt x="0" y="32"/>
                      </a:moveTo>
                      <a:lnTo>
                        <a:pt x="112" y="0"/>
                      </a:lnTo>
                      <a:lnTo>
                        <a:pt x="112" y="32"/>
                      </a:lnTo>
                      <a:lnTo>
                        <a:pt x="112" y="56"/>
                      </a:lnTo>
                      <a:lnTo>
                        <a:pt x="0" y="3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57395" name="Freeform 97"/>
                <p:cNvSpPr/>
                <p:nvPr>
                  <p:custDataLst>
                    <p:tags r:id="rId12"/>
                  </p:custDataLst>
                </p:nvPr>
              </p:nvSpPr>
              <p:spPr>
                <a:xfrm>
                  <a:off x="3944" y="1488"/>
                  <a:ext cx="112" cy="56"/>
                </a:xfrm>
                <a:custGeom>
                  <a:avLst/>
                  <a:gdLst>
                    <a:gd name="txL" fmla="*/ 0 w 112"/>
                    <a:gd name="txT" fmla="*/ 0 h 56"/>
                    <a:gd name="txR" fmla="*/ 112 w 112"/>
                    <a:gd name="txB" fmla="*/ 56 h 56"/>
                  </a:gdLst>
                  <a:ahLst/>
                  <a:cxnLst>
                    <a:cxn ang="0">
                      <a:pos x="112" y="32"/>
                    </a:cxn>
                    <a:cxn ang="0">
                      <a:pos x="0" y="56"/>
                    </a:cxn>
                    <a:cxn ang="0">
                      <a:pos x="0" y="32"/>
                    </a:cxn>
                    <a:cxn ang="0">
                      <a:pos x="0" y="0"/>
                    </a:cxn>
                    <a:cxn ang="0">
                      <a:pos x="112" y="32"/>
                    </a:cxn>
                  </a:cxnLst>
                  <a:rect l="txL" t="txT" r="txR" b="txB"/>
                  <a:pathLst>
                    <a:path w="112" h="56">
                      <a:moveTo>
                        <a:pt x="112" y="32"/>
                      </a:moveTo>
                      <a:lnTo>
                        <a:pt x="0" y="56"/>
                      </a:lnTo>
                      <a:lnTo>
                        <a:pt x="0" y="32"/>
                      </a:lnTo>
                      <a:lnTo>
                        <a:pt x="0" y="0"/>
                      </a:lnTo>
                      <a:lnTo>
                        <a:pt x="112" y="32"/>
                      </a:lnTo>
                      <a:close/>
                    </a:path>
                  </a:pathLst>
                </a:custGeom>
                <a:solidFill>
                  <a:srgbClr val="000000">
                    <a:alpha val="100000"/>
                  </a:srgbClr>
                </a:solidFill>
                <a:ln w="9525">
                  <a:noFill/>
                </a:ln>
              </p:spPr>
              <p:txBody>
                <a:bodyPr/>
                <a:lstStyle/>
                <a:p>
                  <a:endParaRPr lang="zh-CN" altLang="en-US" sz="1350">
                    <a:solidFill>
                      <a:schemeClr val="dk1"/>
                    </a:solidFill>
                    <a:latin typeface="微软雅黑" panose="020B0503020204020204" charset="-122"/>
                    <a:ea typeface="微软雅黑" panose="020B0503020204020204" charset="-122"/>
                  </a:endParaRPr>
                </a:p>
              </p:txBody>
            </p:sp>
            <p:sp>
              <p:nvSpPr>
                <p:cNvPr id="57396" name="Line 98"/>
                <p:cNvSpPr/>
                <p:nvPr/>
              </p:nvSpPr>
              <p:spPr>
                <a:xfrm>
                  <a:off x="1120" y="1520"/>
                  <a:ext cx="64" cy="1"/>
                </a:xfrm>
                <a:prstGeom prst="line">
                  <a:avLst/>
                </a:prstGeom>
                <a:ln w="12700" cap="flat" cmpd="sng">
                  <a:solidFill>
                    <a:srgbClr val="000000"/>
                  </a:solidFill>
                  <a:prstDash val="solid"/>
                  <a:headEnd type="none" w="med" len="med"/>
                  <a:tailEnd type="none" w="med" len="med"/>
                </a:ln>
              </p:spPr>
            </p:sp>
            <p:sp>
              <p:nvSpPr>
                <p:cNvPr id="57397" name="Line 99"/>
                <p:cNvSpPr/>
                <p:nvPr/>
              </p:nvSpPr>
              <p:spPr>
                <a:xfrm>
                  <a:off x="1264" y="1520"/>
                  <a:ext cx="64" cy="1"/>
                </a:xfrm>
                <a:prstGeom prst="line">
                  <a:avLst/>
                </a:prstGeom>
                <a:ln w="12700" cap="flat" cmpd="sng">
                  <a:solidFill>
                    <a:srgbClr val="000000"/>
                  </a:solidFill>
                  <a:prstDash val="solid"/>
                  <a:headEnd type="none" w="med" len="med"/>
                  <a:tailEnd type="none" w="med" len="med"/>
                </a:ln>
              </p:spPr>
            </p:sp>
            <p:sp>
              <p:nvSpPr>
                <p:cNvPr id="57398" name="Line 100"/>
                <p:cNvSpPr/>
                <p:nvPr/>
              </p:nvSpPr>
              <p:spPr>
                <a:xfrm>
                  <a:off x="1408" y="1520"/>
                  <a:ext cx="64" cy="1"/>
                </a:xfrm>
                <a:prstGeom prst="line">
                  <a:avLst/>
                </a:prstGeom>
                <a:ln w="12700" cap="flat" cmpd="sng">
                  <a:solidFill>
                    <a:srgbClr val="000000"/>
                  </a:solidFill>
                  <a:prstDash val="solid"/>
                  <a:headEnd type="none" w="med" len="med"/>
                  <a:tailEnd type="none" w="med" len="med"/>
                </a:ln>
              </p:spPr>
            </p:sp>
            <p:sp>
              <p:nvSpPr>
                <p:cNvPr id="57399" name="Line 101"/>
                <p:cNvSpPr/>
                <p:nvPr/>
              </p:nvSpPr>
              <p:spPr>
                <a:xfrm>
                  <a:off x="1552" y="1520"/>
                  <a:ext cx="64" cy="1"/>
                </a:xfrm>
                <a:prstGeom prst="line">
                  <a:avLst/>
                </a:prstGeom>
                <a:ln w="12700" cap="flat" cmpd="sng">
                  <a:solidFill>
                    <a:srgbClr val="000000"/>
                  </a:solidFill>
                  <a:prstDash val="solid"/>
                  <a:headEnd type="none" w="med" len="med"/>
                  <a:tailEnd type="none" w="med" len="med"/>
                </a:ln>
              </p:spPr>
            </p:sp>
            <p:sp>
              <p:nvSpPr>
                <p:cNvPr id="57400" name="Line 102"/>
                <p:cNvSpPr/>
                <p:nvPr/>
              </p:nvSpPr>
              <p:spPr>
                <a:xfrm>
                  <a:off x="1696" y="1520"/>
                  <a:ext cx="64" cy="1"/>
                </a:xfrm>
                <a:prstGeom prst="line">
                  <a:avLst/>
                </a:prstGeom>
                <a:ln w="12700" cap="flat" cmpd="sng">
                  <a:solidFill>
                    <a:srgbClr val="000000"/>
                  </a:solidFill>
                  <a:prstDash val="solid"/>
                  <a:headEnd type="none" w="med" len="med"/>
                  <a:tailEnd type="none" w="med" len="med"/>
                </a:ln>
              </p:spPr>
            </p:sp>
            <p:sp>
              <p:nvSpPr>
                <p:cNvPr id="57401" name="Line 103"/>
                <p:cNvSpPr/>
                <p:nvPr/>
              </p:nvSpPr>
              <p:spPr>
                <a:xfrm>
                  <a:off x="1840" y="1520"/>
                  <a:ext cx="64" cy="1"/>
                </a:xfrm>
                <a:prstGeom prst="line">
                  <a:avLst/>
                </a:prstGeom>
                <a:ln w="12700" cap="flat" cmpd="sng">
                  <a:solidFill>
                    <a:srgbClr val="000000"/>
                  </a:solidFill>
                  <a:prstDash val="solid"/>
                  <a:headEnd type="none" w="med" len="med"/>
                  <a:tailEnd type="none" w="med" len="med"/>
                </a:ln>
              </p:spPr>
            </p:sp>
            <p:sp>
              <p:nvSpPr>
                <p:cNvPr id="57402" name="Line 104"/>
                <p:cNvSpPr/>
                <p:nvPr/>
              </p:nvSpPr>
              <p:spPr>
                <a:xfrm>
                  <a:off x="1984" y="1520"/>
                  <a:ext cx="64" cy="1"/>
                </a:xfrm>
                <a:prstGeom prst="line">
                  <a:avLst/>
                </a:prstGeom>
                <a:ln w="12700" cap="flat" cmpd="sng">
                  <a:solidFill>
                    <a:srgbClr val="000000"/>
                  </a:solidFill>
                  <a:prstDash val="solid"/>
                  <a:headEnd type="none" w="med" len="med"/>
                  <a:tailEnd type="none" w="med" len="med"/>
                </a:ln>
              </p:spPr>
            </p:sp>
            <p:sp>
              <p:nvSpPr>
                <p:cNvPr id="57403" name="Line 105"/>
                <p:cNvSpPr/>
                <p:nvPr/>
              </p:nvSpPr>
              <p:spPr>
                <a:xfrm>
                  <a:off x="2128" y="1520"/>
                  <a:ext cx="64" cy="1"/>
                </a:xfrm>
                <a:prstGeom prst="line">
                  <a:avLst/>
                </a:prstGeom>
                <a:ln w="12700" cap="flat" cmpd="sng">
                  <a:solidFill>
                    <a:srgbClr val="000000"/>
                  </a:solidFill>
                  <a:prstDash val="solid"/>
                  <a:headEnd type="none" w="med" len="med"/>
                  <a:tailEnd type="none" w="med" len="med"/>
                </a:ln>
              </p:spPr>
            </p:sp>
            <p:sp>
              <p:nvSpPr>
                <p:cNvPr id="57404" name="Line 106"/>
                <p:cNvSpPr/>
                <p:nvPr/>
              </p:nvSpPr>
              <p:spPr>
                <a:xfrm>
                  <a:off x="2272" y="1520"/>
                  <a:ext cx="64" cy="1"/>
                </a:xfrm>
                <a:prstGeom prst="line">
                  <a:avLst/>
                </a:prstGeom>
                <a:ln w="12700" cap="flat" cmpd="sng">
                  <a:solidFill>
                    <a:srgbClr val="000000"/>
                  </a:solidFill>
                  <a:prstDash val="solid"/>
                  <a:headEnd type="none" w="med" len="med"/>
                  <a:tailEnd type="none" w="med" len="med"/>
                </a:ln>
              </p:spPr>
            </p:sp>
            <p:sp>
              <p:nvSpPr>
                <p:cNvPr id="57405" name="Line 107"/>
                <p:cNvSpPr/>
                <p:nvPr/>
              </p:nvSpPr>
              <p:spPr>
                <a:xfrm>
                  <a:off x="2416" y="1520"/>
                  <a:ext cx="64" cy="1"/>
                </a:xfrm>
                <a:prstGeom prst="line">
                  <a:avLst/>
                </a:prstGeom>
                <a:ln w="12700" cap="flat" cmpd="sng">
                  <a:solidFill>
                    <a:srgbClr val="000000"/>
                  </a:solidFill>
                  <a:prstDash val="solid"/>
                  <a:headEnd type="none" w="med" len="med"/>
                  <a:tailEnd type="none" w="med" len="med"/>
                </a:ln>
              </p:spPr>
            </p:sp>
            <p:sp>
              <p:nvSpPr>
                <p:cNvPr id="57406" name="Line 108"/>
                <p:cNvSpPr/>
                <p:nvPr/>
              </p:nvSpPr>
              <p:spPr>
                <a:xfrm>
                  <a:off x="2560" y="1520"/>
                  <a:ext cx="64" cy="1"/>
                </a:xfrm>
                <a:prstGeom prst="line">
                  <a:avLst/>
                </a:prstGeom>
                <a:ln w="12700" cap="flat" cmpd="sng">
                  <a:solidFill>
                    <a:srgbClr val="000000"/>
                  </a:solidFill>
                  <a:prstDash val="solid"/>
                  <a:headEnd type="none" w="med" len="med"/>
                  <a:tailEnd type="none" w="med" len="med"/>
                </a:ln>
              </p:spPr>
            </p:sp>
            <p:sp>
              <p:nvSpPr>
                <p:cNvPr id="57407" name="Line 109"/>
                <p:cNvSpPr/>
                <p:nvPr/>
              </p:nvSpPr>
              <p:spPr>
                <a:xfrm>
                  <a:off x="2704" y="1520"/>
                  <a:ext cx="64" cy="1"/>
                </a:xfrm>
                <a:prstGeom prst="line">
                  <a:avLst/>
                </a:prstGeom>
                <a:ln w="12700" cap="flat" cmpd="sng">
                  <a:solidFill>
                    <a:srgbClr val="000000"/>
                  </a:solidFill>
                  <a:prstDash val="solid"/>
                  <a:headEnd type="none" w="med" len="med"/>
                  <a:tailEnd type="none" w="med" len="med"/>
                </a:ln>
              </p:spPr>
            </p:sp>
            <p:sp>
              <p:nvSpPr>
                <p:cNvPr id="57408" name="Line 110"/>
                <p:cNvSpPr/>
                <p:nvPr/>
              </p:nvSpPr>
              <p:spPr>
                <a:xfrm>
                  <a:off x="2848" y="1520"/>
                  <a:ext cx="64" cy="1"/>
                </a:xfrm>
                <a:prstGeom prst="line">
                  <a:avLst/>
                </a:prstGeom>
                <a:ln w="12700" cap="flat" cmpd="sng">
                  <a:solidFill>
                    <a:srgbClr val="000000"/>
                  </a:solidFill>
                  <a:prstDash val="solid"/>
                  <a:headEnd type="none" w="med" len="med"/>
                  <a:tailEnd type="none" w="med" len="med"/>
                </a:ln>
              </p:spPr>
            </p:sp>
            <p:sp>
              <p:nvSpPr>
                <p:cNvPr id="57409" name="Line 111"/>
                <p:cNvSpPr/>
                <p:nvPr/>
              </p:nvSpPr>
              <p:spPr>
                <a:xfrm>
                  <a:off x="2992" y="1520"/>
                  <a:ext cx="64" cy="1"/>
                </a:xfrm>
                <a:prstGeom prst="line">
                  <a:avLst/>
                </a:prstGeom>
                <a:ln w="12700" cap="flat" cmpd="sng">
                  <a:solidFill>
                    <a:srgbClr val="000000"/>
                  </a:solidFill>
                  <a:prstDash val="solid"/>
                  <a:headEnd type="none" w="med" len="med"/>
                  <a:tailEnd type="none" w="med" len="med"/>
                </a:ln>
              </p:spPr>
            </p:sp>
            <p:sp>
              <p:nvSpPr>
                <p:cNvPr id="57410" name="Line 112"/>
                <p:cNvSpPr/>
                <p:nvPr/>
              </p:nvSpPr>
              <p:spPr>
                <a:xfrm>
                  <a:off x="3136" y="1520"/>
                  <a:ext cx="64" cy="1"/>
                </a:xfrm>
                <a:prstGeom prst="line">
                  <a:avLst/>
                </a:prstGeom>
                <a:ln w="12700" cap="flat" cmpd="sng">
                  <a:solidFill>
                    <a:srgbClr val="000000"/>
                  </a:solidFill>
                  <a:prstDash val="solid"/>
                  <a:headEnd type="none" w="med" len="med"/>
                  <a:tailEnd type="none" w="med" len="med"/>
                </a:ln>
              </p:spPr>
            </p:sp>
            <p:sp>
              <p:nvSpPr>
                <p:cNvPr id="57411" name="Line 113"/>
                <p:cNvSpPr/>
                <p:nvPr/>
              </p:nvSpPr>
              <p:spPr>
                <a:xfrm>
                  <a:off x="3280" y="1520"/>
                  <a:ext cx="64" cy="1"/>
                </a:xfrm>
                <a:prstGeom prst="line">
                  <a:avLst/>
                </a:prstGeom>
                <a:ln w="12700" cap="flat" cmpd="sng">
                  <a:solidFill>
                    <a:srgbClr val="000000"/>
                  </a:solidFill>
                  <a:prstDash val="solid"/>
                  <a:headEnd type="none" w="med" len="med"/>
                  <a:tailEnd type="none" w="med" len="med"/>
                </a:ln>
              </p:spPr>
            </p:sp>
            <p:sp>
              <p:nvSpPr>
                <p:cNvPr id="57412" name="Line 114"/>
                <p:cNvSpPr/>
                <p:nvPr/>
              </p:nvSpPr>
              <p:spPr>
                <a:xfrm>
                  <a:off x="3424" y="1520"/>
                  <a:ext cx="64" cy="1"/>
                </a:xfrm>
                <a:prstGeom prst="line">
                  <a:avLst/>
                </a:prstGeom>
                <a:ln w="12700" cap="flat" cmpd="sng">
                  <a:solidFill>
                    <a:srgbClr val="000000"/>
                  </a:solidFill>
                  <a:prstDash val="solid"/>
                  <a:headEnd type="none" w="med" len="med"/>
                  <a:tailEnd type="none" w="med" len="med"/>
                </a:ln>
              </p:spPr>
            </p:sp>
            <p:sp>
              <p:nvSpPr>
                <p:cNvPr id="57413" name="Line 115"/>
                <p:cNvSpPr/>
                <p:nvPr/>
              </p:nvSpPr>
              <p:spPr>
                <a:xfrm>
                  <a:off x="3568" y="1520"/>
                  <a:ext cx="64" cy="1"/>
                </a:xfrm>
                <a:prstGeom prst="line">
                  <a:avLst/>
                </a:prstGeom>
                <a:ln w="12700" cap="flat" cmpd="sng">
                  <a:solidFill>
                    <a:srgbClr val="000000"/>
                  </a:solidFill>
                  <a:prstDash val="solid"/>
                  <a:headEnd type="none" w="med" len="med"/>
                  <a:tailEnd type="none" w="med" len="med"/>
                </a:ln>
              </p:spPr>
            </p:sp>
            <p:sp>
              <p:nvSpPr>
                <p:cNvPr id="57414" name="Line 116"/>
                <p:cNvSpPr/>
                <p:nvPr/>
              </p:nvSpPr>
              <p:spPr>
                <a:xfrm>
                  <a:off x="3712" y="1520"/>
                  <a:ext cx="64" cy="1"/>
                </a:xfrm>
                <a:prstGeom prst="line">
                  <a:avLst/>
                </a:prstGeom>
                <a:ln w="12700" cap="flat" cmpd="sng">
                  <a:solidFill>
                    <a:srgbClr val="000000"/>
                  </a:solidFill>
                  <a:prstDash val="solid"/>
                  <a:headEnd type="none" w="med" len="med"/>
                  <a:tailEnd type="none" w="med" len="med"/>
                </a:ln>
              </p:spPr>
            </p:sp>
            <p:sp>
              <p:nvSpPr>
                <p:cNvPr id="57415" name="Line 117"/>
                <p:cNvSpPr/>
                <p:nvPr/>
              </p:nvSpPr>
              <p:spPr>
                <a:xfrm>
                  <a:off x="3856" y="1520"/>
                  <a:ext cx="64" cy="1"/>
                </a:xfrm>
                <a:prstGeom prst="line">
                  <a:avLst/>
                </a:prstGeom>
                <a:ln w="12700" cap="flat" cmpd="sng">
                  <a:solidFill>
                    <a:srgbClr val="000000"/>
                  </a:solidFill>
                  <a:prstDash val="solid"/>
                  <a:headEnd type="none" w="med" len="med"/>
                  <a:tailEnd type="none" w="med" len="med"/>
                </a:ln>
              </p:spPr>
            </p:sp>
          </p:grpSp>
          <p:sp>
            <p:nvSpPr>
              <p:cNvPr id="57378" name="Rectangle 118"/>
              <p:cNvSpPr/>
              <p:nvPr/>
            </p:nvSpPr>
            <p:spPr>
              <a:xfrm>
                <a:off x="1635" y="3731"/>
                <a:ext cx="104" cy="185"/>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a</a:t>
                </a:r>
              </a:p>
            </p:txBody>
          </p:sp>
          <p:sp>
            <p:nvSpPr>
              <p:cNvPr id="57379" name="Rectangle 119"/>
              <p:cNvSpPr/>
              <p:nvPr/>
            </p:nvSpPr>
            <p:spPr>
              <a:xfrm>
                <a:off x="3506" y="3675"/>
                <a:ext cx="120" cy="185"/>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b</a:t>
                </a:r>
              </a:p>
            </p:txBody>
          </p:sp>
          <p:sp>
            <p:nvSpPr>
              <p:cNvPr id="57380" name="Rectangle 120"/>
              <p:cNvSpPr/>
              <p:nvPr/>
            </p:nvSpPr>
            <p:spPr>
              <a:xfrm>
                <a:off x="1003" y="3035"/>
                <a:ext cx="94" cy="185"/>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c</a:t>
                </a:r>
              </a:p>
            </p:txBody>
          </p:sp>
          <p:sp>
            <p:nvSpPr>
              <p:cNvPr id="57381" name="Rectangle 121"/>
              <p:cNvSpPr/>
              <p:nvPr/>
            </p:nvSpPr>
            <p:spPr>
              <a:xfrm>
                <a:off x="1026" y="1715"/>
                <a:ext cx="120" cy="185"/>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d</a:t>
                </a:r>
              </a:p>
            </p:txBody>
          </p:sp>
          <p:grpSp>
            <p:nvGrpSpPr>
              <p:cNvPr id="57382" name="Group 122"/>
              <p:cNvGrpSpPr/>
              <p:nvPr/>
            </p:nvGrpSpPr>
            <p:grpSpPr>
              <a:xfrm>
                <a:off x="987" y="1238"/>
                <a:ext cx="187" cy="233"/>
                <a:chOff x="1279" y="808"/>
                <a:chExt cx="187" cy="233"/>
              </a:xfrm>
            </p:grpSpPr>
            <p:sp>
              <p:nvSpPr>
                <p:cNvPr id="57392" name="Rectangle 123"/>
                <p:cNvSpPr/>
                <p:nvPr/>
              </p:nvSpPr>
              <p:spPr>
                <a:xfrm>
                  <a:off x="1279" y="808"/>
                  <a:ext cx="105" cy="185"/>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x</a:t>
                  </a:r>
                </a:p>
              </p:txBody>
            </p:sp>
            <p:sp>
              <p:nvSpPr>
                <p:cNvPr id="57393" name="Rectangle 124"/>
                <p:cNvSpPr/>
                <p:nvPr/>
              </p:nvSpPr>
              <p:spPr>
                <a:xfrm>
                  <a:off x="1354" y="856"/>
                  <a:ext cx="112" cy="185"/>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2</a:t>
                  </a:r>
                </a:p>
              </p:txBody>
            </p:sp>
          </p:grpSp>
          <p:grpSp>
            <p:nvGrpSpPr>
              <p:cNvPr id="57383" name="Group 125"/>
              <p:cNvGrpSpPr/>
              <p:nvPr/>
            </p:nvGrpSpPr>
            <p:grpSpPr>
              <a:xfrm>
                <a:off x="4443" y="3523"/>
                <a:ext cx="188" cy="233"/>
                <a:chOff x="4695" y="3320"/>
                <a:chExt cx="188" cy="233"/>
              </a:xfrm>
            </p:grpSpPr>
            <p:sp>
              <p:nvSpPr>
                <p:cNvPr id="57390" name="Rectangle 126"/>
                <p:cNvSpPr/>
                <p:nvPr/>
              </p:nvSpPr>
              <p:spPr>
                <a:xfrm>
                  <a:off x="4695" y="3320"/>
                  <a:ext cx="105" cy="185"/>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x</a:t>
                  </a:r>
                </a:p>
              </p:txBody>
            </p:sp>
            <p:sp>
              <p:nvSpPr>
                <p:cNvPr id="57391" name="Rectangle 127"/>
                <p:cNvSpPr/>
                <p:nvPr/>
              </p:nvSpPr>
              <p:spPr>
                <a:xfrm>
                  <a:off x="4771" y="3368"/>
                  <a:ext cx="112" cy="185"/>
                </a:xfrm>
                <a:prstGeom prst="rect">
                  <a:avLst/>
                </a:prstGeom>
                <a:noFill/>
                <a:ln w="9525">
                  <a:noFill/>
                </a:ln>
              </p:spPr>
              <p:txBody>
                <a:bodyPr wrap="none" lIns="0" tIns="0" rIns="0" bIns="0">
                  <a:spAutoFit/>
                </a:bodyPr>
                <a:lstStyle/>
                <a:p>
                  <a:r>
                    <a:rPr lang="en-US" altLang="zh-CN" sz="1350" b="1" dirty="0">
                      <a:solidFill>
                        <a:srgbClr val="000000"/>
                      </a:solidFill>
                      <a:latin typeface="微软雅黑" panose="020B0503020204020204" charset="-122"/>
                      <a:ea typeface="微软雅黑" panose="020B0503020204020204" charset="-122"/>
                    </a:rPr>
                    <a:t>1</a:t>
                  </a:r>
                </a:p>
              </p:txBody>
            </p:sp>
          </p:grpSp>
          <p:sp>
            <p:nvSpPr>
              <p:cNvPr id="57384" name="Rectangle 128"/>
              <p:cNvSpPr/>
              <p:nvPr>
                <p:custDataLst>
                  <p:tags r:id="rId5"/>
                </p:custDataLst>
              </p:nvPr>
            </p:nvSpPr>
            <p:spPr>
              <a:xfrm>
                <a:off x="1584" y="1883"/>
                <a:ext cx="1824" cy="1248"/>
              </a:xfrm>
              <a:prstGeom prst="rect">
                <a:avLst/>
              </a:prstGeom>
              <a:blipFill rotWithShape="0">
                <a:blip r:embed="rId22"/>
              </a:blipFill>
              <a:ln w="9525">
                <a:noFill/>
              </a:ln>
            </p:spPr>
            <p:txBody>
              <a:bodyPr/>
              <a:lstStyle/>
              <a:p>
                <a:endParaRPr lang="zh-CN" altLang="en-US" sz="1350" dirty="0">
                  <a:solidFill>
                    <a:schemeClr val="dk1"/>
                  </a:solidFill>
                  <a:latin typeface="微软雅黑" panose="020B0503020204020204" charset="-122"/>
                  <a:ea typeface="微软雅黑" panose="020B0503020204020204" charset="-122"/>
                </a:endParaRPr>
              </a:p>
            </p:txBody>
          </p:sp>
          <p:sp>
            <p:nvSpPr>
              <p:cNvPr id="57385" name="Oval 129"/>
              <p:cNvSpPr>
                <a:spLocks noChangeAspect="1"/>
              </p:cNvSpPr>
              <p:nvPr>
                <p:custDataLst>
                  <p:tags r:id="rId6"/>
                </p:custDataLst>
              </p:nvPr>
            </p:nvSpPr>
            <p:spPr>
              <a:xfrm>
                <a:off x="2112" y="2400"/>
                <a:ext cx="96" cy="96"/>
              </a:xfrm>
              <a:prstGeom prst="ellipse">
                <a:avLst/>
              </a:prstGeom>
              <a:solidFill>
                <a:srgbClr val="FF0000"/>
              </a:solidFill>
              <a:ln w="9525" cap="flat" cmpd="sng">
                <a:solidFill>
                  <a:schemeClr val="dk1"/>
                </a:solidFill>
                <a:prstDash val="solid"/>
                <a:headEnd type="none" w="med" len="med"/>
                <a:tailEnd type="none" w="med" len="med"/>
              </a:ln>
            </p:spPr>
            <p:txBody>
              <a:bodyPr wrap="none" lIns="0" tIns="0" rIns="0" bIns="0" anchor="ctr" anchorCtr="0"/>
              <a:lstStyle/>
              <a:p>
                <a:endParaRPr lang="zh-CN" altLang="en-US" sz="1350" dirty="0">
                  <a:solidFill>
                    <a:schemeClr val="dk1"/>
                  </a:solidFill>
                  <a:latin typeface="微软雅黑" panose="020B0503020204020204" charset="-122"/>
                  <a:ea typeface="微软雅黑" panose="020B0503020204020204" charset="-122"/>
                </a:endParaRPr>
              </a:p>
            </p:txBody>
          </p:sp>
          <p:sp>
            <p:nvSpPr>
              <p:cNvPr id="57386" name="Oval 130"/>
              <p:cNvSpPr>
                <a:spLocks noChangeAspect="1"/>
              </p:cNvSpPr>
              <p:nvPr>
                <p:custDataLst>
                  <p:tags r:id="rId7"/>
                </p:custDataLst>
              </p:nvPr>
            </p:nvSpPr>
            <p:spPr>
              <a:xfrm>
                <a:off x="2592" y="1584"/>
                <a:ext cx="96" cy="96"/>
              </a:xfrm>
              <a:prstGeom prst="ellipse">
                <a:avLst/>
              </a:prstGeom>
              <a:solidFill>
                <a:srgbClr val="FFFF99"/>
              </a:solidFill>
              <a:ln w="9525" cap="flat" cmpd="sng">
                <a:solidFill>
                  <a:schemeClr val="dk1"/>
                </a:solidFill>
                <a:prstDash val="solid"/>
                <a:headEnd type="none" w="med" len="med"/>
                <a:tailEnd type="none" w="med" len="med"/>
              </a:ln>
            </p:spPr>
            <p:txBody>
              <a:bodyPr wrap="none" lIns="0" tIns="0" rIns="0" bIns="0" anchor="ctr" anchorCtr="0"/>
              <a:lstStyle/>
              <a:p>
                <a:endParaRPr lang="zh-CN" altLang="en-US" sz="1350" dirty="0">
                  <a:solidFill>
                    <a:schemeClr val="dk1"/>
                  </a:solidFill>
                  <a:latin typeface="微软雅黑" panose="020B0503020204020204" charset="-122"/>
                  <a:ea typeface="微软雅黑" panose="020B0503020204020204" charset="-122"/>
                </a:endParaRPr>
              </a:p>
            </p:txBody>
          </p:sp>
          <p:sp>
            <p:nvSpPr>
              <p:cNvPr id="57387" name="Oval 131"/>
              <p:cNvSpPr>
                <a:spLocks noChangeAspect="1"/>
              </p:cNvSpPr>
              <p:nvPr>
                <p:custDataLst>
                  <p:tags r:id="rId8"/>
                </p:custDataLst>
              </p:nvPr>
            </p:nvSpPr>
            <p:spPr>
              <a:xfrm>
                <a:off x="3744" y="2304"/>
                <a:ext cx="96" cy="96"/>
              </a:xfrm>
              <a:prstGeom prst="ellipse">
                <a:avLst/>
              </a:prstGeom>
              <a:solidFill>
                <a:srgbClr val="FFFF99"/>
              </a:solidFill>
              <a:ln w="9525" cap="flat" cmpd="sng">
                <a:solidFill>
                  <a:schemeClr val="dk1"/>
                </a:solidFill>
                <a:prstDash val="solid"/>
                <a:headEnd type="none" w="med" len="med"/>
                <a:tailEnd type="none" w="med" len="med"/>
              </a:ln>
            </p:spPr>
            <p:txBody>
              <a:bodyPr wrap="none" lIns="0" tIns="0" rIns="0" bIns="0" anchor="ctr" anchorCtr="0"/>
              <a:lstStyle/>
              <a:p>
                <a:endParaRPr lang="zh-CN" altLang="en-US" sz="1350" dirty="0">
                  <a:solidFill>
                    <a:schemeClr val="dk1"/>
                  </a:solidFill>
                  <a:latin typeface="微软雅黑" panose="020B0503020204020204" charset="-122"/>
                  <a:ea typeface="微软雅黑" panose="020B0503020204020204" charset="-122"/>
                </a:endParaRPr>
              </a:p>
            </p:txBody>
          </p:sp>
          <p:sp>
            <p:nvSpPr>
              <p:cNvPr id="57388" name="Oval 132"/>
              <p:cNvSpPr>
                <a:spLocks noChangeAspect="1"/>
              </p:cNvSpPr>
              <p:nvPr>
                <p:custDataLst>
                  <p:tags r:id="rId9"/>
                </p:custDataLst>
              </p:nvPr>
            </p:nvSpPr>
            <p:spPr>
              <a:xfrm>
                <a:off x="2688" y="3696"/>
                <a:ext cx="96" cy="96"/>
              </a:xfrm>
              <a:prstGeom prst="ellipse">
                <a:avLst/>
              </a:prstGeom>
              <a:solidFill>
                <a:srgbClr val="FFFF99"/>
              </a:solidFill>
              <a:ln w="9525" cap="flat" cmpd="sng">
                <a:solidFill>
                  <a:schemeClr val="dk1"/>
                </a:solidFill>
                <a:prstDash val="solid"/>
                <a:headEnd type="none" w="med" len="med"/>
                <a:tailEnd type="none" w="med" len="med"/>
              </a:ln>
            </p:spPr>
            <p:txBody>
              <a:bodyPr wrap="none" lIns="0" tIns="0" rIns="0" bIns="0" anchor="ctr" anchorCtr="0"/>
              <a:lstStyle/>
              <a:p>
                <a:endParaRPr lang="zh-CN" altLang="en-US" sz="1350" dirty="0">
                  <a:solidFill>
                    <a:schemeClr val="dk1"/>
                  </a:solidFill>
                  <a:latin typeface="微软雅黑" panose="020B0503020204020204" charset="-122"/>
                  <a:ea typeface="微软雅黑" panose="020B0503020204020204" charset="-122"/>
                </a:endParaRPr>
              </a:p>
            </p:txBody>
          </p:sp>
          <p:sp>
            <p:nvSpPr>
              <p:cNvPr id="57389" name="Oval 133"/>
              <p:cNvSpPr>
                <a:spLocks noChangeAspect="1"/>
              </p:cNvSpPr>
              <p:nvPr>
                <p:custDataLst>
                  <p:tags r:id="rId10"/>
                </p:custDataLst>
              </p:nvPr>
            </p:nvSpPr>
            <p:spPr>
              <a:xfrm>
                <a:off x="1321" y="2256"/>
                <a:ext cx="96" cy="96"/>
              </a:xfrm>
              <a:prstGeom prst="ellipse">
                <a:avLst/>
              </a:prstGeom>
              <a:solidFill>
                <a:srgbClr val="FFFF99"/>
              </a:solidFill>
              <a:ln w="9525" cap="flat" cmpd="sng">
                <a:solidFill>
                  <a:schemeClr val="dk1"/>
                </a:solidFill>
                <a:prstDash val="solid"/>
                <a:headEnd type="none" w="med" len="med"/>
                <a:tailEnd type="none" w="med" len="med"/>
              </a:ln>
            </p:spPr>
            <p:txBody>
              <a:bodyPr wrap="none" lIns="0" tIns="0" rIns="0" bIns="0" anchor="ctr" anchorCtr="0"/>
              <a:lstStyle/>
              <a:p>
                <a:endParaRPr lang="zh-CN" altLang="en-US" sz="1350" dirty="0">
                  <a:solidFill>
                    <a:schemeClr val="dk1"/>
                  </a:solidFill>
                  <a:latin typeface="微软雅黑" panose="020B0503020204020204" charset="-122"/>
                  <a:ea typeface="微软雅黑" panose="020B0503020204020204" charset="-122"/>
                </a:endParaRPr>
              </a:p>
            </p:txBody>
          </p:sp>
        </p:grpSp>
      </p:grpSp>
      <p:sp>
        <p:nvSpPr>
          <p:cNvPr id="283782" name="Text Box 134"/>
          <p:cNvSpPr txBox="1"/>
          <p:nvPr>
            <p:custDataLst>
              <p:tags r:id="rId3"/>
            </p:custDataLst>
          </p:nvPr>
        </p:nvSpPr>
        <p:spPr>
          <a:xfrm>
            <a:off x="5143500" y="2633663"/>
            <a:ext cx="2286000" cy="276999"/>
          </a:xfrm>
          <a:prstGeom prst="rect">
            <a:avLst/>
          </a:prstGeom>
          <a:solidFill>
            <a:srgbClr val="CCFFCC"/>
          </a:solidFill>
          <a:ln w="9525" cap="flat" cmpd="sng">
            <a:solidFill>
              <a:schemeClr val="dk1"/>
            </a:solidFill>
            <a:prstDash val="solid"/>
            <a:miter/>
            <a:headEnd type="none" w="med" len="med"/>
            <a:tailEnd type="none" w="med" len="med"/>
          </a:ln>
        </p:spPr>
        <p:txBody>
          <a:bodyPr lIns="0" tIns="0" rIns="0" bIns="0" anchor="t" anchorCtr="1">
            <a:spAutoFit/>
          </a:bodyPr>
          <a:lstStyle/>
          <a:p>
            <a:pPr>
              <a:spcBef>
                <a:spcPct val="50000"/>
              </a:spcBef>
            </a:pPr>
            <a:r>
              <a:rPr lang="zh-CN" altLang="en-US" b="1" dirty="0">
                <a:solidFill>
                  <a:schemeClr val="dk1"/>
                </a:solidFill>
                <a:latin typeface="微软雅黑" panose="020B0503020204020204" charset="-122"/>
                <a:ea typeface="微软雅黑" panose="020B0503020204020204" charset="-122"/>
                <a:cs typeface="微软雅黑" panose="020B0503020204020204" charset="-122"/>
              </a:rPr>
              <a:t>测试用例总数：   个</a:t>
            </a:r>
          </a:p>
        </p:txBody>
      </p:sp>
      <p:sp>
        <p:nvSpPr>
          <p:cNvPr id="283783" name="Text Box 135"/>
          <p:cNvSpPr txBox="1"/>
          <p:nvPr>
            <p:custDataLst>
              <p:tags r:id="rId4"/>
            </p:custDataLst>
          </p:nvPr>
        </p:nvSpPr>
        <p:spPr>
          <a:xfrm>
            <a:off x="6800850" y="2643188"/>
            <a:ext cx="285750" cy="230832"/>
          </a:xfrm>
          <a:prstGeom prst="rect">
            <a:avLst/>
          </a:prstGeom>
          <a:solidFill>
            <a:srgbClr val="CCFFCC"/>
          </a:solidFill>
          <a:ln w="9525">
            <a:noFill/>
          </a:ln>
        </p:spPr>
        <p:txBody>
          <a:bodyPr lIns="0" tIns="0" rIns="0" bIns="0" anchor="t" anchorCtr="1">
            <a:spAutoFit/>
          </a:bodyPr>
          <a:lstStyle/>
          <a:p>
            <a:pPr>
              <a:spcBef>
                <a:spcPct val="50000"/>
              </a:spcBef>
            </a:pPr>
            <a:r>
              <a:rPr lang="en-US" altLang="zh-CN" sz="1500" b="1" dirty="0">
                <a:solidFill>
                  <a:schemeClr val="dk1"/>
                </a:solidFill>
                <a:latin typeface="微软雅黑" panose="020B0503020204020204" charset="-122"/>
                <a:ea typeface="微软雅黑" panose="020B0503020204020204" charset="-122"/>
              </a:rPr>
              <a:t>1</a:t>
            </a:r>
          </a:p>
        </p:txBody>
      </p:sp>
      <p:sp>
        <p:nvSpPr>
          <p:cNvPr id="279554" name="Rectangle 2"/>
          <p:cNvSpPr>
            <a:spLocks noGrp="1" noChangeArrowheads="1"/>
          </p:cNvSpPr>
          <p:nvPr>
            <p:ph type="title"/>
          </p:nvPr>
        </p:nvSpPr>
        <p:spPr>
          <a:xfrm>
            <a:off x="1454468" y="303848"/>
            <a:ext cx="5602605" cy="756285"/>
          </a:xfrm>
          <a:solidFill>
            <a:srgbClr val="000000">
              <a:alpha val="0"/>
            </a:srgbClr>
          </a:solidFill>
          <a:ln>
            <a:solidFill>
              <a:srgbClr val="000000">
                <a:alpha val="0"/>
              </a:srgbClr>
            </a:solidFill>
          </a:ln>
        </p:spPr>
        <p:txBody>
          <a:bodyPr vert="horz" wrap="square" lIns="68580" tIns="34290" rIns="68580" bIns="34290" numCol="1" rtlCol="0" anchor="ctr" anchorCtr="0" compatLnSpc="1">
            <a:normAutofit/>
          </a:bodyPr>
          <a:lstStyle/>
          <a:p>
            <a:pPr algn="just" eaLnBrk="0" fontAlgn="base" hangingPunct="0">
              <a:lnSpc>
                <a:spcPct val="100000"/>
              </a:lnSpc>
              <a:buClrTx/>
            </a:pPr>
            <a:r>
              <a:rPr kumimoji="0" lang="zh-CN" altLang="en-US" sz="2925">
                <a:solidFill>
                  <a:schemeClr val="accent1">
                    <a:lumMod val="75000"/>
                  </a:schemeClr>
                </a:solidFill>
                <a:latin typeface="微软雅黑" panose="020B0503020204020204" charset="-122"/>
                <a:cs typeface="微软雅黑" panose="020B0503020204020204" charset="-122"/>
              </a:rPr>
              <a:t>测试用例设计</a:t>
            </a:r>
            <a:r>
              <a:rPr kumimoji="0" sz="2925">
                <a:solidFill>
                  <a:schemeClr val="accent1">
                    <a:lumMod val="75000"/>
                  </a:schemeClr>
                </a:solidFill>
                <a:latin typeface="微软雅黑" panose="020B0503020204020204" charset="-122"/>
                <a:cs typeface="微软雅黑" panose="020B0503020204020204" charset="-122"/>
              </a:rPr>
              <a:t>—</a:t>
            </a:r>
            <a:r>
              <a:rPr kumimoji="0" lang="zh-CN" altLang="en-US" sz="2925">
                <a:solidFill>
                  <a:schemeClr val="accent1">
                    <a:lumMod val="75000"/>
                  </a:schemeClr>
                </a:solidFill>
                <a:latin typeface="微软雅黑" panose="020B0503020204020204" charset="-122"/>
                <a:cs typeface="微软雅黑" panose="020B0503020204020204" charset="-122"/>
              </a:rPr>
              <a:t>举例</a:t>
            </a:r>
          </a:p>
        </p:txBody>
      </p:sp>
      <p:sp>
        <p:nvSpPr>
          <p:cNvPr id="2" name="日期占位符 1"/>
          <p:cNvSpPr>
            <a:spLocks noGrp="1"/>
          </p:cNvSpPr>
          <p:nvPr>
            <p:ph type="dt" sz="half" idx="10"/>
          </p:nvPr>
        </p:nvSpPr>
        <p:spPr/>
        <p:txBody>
          <a:bodyPr/>
          <a:lstStyle/>
          <a:p>
            <a:fld id="{760FBDFE-C587-4B4C-A407-44438C67B59E}" type="datetime1">
              <a:rPr lang="zh-CN" altLang="en-US" smtClean="0">
                <a:latin typeface="微软雅黑" panose="020B0503020204020204" charset="-122"/>
                <a:ea typeface="微软雅黑" panose="020B0503020204020204" charset="-122"/>
              </a:rPr>
              <a:t>2024/3/12</a:t>
            </a:fld>
            <a:endParaRPr lang="zh-CN" altLang="en-US">
              <a:latin typeface="微软雅黑" panose="020B0503020204020204" charset="-122"/>
              <a:ea typeface="微软雅黑" panose="020B0503020204020204" charset="-122"/>
            </a:endParaRPr>
          </a:p>
        </p:txBody>
      </p:sp>
      <p:sp>
        <p:nvSpPr>
          <p:cNvPr id="3" name="灯片编号占位符 2"/>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fld id="{49AE70B2-8BF9-45C0-BB95-33D1B9D3A854}" type="slidenum">
              <a:rPr lang="zh-CN" altLang="en-US" smtClean="0"/>
              <a:pPr/>
              <a:t>108</a:t>
            </a:fld>
            <a:endParaRPr lang="zh-CN" altLang="en-US">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7349"/>
                                        </p:tgtEl>
                                        <p:attrNameLst>
                                          <p:attrName>style.visibility</p:attrName>
                                        </p:attrNameLst>
                                      </p:cBhvr>
                                      <p:to>
                                        <p:strVal val="visible"/>
                                      </p:to>
                                    </p:set>
                                    <p:animEffect transition="in" filter="dissolve">
                                      <p:cBhvr>
                                        <p:cTn id="7" dur="500"/>
                                        <p:tgtEl>
                                          <p:spTgt spid="57349"/>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499"/>
                                          </p:stCondLst>
                                        </p:cTn>
                                        <p:tgtEl>
                                          <p:spTgt spid="28378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283783"/>
                                        </p:tgtEl>
                                        <p:attrNameLst>
                                          <p:attrName>style.visibility</p:attrName>
                                        </p:attrNameLst>
                                      </p:cBhvr>
                                      <p:to>
                                        <p:strVal val="visible"/>
                                      </p:to>
                                    </p:set>
                                    <p:anim calcmode="lin" valueType="num">
                                      <p:cBhvr additive="base">
                                        <p:cTn id="15" dur="500" fill="hold"/>
                                        <p:tgtEl>
                                          <p:spTgt spid="283783"/>
                                        </p:tgtEl>
                                        <p:attrNameLst>
                                          <p:attrName>ppt_x</p:attrName>
                                        </p:attrNameLst>
                                      </p:cBhvr>
                                      <p:tavLst>
                                        <p:tav tm="0">
                                          <p:val>
                                            <p:strVal val="#ppt_x"/>
                                          </p:val>
                                        </p:tav>
                                        <p:tav tm="100000">
                                          <p:val>
                                            <p:strVal val="#ppt_x"/>
                                          </p:val>
                                        </p:tav>
                                      </p:tavLst>
                                    </p:anim>
                                    <p:anim calcmode="lin" valueType="num">
                                      <p:cBhvr additive="base">
                                        <p:cTn id="16" dur="500" fill="hold"/>
                                        <p:tgtEl>
                                          <p:spTgt spid="28378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3782" grpId="0" bldLvl="0" animBg="1"/>
      <p:bldP spid="283783" grpId="0" bldLvl="0" animBg="1"/>
    </p:bldLst>
  </p:timing>
</p:sld>
</file>

<file path=ppt/slides/slide10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4676" name="Rectangle 4"/>
          <p:cNvSpPr>
            <a:spLocks noGrp="1" noChangeArrowheads="1"/>
          </p:cNvSpPr>
          <p:nvPr>
            <p:ph idx="1"/>
            <p:custDataLst>
              <p:tags r:id="rId1"/>
            </p:custDataLst>
          </p:nvPr>
        </p:nvSpPr>
        <p:spPr>
          <a:xfrm>
            <a:off x="1657350" y="1165860"/>
            <a:ext cx="5829300" cy="491490"/>
          </a:xfrm>
        </p:spPr>
        <p:txBody>
          <a:bodyPr vert="horz" wrap="square" lIns="68580" tIns="34290" rIns="68580" bIns="34290" numCol="1" rtlCol="0" anchor="t" anchorCtr="0" compatLnSpc="1">
            <a:normAutofit/>
          </a:bodyPr>
          <a:lstStyle/>
          <a:p>
            <a:pPr marL="257175" indent="-257175" fontAlgn="base">
              <a:lnSpc>
                <a:spcPct val="100000"/>
              </a:lnSpc>
              <a:spcBef>
                <a:spcPct val="20000"/>
              </a:spcBef>
              <a:spcAft>
                <a:spcPct val="0"/>
              </a:spcAft>
              <a:buFontTx/>
              <a:buChar char="•"/>
              <a:defRPr/>
            </a:pPr>
            <a:r>
              <a:rPr lang="zh-CN" altLang="en-US" sz="2400" b="1" kern="0">
                <a:solidFill>
                  <a:schemeClr val="dk1"/>
                </a:solidFill>
                <a:latin typeface="微软雅黑" panose="020B0503020204020204" charset="-122"/>
                <a:cs typeface="微软雅黑" panose="020B0503020204020204" charset="-122"/>
              </a:rPr>
              <a:t>例二：</a:t>
            </a:r>
            <a:r>
              <a:rPr lang="en-US" altLang="zh-CN" sz="2400" b="1" kern="0">
                <a:solidFill>
                  <a:schemeClr val="dk1"/>
                </a:solidFill>
                <a:latin typeface="微软雅黑" panose="020B0503020204020204" charset="-122"/>
                <a:cs typeface="微软雅黑" panose="020B0503020204020204" charset="-122"/>
              </a:rPr>
              <a:t>NextDate</a:t>
            </a:r>
          </a:p>
          <a:p>
            <a:pPr marL="257175" indent="-257175" fontAlgn="base">
              <a:lnSpc>
                <a:spcPct val="100000"/>
              </a:lnSpc>
              <a:spcBef>
                <a:spcPct val="20000"/>
              </a:spcBef>
              <a:spcAft>
                <a:spcPct val="0"/>
              </a:spcAft>
              <a:buFontTx/>
              <a:buChar char="•"/>
              <a:defRPr/>
            </a:pPr>
            <a:endParaRPr lang="en-US" altLang="zh-CN" sz="2400" b="1" kern="0">
              <a:solidFill>
                <a:schemeClr val="dk1"/>
              </a:solidFill>
              <a:latin typeface="微软雅黑" panose="020B0503020204020204" charset="-122"/>
              <a:cs typeface="微软雅黑" panose="020B0503020204020204" charset="-122"/>
            </a:endParaRPr>
          </a:p>
        </p:txBody>
      </p:sp>
      <p:graphicFrame>
        <p:nvGraphicFramePr>
          <p:cNvPr id="58373" name="表格 58372"/>
          <p:cNvGraphicFramePr/>
          <p:nvPr>
            <p:custDataLst>
              <p:tags r:id="rId2"/>
            </p:custDataLst>
          </p:nvPr>
        </p:nvGraphicFramePr>
        <p:xfrm>
          <a:off x="1503522" y="1943100"/>
          <a:ext cx="3149442" cy="2670810"/>
        </p:xfrm>
        <a:graphic>
          <a:graphicData uri="http://schemas.openxmlformats.org/drawingml/2006/table">
            <a:tbl>
              <a:tblPr/>
              <a:tblGrid>
                <a:gridCol w="665798">
                  <a:extLst>
                    <a:ext uri="{9D8B030D-6E8A-4147-A177-3AD203B41FA5}">
                      <a16:colId xmlns:a16="http://schemas.microsoft.com/office/drawing/2014/main" val="20000"/>
                    </a:ext>
                  </a:extLst>
                </a:gridCol>
                <a:gridCol w="462201">
                  <a:extLst>
                    <a:ext uri="{9D8B030D-6E8A-4147-A177-3AD203B41FA5}">
                      <a16:colId xmlns:a16="http://schemas.microsoft.com/office/drawing/2014/main" val="20001"/>
                    </a:ext>
                  </a:extLst>
                </a:gridCol>
                <a:gridCol w="498872">
                  <a:extLst>
                    <a:ext uri="{9D8B030D-6E8A-4147-A177-3AD203B41FA5}">
                      <a16:colId xmlns:a16="http://schemas.microsoft.com/office/drawing/2014/main" val="20002"/>
                    </a:ext>
                  </a:extLst>
                </a:gridCol>
                <a:gridCol w="1522571">
                  <a:extLst>
                    <a:ext uri="{9D8B030D-6E8A-4147-A177-3AD203B41FA5}">
                      <a16:colId xmlns:a16="http://schemas.microsoft.com/office/drawing/2014/main" val="20003"/>
                    </a:ext>
                  </a:extLst>
                </a:gridCol>
              </a:tblGrid>
              <a:tr h="244316">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chemeClr val="tx1"/>
                          </a:solidFill>
                          <a:latin typeface="微软雅黑" panose="020B0503020204020204" charset="-122"/>
                          <a:ea typeface="微软雅黑" panose="020B0503020204020204" charset="-122"/>
                        </a:rPr>
                        <a:t>month</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solid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chemeClr val="tx1"/>
                          </a:solidFill>
                          <a:latin typeface="微软雅黑" panose="020B0503020204020204" charset="-122"/>
                          <a:ea typeface="微软雅黑" panose="020B0503020204020204" charset="-122"/>
                        </a:rPr>
                        <a:t>day</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solid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chemeClr val="tx1"/>
                          </a:solidFill>
                          <a:latin typeface="微软雅黑" panose="020B0503020204020204" charset="-122"/>
                          <a:ea typeface="微软雅黑" panose="020B0503020204020204" charset="-122"/>
                        </a:rPr>
                        <a:t>year</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solid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zh-CN" altLang="en-US" sz="1500" b="1" dirty="0">
                          <a:solidFill>
                            <a:schemeClr val="tx1"/>
                          </a:solidFill>
                          <a:latin typeface="微软雅黑" panose="020B0503020204020204" charset="-122"/>
                          <a:ea typeface="微软雅黑" panose="020B0503020204020204" charset="-122"/>
                        </a:rPr>
                        <a:t>预期输出</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69094">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6</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15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1912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cs typeface="微软雅黑" panose="020B0503020204020204" charset="-122"/>
                        </a:rPr>
                        <a:t>1912</a:t>
                      </a:r>
                      <a:r>
                        <a:rPr lang="zh-CN" altLang="en-US" sz="1500" b="1" dirty="0">
                          <a:solidFill>
                            <a:srgbClr val="0000FF"/>
                          </a:solidFill>
                          <a:latin typeface="微软雅黑" panose="020B0503020204020204" charset="-122"/>
                          <a:ea typeface="微软雅黑" panose="020B0503020204020204" charset="-122"/>
                          <a:cs typeface="微软雅黑" panose="020B0503020204020204" charset="-122"/>
                        </a:rPr>
                        <a:t>年</a:t>
                      </a:r>
                      <a:r>
                        <a:rPr lang="en-US" altLang="zh-CN" sz="1500" b="1" dirty="0">
                          <a:solidFill>
                            <a:srgbClr val="0000FF"/>
                          </a:solidFill>
                          <a:latin typeface="微软雅黑" panose="020B0503020204020204" charset="-122"/>
                          <a:ea typeface="微软雅黑" panose="020B0503020204020204" charset="-122"/>
                          <a:cs typeface="微软雅黑" panose="020B0503020204020204" charset="-122"/>
                        </a:rPr>
                        <a:t>6</a:t>
                      </a:r>
                      <a:r>
                        <a:rPr lang="zh-CN" altLang="en-US" sz="1500" b="1" dirty="0">
                          <a:solidFill>
                            <a:srgbClr val="0000FF"/>
                          </a:solidFill>
                          <a:latin typeface="微软雅黑" panose="020B0503020204020204" charset="-122"/>
                          <a:ea typeface="微软雅黑" panose="020B0503020204020204" charset="-122"/>
                          <a:cs typeface="微软雅黑" panose="020B0503020204020204" charset="-122"/>
                        </a:rPr>
                        <a:t>月</a:t>
                      </a:r>
                      <a:r>
                        <a:rPr lang="en-US" altLang="zh-CN" sz="1500" b="1" dirty="0">
                          <a:solidFill>
                            <a:srgbClr val="0000FF"/>
                          </a:solidFill>
                          <a:latin typeface="微软雅黑" panose="020B0503020204020204" charset="-122"/>
                          <a:ea typeface="微软雅黑" panose="020B0503020204020204" charset="-122"/>
                          <a:cs typeface="微软雅黑" panose="020B0503020204020204" charset="-122"/>
                        </a:rPr>
                        <a:t>16</a:t>
                      </a:r>
                      <a:r>
                        <a:rPr lang="zh-CN" altLang="en-US" sz="1500" b="1" dirty="0">
                          <a:solidFill>
                            <a:srgbClr val="0000FF"/>
                          </a:solidFill>
                          <a:latin typeface="微软雅黑" panose="020B0503020204020204" charset="-122"/>
                          <a:ea typeface="微软雅黑" panose="020B0503020204020204" charset="-122"/>
                          <a:cs typeface="微软雅黑" panose="020B0503020204020204" charset="-122"/>
                        </a:rPr>
                        <a:t>日</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2900">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15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1912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zh-CN" altLang="en-US" sz="1500" b="1" dirty="0">
                          <a:solidFill>
                            <a:srgbClr val="0000FF"/>
                          </a:solidFill>
                          <a:latin typeface="微软雅黑" panose="020B0503020204020204" charset="-122"/>
                          <a:ea typeface="微软雅黑" panose="020B0503020204020204" charset="-122"/>
                        </a:rPr>
                        <a:t>月份无效</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2900">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13</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15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1912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zh-CN" altLang="en-US" sz="1500" b="1" dirty="0">
                          <a:solidFill>
                            <a:srgbClr val="0000FF"/>
                          </a:solidFill>
                          <a:latin typeface="微软雅黑" panose="020B0503020204020204" charset="-122"/>
                          <a:ea typeface="微软雅黑" panose="020B0503020204020204" charset="-122"/>
                        </a:rPr>
                        <a:t>月份无效</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42900">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6</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1912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zh-CN" altLang="en-US" sz="1500" b="1" dirty="0">
                          <a:solidFill>
                            <a:srgbClr val="0000FF"/>
                          </a:solidFill>
                          <a:latin typeface="微软雅黑" panose="020B0503020204020204" charset="-122"/>
                          <a:ea typeface="微软雅黑" panose="020B0503020204020204" charset="-122"/>
                        </a:rPr>
                        <a:t>日期无效</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42900">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6</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32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2012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zh-CN" altLang="en-US" sz="1500" b="1" dirty="0">
                          <a:solidFill>
                            <a:srgbClr val="0000FF"/>
                          </a:solidFill>
                          <a:latin typeface="微软雅黑" panose="020B0503020204020204" charset="-122"/>
                          <a:ea typeface="微软雅黑" panose="020B0503020204020204" charset="-122"/>
                        </a:rPr>
                        <a:t>日期无效</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42900">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6</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15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1799</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zh-CN" altLang="en-US" sz="1500" b="1" dirty="0">
                          <a:solidFill>
                            <a:srgbClr val="0000FF"/>
                          </a:solidFill>
                          <a:latin typeface="微软雅黑" panose="020B0503020204020204" charset="-122"/>
                          <a:ea typeface="微软雅黑" panose="020B0503020204020204" charset="-122"/>
                        </a:rPr>
                        <a:t>年无效</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42900">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6</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15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2051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zh-CN" altLang="en-US" sz="1500" b="1" dirty="0">
                          <a:solidFill>
                            <a:srgbClr val="0000FF"/>
                          </a:solidFill>
                          <a:latin typeface="微软雅黑" panose="020B0503020204020204" charset="-122"/>
                          <a:ea typeface="微软雅黑" panose="020B0503020204020204" charset="-122"/>
                        </a:rPr>
                        <a:t>年无效</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58420" name="Rectangle 52"/>
          <p:cNvSpPr/>
          <p:nvPr/>
        </p:nvSpPr>
        <p:spPr>
          <a:xfrm>
            <a:off x="2171701" y="1657350"/>
            <a:ext cx="1731243" cy="207749"/>
          </a:xfrm>
          <a:prstGeom prst="rect">
            <a:avLst/>
          </a:prstGeom>
          <a:noFill/>
          <a:ln w="9525">
            <a:noFill/>
          </a:ln>
        </p:spPr>
        <p:txBody>
          <a:bodyPr wrap="none" lIns="0" tIns="0" rIns="0" bIns="0">
            <a:spAutoFit/>
          </a:bodyPr>
          <a:lstStyle/>
          <a:p>
            <a:r>
              <a:rPr lang="zh-CN" altLang="en-US" sz="1350" b="1" dirty="0">
                <a:solidFill>
                  <a:srgbClr val="0000FF"/>
                </a:solidFill>
                <a:latin typeface="微软雅黑" panose="020B0503020204020204" charset="-122"/>
                <a:ea typeface="微软雅黑" panose="020B0503020204020204" charset="-122"/>
              </a:rPr>
              <a:t>弱健壮等价类测试用例</a:t>
            </a:r>
          </a:p>
        </p:txBody>
      </p:sp>
      <p:graphicFrame>
        <p:nvGraphicFramePr>
          <p:cNvPr id="58421" name="表格 58420"/>
          <p:cNvGraphicFramePr/>
          <p:nvPr>
            <p:custDataLst>
              <p:tags r:id="rId3"/>
            </p:custDataLst>
          </p:nvPr>
        </p:nvGraphicFramePr>
        <p:xfrm>
          <a:off x="4729163" y="1771651"/>
          <a:ext cx="3028951" cy="2784873"/>
        </p:xfrm>
        <a:graphic>
          <a:graphicData uri="http://schemas.openxmlformats.org/drawingml/2006/table">
            <a:tbl>
              <a:tblPr/>
              <a:tblGrid>
                <a:gridCol w="690563">
                  <a:extLst>
                    <a:ext uri="{9D8B030D-6E8A-4147-A177-3AD203B41FA5}">
                      <a16:colId xmlns:a16="http://schemas.microsoft.com/office/drawing/2014/main" val="20000"/>
                    </a:ext>
                  </a:extLst>
                </a:gridCol>
                <a:gridCol w="429816">
                  <a:extLst>
                    <a:ext uri="{9D8B030D-6E8A-4147-A177-3AD203B41FA5}">
                      <a16:colId xmlns:a16="http://schemas.microsoft.com/office/drawing/2014/main" val="20001"/>
                    </a:ext>
                  </a:extLst>
                </a:gridCol>
                <a:gridCol w="498872">
                  <a:extLst>
                    <a:ext uri="{9D8B030D-6E8A-4147-A177-3AD203B41FA5}">
                      <a16:colId xmlns:a16="http://schemas.microsoft.com/office/drawing/2014/main" val="20002"/>
                    </a:ext>
                  </a:extLst>
                </a:gridCol>
                <a:gridCol w="1409700">
                  <a:extLst>
                    <a:ext uri="{9D8B030D-6E8A-4147-A177-3AD203B41FA5}">
                      <a16:colId xmlns:a16="http://schemas.microsoft.com/office/drawing/2014/main" val="20003"/>
                    </a:ext>
                  </a:extLst>
                </a:gridCol>
              </a:tblGrid>
              <a:tr h="244079">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chemeClr val="tx1"/>
                          </a:solidFill>
                          <a:latin typeface="微软雅黑" panose="020B0503020204020204" charset="-122"/>
                          <a:ea typeface="微软雅黑" panose="020B0503020204020204" charset="-122"/>
                        </a:rPr>
                        <a:t>month</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solid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chemeClr val="tx1"/>
                          </a:solidFill>
                          <a:latin typeface="微软雅黑" panose="020B0503020204020204" charset="-122"/>
                          <a:ea typeface="微软雅黑" panose="020B0503020204020204" charset="-122"/>
                        </a:rPr>
                        <a:t>day</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solid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chemeClr val="tx1"/>
                          </a:solidFill>
                          <a:latin typeface="微软雅黑" panose="020B0503020204020204" charset="-122"/>
                          <a:ea typeface="微软雅黑" panose="020B0503020204020204" charset="-122"/>
                        </a:rPr>
                        <a:t>year</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solid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zh-CN" altLang="en-US" sz="1500" b="1" dirty="0">
                          <a:solidFill>
                            <a:schemeClr val="tx1"/>
                          </a:solidFill>
                          <a:latin typeface="微软雅黑" panose="020B0503020204020204" charset="-122"/>
                          <a:ea typeface="微软雅黑" panose="020B0503020204020204" charset="-122"/>
                        </a:rPr>
                        <a:t>预期输出</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69094">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15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1912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zh-CN" altLang="en-US" sz="1500" b="1" dirty="0">
                          <a:solidFill>
                            <a:srgbClr val="0000FF"/>
                          </a:solidFill>
                          <a:latin typeface="微软雅黑" panose="020B0503020204020204" charset="-122"/>
                          <a:ea typeface="微软雅黑" panose="020B0503020204020204" charset="-122"/>
                        </a:rPr>
                        <a:t>月份无效</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2900">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6</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1912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zh-CN" altLang="en-US" sz="1500" b="1" dirty="0">
                          <a:solidFill>
                            <a:srgbClr val="0000FF"/>
                          </a:solidFill>
                          <a:latin typeface="微软雅黑" panose="020B0503020204020204" charset="-122"/>
                          <a:ea typeface="微软雅黑" panose="020B0503020204020204" charset="-122"/>
                        </a:rPr>
                        <a:t>日期无效</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2900">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6</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15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1799</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zh-CN" altLang="en-US" sz="1500" b="1" dirty="0">
                          <a:solidFill>
                            <a:srgbClr val="0000FF"/>
                          </a:solidFill>
                          <a:latin typeface="微软雅黑" panose="020B0503020204020204" charset="-122"/>
                          <a:ea typeface="微软雅黑" panose="020B0503020204020204" charset="-122"/>
                        </a:rPr>
                        <a:t>年无效</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42900">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1912</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zh-CN" altLang="en-US" sz="1500" b="1" dirty="0">
                          <a:solidFill>
                            <a:srgbClr val="0000FF"/>
                          </a:solidFill>
                          <a:latin typeface="微软雅黑" panose="020B0503020204020204" charset="-122"/>
                          <a:ea typeface="微软雅黑" panose="020B0503020204020204" charset="-122"/>
                        </a:rPr>
                        <a:t>月份、日期无效</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42900">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6</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1</a:t>
                      </a:r>
                      <a:r>
                        <a:rPr lang="en-US" altLang="zh-CN" sz="1500" b="1" dirty="0">
                          <a:solidFill>
                            <a:srgbClr val="0000FF"/>
                          </a:solidFill>
                          <a:latin typeface="微软雅黑" panose="020B0503020204020204" charset="-122"/>
                          <a:ea typeface="微软雅黑" panose="020B0503020204020204" charset="-122"/>
                          <a:sym typeface="+mn-ea"/>
                        </a:rPr>
                        <a:t>799</a:t>
                      </a:r>
                      <a:endParaRPr lang="en-US" altLang="zh-CN" sz="1500" b="1" dirty="0">
                        <a:solidFill>
                          <a:srgbClr val="0000FF"/>
                        </a:solidFill>
                        <a:latin typeface="微软雅黑" panose="020B0503020204020204" charset="-122"/>
                        <a:ea typeface="微软雅黑" panose="020B0503020204020204"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zh-CN" altLang="en-US" sz="1500" b="1" dirty="0">
                          <a:solidFill>
                            <a:srgbClr val="0000FF"/>
                          </a:solidFill>
                          <a:latin typeface="微软雅黑" panose="020B0503020204020204" charset="-122"/>
                          <a:ea typeface="微软雅黑" panose="020B0503020204020204" charset="-122"/>
                        </a:rPr>
                        <a:t>日期、年无效</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42900">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15</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1</a:t>
                      </a:r>
                      <a:r>
                        <a:rPr lang="en-US" altLang="zh-CN" sz="1500" b="1" dirty="0">
                          <a:solidFill>
                            <a:srgbClr val="0000FF"/>
                          </a:solidFill>
                          <a:latin typeface="微软雅黑" panose="020B0503020204020204" charset="-122"/>
                          <a:ea typeface="微软雅黑" panose="020B0503020204020204" charset="-122"/>
                          <a:sym typeface="+mn-ea"/>
                        </a:rPr>
                        <a:t>799</a:t>
                      </a:r>
                      <a:endParaRPr lang="en-US" altLang="zh-CN" sz="1500" b="1" dirty="0">
                        <a:solidFill>
                          <a:srgbClr val="0000FF"/>
                        </a:solidFill>
                        <a:latin typeface="微软雅黑" panose="020B0503020204020204" charset="-122"/>
                        <a:ea typeface="微软雅黑" panose="020B0503020204020204"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zh-CN" altLang="en-US" sz="1500" b="1" dirty="0">
                          <a:solidFill>
                            <a:srgbClr val="0000FF"/>
                          </a:solidFill>
                          <a:latin typeface="微软雅黑" panose="020B0503020204020204" charset="-122"/>
                          <a:ea typeface="微软雅黑" panose="020B0503020204020204" charset="-122"/>
                        </a:rPr>
                        <a:t>月份、年无效</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57200">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-1</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1</a:t>
                      </a:r>
                      <a:r>
                        <a:rPr lang="en-US" altLang="zh-CN" sz="1500" b="1" dirty="0">
                          <a:solidFill>
                            <a:srgbClr val="0000FF"/>
                          </a:solidFill>
                          <a:latin typeface="微软雅黑" panose="020B0503020204020204" charset="-122"/>
                          <a:ea typeface="微软雅黑" panose="020B0503020204020204" charset="-122"/>
                          <a:sym typeface="+mn-ea"/>
                        </a:rPr>
                        <a:t>799</a:t>
                      </a:r>
                      <a:endParaRPr lang="en-US" altLang="zh-CN" sz="1500" b="1" dirty="0">
                        <a:solidFill>
                          <a:srgbClr val="0000FF"/>
                        </a:solidFill>
                        <a:latin typeface="微软雅黑" panose="020B0503020204020204" charset="-122"/>
                        <a:ea typeface="微软雅黑" panose="020B0503020204020204" charset="-122"/>
                      </a:endParaRP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zh-CN" altLang="en-US" sz="1500" b="1" dirty="0">
                          <a:solidFill>
                            <a:srgbClr val="0000FF"/>
                          </a:solidFill>
                          <a:latin typeface="微软雅黑" panose="020B0503020204020204" charset="-122"/>
                          <a:ea typeface="微软雅黑" panose="020B0503020204020204" charset="-122"/>
                        </a:rPr>
                        <a:t>月份、日期和年无效</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58468" name="Rectangle 100"/>
          <p:cNvSpPr/>
          <p:nvPr/>
        </p:nvSpPr>
        <p:spPr>
          <a:xfrm>
            <a:off x="5075635" y="1449705"/>
            <a:ext cx="2423740" cy="207749"/>
          </a:xfrm>
          <a:prstGeom prst="rect">
            <a:avLst/>
          </a:prstGeom>
          <a:noFill/>
          <a:ln w="9525">
            <a:noFill/>
          </a:ln>
        </p:spPr>
        <p:txBody>
          <a:bodyPr wrap="none" lIns="0" tIns="0" rIns="0" bIns="0">
            <a:spAutoFit/>
          </a:bodyPr>
          <a:lstStyle/>
          <a:p>
            <a:r>
              <a:rPr lang="zh-CN" altLang="en-US" sz="1350" b="1" dirty="0">
                <a:solidFill>
                  <a:srgbClr val="0000FF"/>
                </a:solidFill>
                <a:latin typeface="微软雅黑" panose="020B0503020204020204" charset="-122"/>
                <a:ea typeface="微软雅黑" panose="020B0503020204020204" charset="-122"/>
              </a:rPr>
              <a:t>强健壮等价类测试用例（部分）</a:t>
            </a:r>
          </a:p>
        </p:txBody>
      </p:sp>
      <p:sp>
        <p:nvSpPr>
          <p:cNvPr id="284773" name="Text Box 101"/>
          <p:cNvSpPr txBox="1"/>
          <p:nvPr>
            <p:custDataLst>
              <p:tags r:id="rId4"/>
            </p:custDataLst>
          </p:nvPr>
        </p:nvSpPr>
        <p:spPr>
          <a:xfrm>
            <a:off x="2171700" y="4743450"/>
            <a:ext cx="2343150" cy="230832"/>
          </a:xfrm>
          <a:prstGeom prst="rect">
            <a:avLst/>
          </a:prstGeom>
          <a:solidFill>
            <a:srgbClr val="CCFFCC"/>
          </a:solidFill>
          <a:ln w="9525" cap="flat" cmpd="sng">
            <a:solidFill>
              <a:schemeClr val="dk1"/>
            </a:solidFill>
            <a:prstDash val="solid"/>
            <a:miter/>
            <a:headEnd type="none" w="med" len="med"/>
            <a:tailEnd type="none" w="med" len="med"/>
          </a:ln>
        </p:spPr>
        <p:txBody>
          <a:bodyPr lIns="0" tIns="0" rIns="0" bIns="0" anchor="t" anchorCtr="1">
            <a:spAutoFit/>
          </a:bodyPr>
          <a:lstStyle/>
          <a:p>
            <a:pPr>
              <a:spcBef>
                <a:spcPct val="50000"/>
              </a:spcBef>
            </a:pPr>
            <a:r>
              <a:rPr lang="zh-CN" altLang="en-US" sz="1500" b="1" dirty="0">
                <a:solidFill>
                  <a:schemeClr val="dk1"/>
                </a:solidFill>
                <a:latin typeface="微软雅黑" panose="020B0503020204020204" charset="-122"/>
                <a:ea typeface="微软雅黑" panose="020B0503020204020204" charset="-122"/>
                <a:cs typeface="微软雅黑" panose="020B0503020204020204" charset="-122"/>
              </a:rPr>
              <a:t>测试用例总数：     个</a:t>
            </a:r>
          </a:p>
        </p:txBody>
      </p:sp>
      <p:sp>
        <p:nvSpPr>
          <p:cNvPr id="284774" name="Text Box 102"/>
          <p:cNvSpPr txBox="1"/>
          <p:nvPr>
            <p:custDataLst>
              <p:tags r:id="rId5"/>
            </p:custDataLst>
          </p:nvPr>
        </p:nvSpPr>
        <p:spPr>
          <a:xfrm>
            <a:off x="3708083" y="4743450"/>
            <a:ext cx="285750" cy="230832"/>
          </a:xfrm>
          <a:prstGeom prst="rect">
            <a:avLst/>
          </a:prstGeom>
          <a:solidFill>
            <a:srgbClr val="CCFFCC"/>
          </a:solidFill>
          <a:ln w="9525">
            <a:noFill/>
          </a:ln>
        </p:spPr>
        <p:txBody>
          <a:bodyPr lIns="0" tIns="0" rIns="0" bIns="0" anchor="t" anchorCtr="1">
            <a:spAutoFit/>
          </a:bodyPr>
          <a:lstStyle/>
          <a:p>
            <a:pPr>
              <a:spcBef>
                <a:spcPct val="50000"/>
              </a:spcBef>
            </a:pPr>
            <a:r>
              <a:rPr lang="en-US" altLang="zh-CN" sz="1500" b="1" dirty="0">
                <a:solidFill>
                  <a:schemeClr val="dk1"/>
                </a:solidFill>
                <a:latin typeface="微软雅黑" panose="020B0503020204020204" charset="-122"/>
                <a:ea typeface="微软雅黑" panose="020B0503020204020204" charset="-122"/>
              </a:rPr>
              <a:t>7</a:t>
            </a:r>
          </a:p>
        </p:txBody>
      </p:sp>
      <p:sp>
        <p:nvSpPr>
          <p:cNvPr id="284775" name="Text Box 103"/>
          <p:cNvSpPr txBox="1"/>
          <p:nvPr>
            <p:custDataLst>
              <p:tags r:id="rId6"/>
            </p:custDataLst>
          </p:nvPr>
        </p:nvSpPr>
        <p:spPr>
          <a:xfrm>
            <a:off x="4914900" y="4691063"/>
            <a:ext cx="2343150" cy="230832"/>
          </a:xfrm>
          <a:prstGeom prst="rect">
            <a:avLst/>
          </a:prstGeom>
          <a:solidFill>
            <a:srgbClr val="CCFFCC"/>
          </a:solidFill>
          <a:ln w="9525" cap="flat" cmpd="sng">
            <a:solidFill>
              <a:schemeClr val="dk1"/>
            </a:solidFill>
            <a:prstDash val="solid"/>
            <a:miter/>
            <a:headEnd type="none" w="med" len="med"/>
            <a:tailEnd type="none" w="med" len="med"/>
          </a:ln>
        </p:spPr>
        <p:txBody>
          <a:bodyPr lIns="0" tIns="0" rIns="0" bIns="0" anchor="t" anchorCtr="1">
            <a:spAutoFit/>
          </a:bodyPr>
          <a:lstStyle/>
          <a:p>
            <a:pPr>
              <a:spcBef>
                <a:spcPct val="50000"/>
              </a:spcBef>
            </a:pPr>
            <a:r>
              <a:rPr lang="zh-CN" altLang="en-US" sz="1500" b="1" dirty="0">
                <a:solidFill>
                  <a:schemeClr val="dk1"/>
                </a:solidFill>
                <a:latin typeface="微软雅黑" panose="020B0503020204020204" charset="-122"/>
                <a:ea typeface="微软雅黑" panose="020B0503020204020204" charset="-122"/>
                <a:cs typeface="微软雅黑" panose="020B0503020204020204" charset="-122"/>
              </a:rPr>
              <a:t>测试用例总数：     个</a:t>
            </a:r>
          </a:p>
        </p:txBody>
      </p:sp>
      <p:sp>
        <p:nvSpPr>
          <p:cNvPr id="284776" name="Text Box 104"/>
          <p:cNvSpPr txBox="1"/>
          <p:nvPr>
            <p:custDataLst>
              <p:tags r:id="rId7"/>
            </p:custDataLst>
          </p:nvPr>
        </p:nvSpPr>
        <p:spPr>
          <a:xfrm>
            <a:off x="6376035" y="4691063"/>
            <a:ext cx="430530" cy="230832"/>
          </a:xfrm>
          <a:prstGeom prst="rect">
            <a:avLst/>
          </a:prstGeom>
          <a:solidFill>
            <a:srgbClr val="CCFFCC"/>
          </a:solidFill>
          <a:ln w="9525">
            <a:noFill/>
          </a:ln>
        </p:spPr>
        <p:txBody>
          <a:bodyPr wrap="square" lIns="0" tIns="0" rIns="0" bIns="0" anchor="t" anchorCtr="1">
            <a:spAutoFit/>
          </a:bodyPr>
          <a:lstStyle/>
          <a:p>
            <a:pPr>
              <a:spcBef>
                <a:spcPct val="50000"/>
              </a:spcBef>
            </a:pPr>
            <a:r>
              <a:rPr lang="en-US" altLang="zh-CN" sz="1500" b="1" dirty="0">
                <a:solidFill>
                  <a:schemeClr val="dk1"/>
                </a:solidFill>
                <a:latin typeface="微软雅黑" panose="020B0503020204020204" charset="-122"/>
                <a:ea typeface="微软雅黑" panose="020B0503020204020204" charset="-122"/>
              </a:rPr>
              <a:t>27</a:t>
            </a:r>
          </a:p>
        </p:txBody>
      </p:sp>
      <p:sp>
        <p:nvSpPr>
          <p:cNvPr id="279554" name="Rectangle 2"/>
          <p:cNvSpPr>
            <a:spLocks noGrp="1" noChangeArrowheads="1"/>
          </p:cNvSpPr>
          <p:nvPr>
            <p:ph type="title"/>
          </p:nvPr>
        </p:nvSpPr>
        <p:spPr>
          <a:xfrm>
            <a:off x="1454468" y="303848"/>
            <a:ext cx="5602605" cy="756285"/>
          </a:xfrm>
          <a:solidFill>
            <a:srgbClr val="000000">
              <a:alpha val="0"/>
            </a:srgbClr>
          </a:solidFill>
          <a:ln>
            <a:solidFill>
              <a:srgbClr val="000000">
                <a:alpha val="0"/>
              </a:srgbClr>
            </a:solidFill>
          </a:ln>
        </p:spPr>
        <p:txBody>
          <a:bodyPr vert="horz" wrap="square" lIns="68580" tIns="34290" rIns="68580" bIns="34290" numCol="1" rtlCol="0" anchor="ctr" anchorCtr="0" compatLnSpc="1">
            <a:normAutofit/>
          </a:bodyPr>
          <a:lstStyle/>
          <a:p>
            <a:pPr algn="just" eaLnBrk="0" fontAlgn="base" hangingPunct="0">
              <a:lnSpc>
                <a:spcPct val="100000"/>
              </a:lnSpc>
              <a:buClrTx/>
            </a:pPr>
            <a:r>
              <a:rPr kumimoji="0" lang="zh-CN" altLang="en-US" sz="2925">
                <a:solidFill>
                  <a:schemeClr val="accent1">
                    <a:lumMod val="75000"/>
                  </a:schemeClr>
                </a:solidFill>
                <a:latin typeface="微软雅黑" panose="020B0503020204020204" charset="-122"/>
                <a:cs typeface="微软雅黑" panose="020B0503020204020204" charset="-122"/>
              </a:rPr>
              <a:t>测试用例设计</a:t>
            </a:r>
            <a:r>
              <a:rPr kumimoji="0" sz="2925">
                <a:solidFill>
                  <a:schemeClr val="accent1">
                    <a:lumMod val="75000"/>
                  </a:schemeClr>
                </a:solidFill>
                <a:latin typeface="微软雅黑" panose="020B0503020204020204" charset="-122"/>
                <a:cs typeface="微软雅黑" panose="020B0503020204020204" charset="-122"/>
              </a:rPr>
              <a:t>—</a:t>
            </a:r>
            <a:r>
              <a:rPr kumimoji="0" lang="zh-CN" altLang="en-US" sz="2925">
                <a:solidFill>
                  <a:schemeClr val="accent1">
                    <a:lumMod val="75000"/>
                  </a:schemeClr>
                </a:solidFill>
                <a:latin typeface="微软雅黑" panose="020B0503020204020204" charset="-122"/>
                <a:cs typeface="微软雅黑" panose="020B0503020204020204" charset="-122"/>
              </a:rPr>
              <a:t>举例</a:t>
            </a:r>
          </a:p>
        </p:txBody>
      </p:sp>
      <p:sp>
        <p:nvSpPr>
          <p:cNvPr id="2" name="日期占位符 1"/>
          <p:cNvSpPr>
            <a:spLocks noGrp="1"/>
          </p:cNvSpPr>
          <p:nvPr>
            <p:ph type="dt" sz="half" idx="10"/>
          </p:nvPr>
        </p:nvSpPr>
        <p:spPr/>
        <p:txBody>
          <a:bodyPr/>
          <a:lstStyle/>
          <a:p>
            <a:fld id="{760FBDFE-C587-4B4C-A407-44438C67B59E}" type="datetime1">
              <a:rPr lang="zh-CN" altLang="en-US" smtClean="0">
                <a:latin typeface="微软雅黑" panose="020B0503020204020204" charset="-122"/>
                <a:ea typeface="微软雅黑" panose="020B0503020204020204" charset="-122"/>
              </a:rPr>
              <a:t>2024/3/12</a:t>
            </a:fld>
            <a:endParaRPr lang="zh-CN" altLang="en-US">
              <a:latin typeface="微软雅黑" panose="020B0503020204020204" charset="-122"/>
              <a:ea typeface="微软雅黑" panose="020B0503020204020204" charset="-122"/>
            </a:endParaRPr>
          </a:p>
        </p:txBody>
      </p:sp>
      <p:sp>
        <p:nvSpPr>
          <p:cNvPr id="3" name="灯片编号占位符 2"/>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fld id="{49AE70B2-8BF9-45C0-BB95-33D1B9D3A854}" type="slidenum">
              <a:rPr lang="zh-CN" altLang="en-US" smtClean="0"/>
              <a:pPr/>
              <a:t>109</a:t>
            </a:fld>
            <a:endParaRPr lang="zh-CN" altLang="en-US">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8373"/>
                                        </p:tgtEl>
                                        <p:attrNameLst>
                                          <p:attrName>style.visibility</p:attrName>
                                        </p:attrNameLst>
                                      </p:cBhvr>
                                      <p:to>
                                        <p:strVal val="visible"/>
                                      </p:to>
                                    </p:set>
                                    <p:animEffect transition="in" filter="dissolve">
                                      <p:cBhvr>
                                        <p:cTn id="7" dur="500"/>
                                        <p:tgtEl>
                                          <p:spTgt spid="58373"/>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284773"/>
                                        </p:tgtEl>
                                        <p:attrNameLst>
                                          <p:attrName>style.visibility</p:attrName>
                                        </p:attrNameLst>
                                      </p:cBhvr>
                                      <p:to>
                                        <p:strVal val="visible"/>
                                      </p:to>
                                    </p:set>
                                    <p:anim calcmode="lin" valueType="num">
                                      <p:cBhvr additive="base">
                                        <p:cTn id="11" dur="500" fill="hold"/>
                                        <p:tgtEl>
                                          <p:spTgt spid="284773"/>
                                        </p:tgtEl>
                                        <p:attrNameLst>
                                          <p:attrName>ppt_x</p:attrName>
                                        </p:attrNameLst>
                                      </p:cBhvr>
                                      <p:tavLst>
                                        <p:tav tm="0">
                                          <p:val>
                                            <p:strVal val="#ppt_x"/>
                                          </p:val>
                                        </p:tav>
                                        <p:tav tm="100000">
                                          <p:val>
                                            <p:strVal val="#ppt_x"/>
                                          </p:val>
                                        </p:tav>
                                      </p:tavLst>
                                    </p:anim>
                                    <p:anim calcmode="lin" valueType="num">
                                      <p:cBhvr additive="base">
                                        <p:cTn id="12" dur="500" fill="hold"/>
                                        <p:tgtEl>
                                          <p:spTgt spid="28477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84774"/>
                                        </p:tgtEl>
                                        <p:attrNameLst>
                                          <p:attrName>style.visibility</p:attrName>
                                        </p:attrNameLst>
                                      </p:cBhvr>
                                      <p:to>
                                        <p:strVal val="visible"/>
                                      </p:to>
                                    </p:set>
                                    <p:anim calcmode="lin" valueType="num">
                                      <p:cBhvr additive="base">
                                        <p:cTn id="17" dur="500" fill="hold"/>
                                        <p:tgtEl>
                                          <p:spTgt spid="284774"/>
                                        </p:tgtEl>
                                        <p:attrNameLst>
                                          <p:attrName>ppt_x</p:attrName>
                                        </p:attrNameLst>
                                      </p:cBhvr>
                                      <p:tavLst>
                                        <p:tav tm="0">
                                          <p:val>
                                            <p:strVal val="#ppt_x"/>
                                          </p:val>
                                        </p:tav>
                                        <p:tav tm="100000">
                                          <p:val>
                                            <p:strVal val="#ppt_x"/>
                                          </p:val>
                                        </p:tav>
                                      </p:tavLst>
                                    </p:anim>
                                    <p:anim calcmode="lin" valueType="num">
                                      <p:cBhvr additive="base">
                                        <p:cTn id="18" dur="500" fill="hold"/>
                                        <p:tgtEl>
                                          <p:spTgt spid="284774"/>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58421"/>
                                        </p:tgtEl>
                                        <p:attrNameLst>
                                          <p:attrName>style.visibility</p:attrName>
                                        </p:attrNameLst>
                                      </p:cBhvr>
                                      <p:to>
                                        <p:strVal val="visible"/>
                                      </p:to>
                                    </p:set>
                                    <p:animEffect transition="in" filter="dissolve">
                                      <p:cBhvr>
                                        <p:cTn id="23" dur="500"/>
                                        <p:tgtEl>
                                          <p:spTgt spid="58421"/>
                                        </p:tgtEl>
                                      </p:cBhvr>
                                    </p:animEffect>
                                  </p:childTnLst>
                                </p:cTn>
                              </p:par>
                            </p:childTnLst>
                          </p:cTn>
                        </p:par>
                        <p:par>
                          <p:cTn id="24" fill="hold">
                            <p:stCondLst>
                              <p:cond delay="500"/>
                            </p:stCondLst>
                            <p:childTnLst>
                              <p:par>
                                <p:cTn id="25" presetID="2" presetClass="entr" presetSubtype="4" fill="hold" grpId="0" nodeType="afterEffect">
                                  <p:stCondLst>
                                    <p:cond delay="0"/>
                                  </p:stCondLst>
                                  <p:childTnLst>
                                    <p:set>
                                      <p:cBhvr>
                                        <p:cTn id="26" dur="1" fill="hold">
                                          <p:stCondLst>
                                            <p:cond delay="0"/>
                                          </p:stCondLst>
                                        </p:cTn>
                                        <p:tgtEl>
                                          <p:spTgt spid="284775"/>
                                        </p:tgtEl>
                                        <p:attrNameLst>
                                          <p:attrName>style.visibility</p:attrName>
                                        </p:attrNameLst>
                                      </p:cBhvr>
                                      <p:to>
                                        <p:strVal val="visible"/>
                                      </p:to>
                                    </p:set>
                                    <p:anim calcmode="lin" valueType="num">
                                      <p:cBhvr additive="base">
                                        <p:cTn id="27" dur="500" fill="hold"/>
                                        <p:tgtEl>
                                          <p:spTgt spid="284775"/>
                                        </p:tgtEl>
                                        <p:attrNameLst>
                                          <p:attrName>ppt_x</p:attrName>
                                        </p:attrNameLst>
                                      </p:cBhvr>
                                      <p:tavLst>
                                        <p:tav tm="0">
                                          <p:val>
                                            <p:strVal val="#ppt_x"/>
                                          </p:val>
                                        </p:tav>
                                        <p:tav tm="100000">
                                          <p:val>
                                            <p:strVal val="#ppt_x"/>
                                          </p:val>
                                        </p:tav>
                                      </p:tavLst>
                                    </p:anim>
                                    <p:anim calcmode="lin" valueType="num">
                                      <p:cBhvr additive="base">
                                        <p:cTn id="28" dur="500" fill="hold"/>
                                        <p:tgtEl>
                                          <p:spTgt spid="284775"/>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284776"/>
                                        </p:tgtEl>
                                        <p:attrNameLst>
                                          <p:attrName>style.visibility</p:attrName>
                                        </p:attrNameLst>
                                      </p:cBhvr>
                                      <p:to>
                                        <p:strVal val="visible"/>
                                      </p:to>
                                    </p:set>
                                    <p:anim calcmode="lin" valueType="num">
                                      <p:cBhvr additive="base">
                                        <p:cTn id="33" dur="500" fill="hold"/>
                                        <p:tgtEl>
                                          <p:spTgt spid="284776"/>
                                        </p:tgtEl>
                                        <p:attrNameLst>
                                          <p:attrName>ppt_x</p:attrName>
                                        </p:attrNameLst>
                                      </p:cBhvr>
                                      <p:tavLst>
                                        <p:tav tm="0">
                                          <p:val>
                                            <p:strVal val="#ppt_x"/>
                                          </p:val>
                                        </p:tav>
                                        <p:tav tm="100000">
                                          <p:val>
                                            <p:strVal val="#ppt_x"/>
                                          </p:val>
                                        </p:tav>
                                      </p:tavLst>
                                    </p:anim>
                                    <p:anim calcmode="lin" valueType="num">
                                      <p:cBhvr additive="base">
                                        <p:cTn id="34" dur="500" fill="hold"/>
                                        <p:tgtEl>
                                          <p:spTgt spid="28477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4773" grpId="0" bldLvl="0" animBg="1"/>
      <p:bldP spid="284774" grpId="0" bldLvl="0" animBg="1"/>
      <p:bldP spid="284775" grpId="0" bldLvl="0" animBg="1"/>
      <p:bldP spid="284776" grpId="0" bldLvl="0" animBg="1"/>
    </p:bldLst>
  </p:timing>
</p:sld>
</file>

<file path=ppt/slides/slide110.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85700" name="Rectangle 4"/>
          <p:cNvSpPr>
            <a:spLocks noGrp="1" noChangeArrowheads="1"/>
          </p:cNvSpPr>
          <p:nvPr>
            <p:ph idx="1"/>
            <p:custDataLst>
              <p:tags r:id="rId1"/>
            </p:custDataLst>
          </p:nvPr>
        </p:nvSpPr>
        <p:spPr>
          <a:xfrm>
            <a:off x="1601629" y="1119188"/>
            <a:ext cx="5829300" cy="3086100"/>
          </a:xfrm>
        </p:spPr>
        <p:txBody>
          <a:bodyPr vert="horz" wrap="square" lIns="68580" tIns="34290" rIns="68580" bIns="34290" numCol="1" rtlCol="0" anchor="t" anchorCtr="0" compatLnSpc="1">
            <a:normAutofit/>
          </a:bodyPr>
          <a:lstStyle/>
          <a:p>
            <a:pPr marL="257175" indent="-257175" fontAlgn="base">
              <a:lnSpc>
                <a:spcPct val="100000"/>
              </a:lnSpc>
              <a:spcBef>
                <a:spcPct val="20000"/>
              </a:spcBef>
              <a:spcAft>
                <a:spcPct val="0"/>
              </a:spcAft>
              <a:buFontTx/>
              <a:buChar char="•"/>
              <a:defRPr/>
            </a:pPr>
            <a:r>
              <a:rPr lang="zh-CN" altLang="en-US" sz="2400" b="1" kern="0">
                <a:solidFill>
                  <a:schemeClr val="dk1"/>
                </a:solidFill>
                <a:latin typeface="微软雅黑" panose="020B0503020204020204" charset="-122"/>
                <a:cs typeface="微软雅黑" panose="020B0503020204020204" charset="-122"/>
              </a:rPr>
              <a:t>例二：</a:t>
            </a:r>
            <a:r>
              <a:rPr lang="en-US" altLang="zh-CN" sz="2400" b="1" kern="0">
                <a:solidFill>
                  <a:schemeClr val="dk1"/>
                </a:solidFill>
                <a:latin typeface="微软雅黑" panose="020B0503020204020204" charset="-122"/>
                <a:cs typeface="微软雅黑" panose="020B0503020204020204" charset="-122"/>
              </a:rPr>
              <a:t>NextDate</a:t>
            </a:r>
          </a:p>
        </p:txBody>
      </p:sp>
      <p:graphicFrame>
        <p:nvGraphicFramePr>
          <p:cNvPr id="285701" name="Group 5"/>
          <p:cNvGraphicFramePr>
            <a:graphicFrameLocks noGrp="1"/>
          </p:cNvGraphicFramePr>
          <p:nvPr>
            <p:custDataLst>
              <p:tags r:id="rId2"/>
            </p:custDataLst>
          </p:nvPr>
        </p:nvGraphicFramePr>
        <p:xfrm>
          <a:off x="2171700" y="1682115"/>
          <a:ext cx="2660809" cy="1380173"/>
        </p:xfrm>
        <a:graphic>
          <a:graphicData uri="http://schemas.openxmlformats.org/drawingml/2006/table">
            <a:tbl>
              <a:tblPr/>
              <a:tblGrid>
                <a:gridCol w="2660809">
                  <a:extLst>
                    <a:ext uri="{9D8B030D-6E8A-4147-A177-3AD203B41FA5}">
                      <a16:colId xmlns:a16="http://schemas.microsoft.com/office/drawing/2014/main" val="20000"/>
                    </a:ext>
                  </a:extLst>
                </a:gridCol>
              </a:tblGrid>
              <a:tr h="351473">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500" b="1" i="0" u="none" strike="noStrike" cap="none" normalizeH="0" baseline="0">
                          <a:ln>
                            <a:noFill/>
                          </a:ln>
                          <a:solidFill>
                            <a:schemeClr val="tx1"/>
                          </a:solidFill>
                          <a:effectLst/>
                          <a:latin typeface="微软雅黑" panose="020B0503020204020204" charset="-122"/>
                          <a:ea typeface="微软雅黑" panose="020B0503020204020204" charset="-122"/>
                        </a:rPr>
                        <a:t>输入条件的有效等价类</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M1={</a:t>
                      </a:r>
                      <a:r>
                        <a:rPr kumimoji="0" lang="zh-CN" altLang="en-US"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月份</a:t>
                      </a: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|1&lt;=</a:t>
                      </a:r>
                      <a:r>
                        <a:rPr kumimoji="0" lang="zh-CN" altLang="en-US"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月</a:t>
                      </a: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&lt;=12}</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D1={</a:t>
                      </a:r>
                      <a:r>
                        <a:rPr kumimoji="0" lang="zh-CN" altLang="en-US"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日期</a:t>
                      </a: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|1&lt;=</a:t>
                      </a:r>
                      <a:r>
                        <a:rPr kumimoji="0" lang="zh-CN" altLang="en-US"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日期</a:t>
                      </a: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&lt;=31}</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Y1={</a:t>
                      </a:r>
                      <a:r>
                        <a:rPr kumimoji="0" lang="zh-CN" altLang="en-US"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年</a:t>
                      </a: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|1800&lt;=</a:t>
                      </a:r>
                      <a:r>
                        <a:rPr kumimoji="0" lang="zh-CN" altLang="en-US"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年</a:t>
                      </a: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&lt;=2050}</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285713" name="Group 17"/>
          <p:cNvGraphicFramePr>
            <a:graphicFrameLocks noGrp="1"/>
          </p:cNvGraphicFramePr>
          <p:nvPr/>
        </p:nvGraphicFramePr>
        <p:xfrm>
          <a:off x="5492592" y="1708071"/>
          <a:ext cx="2401729" cy="3150870"/>
        </p:xfrm>
        <a:graphic>
          <a:graphicData uri="http://schemas.openxmlformats.org/drawingml/2006/table">
            <a:tbl>
              <a:tblPr/>
              <a:tblGrid>
                <a:gridCol w="2401729">
                  <a:extLst>
                    <a:ext uri="{9D8B030D-6E8A-4147-A177-3AD203B41FA5}">
                      <a16:colId xmlns:a16="http://schemas.microsoft.com/office/drawing/2014/main" val="20000"/>
                    </a:ext>
                  </a:extLst>
                </a:gridCol>
              </a:tblGrid>
              <a:tr h="29337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500" b="1" i="0" u="none" strike="noStrike" cap="none" normalizeH="0" baseline="0">
                          <a:ln>
                            <a:noFill/>
                          </a:ln>
                          <a:solidFill>
                            <a:schemeClr val="tx1"/>
                          </a:solidFill>
                          <a:effectLst/>
                          <a:latin typeface="微软雅黑" panose="020B0503020204020204" charset="-122"/>
                          <a:ea typeface="微软雅黑" panose="020B0503020204020204" charset="-122"/>
                        </a:rPr>
                        <a:t>输入条件的等价类</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28575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500" b="1" i="0" u="none" strike="noStrike" cap="none" normalizeH="0" baseline="0">
                          <a:ln>
                            <a:noFill/>
                          </a:ln>
                          <a:solidFill>
                            <a:srgbClr val="FF0000"/>
                          </a:solidFill>
                          <a:effectLst/>
                          <a:latin typeface="微软雅黑" panose="020B0503020204020204" charset="-122"/>
                          <a:ea typeface="微软雅黑" panose="020B0503020204020204" charset="-122"/>
                          <a:cs typeface="微软雅黑" panose="020B0503020204020204" charset="-122"/>
                        </a:rPr>
                        <a:t>M1={</a:t>
                      </a:r>
                      <a:r>
                        <a:rPr kumimoji="0" lang="zh-CN" altLang="en-US" sz="1500" b="1" i="0" u="none" strike="noStrike" cap="none" normalizeH="0" baseline="0">
                          <a:ln>
                            <a:noFill/>
                          </a:ln>
                          <a:solidFill>
                            <a:srgbClr val="FF0000"/>
                          </a:solidFill>
                          <a:effectLst/>
                          <a:latin typeface="微软雅黑" panose="020B0503020204020204" charset="-122"/>
                          <a:ea typeface="微软雅黑" panose="020B0503020204020204" charset="-122"/>
                          <a:cs typeface="微软雅黑" panose="020B0503020204020204" charset="-122"/>
                        </a:rPr>
                        <a:t>月份</a:t>
                      </a:r>
                      <a:r>
                        <a:rPr kumimoji="0" lang="en-US" altLang="zh-CN" sz="1500" b="1" i="0" u="none" strike="noStrike" cap="none" normalizeH="0" baseline="0">
                          <a:ln>
                            <a:noFill/>
                          </a:ln>
                          <a:solidFill>
                            <a:srgbClr val="FF0000"/>
                          </a:solidFill>
                          <a:effectLst/>
                          <a:latin typeface="微软雅黑" panose="020B0503020204020204" charset="-122"/>
                          <a:ea typeface="微软雅黑" panose="020B0503020204020204" charset="-122"/>
                          <a:cs typeface="微软雅黑" panose="020B0503020204020204" charset="-122"/>
                        </a:rPr>
                        <a:t>|</a:t>
                      </a:r>
                      <a:r>
                        <a:rPr kumimoji="0" lang="zh-CN" altLang="en-US" sz="1500" b="1" i="0" u="none" strike="noStrike" cap="none" normalizeH="0" baseline="0">
                          <a:ln>
                            <a:noFill/>
                          </a:ln>
                          <a:solidFill>
                            <a:srgbClr val="FF0000"/>
                          </a:solidFill>
                          <a:effectLst/>
                          <a:latin typeface="微软雅黑" panose="020B0503020204020204" charset="-122"/>
                          <a:ea typeface="微软雅黑" panose="020B0503020204020204" charset="-122"/>
                          <a:cs typeface="微软雅黑" panose="020B0503020204020204" charset="-122"/>
                        </a:rPr>
                        <a:t>每月</a:t>
                      </a:r>
                      <a:r>
                        <a:rPr kumimoji="0" lang="en-US" altLang="zh-CN" sz="1500" b="1" i="0" u="none" strike="noStrike" cap="none" normalizeH="0" baseline="0">
                          <a:ln>
                            <a:noFill/>
                          </a:ln>
                          <a:solidFill>
                            <a:srgbClr val="FF0000"/>
                          </a:solidFill>
                          <a:effectLst/>
                          <a:latin typeface="微软雅黑" panose="020B0503020204020204" charset="-122"/>
                          <a:ea typeface="微软雅黑" panose="020B0503020204020204" charset="-122"/>
                          <a:cs typeface="微软雅黑" panose="020B0503020204020204" charset="-122"/>
                        </a:rPr>
                        <a:t>31</a:t>
                      </a:r>
                      <a:r>
                        <a:rPr kumimoji="0" lang="zh-CN" altLang="en-US" sz="1500" b="1" i="0" u="none" strike="noStrike" cap="none" normalizeH="0" baseline="0">
                          <a:ln>
                            <a:noFill/>
                          </a:ln>
                          <a:solidFill>
                            <a:srgbClr val="FF0000"/>
                          </a:solidFill>
                          <a:effectLst/>
                          <a:latin typeface="微软雅黑" panose="020B0503020204020204" charset="-122"/>
                          <a:ea typeface="微软雅黑" panose="020B0503020204020204" charset="-122"/>
                          <a:cs typeface="微软雅黑" panose="020B0503020204020204" charset="-122"/>
                        </a:rPr>
                        <a:t>天</a:t>
                      </a:r>
                      <a:r>
                        <a:rPr kumimoji="0" lang="en-US" altLang="zh-CN" sz="1500" b="1" i="0" u="none" strike="noStrike" cap="none" normalizeH="0" baseline="0">
                          <a:ln>
                            <a:noFill/>
                          </a:ln>
                          <a:solidFill>
                            <a:srgbClr val="FF0000"/>
                          </a:solidFill>
                          <a:effectLst/>
                          <a:latin typeface="微软雅黑" panose="020B0503020204020204" charset="-122"/>
                          <a:ea typeface="微软雅黑" panose="020B0503020204020204" charset="-122"/>
                          <a:cs typeface="微软雅黑" panose="020B0503020204020204" charset="-122"/>
                        </a:rPr>
                        <a:t>}</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575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M2={</a:t>
                      </a:r>
                      <a:r>
                        <a:rPr kumimoji="0" lang="zh-CN" altLang="en-US"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月份</a:t>
                      </a: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a:t>
                      </a:r>
                      <a:r>
                        <a:rPr kumimoji="0" lang="zh-CN" altLang="en-US"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每月</a:t>
                      </a: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30</a:t>
                      </a:r>
                      <a:r>
                        <a:rPr kumimoji="0" lang="zh-CN" altLang="en-US"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天</a:t>
                      </a: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575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M3={</a:t>
                      </a:r>
                      <a:r>
                        <a:rPr kumimoji="0" lang="zh-CN" altLang="en-US"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月份</a:t>
                      </a: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a:t>
                      </a:r>
                      <a:r>
                        <a:rPr kumimoji="0" lang="zh-CN" altLang="en-US"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此月为</a:t>
                      </a: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2</a:t>
                      </a:r>
                      <a:r>
                        <a:rPr kumimoji="0" lang="zh-CN" altLang="en-US"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月</a:t>
                      </a: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8575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D1={</a:t>
                      </a:r>
                      <a:r>
                        <a:rPr kumimoji="0" lang="zh-CN" altLang="en-US"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日期</a:t>
                      </a: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|1&lt;=</a:t>
                      </a:r>
                      <a:r>
                        <a:rPr kumimoji="0" lang="zh-CN" altLang="en-US"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日期</a:t>
                      </a: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&lt;=28}</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8575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D2={</a:t>
                      </a:r>
                      <a:r>
                        <a:rPr kumimoji="0" lang="zh-CN" altLang="en-US"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日期</a:t>
                      </a: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a:t>
                      </a:r>
                      <a:r>
                        <a:rPr kumimoji="0" lang="zh-CN" altLang="en-US"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日期</a:t>
                      </a: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=29}</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8575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D3={</a:t>
                      </a:r>
                      <a:r>
                        <a:rPr kumimoji="0" lang="zh-CN" altLang="en-US"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日期</a:t>
                      </a: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a:t>
                      </a:r>
                      <a:r>
                        <a:rPr kumimoji="0" lang="zh-CN" altLang="en-US"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日期</a:t>
                      </a: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=30}</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8575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D4={</a:t>
                      </a:r>
                      <a:r>
                        <a:rPr kumimoji="0" lang="zh-CN" altLang="en-US"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日期</a:t>
                      </a: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a:t>
                      </a:r>
                      <a:r>
                        <a:rPr kumimoji="0" lang="zh-CN" altLang="en-US"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日期</a:t>
                      </a: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=31}</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8575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Y1={</a:t>
                      </a:r>
                      <a:r>
                        <a:rPr kumimoji="0" lang="zh-CN" altLang="en-US"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年</a:t>
                      </a: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a:t>
                      </a:r>
                      <a:r>
                        <a:rPr kumimoji="0" lang="zh-CN" altLang="en-US" sz="1500" b="1" i="0" u="none" strike="noStrike" cap="none" normalizeH="0" baseline="0">
                          <a:ln>
                            <a:noFill/>
                          </a:ln>
                          <a:solidFill>
                            <a:srgbClr val="FF0000"/>
                          </a:solidFill>
                          <a:effectLst/>
                          <a:latin typeface="微软雅黑" panose="020B0503020204020204" charset="-122"/>
                          <a:ea typeface="微软雅黑" panose="020B0503020204020204" charset="-122"/>
                          <a:cs typeface="微软雅黑" panose="020B0503020204020204" charset="-122"/>
                        </a:rPr>
                        <a:t>年</a:t>
                      </a:r>
                      <a:r>
                        <a:rPr kumimoji="0" lang="en-US" altLang="zh-CN" sz="1500" b="1" i="0" u="none" strike="noStrike" cap="none" normalizeH="0" baseline="0">
                          <a:ln>
                            <a:noFill/>
                          </a:ln>
                          <a:solidFill>
                            <a:srgbClr val="FF0000"/>
                          </a:solidFill>
                          <a:effectLst/>
                          <a:latin typeface="微软雅黑" panose="020B0503020204020204" charset="-122"/>
                          <a:ea typeface="微软雅黑" panose="020B0503020204020204" charset="-122"/>
                          <a:cs typeface="微软雅黑" panose="020B0503020204020204" charset="-122"/>
                        </a:rPr>
                        <a:t>=2000</a:t>
                      </a: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8575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Y2={</a:t>
                      </a:r>
                      <a:r>
                        <a:rPr kumimoji="0" lang="zh-CN" altLang="en-US"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年</a:t>
                      </a: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a:t>
                      </a:r>
                      <a:r>
                        <a:rPr kumimoji="0" lang="zh-CN" altLang="en-US"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年是闰年</a:t>
                      </a: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8575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Y3={</a:t>
                      </a:r>
                      <a:r>
                        <a:rPr kumimoji="0" lang="zh-CN" altLang="en-US"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年</a:t>
                      </a: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a:t>
                      </a:r>
                      <a:r>
                        <a:rPr kumimoji="0" lang="zh-CN" altLang="en-US"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年是平年</a:t>
                      </a:r>
                      <a:r>
                        <a:rPr kumimoji="0" lang="en-US" altLang="zh-CN" sz="15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285739" name="AutoShape 43"/>
          <p:cNvSpPr/>
          <p:nvPr>
            <p:custDataLst>
              <p:tags r:id="rId3"/>
            </p:custDataLst>
          </p:nvPr>
        </p:nvSpPr>
        <p:spPr>
          <a:xfrm>
            <a:off x="4942047" y="2458879"/>
            <a:ext cx="525304" cy="457200"/>
          </a:xfrm>
          <a:prstGeom prst="rightArrow">
            <a:avLst>
              <a:gd name="adj1" fmla="val 50000"/>
              <a:gd name="adj2" fmla="val 40625"/>
            </a:avLst>
          </a:prstGeom>
          <a:solidFill>
            <a:srgbClr val="FFFF99"/>
          </a:solidFill>
          <a:ln w="9525" cap="flat" cmpd="sng">
            <a:solidFill>
              <a:schemeClr val="dk1"/>
            </a:solidFill>
            <a:prstDash val="solid"/>
            <a:miter/>
            <a:headEnd type="none" w="med" len="med"/>
            <a:tailEnd type="none" w="med" len="med"/>
          </a:ln>
        </p:spPr>
        <p:txBody>
          <a:bodyPr wrap="none" lIns="0" tIns="0" rIns="0" bIns="0" anchor="ctr" anchorCtr="0"/>
          <a:lstStyle/>
          <a:p>
            <a:endParaRPr lang="zh-CN" altLang="en-US" sz="1350" dirty="0">
              <a:solidFill>
                <a:schemeClr val="dk1"/>
              </a:solidFill>
              <a:latin typeface="微软雅黑" panose="020B0503020204020204" charset="-122"/>
              <a:ea typeface="微软雅黑" panose="020B0503020204020204" charset="-122"/>
            </a:endParaRPr>
          </a:p>
        </p:txBody>
      </p:sp>
      <p:graphicFrame>
        <p:nvGraphicFramePr>
          <p:cNvPr id="285740" name="Group 44"/>
          <p:cNvGraphicFramePr>
            <a:graphicFrameLocks noGrp="1"/>
          </p:cNvGraphicFramePr>
          <p:nvPr/>
        </p:nvGraphicFramePr>
        <p:xfrm>
          <a:off x="5003959" y="1059656"/>
          <a:ext cx="2457450" cy="514350"/>
        </p:xfrm>
        <a:graphic>
          <a:graphicData uri="http://schemas.openxmlformats.org/drawingml/2006/table">
            <a:tbl>
              <a:tblPr/>
              <a:tblGrid>
                <a:gridCol w="2457450">
                  <a:extLst>
                    <a:ext uri="{9D8B030D-6E8A-4147-A177-3AD203B41FA5}">
                      <a16:colId xmlns:a16="http://schemas.microsoft.com/office/drawing/2014/main" val="20000"/>
                    </a:ext>
                  </a:extLst>
                </a:gridCol>
              </a:tblGrid>
              <a:tr h="25717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M1={</a:t>
                      </a:r>
                      <a:r>
                        <a:rPr kumimoji="0" lang="zh-CN" altLang="en-US" sz="12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月份</a:t>
                      </a:r>
                      <a:r>
                        <a:rPr kumimoji="0" lang="en-US" altLang="zh-CN" sz="12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a:t>
                      </a:r>
                      <a:r>
                        <a:rPr kumimoji="0" lang="zh-CN" altLang="en-US" sz="12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每月</a:t>
                      </a:r>
                      <a:r>
                        <a:rPr kumimoji="0" lang="en-US" altLang="zh-CN" sz="12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31</a:t>
                      </a:r>
                      <a:r>
                        <a:rPr kumimoji="0" lang="zh-CN" altLang="en-US" sz="12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天，</a:t>
                      </a:r>
                      <a:r>
                        <a:rPr kumimoji="0" lang="en-US" altLang="zh-CN" sz="12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12</a:t>
                      </a:r>
                      <a:r>
                        <a:rPr kumimoji="0" lang="zh-CN" altLang="en-US" sz="12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月除外</a:t>
                      </a:r>
                      <a:r>
                        <a:rPr kumimoji="0" lang="en-US" altLang="zh-CN" sz="12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5717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M4={</a:t>
                      </a:r>
                      <a:r>
                        <a:rPr kumimoji="0" lang="zh-CN" altLang="en-US" sz="12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月份</a:t>
                      </a:r>
                      <a:r>
                        <a:rPr kumimoji="0" lang="en-US" altLang="zh-CN" sz="12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a:t>
                      </a:r>
                      <a:r>
                        <a:rPr kumimoji="0" lang="zh-CN" altLang="en-US" sz="12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此月为</a:t>
                      </a:r>
                      <a:r>
                        <a:rPr kumimoji="0" lang="en-US" altLang="zh-CN" sz="12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12</a:t>
                      </a:r>
                      <a:r>
                        <a:rPr kumimoji="0" lang="zh-CN" altLang="en-US" sz="12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月</a:t>
                      </a:r>
                      <a:r>
                        <a:rPr kumimoji="0" lang="en-US" altLang="zh-CN" sz="12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85748" name="AutoShape 52"/>
          <p:cNvSpPr/>
          <p:nvPr>
            <p:custDataLst>
              <p:tags r:id="rId4"/>
            </p:custDataLst>
          </p:nvPr>
        </p:nvSpPr>
        <p:spPr>
          <a:xfrm rot="-5164092">
            <a:off x="5021104" y="1671161"/>
            <a:ext cx="514350" cy="514350"/>
          </a:xfrm>
          <a:custGeom>
            <a:avLst/>
            <a:gdLst>
              <a:gd name="txL" fmla="*/ 12427 w 21600"/>
              <a:gd name="txT" fmla="*/ 2912 h 21600"/>
              <a:gd name="txR" fmla="*/ 18227 w 21600"/>
              <a:gd name="txB" fmla="*/ 9246 h 21600"/>
            </a:gdLst>
            <a:ahLst/>
            <a:cxnLst>
              <a:cxn ang="17694720">
                <a:pos x="15247936" y="0"/>
              </a:cxn>
              <a:cxn ang="5898240">
                <a:pos x="15247936" y="12256008"/>
              </a:cxn>
              <a:cxn ang="5898240">
                <a:pos x="3263106" y="21774150"/>
              </a:cxn>
              <a:cxn ang="0">
                <a:pos x="21774150" y="6128004"/>
              </a:cxn>
            </a:cxnLst>
            <a:rect l="txL" t="txT" r="txR" b="txB"/>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FF9900">
              <a:alpha val="100000"/>
            </a:srgbClr>
          </a:solidFill>
          <a:ln w="9525" cap="flat" cmpd="sng">
            <a:solidFill>
              <a:schemeClr val="dk1">
                <a:alpha val="100000"/>
              </a:schemeClr>
            </a:solidFill>
            <a:prstDash val="solid"/>
            <a:miter lim="800000"/>
            <a:headEnd type="none" w="med" len="med"/>
            <a:tailEnd type="none" w="med" len="med"/>
          </a:ln>
        </p:spPr>
        <p:txBody>
          <a:bodyPr/>
          <a:lstStyle/>
          <a:p>
            <a:endParaRPr lang="zh-CN" altLang="en-US" sz="1350">
              <a:solidFill>
                <a:schemeClr val="dk1"/>
              </a:solidFill>
              <a:latin typeface="微软雅黑" panose="020B0503020204020204" charset="-122"/>
              <a:ea typeface="微软雅黑" panose="020B0503020204020204" charset="-122"/>
            </a:endParaRPr>
          </a:p>
        </p:txBody>
      </p:sp>
      <p:graphicFrame>
        <p:nvGraphicFramePr>
          <p:cNvPr id="285749" name="Group 53"/>
          <p:cNvGraphicFramePr>
            <a:graphicFrameLocks noGrp="1"/>
          </p:cNvGraphicFramePr>
          <p:nvPr/>
        </p:nvGraphicFramePr>
        <p:xfrm>
          <a:off x="4514850" y="4373166"/>
          <a:ext cx="800100" cy="427435"/>
        </p:xfrm>
        <a:graphic>
          <a:graphicData uri="http://schemas.openxmlformats.org/drawingml/2006/table">
            <a:tbl>
              <a:tblPr/>
              <a:tblGrid>
                <a:gridCol w="800100">
                  <a:extLst>
                    <a:ext uri="{9D8B030D-6E8A-4147-A177-3AD203B41FA5}">
                      <a16:colId xmlns:a16="http://schemas.microsoft.com/office/drawing/2014/main" val="20000"/>
                    </a:ext>
                  </a:extLst>
                </a:gridCol>
              </a:tblGrid>
              <a:tr h="42743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Y1={</a:t>
                      </a:r>
                      <a:r>
                        <a:rPr kumimoji="0" lang="zh-CN" altLang="en-US" sz="12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年</a:t>
                      </a:r>
                      <a:r>
                        <a:rPr kumimoji="0" lang="en-US" altLang="zh-CN" sz="12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a:t>
                      </a:r>
                      <a:r>
                        <a:rPr kumimoji="0" lang="zh-CN" altLang="en-US" sz="12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年是闰年</a:t>
                      </a:r>
                      <a:r>
                        <a:rPr kumimoji="0" lang="en-US" altLang="zh-CN" sz="12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85755" name="AutoShape 59"/>
          <p:cNvSpPr/>
          <p:nvPr>
            <p:custDataLst>
              <p:tags r:id="rId5"/>
            </p:custDataLst>
          </p:nvPr>
        </p:nvSpPr>
        <p:spPr>
          <a:xfrm rot="4198295">
            <a:off x="5267325" y="4045744"/>
            <a:ext cx="486728" cy="514350"/>
          </a:xfrm>
          <a:prstGeom prst="downArrow">
            <a:avLst>
              <a:gd name="adj1" fmla="val 50000"/>
              <a:gd name="adj2" fmla="val 25000"/>
            </a:avLst>
          </a:prstGeom>
          <a:solidFill>
            <a:srgbClr val="FF9900"/>
          </a:solidFill>
          <a:ln w="9525" cap="flat" cmpd="sng">
            <a:solidFill>
              <a:schemeClr val="dk1"/>
            </a:solidFill>
            <a:prstDash val="solid"/>
            <a:miter/>
            <a:headEnd type="none" w="med" len="med"/>
            <a:tailEnd type="none" w="med" len="med"/>
          </a:ln>
        </p:spPr>
        <p:txBody>
          <a:bodyPr wrap="none" lIns="0" tIns="0" rIns="0" bIns="0" anchor="ctr" anchorCtr="0"/>
          <a:lstStyle/>
          <a:p>
            <a:endParaRPr lang="zh-CN" altLang="en-US" sz="1350" dirty="0">
              <a:solidFill>
                <a:schemeClr val="dk1"/>
              </a:solidFill>
              <a:latin typeface="微软雅黑" panose="020B0503020204020204" charset="-122"/>
              <a:ea typeface="微软雅黑" panose="020B0503020204020204" charset="-122"/>
            </a:endParaRPr>
          </a:p>
        </p:txBody>
      </p:sp>
      <p:sp>
        <p:nvSpPr>
          <p:cNvPr id="285756" name="Text Box 60"/>
          <p:cNvSpPr txBox="1"/>
          <p:nvPr>
            <p:custDataLst>
              <p:tags r:id="rId6"/>
            </p:custDataLst>
          </p:nvPr>
        </p:nvSpPr>
        <p:spPr>
          <a:xfrm>
            <a:off x="1885950" y="3936206"/>
            <a:ext cx="2057400" cy="230832"/>
          </a:xfrm>
          <a:prstGeom prst="rect">
            <a:avLst/>
          </a:prstGeom>
          <a:solidFill>
            <a:srgbClr val="CCFFCC"/>
          </a:solidFill>
          <a:ln w="9525" cap="flat" cmpd="sng">
            <a:solidFill>
              <a:schemeClr val="dk1"/>
            </a:solidFill>
            <a:prstDash val="solid"/>
            <a:miter/>
            <a:headEnd type="none" w="med" len="med"/>
            <a:tailEnd type="none" w="med" len="med"/>
          </a:ln>
        </p:spPr>
        <p:txBody>
          <a:bodyPr lIns="0" tIns="0" rIns="0" bIns="0" anchor="t" anchorCtr="1">
            <a:spAutoFit/>
          </a:bodyPr>
          <a:lstStyle/>
          <a:p>
            <a:pPr>
              <a:spcBef>
                <a:spcPct val="50000"/>
              </a:spcBef>
            </a:pPr>
            <a:r>
              <a:rPr lang="zh-CN" altLang="en-US" sz="1500" b="1" dirty="0">
                <a:solidFill>
                  <a:schemeClr val="dk1"/>
                </a:solidFill>
                <a:latin typeface="微软雅黑" panose="020B0503020204020204" charset="-122"/>
                <a:ea typeface="微软雅黑" panose="020B0503020204020204" charset="-122"/>
              </a:rPr>
              <a:t>测试用例总数：（个）</a:t>
            </a:r>
          </a:p>
        </p:txBody>
      </p:sp>
      <p:graphicFrame>
        <p:nvGraphicFramePr>
          <p:cNvPr id="59453" name="表格 59452"/>
          <p:cNvGraphicFramePr/>
          <p:nvPr>
            <p:custDataLst>
              <p:tags r:id="rId7"/>
            </p:custDataLst>
          </p:nvPr>
        </p:nvGraphicFramePr>
        <p:xfrm>
          <a:off x="1485900" y="4170283"/>
          <a:ext cx="2914650" cy="586979"/>
        </p:xfrm>
        <a:graphic>
          <a:graphicData uri="http://schemas.openxmlformats.org/drawingml/2006/table">
            <a:tbl>
              <a:tblPr/>
              <a:tblGrid>
                <a:gridCol w="685800">
                  <a:extLst>
                    <a:ext uri="{9D8B030D-6E8A-4147-A177-3AD203B41FA5}">
                      <a16:colId xmlns:a16="http://schemas.microsoft.com/office/drawing/2014/main" val="20000"/>
                    </a:ext>
                  </a:extLst>
                </a:gridCol>
                <a:gridCol w="8001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742950">
                  <a:extLst>
                    <a:ext uri="{9D8B030D-6E8A-4147-A177-3AD203B41FA5}">
                      <a16:colId xmlns:a16="http://schemas.microsoft.com/office/drawing/2014/main" val="20003"/>
                    </a:ext>
                  </a:extLst>
                </a:gridCol>
              </a:tblGrid>
              <a:tr h="244079">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zh-CN" altLang="en-US" sz="1500" b="1" dirty="0">
                          <a:solidFill>
                            <a:schemeClr val="tx1"/>
                          </a:solidFill>
                          <a:latin typeface="微软雅黑" panose="020B0503020204020204" charset="-122"/>
                          <a:ea typeface="微软雅黑" panose="020B0503020204020204" charset="-122"/>
                        </a:rPr>
                        <a:t>弱一般</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solid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zh-CN" altLang="en-US" sz="1500" b="1" dirty="0">
                          <a:solidFill>
                            <a:schemeClr val="tx1"/>
                          </a:solidFill>
                          <a:latin typeface="微软雅黑" panose="020B0503020204020204" charset="-122"/>
                          <a:ea typeface="微软雅黑" panose="020B0503020204020204" charset="-122"/>
                        </a:rPr>
                        <a:t>强一般</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solid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zh-CN" altLang="en-US" sz="1500" b="1" dirty="0">
                          <a:solidFill>
                            <a:schemeClr val="tx1"/>
                          </a:solidFill>
                          <a:latin typeface="微软雅黑" panose="020B0503020204020204" charset="-122"/>
                          <a:ea typeface="微软雅黑" panose="020B0503020204020204" charset="-122"/>
                        </a:rPr>
                        <a:t>弱健壮</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solid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zh-CN" altLang="en-US" sz="1500" b="1" dirty="0">
                          <a:solidFill>
                            <a:schemeClr val="tx1"/>
                          </a:solidFill>
                          <a:latin typeface="微软雅黑" panose="020B0503020204020204" charset="-122"/>
                          <a:ea typeface="微软雅黑" panose="020B0503020204020204" charset="-122"/>
                        </a:rPr>
                        <a:t>强健壮</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42900">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4</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36</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10</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defRPr>
                      </a:lvl1pPr>
                      <a:lvl2pPr marL="457200" lvl="1"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2pPr>
                      <a:lvl3pPr marL="914400" lvl="2"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3pPr>
                      <a:lvl4pPr marL="1371600" lvl="3"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4pPr>
                      <a:lvl5pPr marL="1828800" lvl="4" indent="0" algn="ctr" defTabSz="914400" rtl="0" eaLnBrk="1" fontAlgn="base" latinLnBrk="0" hangingPunct="1">
                        <a:lnSpc>
                          <a:spcPct val="100000"/>
                        </a:lnSpc>
                        <a:spcBef>
                          <a:spcPct val="0"/>
                        </a:spcBef>
                        <a:spcAft>
                          <a:spcPct val="0"/>
                        </a:spcAft>
                        <a:buNone/>
                        <a:defRPr sz="5400" b="0" i="0" u="none" kern="1200" baseline="0">
                          <a:solidFill>
                            <a:schemeClr val="tx1"/>
                          </a:solidFill>
                          <a:latin typeface="Comic Sans MS" panose="030F0702030302020204" pitchFamily="66" charset="0"/>
                          <a:ea typeface="隶书" panose="02010509060101010101" charset="-122"/>
                          <a:cs typeface="+mn-cs"/>
                        </a:defRPr>
                      </a:lvl5pPr>
                    </a:lstStyle>
                    <a:p>
                      <a:pPr lvl="0" eaLnBrk="1" hangingPunct="1">
                        <a:spcBef>
                          <a:spcPct val="20000"/>
                        </a:spcBef>
                        <a:buNone/>
                      </a:pPr>
                      <a:r>
                        <a:rPr lang="en-US" altLang="zh-CN" sz="1500" b="1" dirty="0">
                          <a:solidFill>
                            <a:srgbClr val="0000FF"/>
                          </a:solidFill>
                          <a:latin typeface="微软雅黑" panose="020B0503020204020204" charset="-122"/>
                          <a:ea typeface="微软雅黑" panose="020B0503020204020204" charset="-122"/>
                        </a:rPr>
                        <a:t>150</a:t>
                      </a:r>
                    </a:p>
                  </a:txBody>
                  <a:tcPr marL="0" marR="0" marT="0" marB="0"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85774" name="AutoShape 78"/>
          <p:cNvSpPr/>
          <p:nvPr>
            <p:custDataLst>
              <p:tags r:id="rId8"/>
            </p:custDataLst>
          </p:nvPr>
        </p:nvSpPr>
        <p:spPr>
          <a:xfrm rot="-2038380">
            <a:off x="4918234" y="3008947"/>
            <a:ext cx="600075" cy="448628"/>
          </a:xfrm>
          <a:prstGeom prst="leftArrow">
            <a:avLst>
              <a:gd name="adj1" fmla="val 50000"/>
              <a:gd name="adj2" fmla="val 25464"/>
            </a:avLst>
          </a:prstGeom>
          <a:solidFill>
            <a:srgbClr val="FF9900"/>
          </a:solidFill>
          <a:ln w="9525" cap="flat" cmpd="sng">
            <a:solidFill>
              <a:schemeClr val="dk1"/>
            </a:solidFill>
            <a:prstDash val="solid"/>
            <a:miter/>
            <a:headEnd type="none" w="med" len="med"/>
            <a:tailEnd type="none" w="med" len="med"/>
          </a:ln>
        </p:spPr>
        <p:txBody>
          <a:bodyPr wrap="none" lIns="0" tIns="0" rIns="0" bIns="0" anchor="ctr" anchorCtr="0"/>
          <a:lstStyle/>
          <a:p>
            <a:endParaRPr lang="zh-CN" altLang="en-US" sz="1350" dirty="0">
              <a:solidFill>
                <a:schemeClr val="dk1"/>
              </a:solidFill>
              <a:latin typeface="微软雅黑" panose="020B0503020204020204" charset="-122"/>
              <a:ea typeface="微软雅黑" panose="020B0503020204020204" charset="-122"/>
            </a:endParaRPr>
          </a:p>
        </p:txBody>
      </p:sp>
      <p:graphicFrame>
        <p:nvGraphicFramePr>
          <p:cNvPr id="285775" name="Group 79"/>
          <p:cNvGraphicFramePr>
            <a:graphicFrameLocks noGrp="1"/>
          </p:cNvGraphicFramePr>
          <p:nvPr/>
        </p:nvGraphicFramePr>
        <p:xfrm>
          <a:off x="2897505" y="3284696"/>
          <a:ext cx="2003584" cy="488633"/>
        </p:xfrm>
        <a:graphic>
          <a:graphicData uri="http://schemas.openxmlformats.org/drawingml/2006/table">
            <a:tbl>
              <a:tblPr/>
              <a:tblGrid>
                <a:gridCol w="2003584">
                  <a:extLst>
                    <a:ext uri="{9D8B030D-6E8A-4147-A177-3AD203B41FA5}">
                      <a16:colId xmlns:a16="http://schemas.microsoft.com/office/drawing/2014/main" val="20000"/>
                    </a:ext>
                  </a:extLst>
                </a:gridCol>
              </a:tblGrid>
              <a:tr h="254794">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D1={</a:t>
                      </a:r>
                      <a:r>
                        <a:rPr kumimoji="0" lang="zh-CN" altLang="en-US" sz="12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日期</a:t>
                      </a:r>
                      <a:r>
                        <a:rPr kumimoji="0" lang="en-US" altLang="zh-CN" sz="12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|1&lt;=</a:t>
                      </a:r>
                      <a:r>
                        <a:rPr kumimoji="0" lang="zh-CN" altLang="en-US" sz="12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日期</a:t>
                      </a:r>
                      <a:r>
                        <a:rPr kumimoji="0" lang="en-US" altLang="zh-CN" sz="12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&lt;=27}</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33839">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D5={</a:t>
                      </a:r>
                      <a:r>
                        <a:rPr kumimoji="0" lang="zh-CN" altLang="en-US" sz="12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日期</a:t>
                      </a:r>
                      <a:r>
                        <a:rPr kumimoji="0" lang="en-US" altLang="zh-CN" sz="12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a:t>
                      </a:r>
                      <a:r>
                        <a:rPr kumimoji="0" lang="zh-CN" altLang="en-US" sz="12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日期</a:t>
                      </a:r>
                      <a:r>
                        <a:rPr kumimoji="0" lang="en-US" altLang="zh-CN" sz="1200" b="1" i="0" u="none" strike="noStrike" cap="none" normalizeH="0" baseline="0">
                          <a:ln>
                            <a:noFill/>
                          </a:ln>
                          <a:solidFill>
                            <a:srgbClr val="0000FF"/>
                          </a:solidFill>
                          <a:effectLst/>
                          <a:latin typeface="微软雅黑" panose="020B0503020204020204" charset="-122"/>
                          <a:ea typeface="微软雅黑" panose="020B0503020204020204" charset="-122"/>
                          <a:cs typeface="微软雅黑" panose="020B0503020204020204" charset="-122"/>
                        </a:rPr>
                        <a:t>=28}</a:t>
                      </a:r>
                    </a:p>
                  </a:txBody>
                  <a:tcPr marL="0" marR="0" marT="0" marB="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79554" name="Rectangle 2"/>
          <p:cNvSpPr>
            <a:spLocks noGrp="1" noChangeArrowheads="1"/>
          </p:cNvSpPr>
          <p:nvPr>
            <p:ph type="title"/>
          </p:nvPr>
        </p:nvSpPr>
        <p:spPr>
          <a:xfrm>
            <a:off x="1454468" y="303848"/>
            <a:ext cx="5602605" cy="756285"/>
          </a:xfrm>
          <a:solidFill>
            <a:srgbClr val="000000">
              <a:alpha val="0"/>
            </a:srgbClr>
          </a:solidFill>
          <a:ln>
            <a:solidFill>
              <a:srgbClr val="000000">
                <a:alpha val="0"/>
              </a:srgbClr>
            </a:solidFill>
          </a:ln>
        </p:spPr>
        <p:txBody>
          <a:bodyPr vert="horz" wrap="square" lIns="68580" tIns="34290" rIns="68580" bIns="34290" numCol="1" rtlCol="0" anchor="ctr" anchorCtr="0" compatLnSpc="1">
            <a:normAutofit/>
          </a:bodyPr>
          <a:lstStyle/>
          <a:p>
            <a:pPr algn="just" eaLnBrk="0" fontAlgn="base" hangingPunct="0">
              <a:lnSpc>
                <a:spcPct val="100000"/>
              </a:lnSpc>
              <a:buClrTx/>
            </a:pPr>
            <a:r>
              <a:rPr kumimoji="0" lang="zh-CN" altLang="en-US" sz="2925">
                <a:solidFill>
                  <a:schemeClr val="accent1">
                    <a:lumMod val="75000"/>
                  </a:schemeClr>
                </a:solidFill>
                <a:latin typeface="微软雅黑" panose="020B0503020204020204" charset="-122"/>
                <a:cs typeface="微软雅黑" panose="020B0503020204020204" charset="-122"/>
              </a:rPr>
              <a:t>测试用例设计</a:t>
            </a:r>
            <a:r>
              <a:rPr kumimoji="0" sz="2925">
                <a:solidFill>
                  <a:schemeClr val="accent1">
                    <a:lumMod val="75000"/>
                  </a:schemeClr>
                </a:solidFill>
                <a:latin typeface="微软雅黑" panose="020B0503020204020204" charset="-122"/>
                <a:cs typeface="微软雅黑" panose="020B0503020204020204" charset="-122"/>
              </a:rPr>
              <a:t>—</a:t>
            </a:r>
            <a:r>
              <a:rPr kumimoji="0" lang="zh-CN" altLang="en-US" sz="2925">
                <a:solidFill>
                  <a:schemeClr val="accent1">
                    <a:lumMod val="75000"/>
                  </a:schemeClr>
                </a:solidFill>
                <a:latin typeface="微软雅黑" panose="020B0503020204020204" charset="-122"/>
                <a:cs typeface="微软雅黑" panose="020B0503020204020204" charset="-122"/>
              </a:rPr>
              <a:t>举例</a:t>
            </a:r>
          </a:p>
        </p:txBody>
      </p:sp>
      <p:sp>
        <p:nvSpPr>
          <p:cNvPr id="285783" name="AutoShape 87"/>
          <p:cNvSpPr/>
          <p:nvPr>
            <p:custDataLst>
              <p:tags r:id="rId9"/>
            </p:custDataLst>
          </p:nvPr>
        </p:nvSpPr>
        <p:spPr>
          <a:xfrm>
            <a:off x="1223487" y="1654016"/>
            <a:ext cx="936784" cy="685800"/>
          </a:xfrm>
          <a:prstGeom prst="cloudCallout">
            <a:avLst>
              <a:gd name="adj1" fmla="val 38459"/>
              <a:gd name="adj2" fmla="val 100694"/>
            </a:avLst>
          </a:prstGeom>
          <a:solidFill>
            <a:srgbClr val="FFFF99"/>
          </a:solidFill>
          <a:ln w="9525" cap="flat" cmpd="sng">
            <a:solidFill>
              <a:schemeClr val="dk1"/>
            </a:solidFill>
            <a:prstDash val="solid"/>
            <a:headEnd type="none" w="med" len="med"/>
            <a:tailEnd type="none" w="med" len="med"/>
          </a:ln>
        </p:spPr>
        <p:txBody>
          <a:bodyPr lIns="0" tIns="0" rIns="0" bIns="0" anchor="ctr" anchorCtr="1"/>
          <a:lstStyle/>
          <a:p>
            <a:pPr algn="r"/>
            <a:r>
              <a:rPr lang="en-US" altLang="zh-CN" sz="1500" b="1" dirty="0">
                <a:solidFill>
                  <a:srgbClr val="0000FF"/>
                </a:solidFill>
                <a:latin typeface="微软雅黑" panose="020B0503020204020204" charset="-122"/>
                <a:ea typeface="微软雅黑" panose="020B0503020204020204" charset="-122"/>
                <a:cs typeface="微软雅黑" panose="020B0503020204020204" charset="-122"/>
              </a:rPr>
              <a:t>2</a:t>
            </a:r>
            <a:r>
              <a:rPr lang="zh-CN" altLang="en-US" sz="1500" b="1" dirty="0">
                <a:solidFill>
                  <a:srgbClr val="0000FF"/>
                </a:solidFill>
                <a:latin typeface="微软雅黑" panose="020B0503020204020204" charset="-122"/>
                <a:ea typeface="微软雅黑" panose="020B0503020204020204" charset="-122"/>
                <a:cs typeface="微软雅黑" panose="020B0503020204020204" charset="-122"/>
              </a:rPr>
              <a:t>月？</a:t>
            </a:r>
          </a:p>
          <a:p>
            <a:pPr algn="r"/>
            <a:r>
              <a:rPr lang="zh-CN" altLang="en-US" sz="1500" b="1" dirty="0">
                <a:solidFill>
                  <a:srgbClr val="0000FF"/>
                </a:solidFill>
                <a:latin typeface="微软雅黑" panose="020B0503020204020204" charset="-122"/>
                <a:ea typeface="微软雅黑" panose="020B0503020204020204" charset="-122"/>
                <a:cs typeface="微软雅黑" panose="020B0503020204020204" charset="-122"/>
              </a:rPr>
              <a:t>闰年？</a:t>
            </a:r>
          </a:p>
        </p:txBody>
      </p:sp>
      <p:sp>
        <p:nvSpPr>
          <p:cNvPr id="285784" name="Rectangle 88"/>
          <p:cNvSpPr/>
          <p:nvPr/>
        </p:nvSpPr>
        <p:spPr>
          <a:xfrm>
            <a:off x="5435918" y="558641"/>
            <a:ext cx="1453039" cy="392430"/>
          </a:xfrm>
          <a:prstGeom prst="rect">
            <a:avLst/>
          </a:prstGeom>
          <a:solidFill>
            <a:srgbClr val="FFFF99"/>
          </a:solidFill>
          <a:ln w="9525" cap="flat" cmpd="sng">
            <a:solidFill>
              <a:schemeClr val="tx1"/>
            </a:solidFill>
            <a:prstDash val="solid"/>
            <a:miter/>
            <a:headEnd type="none" w="med" len="med"/>
            <a:tailEnd type="none" w="med" len="med"/>
          </a:ln>
        </p:spPr>
        <p:txBody>
          <a:bodyPr wrap="none" lIns="0" tIns="0" rIns="0" bIns="0" anchor="ctr" anchorCtr="0"/>
          <a:lstStyle/>
          <a:p>
            <a:pPr algn="ctr"/>
            <a:r>
              <a:rPr lang="zh-CN" altLang="en-US" sz="1500" b="1" dirty="0">
                <a:solidFill>
                  <a:schemeClr val="dk1">
                    <a:lumMod val="85000"/>
                    <a:lumOff val="15000"/>
                  </a:schemeClr>
                </a:solidFill>
                <a:latin typeface="微软雅黑" panose="020B0503020204020204" charset="-122"/>
                <a:ea typeface="微软雅黑" panose="020B0503020204020204" charset="-122"/>
              </a:rPr>
              <a:t>结合特殊值测试</a:t>
            </a:r>
          </a:p>
        </p:txBody>
      </p:sp>
      <p:sp>
        <p:nvSpPr>
          <p:cNvPr id="2" name="日期占位符 1"/>
          <p:cNvSpPr>
            <a:spLocks noGrp="1"/>
          </p:cNvSpPr>
          <p:nvPr>
            <p:ph type="dt" sz="half" idx="10"/>
          </p:nvPr>
        </p:nvSpPr>
        <p:spPr/>
        <p:txBody>
          <a:bodyPr/>
          <a:lstStyle/>
          <a:p>
            <a:fld id="{760FBDFE-C587-4B4C-A407-44438C67B59E}" type="datetime1">
              <a:rPr lang="zh-CN" altLang="en-US" smtClean="0">
                <a:latin typeface="微软雅黑" panose="020B0503020204020204" charset="-122"/>
                <a:ea typeface="微软雅黑" panose="020B0503020204020204" charset="-122"/>
              </a:rPr>
              <a:t>2024/3/12</a:t>
            </a:fld>
            <a:endParaRPr lang="zh-CN" altLang="en-US">
              <a:latin typeface="微软雅黑" panose="020B0503020204020204" charset="-122"/>
              <a:ea typeface="微软雅黑" panose="020B0503020204020204" charset="-122"/>
            </a:endParaRPr>
          </a:p>
        </p:txBody>
      </p:sp>
      <p:sp>
        <p:nvSpPr>
          <p:cNvPr id="3" name="灯片编号占位符 2"/>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fld id="{49AE70B2-8BF9-45C0-BB95-33D1B9D3A854}" type="slidenum">
              <a:rPr lang="zh-CN" altLang="en-US" smtClean="0"/>
              <a:pPr/>
              <a:t>110</a:t>
            </a:fld>
            <a:endParaRPr lang="zh-CN" altLang="en-US">
              <a:latin typeface="微软雅黑" panose="020B0503020204020204" charset="-122"/>
              <a:ea typeface="微软雅黑" panose="020B050302020402020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285739"/>
                                        </p:tgtEl>
                                        <p:attrNameLst>
                                          <p:attrName>style.visibility</p:attrName>
                                        </p:attrNameLst>
                                      </p:cBhvr>
                                      <p:to>
                                        <p:strVal val="visible"/>
                                      </p:to>
                                    </p:set>
                                    <p:anim calcmode="lin" valueType="num">
                                      <p:cBhvr>
                                        <p:cTn id="7" dur="500" fill="hold"/>
                                        <p:tgtEl>
                                          <p:spTgt spid="285739"/>
                                        </p:tgtEl>
                                        <p:attrNameLst>
                                          <p:attrName>ppt_x</p:attrName>
                                        </p:attrNameLst>
                                      </p:cBhvr>
                                      <p:tavLst>
                                        <p:tav tm="0">
                                          <p:val>
                                            <p:strVal val="#ppt_x-#ppt_w/2"/>
                                          </p:val>
                                        </p:tav>
                                        <p:tav tm="100000">
                                          <p:val>
                                            <p:strVal val="#ppt_x"/>
                                          </p:val>
                                        </p:tav>
                                      </p:tavLst>
                                    </p:anim>
                                    <p:anim calcmode="lin" valueType="num">
                                      <p:cBhvr>
                                        <p:cTn id="8" dur="500" fill="hold"/>
                                        <p:tgtEl>
                                          <p:spTgt spid="285739"/>
                                        </p:tgtEl>
                                        <p:attrNameLst>
                                          <p:attrName>ppt_y</p:attrName>
                                        </p:attrNameLst>
                                      </p:cBhvr>
                                      <p:tavLst>
                                        <p:tav tm="0">
                                          <p:val>
                                            <p:strVal val="#ppt_y"/>
                                          </p:val>
                                        </p:tav>
                                        <p:tav tm="100000">
                                          <p:val>
                                            <p:strVal val="#ppt_y"/>
                                          </p:val>
                                        </p:tav>
                                      </p:tavLst>
                                    </p:anim>
                                    <p:anim calcmode="lin" valueType="num">
                                      <p:cBhvr>
                                        <p:cTn id="9" dur="500" fill="hold"/>
                                        <p:tgtEl>
                                          <p:spTgt spid="285739"/>
                                        </p:tgtEl>
                                        <p:attrNameLst>
                                          <p:attrName>ppt_w</p:attrName>
                                        </p:attrNameLst>
                                      </p:cBhvr>
                                      <p:tavLst>
                                        <p:tav tm="0">
                                          <p:val>
                                            <p:fltVal val="0"/>
                                          </p:val>
                                        </p:tav>
                                        <p:tav tm="100000">
                                          <p:val>
                                            <p:strVal val="#ppt_w"/>
                                          </p:val>
                                        </p:tav>
                                      </p:tavLst>
                                    </p:anim>
                                    <p:anim calcmode="lin" valueType="num">
                                      <p:cBhvr>
                                        <p:cTn id="10" dur="500" fill="hold"/>
                                        <p:tgtEl>
                                          <p:spTgt spid="285739"/>
                                        </p:tgtEl>
                                        <p:attrNameLst>
                                          <p:attrName>ppt_h</p:attrName>
                                        </p:attrNameLst>
                                      </p:cBhvr>
                                      <p:tavLst>
                                        <p:tav tm="0">
                                          <p:val>
                                            <p:strVal val="#ppt_h"/>
                                          </p:val>
                                        </p:tav>
                                        <p:tav tm="100000">
                                          <p:val>
                                            <p:strVal val="#ppt_h"/>
                                          </p:val>
                                        </p:tav>
                                      </p:tavLst>
                                    </p:anim>
                                  </p:childTnLst>
                                </p:cTn>
                              </p:par>
                            </p:childTnLst>
                          </p:cTn>
                        </p:par>
                        <p:par>
                          <p:cTn id="11" fill="hold">
                            <p:stCondLst>
                              <p:cond delay="500"/>
                            </p:stCondLst>
                            <p:childTnLst>
                              <p:par>
                                <p:cTn id="12" presetID="9" presetClass="entr" presetSubtype="0" fill="hold" nodeType="afterEffect">
                                  <p:stCondLst>
                                    <p:cond delay="0"/>
                                  </p:stCondLst>
                                  <p:childTnLst>
                                    <p:set>
                                      <p:cBhvr>
                                        <p:cTn id="13" dur="1" fill="hold">
                                          <p:stCondLst>
                                            <p:cond delay="0"/>
                                          </p:stCondLst>
                                        </p:cTn>
                                        <p:tgtEl>
                                          <p:spTgt spid="285713"/>
                                        </p:tgtEl>
                                        <p:attrNameLst>
                                          <p:attrName>style.visibility</p:attrName>
                                        </p:attrNameLst>
                                      </p:cBhvr>
                                      <p:to>
                                        <p:strVal val="visible"/>
                                      </p:to>
                                    </p:set>
                                    <p:animEffect transition="in" filter="dissolve">
                                      <p:cBhvr>
                                        <p:cTn id="14" dur="500"/>
                                        <p:tgtEl>
                                          <p:spTgt spid="285713"/>
                                        </p:tgtEl>
                                      </p:cBhvr>
                                    </p:animEffect>
                                  </p:childTnLst>
                                </p:cTn>
                              </p:par>
                            </p:childTnLst>
                          </p:cTn>
                        </p:par>
                        <p:par>
                          <p:cTn id="15" fill="hold">
                            <p:stCondLst>
                              <p:cond delay="1000"/>
                            </p:stCondLst>
                            <p:childTnLst>
                              <p:par>
                                <p:cTn id="16" presetID="2" presetClass="entr" presetSubtype="4" fill="hold" grpId="0" nodeType="afterEffect">
                                  <p:stCondLst>
                                    <p:cond delay="0"/>
                                  </p:stCondLst>
                                  <p:childTnLst>
                                    <p:set>
                                      <p:cBhvr>
                                        <p:cTn id="17" dur="1" fill="hold">
                                          <p:stCondLst>
                                            <p:cond delay="0"/>
                                          </p:stCondLst>
                                        </p:cTn>
                                        <p:tgtEl>
                                          <p:spTgt spid="285756"/>
                                        </p:tgtEl>
                                        <p:attrNameLst>
                                          <p:attrName>style.visibility</p:attrName>
                                        </p:attrNameLst>
                                      </p:cBhvr>
                                      <p:to>
                                        <p:strVal val="visible"/>
                                      </p:to>
                                    </p:set>
                                    <p:anim calcmode="lin" valueType="num">
                                      <p:cBhvr additive="base">
                                        <p:cTn id="18" dur="500" fill="hold"/>
                                        <p:tgtEl>
                                          <p:spTgt spid="285756"/>
                                        </p:tgtEl>
                                        <p:attrNameLst>
                                          <p:attrName>ppt_x</p:attrName>
                                        </p:attrNameLst>
                                      </p:cBhvr>
                                      <p:tavLst>
                                        <p:tav tm="0">
                                          <p:val>
                                            <p:strVal val="#ppt_x"/>
                                          </p:val>
                                        </p:tav>
                                        <p:tav tm="100000">
                                          <p:val>
                                            <p:strVal val="#ppt_x"/>
                                          </p:val>
                                        </p:tav>
                                      </p:tavLst>
                                    </p:anim>
                                    <p:anim calcmode="lin" valueType="num">
                                      <p:cBhvr additive="base">
                                        <p:cTn id="19" dur="500" fill="hold"/>
                                        <p:tgtEl>
                                          <p:spTgt spid="285756"/>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0"/>
                                  </p:stCondLst>
                                  <p:childTnLst>
                                    <p:set>
                                      <p:cBhvr>
                                        <p:cTn id="23" dur="1" fill="hold">
                                          <p:stCondLst>
                                            <p:cond delay="0"/>
                                          </p:stCondLst>
                                        </p:cTn>
                                        <p:tgtEl>
                                          <p:spTgt spid="59453"/>
                                        </p:tgtEl>
                                        <p:attrNameLst>
                                          <p:attrName>style.visibility</p:attrName>
                                        </p:attrNameLst>
                                      </p:cBhvr>
                                      <p:to>
                                        <p:strVal val="visible"/>
                                      </p:to>
                                    </p:set>
                                    <p:animEffect transition="in" filter="dissolve">
                                      <p:cBhvr>
                                        <p:cTn id="24" dur="500"/>
                                        <p:tgtEl>
                                          <p:spTgt spid="59453"/>
                                        </p:tgtEl>
                                      </p:cBhvr>
                                    </p:animEffect>
                                  </p:childTnLst>
                                </p:cTn>
                              </p:par>
                            </p:childTnLst>
                          </p:cTn>
                        </p:par>
                        <p:par>
                          <p:cTn id="25" fill="hold">
                            <p:stCondLst>
                              <p:cond delay="500"/>
                            </p:stCondLst>
                            <p:childTnLst>
                              <p:par>
                                <p:cTn id="26" presetID="18" presetClass="entr" presetSubtype="9" fill="hold" nodeType="afterEffect">
                                  <p:stCondLst>
                                    <p:cond delay="0"/>
                                  </p:stCondLst>
                                  <p:childTnLst>
                                    <p:set>
                                      <p:cBhvr>
                                        <p:cTn id="27" dur="1" fill="hold">
                                          <p:stCondLst>
                                            <p:cond delay="0"/>
                                          </p:stCondLst>
                                        </p:cTn>
                                        <p:tgtEl>
                                          <p:spTgt spid="285748"/>
                                        </p:tgtEl>
                                        <p:attrNameLst>
                                          <p:attrName>style.visibility</p:attrName>
                                        </p:attrNameLst>
                                      </p:cBhvr>
                                      <p:to>
                                        <p:strVal val="visible"/>
                                      </p:to>
                                    </p:set>
                                    <p:animEffect transition="in" filter="strips(upLeft)">
                                      <p:cBhvr>
                                        <p:cTn id="28" dur="500"/>
                                        <p:tgtEl>
                                          <p:spTgt spid="285748"/>
                                        </p:tgtEl>
                                      </p:cBhvr>
                                    </p:animEffect>
                                  </p:childTnLst>
                                </p:cTn>
                              </p:par>
                            </p:childTnLst>
                          </p:cTn>
                        </p:par>
                        <p:par>
                          <p:cTn id="29" fill="hold">
                            <p:stCondLst>
                              <p:cond delay="1000"/>
                            </p:stCondLst>
                            <p:childTnLst>
                              <p:par>
                                <p:cTn id="30" presetID="18" presetClass="entr" presetSubtype="12" fill="hold" grpId="0" nodeType="afterEffect">
                                  <p:stCondLst>
                                    <p:cond delay="0"/>
                                  </p:stCondLst>
                                  <p:childTnLst>
                                    <p:set>
                                      <p:cBhvr>
                                        <p:cTn id="31" dur="1" fill="hold">
                                          <p:stCondLst>
                                            <p:cond delay="0"/>
                                          </p:stCondLst>
                                        </p:cTn>
                                        <p:tgtEl>
                                          <p:spTgt spid="285774"/>
                                        </p:tgtEl>
                                        <p:attrNameLst>
                                          <p:attrName>style.visibility</p:attrName>
                                        </p:attrNameLst>
                                      </p:cBhvr>
                                      <p:to>
                                        <p:strVal val="visible"/>
                                      </p:to>
                                    </p:set>
                                    <p:animEffect transition="in" filter="strips(downLeft)">
                                      <p:cBhvr>
                                        <p:cTn id="32" dur="500"/>
                                        <p:tgtEl>
                                          <p:spTgt spid="285774"/>
                                        </p:tgtEl>
                                      </p:cBhvr>
                                    </p:animEffect>
                                  </p:childTnLst>
                                </p:cTn>
                              </p:par>
                            </p:childTnLst>
                          </p:cTn>
                        </p:par>
                        <p:par>
                          <p:cTn id="33" fill="hold">
                            <p:stCondLst>
                              <p:cond delay="1500"/>
                            </p:stCondLst>
                            <p:childTnLst>
                              <p:par>
                                <p:cTn id="34" presetID="18" presetClass="entr" presetSubtype="12" fill="hold" grpId="0" nodeType="afterEffect">
                                  <p:stCondLst>
                                    <p:cond delay="0"/>
                                  </p:stCondLst>
                                  <p:childTnLst>
                                    <p:set>
                                      <p:cBhvr>
                                        <p:cTn id="35" dur="1" fill="hold">
                                          <p:stCondLst>
                                            <p:cond delay="0"/>
                                          </p:stCondLst>
                                        </p:cTn>
                                        <p:tgtEl>
                                          <p:spTgt spid="285755"/>
                                        </p:tgtEl>
                                        <p:attrNameLst>
                                          <p:attrName>style.visibility</p:attrName>
                                        </p:attrNameLst>
                                      </p:cBhvr>
                                      <p:to>
                                        <p:strVal val="visible"/>
                                      </p:to>
                                    </p:set>
                                    <p:animEffect transition="in" filter="strips(downLeft)">
                                      <p:cBhvr>
                                        <p:cTn id="36" dur="500"/>
                                        <p:tgtEl>
                                          <p:spTgt spid="285755"/>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1" fill="hold" nodeType="clickEffect">
                                  <p:stCondLst>
                                    <p:cond delay="0"/>
                                  </p:stCondLst>
                                  <p:childTnLst>
                                    <p:set>
                                      <p:cBhvr>
                                        <p:cTn id="40" dur="1" fill="hold">
                                          <p:stCondLst>
                                            <p:cond delay="0"/>
                                          </p:stCondLst>
                                        </p:cTn>
                                        <p:tgtEl>
                                          <p:spTgt spid="285740"/>
                                        </p:tgtEl>
                                        <p:attrNameLst>
                                          <p:attrName>style.visibility</p:attrName>
                                        </p:attrNameLst>
                                      </p:cBhvr>
                                      <p:to>
                                        <p:strVal val="visible"/>
                                      </p:to>
                                    </p:set>
                                    <p:anim calcmode="lin" valueType="num">
                                      <p:cBhvr additive="base">
                                        <p:cTn id="41" dur="500" fill="hold"/>
                                        <p:tgtEl>
                                          <p:spTgt spid="285740"/>
                                        </p:tgtEl>
                                        <p:attrNameLst>
                                          <p:attrName>ppt_x</p:attrName>
                                        </p:attrNameLst>
                                      </p:cBhvr>
                                      <p:tavLst>
                                        <p:tav tm="0">
                                          <p:val>
                                            <p:strVal val="#ppt_x"/>
                                          </p:val>
                                        </p:tav>
                                        <p:tav tm="100000">
                                          <p:val>
                                            <p:strVal val="#ppt_x"/>
                                          </p:val>
                                        </p:tav>
                                      </p:tavLst>
                                    </p:anim>
                                    <p:anim calcmode="lin" valueType="num">
                                      <p:cBhvr additive="base">
                                        <p:cTn id="42" dur="500" fill="hold"/>
                                        <p:tgtEl>
                                          <p:spTgt spid="285740"/>
                                        </p:tgtEl>
                                        <p:attrNameLst>
                                          <p:attrName>ppt_y</p:attrName>
                                        </p:attrNameLst>
                                      </p:cBhvr>
                                      <p:tavLst>
                                        <p:tav tm="0">
                                          <p:val>
                                            <p:strVal val="0-#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8" fill="hold" nodeType="clickEffect">
                                  <p:stCondLst>
                                    <p:cond delay="0"/>
                                  </p:stCondLst>
                                  <p:childTnLst>
                                    <p:set>
                                      <p:cBhvr>
                                        <p:cTn id="46" dur="1" fill="hold">
                                          <p:stCondLst>
                                            <p:cond delay="0"/>
                                          </p:stCondLst>
                                        </p:cTn>
                                        <p:tgtEl>
                                          <p:spTgt spid="285775"/>
                                        </p:tgtEl>
                                        <p:attrNameLst>
                                          <p:attrName>style.visibility</p:attrName>
                                        </p:attrNameLst>
                                      </p:cBhvr>
                                      <p:to>
                                        <p:strVal val="visible"/>
                                      </p:to>
                                    </p:set>
                                    <p:anim calcmode="lin" valueType="num">
                                      <p:cBhvr additive="base">
                                        <p:cTn id="47" dur="500" fill="hold"/>
                                        <p:tgtEl>
                                          <p:spTgt spid="285775"/>
                                        </p:tgtEl>
                                        <p:attrNameLst>
                                          <p:attrName>ppt_x</p:attrName>
                                        </p:attrNameLst>
                                      </p:cBhvr>
                                      <p:tavLst>
                                        <p:tav tm="0">
                                          <p:val>
                                            <p:strVal val="0-#ppt_w/2"/>
                                          </p:val>
                                        </p:tav>
                                        <p:tav tm="100000">
                                          <p:val>
                                            <p:strVal val="#ppt_x"/>
                                          </p:val>
                                        </p:tav>
                                      </p:tavLst>
                                    </p:anim>
                                    <p:anim calcmode="lin" valueType="num">
                                      <p:cBhvr additive="base">
                                        <p:cTn id="48" dur="500" fill="hold"/>
                                        <p:tgtEl>
                                          <p:spTgt spid="285775"/>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285749"/>
                                        </p:tgtEl>
                                        <p:attrNameLst>
                                          <p:attrName>style.visibility</p:attrName>
                                        </p:attrNameLst>
                                      </p:cBhvr>
                                      <p:to>
                                        <p:strVal val="visible"/>
                                      </p:to>
                                    </p:set>
                                    <p:anim calcmode="lin" valueType="num">
                                      <p:cBhvr additive="base">
                                        <p:cTn id="53" dur="500" fill="hold"/>
                                        <p:tgtEl>
                                          <p:spTgt spid="285749"/>
                                        </p:tgtEl>
                                        <p:attrNameLst>
                                          <p:attrName>ppt_x</p:attrName>
                                        </p:attrNameLst>
                                      </p:cBhvr>
                                      <p:tavLst>
                                        <p:tav tm="0">
                                          <p:val>
                                            <p:strVal val="#ppt_x"/>
                                          </p:val>
                                        </p:tav>
                                        <p:tav tm="100000">
                                          <p:val>
                                            <p:strVal val="#ppt_x"/>
                                          </p:val>
                                        </p:tav>
                                      </p:tavLst>
                                    </p:anim>
                                    <p:anim calcmode="lin" valueType="num">
                                      <p:cBhvr additive="base">
                                        <p:cTn id="54" dur="500" fill="hold"/>
                                        <p:tgtEl>
                                          <p:spTgt spid="285749"/>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1" fill="hold" grpId="0" nodeType="clickEffect">
                                  <p:stCondLst>
                                    <p:cond delay="0"/>
                                  </p:stCondLst>
                                  <p:childTnLst>
                                    <p:set>
                                      <p:cBhvr>
                                        <p:cTn id="58" dur="1" fill="hold">
                                          <p:stCondLst>
                                            <p:cond delay="0"/>
                                          </p:stCondLst>
                                        </p:cTn>
                                        <p:tgtEl>
                                          <p:spTgt spid="285784"/>
                                        </p:tgtEl>
                                        <p:attrNameLst>
                                          <p:attrName>style.visibility</p:attrName>
                                        </p:attrNameLst>
                                      </p:cBhvr>
                                      <p:to>
                                        <p:strVal val="visible"/>
                                      </p:to>
                                    </p:set>
                                    <p:anim calcmode="lin" valueType="num">
                                      <p:cBhvr additive="base">
                                        <p:cTn id="59" dur="500" fill="hold"/>
                                        <p:tgtEl>
                                          <p:spTgt spid="285784"/>
                                        </p:tgtEl>
                                        <p:attrNameLst>
                                          <p:attrName>ppt_x</p:attrName>
                                        </p:attrNameLst>
                                      </p:cBhvr>
                                      <p:tavLst>
                                        <p:tav tm="0">
                                          <p:val>
                                            <p:strVal val="#ppt_x"/>
                                          </p:val>
                                        </p:tav>
                                        <p:tav tm="100000">
                                          <p:val>
                                            <p:strVal val="#ppt_x"/>
                                          </p:val>
                                        </p:tav>
                                      </p:tavLst>
                                    </p:anim>
                                    <p:anim calcmode="lin" valueType="num">
                                      <p:cBhvr additive="base">
                                        <p:cTn id="60" dur="500" fill="hold"/>
                                        <p:tgtEl>
                                          <p:spTgt spid="285784"/>
                                        </p:tgtEl>
                                        <p:attrNameLst>
                                          <p:attrName>ppt_y</p:attrName>
                                        </p:attrNameLst>
                                      </p:cBhvr>
                                      <p:tavLst>
                                        <p:tav tm="0">
                                          <p:val>
                                            <p:strVal val="0-#ppt_h/2"/>
                                          </p:val>
                                        </p:tav>
                                        <p:tav tm="100000">
                                          <p:val>
                                            <p:strVal val="#ppt_y"/>
                                          </p:val>
                                        </p:tav>
                                      </p:tavLst>
                                    </p:anim>
                                  </p:childTnLst>
                                </p:cTn>
                              </p:par>
                            </p:childTnLst>
                          </p:cTn>
                        </p:par>
                        <p:par>
                          <p:cTn id="61" fill="hold">
                            <p:stCondLst>
                              <p:cond delay="500"/>
                            </p:stCondLst>
                            <p:childTnLst>
                              <p:par>
                                <p:cTn id="62" presetID="7" presetClass="entr" presetSubtype="8" fill="hold" grpId="0" nodeType="afterEffect">
                                  <p:stCondLst>
                                    <p:cond delay="0"/>
                                  </p:stCondLst>
                                  <p:childTnLst>
                                    <p:set>
                                      <p:cBhvr>
                                        <p:cTn id="63" dur="1" fill="hold">
                                          <p:stCondLst>
                                            <p:cond delay="0"/>
                                          </p:stCondLst>
                                        </p:cTn>
                                        <p:tgtEl>
                                          <p:spTgt spid="285783"/>
                                        </p:tgtEl>
                                        <p:attrNameLst>
                                          <p:attrName>style.visibility</p:attrName>
                                        </p:attrNameLst>
                                      </p:cBhvr>
                                      <p:to>
                                        <p:strVal val="visible"/>
                                      </p:to>
                                    </p:set>
                                    <p:anim calcmode="lin" valueType="num">
                                      <p:cBhvr additive="base">
                                        <p:cTn id="64" dur="1000" fill="hold"/>
                                        <p:tgtEl>
                                          <p:spTgt spid="285783"/>
                                        </p:tgtEl>
                                        <p:attrNameLst>
                                          <p:attrName>ppt_x</p:attrName>
                                        </p:attrNameLst>
                                      </p:cBhvr>
                                      <p:tavLst>
                                        <p:tav tm="0">
                                          <p:val>
                                            <p:strVal val="0-#ppt_w/2"/>
                                          </p:val>
                                        </p:tav>
                                        <p:tav tm="100000">
                                          <p:val>
                                            <p:strVal val="#ppt_x"/>
                                          </p:val>
                                        </p:tav>
                                      </p:tavLst>
                                    </p:anim>
                                    <p:anim calcmode="lin" valueType="num">
                                      <p:cBhvr additive="base">
                                        <p:cTn id="65" dur="1000" fill="hold"/>
                                        <p:tgtEl>
                                          <p:spTgt spid="28578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5739" grpId="0" bldLvl="0" animBg="1"/>
      <p:bldP spid="285755" grpId="0" bldLvl="0" animBg="1"/>
      <p:bldP spid="285756" grpId="0" bldLvl="0" animBg="1"/>
      <p:bldP spid="285774" grpId="0" bldLvl="0" animBg="1"/>
      <p:bldP spid="285783" grpId="0" bldLvl="0" animBg="1"/>
      <p:bldP spid="285784" grpId="0" bldLvl="0" animBg="1"/>
    </p:bldLst>
  </p:timing>
</p:sld>
</file>

<file path=ppt/slides/slide1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44" name="Rectangle 89"/>
          <p:cNvSpPr>
            <a:spLocks noGrp="1"/>
          </p:cNvSpPr>
          <p:nvPr>
            <p:ph idx="1"/>
            <p:custDataLst>
              <p:tags r:id="rId1"/>
            </p:custDataLst>
          </p:nvPr>
        </p:nvSpPr>
        <p:spPr>
          <a:xfrm>
            <a:off x="1657350" y="1213009"/>
            <a:ext cx="5829300" cy="447675"/>
          </a:xfrm>
        </p:spPr>
        <p:txBody>
          <a:bodyPr vert="horz" wrap="square" lIns="68580" tIns="34290" rIns="68580" bIns="34290" rtlCol="0" anchor="t" anchorCtr="0">
            <a:normAutofit fontScale="92500" lnSpcReduction="10000"/>
          </a:bodyPr>
          <a:lstStyle/>
          <a:p>
            <a:pPr eaLnBrk="1" hangingPunct="1"/>
            <a:r>
              <a:rPr lang="zh-CN" altLang="en-US" b="1" dirty="0">
                <a:solidFill>
                  <a:schemeClr val="dk1"/>
                </a:solidFill>
                <a:latin typeface="微软雅黑" panose="020B0503020204020204" charset="-122"/>
              </a:rPr>
              <a:t>指导方针</a:t>
            </a:r>
          </a:p>
        </p:txBody>
      </p:sp>
      <p:sp>
        <p:nvSpPr>
          <p:cNvPr id="286810" name="Text Box 90"/>
          <p:cNvSpPr txBox="1"/>
          <p:nvPr/>
        </p:nvSpPr>
        <p:spPr>
          <a:xfrm>
            <a:off x="1943100" y="1781651"/>
            <a:ext cx="5711190" cy="369332"/>
          </a:xfrm>
          <a:prstGeom prst="rect">
            <a:avLst/>
          </a:prstGeom>
          <a:noFill/>
          <a:ln w="9525">
            <a:noFill/>
          </a:ln>
        </p:spPr>
        <p:txBody>
          <a:bodyPr wrap="square">
            <a:spAutoFit/>
          </a:bodyPr>
          <a:lstStyle/>
          <a:p>
            <a:pPr marL="342900" indent="-342900" algn="just">
              <a:spcBef>
                <a:spcPct val="50000"/>
              </a:spcBef>
              <a:buClr>
                <a:srgbClr val="000000"/>
              </a:buClr>
              <a:buFont typeface="+mj-lt"/>
              <a:buAutoNum type="arabicPeriod"/>
            </a:pPr>
            <a:r>
              <a:rPr lang="zh-CN" altLang="en-US" dirty="0">
                <a:latin typeface="微软雅黑" panose="020B0503020204020204" charset="-122"/>
                <a:ea typeface="微软雅黑" panose="020B0503020204020204" charset="-122"/>
                <a:cs typeface="微软雅黑" panose="020B0503020204020204" charset="-122"/>
                <a:sym typeface="Symbol" panose="05050102010706020507" pitchFamily="18" charset="2"/>
              </a:rPr>
              <a:t>等价类测试的弱形式不如对应的强形式的测试全面。</a:t>
            </a:r>
          </a:p>
        </p:txBody>
      </p:sp>
      <p:sp>
        <p:nvSpPr>
          <p:cNvPr id="286812" name="Text Box 92"/>
          <p:cNvSpPr txBox="1"/>
          <p:nvPr/>
        </p:nvSpPr>
        <p:spPr>
          <a:xfrm>
            <a:off x="1943101" y="2248853"/>
            <a:ext cx="5326856" cy="369332"/>
          </a:xfrm>
          <a:prstGeom prst="rect">
            <a:avLst/>
          </a:prstGeom>
          <a:noFill/>
          <a:ln w="9525">
            <a:noFill/>
          </a:ln>
        </p:spPr>
        <p:txBody>
          <a:bodyPr wrap="square">
            <a:spAutoFit/>
          </a:bodyPr>
          <a:lstStyle/>
          <a:p>
            <a:pPr marL="342900" indent="-342900">
              <a:spcBef>
                <a:spcPct val="50000"/>
              </a:spcBef>
              <a:buClr>
                <a:srgbClr val="000000"/>
              </a:buClr>
              <a:buFont typeface="+mj-lt"/>
              <a:buAutoNum type="arabicPeriod" startAt="2"/>
            </a:pPr>
            <a:r>
              <a:rPr lang="zh-CN" altLang="en-US" dirty="0">
                <a:latin typeface="微软雅黑" panose="020B0503020204020204" charset="-122"/>
                <a:ea typeface="微软雅黑" panose="020B0503020204020204" charset="-122"/>
                <a:cs typeface="微软雅黑" panose="020B0503020204020204" charset="-122"/>
                <a:sym typeface="Symbol" panose="05050102010706020507" pitchFamily="18" charset="2"/>
              </a:rPr>
              <a:t>若错误条件非常重要，可进行健壮形式的测试。</a:t>
            </a:r>
          </a:p>
        </p:txBody>
      </p:sp>
      <p:sp>
        <p:nvSpPr>
          <p:cNvPr id="286813" name="Text Box 93"/>
          <p:cNvSpPr txBox="1"/>
          <p:nvPr/>
        </p:nvSpPr>
        <p:spPr>
          <a:xfrm>
            <a:off x="1943100" y="2645569"/>
            <a:ext cx="5515928" cy="1061381"/>
          </a:xfrm>
          <a:prstGeom prst="rect">
            <a:avLst/>
          </a:prstGeom>
          <a:noFill/>
          <a:ln w="9525">
            <a:noFill/>
          </a:ln>
        </p:spPr>
        <p:txBody>
          <a:bodyPr wrap="square">
            <a:spAutoFit/>
          </a:bodyPr>
          <a:lstStyle/>
          <a:p>
            <a:pPr marL="342900" indent="-342900" algn="just">
              <a:lnSpc>
                <a:spcPct val="120000"/>
              </a:lnSpc>
              <a:spcBef>
                <a:spcPct val="50000"/>
              </a:spcBef>
              <a:buClr>
                <a:srgbClr val="000000"/>
              </a:buClr>
              <a:buFont typeface="+mj-lt"/>
              <a:buAutoNum type="arabicPeriod" startAt="3"/>
            </a:pPr>
            <a:r>
              <a:rPr lang="zh-CN" altLang="en-US" dirty="0">
                <a:latin typeface="微软雅黑" panose="020B0503020204020204" charset="-122"/>
                <a:ea typeface="微软雅黑" panose="020B0503020204020204" charset="-122"/>
                <a:cs typeface="微软雅黑" panose="020B0503020204020204" charset="-122"/>
                <a:sym typeface="Symbol" panose="05050102010706020507" pitchFamily="18" charset="2"/>
              </a:rPr>
              <a:t>若输入数据以离散值区间和集合定义，则应进行等价类测试。并且也适用于若变量值越界系统就会出现故障的系统。</a:t>
            </a:r>
          </a:p>
        </p:txBody>
      </p:sp>
      <p:sp>
        <p:nvSpPr>
          <p:cNvPr id="286814" name="Text Box 94"/>
          <p:cNvSpPr txBox="1"/>
          <p:nvPr/>
        </p:nvSpPr>
        <p:spPr>
          <a:xfrm>
            <a:off x="1943100" y="3740468"/>
            <a:ext cx="5218748" cy="369332"/>
          </a:xfrm>
          <a:prstGeom prst="rect">
            <a:avLst/>
          </a:prstGeom>
          <a:noFill/>
          <a:ln w="9525">
            <a:noFill/>
          </a:ln>
        </p:spPr>
        <p:txBody>
          <a:bodyPr wrap="square">
            <a:spAutoFit/>
          </a:bodyPr>
          <a:lstStyle/>
          <a:p>
            <a:pPr marL="342900" indent="-342900">
              <a:spcBef>
                <a:spcPct val="50000"/>
              </a:spcBef>
              <a:buClr>
                <a:srgbClr val="000000"/>
              </a:buClr>
              <a:buFont typeface="+mj-lt"/>
              <a:buAutoNum type="arabicPeriod" startAt="4"/>
            </a:pPr>
            <a:r>
              <a:rPr lang="zh-CN" altLang="en-US" dirty="0">
                <a:latin typeface="微软雅黑" panose="020B0503020204020204" charset="-122"/>
                <a:ea typeface="微软雅黑" panose="020B0503020204020204" charset="-122"/>
                <a:cs typeface="微软雅黑" panose="020B0503020204020204" charset="-122"/>
                <a:sym typeface="Symbol" panose="05050102010706020507" pitchFamily="18" charset="2"/>
              </a:rPr>
              <a:t>通过结合边界值测试，等价类测试可得到加强。</a:t>
            </a:r>
          </a:p>
        </p:txBody>
      </p:sp>
      <p:sp>
        <p:nvSpPr>
          <p:cNvPr id="279554" name="Rectangle 2"/>
          <p:cNvSpPr>
            <a:spLocks noGrp="1" noChangeArrowheads="1"/>
          </p:cNvSpPr>
          <p:nvPr>
            <p:ph type="title"/>
          </p:nvPr>
        </p:nvSpPr>
        <p:spPr>
          <a:xfrm>
            <a:off x="1454468" y="303848"/>
            <a:ext cx="5602605" cy="756285"/>
          </a:xfrm>
          <a:solidFill>
            <a:srgbClr val="000000">
              <a:alpha val="0"/>
            </a:srgbClr>
          </a:solidFill>
          <a:ln>
            <a:solidFill>
              <a:srgbClr val="000000">
                <a:alpha val="0"/>
              </a:srgbClr>
            </a:solidFill>
          </a:ln>
        </p:spPr>
        <p:txBody>
          <a:bodyPr vert="horz" wrap="square" lIns="68580" tIns="34290" rIns="68580" bIns="34290" numCol="1" rtlCol="0" anchor="ctr" anchorCtr="0" compatLnSpc="1">
            <a:normAutofit/>
          </a:bodyPr>
          <a:lstStyle/>
          <a:p>
            <a:pPr algn="just" eaLnBrk="0" fontAlgn="base" hangingPunct="0">
              <a:lnSpc>
                <a:spcPct val="100000"/>
              </a:lnSpc>
              <a:buClrTx/>
            </a:pPr>
            <a:r>
              <a:rPr kumimoji="0" lang="zh-CN" altLang="en-US" sz="2925">
                <a:solidFill>
                  <a:schemeClr val="accent1">
                    <a:lumMod val="75000"/>
                  </a:schemeClr>
                </a:solidFill>
                <a:latin typeface="微软雅黑" panose="020B0503020204020204" charset="-122"/>
                <a:cs typeface="+mj-cs"/>
              </a:rPr>
              <a:t>讨论</a:t>
            </a:r>
          </a:p>
        </p:txBody>
      </p:sp>
      <p:sp>
        <p:nvSpPr>
          <p:cNvPr id="2" name="日期占位符 1"/>
          <p:cNvSpPr>
            <a:spLocks noGrp="1"/>
          </p:cNvSpPr>
          <p:nvPr>
            <p:ph type="dt" sz="half" idx="10"/>
          </p:nvPr>
        </p:nvSpPr>
        <p:spPr/>
        <p:txBody>
          <a:bodyPr/>
          <a:lstStyle/>
          <a:p>
            <a:fld id="{760FBDFE-C587-4B4C-A407-44438C67B59E}" type="datetime1">
              <a:rPr lang="zh-CN" altLang="en-US" smtClean="0">
                <a:latin typeface="微软雅黑" panose="020B0503020204020204" charset="-122"/>
                <a:ea typeface="微软雅黑" panose="020B0503020204020204" charset="-122"/>
              </a:rPr>
              <a:t>2024/3/12</a:t>
            </a:fld>
            <a:endParaRPr lang="zh-CN" altLang="en-US">
              <a:latin typeface="微软雅黑" panose="020B0503020204020204" charset="-122"/>
              <a:ea typeface="微软雅黑" panose="020B0503020204020204" charset="-122"/>
            </a:endParaRPr>
          </a:p>
        </p:txBody>
      </p:sp>
      <p:sp>
        <p:nvSpPr>
          <p:cNvPr id="3" name="灯片编号占位符 2"/>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fld id="{49AE70B2-8BF9-45C0-BB95-33D1B9D3A854}" type="slidenum">
              <a:rPr lang="zh-CN" altLang="en-US" smtClean="0"/>
              <a:pPr/>
              <a:t>111</a:t>
            </a:fld>
            <a:endParaRPr lang="zh-CN" altLang="en-US">
              <a:latin typeface="微软雅黑" panose="020B0503020204020204" charset="-122"/>
              <a:ea typeface="微软雅黑" panose="020B050302020402020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6810"/>
                                        </p:tgtEl>
                                        <p:attrNameLst>
                                          <p:attrName>style.visibility</p:attrName>
                                        </p:attrNameLst>
                                      </p:cBhvr>
                                      <p:to>
                                        <p:strVal val="visible"/>
                                      </p:to>
                                    </p:set>
                                    <p:animEffect transition="in" filter="blinds(horizontal)">
                                      <p:cBhvr>
                                        <p:cTn id="7" dur="500"/>
                                        <p:tgtEl>
                                          <p:spTgt spid="2868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86812"/>
                                        </p:tgtEl>
                                        <p:attrNameLst>
                                          <p:attrName>style.visibility</p:attrName>
                                        </p:attrNameLst>
                                      </p:cBhvr>
                                      <p:to>
                                        <p:strVal val="visible"/>
                                      </p:to>
                                    </p:set>
                                    <p:animEffect transition="in" filter="blinds(horizontal)">
                                      <p:cBhvr>
                                        <p:cTn id="12" dur="500"/>
                                        <p:tgtEl>
                                          <p:spTgt spid="28681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86813"/>
                                        </p:tgtEl>
                                        <p:attrNameLst>
                                          <p:attrName>style.visibility</p:attrName>
                                        </p:attrNameLst>
                                      </p:cBhvr>
                                      <p:to>
                                        <p:strVal val="visible"/>
                                      </p:to>
                                    </p:set>
                                    <p:animEffect transition="in" filter="blinds(horizontal)">
                                      <p:cBhvr>
                                        <p:cTn id="17" dur="500"/>
                                        <p:tgtEl>
                                          <p:spTgt spid="28681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86814"/>
                                        </p:tgtEl>
                                        <p:attrNameLst>
                                          <p:attrName>style.visibility</p:attrName>
                                        </p:attrNameLst>
                                      </p:cBhvr>
                                      <p:to>
                                        <p:strVal val="visible"/>
                                      </p:to>
                                    </p:set>
                                    <p:animEffect transition="in" filter="blinds(horizontal)">
                                      <p:cBhvr>
                                        <p:cTn id="22" dur="500"/>
                                        <p:tgtEl>
                                          <p:spTgt spid="2868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810" grpId="0"/>
      <p:bldP spid="286812" grpId="0"/>
      <p:bldP spid="286813" grpId="0"/>
      <p:bldP spid="286814" grpId="0"/>
    </p:bldLst>
  </p:timing>
</p:sld>
</file>

<file path=ppt/slides/slide1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519714" y="1070134"/>
            <a:ext cx="6104573" cy="3699510"/>
          </a:xfrm>
        </p:spPr>
        <p:txBody>
          <a:bodyPr/>
          <a:lstStyle/>
          <a:p>
            <a:r>
              <a:rPr lang="zh-CN" altLang="en-US" sz="2400" b="1"/>
              <a:t>课后练习</a:t>
            </a:r>
            <a:r>
              <a:rPr lang="en-US" altLang="zh-CN" sz="2400" b="1"/>
              <a:t>1</a:t>
            </a:r>
            <a:r>
              <a:rPr lang="zh-CN" altLang="en-US" sz="2400" b="1"/>
              <a:t>：</a:t>
            </a:r>
          </a:p>
          <a:p>
            <a:pPr>
              <a:lnSpc>
                <a:spcPct val="130000"/>
              </a:lnSpc>
            </a:pPr>
            <a:r>
              <a:rPr lang="zh-CN" altLang="en-US" sz="1500"/>
              <a:t>根据“职工信息登记系统”的数据要求</a:t>
            </a:r>
            <a:r>
              <a:rPr sz="1500">
                <a:sym typeface="+mn-ea"/>
              </a:rPr>
              <a:t>，</a:t>
            </a:r>
            <a:r>
              <a:rPr lang="en-US" altLang="zh-CN" sz="1500"/>
              <a:t>                                   </a:t>
            </a:r>
            <a:r>
              <a:rPr lang="zh-CN" altLang="en-US" sz="1500"/>
              <a:t>写出每个填写项的有效等价无效等价类</a:t>
            </a:r>
            <a:r>
              <a:rPr lang="en-US" altLang="zh-CN" sz="1500"/>
              <a:t>                                       </a:t>
            </a:r>
            <a:r>
              <a:rPr lang="zh-CN" altLang="en-US" sz="1500"/>
              <a:t>和边界值，并编写测试用例。</a:t>
            </a:r>
          </a:p>
          <a:p>
            <a:pPr>
              <a:lnSpc>
                <a:spcPct val="110000"/>
              </a:lnSpc>
            </a:pPr>
            <a:r>
              <a:rPr lang="zh-CN" altLang="en-US" sz="1500"/>
              <a:t>数据要求:“</a:t>
            </a:r>
          </a:p>
          <a:p>
            <a:pPr marL="536258" lvl="1" indent="-342900">
              <a:lnSpc>
                <a:spcPct val="110000"/>
              </a:lnSpc>
              <a:buAutoNum type="arabicPeriod"/>
            </a:pPr>
            <a:r>
              <a:rPr lang="zh-CN" altLang="en-US" sz="1500"/>
              <a:t>编号:1--5000之间的整数，不能为空，不能重复；</a:t>
            </a:r>
          </a:p>
          <a:p>
            <a:pPr marL="536258" lvl="1" indent="-342900">
              <a:lnSpc>
                <a:spcPct val="110000"/>
              </a:lnSpc>
              <a:buAutoNum type="arabicPeriod"/>
            </a:pPr>
            <a:r>
              <a:rPr lang="zh-CN" altLang="en-US" sz="1500"/>
              <a:t>姓名:3--10个字符，不能为空；</a:t>
            </a:r>
          </a:p>
          <a:p>
            <a:pPr marL="536258" lvl="1" indent="-342900">
              <a:lnSpc>
                <a:spcPct val="130000"/>
              </a:lnSpc>
              <a:buAutoNum type="arabicPeriod"/>
            </a:pPr>
            <a:r>
              <a:rPr lang="zh-CN" altLang="en-US" sz="1500"/>
              <a:t>工资:1.00-30000.00 之间的小数(或整数)，可以为空，小数点后最多保留2位；</a:t>
            </a:r>
          </a:p>
          <a:p>
            <a:pPr marL="536258" lvl="1" indent="-342900">
              <a:lnSpc>
                <a:spcPct val="110000"/>
              </a:lnSpc>
              <a:buAutoNum type="arabicPeriod"/>
            </a:pPr>
            <a:r>
              <a:rPr lang="zh-CN" altLang="en-US" sz="1500"/>
              <a:t>住址:0--30个字符。</a:t>
            </a:r>
          </a:p>
        </p:txBody>
      </p:sp>
      <p:sp>
        <p:nvSpPr>
          <p:cNvPr id="257026" name="Rectangle 2"/>
          <p:cNvSpPr>
            <a:spLocks noGrp="1" noChangeArrowheads="1"/>
          </p:cNvSpPr>
          <p:nvPr>
            <p:ph type="title"/>
            <p:custDataLst>
              <p:tags r:id="rId1"/>
            </p:custDataLst>
          </p:nvPr>
        </p:nvSpPr>
        <p:spPr>
          <a:xfrm>
            <a:off x="1461612" y="303848"/>
            <a:ext cx="5595461" cy="756285"/>
          </a:xfrm>
          <a:noFill/>
          <a:ln>
            <a:noFill/>
          </a:ln>
          <a:extLst>
            <a:ext uri="{909E8E84-426E-40DD-AFC4-6F175D3DCCD1}">
              <a14:hiddenFill xmlns:a14="http://schemas.microsoft.com/office/drawing/2010/main">
                <a:solidFill>
                  <a:srgbClr val="FFCC00"/>
                </a:solidFill>
              </a14:hiddenFill>
            </a:ext>
          </a:extLst>
        </p:spPr>
        <p:txBody>
          <a:bodyPr vert="horz" wrap="square" lIns="68580" tIns="34290" rIns="68580" bIns="34290" numCol="1" rtlCol="0" anchor="ctr" anchorCtr="0" compatLnSpc="1">
            <a:normAutofit/>
          </a:bodyPr>
          <a:lstStyle/>
          <a:p>
            <a:pPr algn="just" eaLnBrk="0" fontAlgn="base" hangingPunct="0">
              <a:lnSpc>
                <a:spcPct val="100000"/>
              </a:lnSpc>
              <a:buClrTx/>
            </a:pPr>
            <a:r>
              <a:rPr kumimoji="0" sz="2925">
                <a:solidFill>
                  <a:schemeClr val="accent1">
                    <a:lumMod val="75000"/>
                  </a:schemeClr>
                </a:solidFill>
                <a:latin typeface="微软雅黑" panose="020B0503020204020204" charset="-122"/>
                <a:cs typeface="+mj-cs"/>
              </a:rPr>
              <a:t>等价类测试</a:t>
            </a:r>
          </a:p>
        </p:txBody>
      </p:sp>
      <p:pic>
        <p:nvPicPr>
          <p:cNvPr id="5" name="图片 4"/>
          <p:cNvPicPr>
            <a:picLocks noChangeAspect="1"/>
          </p:cNvPicPr>
          <p:nvPr/>
        </p:nvPicPr>
        <p:blipFill>
          <a:blip r:embed="rId3"/>
          <a:stretch>
            <a:fillRect/>
          </a:stretch>
        </p:blipFill>
        <p:spPr>
          <a:xfrm>
            <a:off x="5273992" y="789622"/>
            <a:ext cx="2706053" cy="1995488"/>
          </a:xfrm>
          <a:prstGeom prst="rect">
            <a:avLst/>
          </a:prstGeom>
        </p:spPr>
      </p:pic>
      <p:sp>
        <p:nvSpPr>
          <p:cNvPr id="2" name="日期占位符 1"/>
          <p:cNvSpPr>
            <a:spLocks noGrp="1"/>
          </p:cNvSpPr>
          <p:nvPr>
            <p:ph type="dt" sz="half" idx="10"/>
          </p:nvPr>
        </p:nvSpPr>
        <p:spPr/>
        <p:txBody>
          <a:bodyPr/>
          <a:lstStyle/>
          <a:p>
            <a:fld id="{760FBDFE-C587-4B4C-A407-44438C67B59E}" type="datetime1">
              <a:rPr lang="zh-CN" altLang="en-US" smtClean="0"/>
              <a:t>2024/3/12</a:t>
            </a:fld>
            <a:endParaRPr lang="zh-CN" altLang="en-US"/>
          </a:p>
        </p:txBody>
      </p:sp>
      <p:sp>
        <p:nvSpPr>
          <p:cNvPr id="4" name="灯片编号占位符 3"/>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fld id="{49AE70B2-8BF9-45C0-BB95-33D1B9D3A854}" type="slidenum">
              <a:rPr lang="zh-CN" altLang="en-US" smtClean="0"/>
              <a:pPr/>
              <a:t>112</a:t>
            </a:fld>
            <a:endParaRPr lang="zh-CN" alt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pPr algn="just" eaLnBrk="0" fontAlgn="base" hangingPunct="0">
              <a:buClrTx/>
              <a:buSzTx/>
              <a:buFontTx/>
            </a:pPr>
            <a:r>
              <a:rPr>
                <a:solidFill>
                  <a:schemeClr val="tx1"/>
                </a:solidFill>
                <a:latin typeface="微软雅黑" panose="020B0503020204020204" charset="-122"/>
              </a:rPr>
              <a:t>练习</a:t>
            </a:r>
            <a:r>
              <a:rPr lang="en-US" altLang="zh-CN">
                <a:solidFill>
                  <a:schemeClr val="tx1"/>
                </a:solidFill>
                <a:latin typeface="微软雅黑" panose="020B0503020204020204" charset="-122"/>
              </a:rPr>
              <a:t>2</a:t>
            </a:r>
            <a:r>
              <a:rPr>
                <a:solidFill>
                  <a:schemeClr val="tx1"/>
                </a:solidFill>
                <a:latin typeface="微软雅黑" panose="020B0503020204020204" charset="-122"/>
              </a:rPr>
              <a:t>：126</a:t>
            </a:r>
            <a:r>
              <a:rPr lang="zh-CN" altLang="en-US">
                <a:solidFill>
                  <a:schemeClr val="tx1"/>
                </a:solidFill>
                <a:latin typeface="微软雅黑" panose="020B0503020204020204" charset="-122"/>
              </a:rPr>
              <a:t>邮箱注册功能</a:t>
            </a:r>
            <a:r>
              <a:rPr lang="en-US" altLang="zh-CN">
                <a:solidFill>
                  <a:schemeClr val="tx1"/>
                </a:solidFill>
                <a:latin typeface="微软雅黑" panose="020B0503020204020204" charset="-122"/>
              </a:rPr>
              <a:t>——</a:t>
            </a:r>
            <a:r>
              <a:rPr lang="zh-CN" altLang="en-US">
                <a:solidFill>
                  <a:schemeClr val="tx1"/>
                </a:solidFill>
                <a:latin typeface="微软雅黑" panose="020B0503020204020204" charset="-122"/>
              </a:rPr>
              <a:t>等价类法</a:t>
            </a:r>
          </a:p>
        </p:txBody>
      </p:sp>
      <p:sp>
        <p:nvSpPr>
          <p:cNvPr id="3" name="内容占位符 2"/>
          <p:cNvSpPr>
            <a:spLocks noGrp="1"/>
          </p:cNvSpPr>
          <p:nvPr>
            <p:ph idx="1"/>
            <p:custDataLst>
              <p:tags r:id="rId1"/>
            </p:custDataLst>
          </p:nvPr>
        </p:nvSpPr>
        <p:spPr/>
        <p:txBody>
          <a:bodyPr>
            <a:noAutofit/>
          </a:bodyPr>
          <a:lstStyle/>
          <a:p>
            <a:r>
              <a:rPr lang="zh-CN" altLang="en-US" sz="1350" dirty="0">
                <a:solidFill>
                  <a:schemeClr val="dk1"/>
                </a:solidFill>
              </a:rPr>
              <a:t>下</a:t>
            </a:r>
            <a:r>
              <a:rPr lang="zh-CN" altLang="zh-CN" sz="1350" dirty="0">
                <a:solidFill>
                  <a:schemeClr val="dk1"/>
                </a:solidFill>
              </a:rPr>
              <a:t>图所示是</a:t>
            </a:r>
            <a:r>
              <a:rPr lang="en-US" altLang="zh-CN" sz="1350" dirty="0">
                <a:solidFill>
                  <a:schemeClr val="dk1"/>
                </a:solidFill>
              </a:rPr>
              <a:t>126</a:t>
            </a:r>
            <a:r>
              <a:rPr lang="zh-CN" altLang="zh-CN" sz="1350" dirty="0">
                <a:solidFill>
                  <a:schemeClr val="dk1"/>
                </a:solidFill>
              </a:rPr>
              <a:t>邮箱注册功能页面，从图中可以看出，主页面包括</a:t>
            </a:r>
            <a:r>
              <a:rPr lang="en-US" altLang="zh-CN" sz="1350" dirty="0">
                <a:solidFill>
                  <a:schemeClr val="dk1"/>
                </a:solidFill>
              </a:rPr>
              <a:t>3</a:t>
            </a:r>
            <a:r>
              <a:rPr lang="zh-CN" altLang="zh-CN" sz="1350" dirty="0">
                <a:solidFill>
                  <a:schemeClr val="dk1"/>
                </a:solidFill>
              </a:rPr>
              <a:t>个关键信息：用户名、密码、确认密码，该页面使用了</a:t>
            </a:r>
            <a:r>
              <a:rPr lang="en-US" altLang="zh-CN" sz="1350" dirty="0">
                <a:solidFill>
                  <a:schemeClr val="dk1"/>
                </a:solidFill>
              </a:rPr>
              <a:t>AJAX</a:t>
            </a:r>
            <a:r>
              <a:rPr lang="zh-CN" altLang="zh-CN" sz="1350" dirty="0">
                <a:solidFill>
                  <a:schemeClr val="dk1"/>
                </a:solidFill>
              </a:rPr>
              <a:t>技术，在截图时，这里仅仅抓到了用户名的需求、密码及确认密码需求未能捕获，但不影响等价类方法的示范。</a:t>
            </a:r>
          </a:p>
          <a:p>
            <a:r>
              <a:rPr lang="zh-CN" altLang="zh-CN" sz="1350" dirty="0">
                <a:solidFill>
                  <a:schemeClr val="dk1"/>
                </a:solidFill>
              </a:rPr>
              <a:t>从</a:t>
            </a:r>
            <a:r>
              <a:rPr lang="zh-CN" altLang="en-US" sz="1350" dirty="0">
                <a:solidFill>
                  <a:schemeClr val="dk1"/>
                </a:solidFill>
              </a:rPr>
              <a:t>下</a:t>
            </a:r>
            <a:r>
              <a:rPr lang="zh-CN" altLang="zh-CN" sz="1350" dirty="0">
                <a:solidFill>
                  <a:schemeClr val="dk1"/>
                </a:solidFill>
              </a:rPr>
              <a:t>图中可以看出用户名需求为由</a:t>
            </a:r>
            <a:r>
              <a:rPr lang="en-US" altLang="zh-CN" sz="1350" dirty="0">
                <a:solidFill>
                  <a:schemeClr val="dk1"/>
                </a:solidFill>
              </a:rPr>
              <a:t>6</a:t>
            </a:r>
            <a:r>
              <a:rPr lang="zh-CN" altLang="zh-CN" sz="1350" dirty="0">
                <a:solidFill>
                  <a:schemeClr val="dk1"/>
                </a:solidFill>
              </a:rPr>
              <a:t>～</a:t>
            </a:r>
            <a:r>
              <a:rPr lang="en-US" altLang="zh-CN" sz="1350" dirty="0">
                <a:solidFill>
                  <a:schemeClr val="dk1"/>
                </a:solidFill>
              </a:rPr>
              <a:t>18</a:t>
            </a:r>
            <a:r>
              <a:rPr lang="zh-CN" altLang="zh-CN" sz="1350" dirty="0">
                <a:solidFill>
                  <a:schemeClr val="dk1"/>
                </a:solidFill>
              </a:rPr>
              <a:t>个字符构成，包括字母、数字、下画线，用户名以字母开头，以字母和数字结尾（此处有</a:t>
            </a:r>
            <a:r>
              <a:rPr lang="en-US" altLang="zh-CN" sz="1350" dirty="0">
                <a:solidFill>
                  <a:schemeClr val="dk1"/>
                </a:solidFill>
              </a:rPr>
              <a:t>Bug</a:t>
            </a:r>
            <a:r>
              <a:rPr lang="zh-CN" altLang="zh-CN" sz="1350" dirty="0">
                <a:solidFill>
                  <a:schemeClr val="dk1"/>
                </a:solidFill>
              </a:rPr>
              <a:t>，读者自行查找），不区分大小写。如果密码及确认密码有星号标志，则说明是必填项，规则要求假设是密码不能为空，确认密码需与密码一致。在实际测试过程中，测试需求应来源于经过评审的需求规格说明书，这里仅做示范。</a:t>
            </a:r>
          </a:p>
        </p:txBody>
      </p:sp>
      <p:pic>
        <p:nvPicPr>
          <p:cNvPr id="4" name="图片 3"/>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11730" y="3705701"/>
            <a:ext cx="4247674" cy="1215390"/>
          </a:xfrm>
          <a:prstGeom prst="rect">
            <a:avLst/>
          </a:prstGeom>
          <a:noFill/>
          <a:ln>
            <a:noFill/>
          </a:ln>
        </p:spPr>
      </p:pic>
      <p:sp>
        <p:nvSpPr>
          <p:cNvPr id="5" name="日期占位符 4"/>
          <p:cNvSpPr>
            <a:spLocks noGrp="1"/>
          </p:cNvSpPr>
          <p:nvPr>
            <p:ph type="dt" sz="half" idx="10"/>
          </p:nvPr>
        </p:nvSpPr>
        <p:spPr/>
        <p:txBody>
          <a:bodyPr/>
          <a:lstStyle/>
          <a:p>
            <a:fld id="{760FBDFE-C587-4B4C-A407-44438C67B59E}" type="datetime1">
              <a:rPr lang="zh-CN" altLang="en-US" smtClean="0"/>
              <a:t>2024/3/12</a:t>
            </a:fld>
            <a:endParaRPr lang="zh-CN" altLang="en-US"/>
          </a:p>
        </p:txBody>
      </p:sp>
      <p:sp>
        <p:nvSpPr>
          <p:cNvPr id="6" name="灯片编号占位符 5"/>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fld id="{49AE70B2-8BF9-45C0-BB95-33D1B9D3A854}" type="slidenum">
              <a:rPr lang="zh-CN" altLang="en-US" smtClean="0"/>
              <a:pPr/>
              <a:t>113</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p14:vortex dir="r"/>
      </p:transition>
    </mc:Choice>
    <mc:Fallback xmlns="">
      <p:transition>
        <p:fade/>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内容占位符 2"/>
          <p:cNvSpPr>
            <a:spLocks noGrp="1"/>
          </p:cNvSpPr>
          <p:nvPr>
            <p:ph idx="1"/>
            <p:custDataLst>
              <p:tags r:id="rId1"/>
            </p:custDataLst>
          </p:nvPr>
        </p:nvSpPr>
        <p:spPr>
          <a:xfrm>
            <a:off x="1614488" y="411480"/>
            <a:ext cx="5915025" cy="3188792"/>
          </a:xfrm>
        </p:spPr>
        <p:txBody>
          <a:bodyPr>
            <a:normAutofit/>
          </a:bodyPr>
          <a:lstStyle/>
          <a:p>
            <a:pPr marL="0" indent="0">
              <a:buNone/>
            </a:pPr>
            <a:r>
              <a:rPr lang="zh-CN" altLang="zh-CN" sz="1500" dirty="0">
                <a:solidFill>
                  <a:schemeClr val="dk1"/>
                </a:solidFill>
              </a:rPr>
              <a:t>根据上述需求进行等价类划分，可从被测字段、长度要求、组成要求、格式要求等几个因素考虑有效等价类及无效等价类的划分，经过细化后的等价类用例设计表下表所示。</a:t>
            </a:r>
          </a:p>
        </p:txBody>
      </p:sp>
      <p:graphicFrame>
        <p:nvGraphicFramePr>
          <p:cNvPr id="4" name="表格 3"/>
          <p:cNvGraphicFramePr>
            <a:graphicFrameLocks noGrp="1"/>
          </p:cNvGraphicFramePr>
          <p:nvPr>
            <p:custDataLst>
              <p:tags r:id="rId2"/>
            </p:custDataLst>
          </p:nvPr>
        </p:nvGraphicFramePr>
        <p:xfrm>
          <a:off x="1730829" y="1491574"/>
          <a:ext cx="5918835" cy="3193258"/>
        </p:xfrm>
        <a:graphic>
          <a:graphicData uri="http://schemas.openxmlformats.org/drawingml/2006/table">
            <a:tbl>
              <a:tblPr firstRow="1" firstCol="1" bandRow="1">
                <a:tableStyleId>{21E4AEA4-8DFA-4A89-87EB-49C32662AFE0}</a:tableStyleId>
              </a:tblPr>
              <a:tblGrid>
                <a:gridCol w="677704">
                  <a:extLst>
                    <a:ext uri="{9D8B030D-6E8A-4147-A177-3AD203B41FA5}">
                      <a16:colId xmlns:a16="http://schemas.microsoft.com/office/drawing/2014/main" val="20000"/>
                    </a:ext>
                  </a:extLst>
                </a:gridCol>
                <a:gridCol w="824389">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832961">
                  <a:extLst>
                    <a:ext uri="{9D8B030D-6E8A-4147-A177-3AD203B41FA5}">
                      <a16:colId xmlns:a16="http://schemas.microsoft.com/office/drawing/2014/main" val="20003"/>
                    </a:ext>
                  </a:extLst>
                </a:gridCol>
                <a:gridCol w="579596">
                  <a:extLst>
                    <a:ext uri="{9D8B030D-6E8A-4147-A177-3AD203B41FA5}">
                      <a16:colId xmlns:a16="http://schemas.microsoft.com/office/drawing/2014/main" val="20004"/>
                    </a:ext>
                  </a:extLst>
                </a:gridCol>
                <a:gridCol w="939165">
                  <a:extLst>
                    <a:ext uri="{9D8B030D-6E8A-4147-A177-3AD203B41FA5}">
                      <a16:colId xmlns:a16="http://schemas.microsoft.com/office/drawing/2014/main" val="20005"/>
                    </a:ext>
                  </a:extLst>
                </a:gridCol>
                <a:gridCol w="693420">
                  <a:extLst>
                    <a:ext uri="{9D8B030D-6E8A-4147-A177-3AD203B41FA5}">
                      <a16:colId xmlns:a16="http://schemas.microsoft.com/office/drawing/2014/main" val="20006"/>
                    </a:ext>
                  </a:extLst>
                </a:gridCol>
              </a:tblGrid>
              <a:tr h="277178">
                <a:tc>
                  <a:txBody>
                    <a:bodyPr/>
                    <a:lstStyle/>
                    <a:p>
                      <a:pPr algn="ctr">
                        <a:spcBef>
                          <a:spcPts val="300"/>
                        </a:spcBef>
                        <a:spcAft>
                          <a:spcPts val="300"/>
                        </a:spcAft>
                      </a:pPr>
                      <a:r>
                        <a:rPr lang="zh-CN" sz="1200">
                          <a:solidFill>
                            <a:schemeClr val="bg1"/>
                          </a:solidFill>
                          <a:effectLst/>
                        </a:rPr>
                        <a:t>测试项</a:t>
                      </a:r>
                    </a:p>
                  </a:txBody>
                  <a:tcPr marL="26540" marR="26540" marT="0" marB="0" anchor="ctr"/>
                </a:tc>
                <a:tc>
                  <a:txBody>
                    <a:bodyPr/>
                    <a:lstStyle/>
                    <a:p>
                      <a:pPr algn="ctr">
                        <a:spcBef>
                          <a:spcPts val="300"/>
                        </a:spcBef>
                        <a:spcAft>
                          <a:spcPts val="300"/>
                        </a:spcAft>
                      </a:pPr>
                      <a:r>
                        <a:rPr lang="zh-CN" sz="1200">
                          <a:solidFill>
                            <a:schemeClr val="bg1"/>
                          </a:solidFill>
                          <a:effectLst/>
                        </a:rPr>
                        <a:t>测试点</a:t>
                      </a:r>
                    </a:p>
                  </a:txBody>
                  <a:tcPr marL="26540" marR="26540" marT="0" marB="0" anchor="ctr"/>
                </a:tc>
                <a:tc>
                  <a:txBody>
                    <a:bodyPr/>
                    <a:lstStyle/>
                    <a:p>
                      <a:pPr algn="ctr">
                        <a:spcBef>
                          <a:spcPts val="300"/>
                        </a:spcBef>
                        <a:spcAft>
                          <a:spcPts val="300"/>
                        </a:spcAft>
                      </a:pPr>
                      <a:r>
                        <a:rPr lang="zh-CN" sz="1200">
                          <a:solidFill>
                            <a:schemeClr val="bg1"/>
                          </a:solidFill>
                          <a:effectLst/>
                        </a:rPr>
                        <a:t>需求规格</a:t>
                      </a:r>
                    </a:p>
                  </a:txBody>
                  <a:tcPr marL="26540" marR="26540" marT="0" marB="0" anchor="ctr"/>
                </a:tc>
                <a:tc>
                  <a:txBody>
                    <a:bodyPr/>
                    <a:lstStyle/>
                    <a:p>
                      <a:pPr algn="ctr">
                        <a:spcBef>
                          <a:spcPts val="300"/>
                        </a:spcBef>
                        <a:spcAft>
                          <a:spcPts val="300"/>
                        </a:spcAft>
                      </a:pPr>
                      <a:r>
                        <a:rPr lang="zh-CN" sz="1200">
                          <a:solidFill>
                            <a:schemeClr val="bg1"/>
                          </a:solidFill>
                          <a:effectLst/>
                        </a:rPr>
                        <a:t>有效等价类</a:t>
                      </a:r>
                    </a:p>
                  </a:txBody>
                  <a:tcPr marL="26540" marR="26540" marT="0" marB="0" anchor="ctr"/>
                </a:tc>
                <a:tc>
                  <a:txBody>
                    <a:bodyPr/>
                    <a:lstStyle/>
                    <a:p>
                      <a:pPr algn="ctr">
                        <a:spcBef>
                          <a:spcPts val="300"/>
                        </a:spcBef>
                        <a:spcAft>
                          <a:spcPts val="300"/>
                        </a:spcAft>
                      </a:pPr>
                      <a:r>
                        <a:rPr lang="zh-CN" sz="1200">
                          <a:solidFill>
                            <a:schemeClr val="bg1"/>
                          </a:solidFill>
                          <a:effectLst/>
                        </a:rPr>
                        <a:t>编号</a:t>
                      </a:r>
                    </a:p>
                  </a:txBody>
                  <a:tcPr marL="26540" marR="26540" marT="0" marB="0" anchor="ctr"/>
                </a:tc>
                <a:tc>
                  <a:txBody>
                    <a:bodyPr/>
                    <a:lstStyle/>
                    <a:p>
                      <a:pPr algn="ctr">
                        <a:spcBef>
                          <a:spcPts val="300"/>
                        </a:spcBef>
                        <a:spcAft>
                          <a:spcPts val="300"/>
                        </a:spcAft>
                      </a:pPr>
                      <a:r>
                        <a:rPr lang="zh-CN" sz="1200">
                          <a:solidFill>
                            <a:schemeClr val="bg1"/>
                          </a:solidFill>
                          <a:effectLst/>
                        </a:rPr>
                        <a:t>无效等价类</a:t>
                      </a:r>
                    </a:p>
                  </a:txBody>
                  <a:tcPr marL="26540" marR="26540" marT="0" marB="0" anchor="ctr"/>
                </a:tc>
                <a:tc>
                  <a:txBody>
                    <a:bodyPr/>
                    <a:lstStyle/>
                    <a:p>
                      <a:pPr algn="ctr">
                        <a:spcBef>
                          <a:spcPts val="300"/>
                        </a:spcBef>
                        <a:spcAft>
                          <a:spcPts val="300"/>
                        </a:spcAft>
                      </a:pPr>
                      <a:r>
                        <a:rPr lang="zh-CN" sz="1200">
                          <a:solidFill>
                            <a:schemeClr val="bg1"/>
                          </a:solidFill>
                          <a:effectLst/>
                        </a:rPr>
                        <a:t>编号</a:t>
                      </a:r>
                    </a:p>
                  </a:txBody>
                  <a:tcPr marL="26540" marR="26540" marT="0" marB="0" anchor="ctr"/>
                </a:tc>
                <a:extLst>
                  <a:ext uri="{0D108BD9-81ED-4DB2-BD59-A6C34878D82A}">
                    <a16:rowId xmlns:a16="http://schemas.microsoft.com/office/drawing/2014/main" val="10000"/>
                  </a:ext>
                </a:extLst>
              </a:tr>
              <a:tr h="182880">
                <a:tc rowSpan="9">
                  <a:txBody>
                    <a:bodyPr/>
                    <a:lstStyle/>
                    <a:p>
                      <a:pPr algn="ctr">
                        <a:spcBef>
                          <a:spcPts val="300"/>
                        </a:spcBef>
                        <a:spcAft>
                          <a:spcPts val="300"/>
                        </a:spcAft>
                      </a:pPr>
                      <a:r>
                        <a:rPr lang="zh-CN" sz="1200">
                          <a:solidFill>
                            <a:schemeClr val="bg1"/>
                          </a:solidFill>
                          <a:effectLst/>
                        </a:rPr>
                        <a:t>用</a:t>
                      </a:r>
                    </a:p>
                    <a:p>
                      <a:pPr algn="ctr">
                        <a:spcBef>
                          <a:spcPts val="300"/>
                        </a:spcBef>
                        <a:spcAft>
                          <a:spcPts val="300"/>
                        </a:spcAft>
                      </a:pPr>
                      <a:r>
                        <a:rPr lang="zh-CN" sz="1200">
                          <a:solidFill>
                            <a:schemeClr val="bg1"/>
                          </a:solidFill>
                          <a:effectLst/>
                        </a:rPr>
                        <a:t>户</a:t>
                      </a:r>
                    </a:p>
                    <a:p>
                      <a:pPr algn="ctr">
                        <a:spcBef>
                          <a:spcPts val="300"/>
                        </a:spcBef>
                        <a:spcAft>
                          <a:spcPts val="300"/>
                        </a:spcAft>
                      </a:pPr>
                      <a:r>
                        <a:rPr lang="zh-CN" sz="1200">
                          <a:solidFill>
                            <a:schemeClr val="bg1"/>
                          </a:solidFill>
                          <a:effectLst/>
                        </a:rPr>
                        <a:t>名</a:t>
                      </a:r>
                    </a:p>
                  </a:txBody>
                  <a:tcPr marL="26540" marR="26540" marT="0" marB="0" anchor="ctr"/>
                </a:tc>
                <a:tc rowSpan="3">
                  <a:txBody>
                    <a:bodyPr/>
                    <a:lstStyle/>
                    <a:p>
                      <a:pPr algn="ctr">
                        <a:spcBef>
                          <a:spcPts val="300"/>
                        </a:spcBef>
                        <a:spcAft>
                          <a:spcPts val="300"/>
                        </a:spcAft>
                      </a:pPr>
                      <a:r>
                        <a:rPr lang="zh-CN" sz="1200">
                          <a:effectLst/>
                        </a:rPr>
                        <a:t>长度需求</a:t>
                      </a:r>
                    </a:p>
                  </a:txBody>
                  <a:tcPr marL="26540" marR="26540" marT="0" marB="0" anchor="ctr"/>
                </a:tc>
                <a:tc rowSpan="3">
                  <a:txBody>
                    <a:bodyPr/>
                    <a:lstStyle/>
                    <a:p>
                      <a:pPr algn="ctr">
                        <a:spcBef>
                          <a:spcPts val="300"/>
                        </a:spcBef>
                        <a:spcAft>
                          <a:spcPts val="300"/>
                        </a:spcAft>
                      </a:pPr>
                      <a:r>
                        <a:rPr lang="en-US" sz="1200">
                          <a:effectLst/>
                        </a:rPr>
                        <a:t>6</a:t>
                      </a:r>
                      <a:r>
                        <a:rPr lang="zh-CN" sz="1200">
                          <a:effectLst/>
                        </a:rPr>
                        <a:t>～</a:t>
                      </a:r>
                      <a:r>
                        <a:rPr lang="en-US" sz="1200">
                          <a:effectLst/>
                        </a:rPr>
                        <a:t>18</a:t>
                      </a:r>
                      <a:r>
                        <a:rPr lang="zh-CN" sz="1200">
                          <a:effectLst/>
                        </a:rPr>
                        <a:t>位</a:t>
                      </a:r>
                    </a:p>
                  </a:txBody>
                  <a:tcPr marL="26540" marR="26540" marT="0" marB="0" anchor="ctr"/>
                </a:tc>
                <a:tc rowSpan="3">
                  <a:txBody>
                    <a:bodyPr/>
                    <a:lstStyle/>
                    <a:p>
                      <a:pPr algn="ctr">
                        <a:spcBef>
                          <a:spcPts val="300"/>
                        </a:spcBef>
                        <a:spcAft>
                          <a:spcPts val="300"/>
                        </a:spcAft>
                      </a:pPr>
                      <a:r>
                        <a:rPr lang="en-US" sz="1200">
                          <a:effectLst/>
                        </a:rPr>
                        <a:t>[6,18]</a:t>
                      </a:r>
                    </a:p>
                  </a:txBody>
                  <a:tcPr marL="26540" marR="26540" marT="0" marB="0" anchor="ctr"/>
                </a:tc>
                <a:tc rowSpan="3">
                  <a:txBody>
                    <a:bodyPr/>
                    <a:lstStyle/>
                    <a:p>
                      <a:pPr algn="ctr">
                        <a:spcBef>
                          <a:spcPts val="300"/>
                        </a:spcBef>
                        <a:spcAft>
                          <a:spcPts val="300"/>
                        </a:spcAft>
                      </a:pPr>
                      <a:r>
                        <a:rPr lang="en-US" sz="1200">
                          <a:effectLst/>
                        </a:rPr>
                        <a:t>A01</a:t>
                      </a:r>
                    </a:p>
                  </a:txBody>
                  <a:tcPr marL="26540" marR="26540" marT="0" marB="0" anchor="ctr"/>
                </a:tc>
                <a:tc>
                  <a:txBody>
                    <a:bodyPr/>
                    <a:lstStyle/>
                    <a:p>
                      <a:pPr algn="ctr">
                        <a:spcBef>
                          <a:spcPts val="300"/>
                        </a:spcBef>
                        <a:spcAft>
                          <a:spcPts val="300"/>
                        </a:spcAft>
                      </a:pPr>
                      <a:r>
                        <a:rPr lang="zh-CN" sz="1200">
                          <a:effectLst/>
                        </a:rPr>
                        <a:t>空</a:t>
                      </a:r>
                    </a:p>
                  </a:txBody>
                  <a:tcPr marL="26540" marR="26540" marT="0" marB="0" anchor="ctr"/>
                </a:tc>
                <a:tc>
                  <a:txBody>
                    <a:bodyPr/>
                    <a:lstStyle/>
                    <a:p>
                      <a:pPr algn="ctr">
                        <a:spcBef>
                          <a:spcPts val="300"/>
                        </a:spcBef>
                        <a:spcAft>
                          <a:spcPts val="300"/>
                        </a:spcAft>
                      </a:pPr>
                      <a:r>
                        <a:rPr lang="en-US" sz="1200">
                          <a:effectLst/>
                        </a:rPr>
                        <a:t>B01</a:t>
                      </a:r>
                    </a:p>
                  </a:txBody>
                  <a:tcPr marL="26540" marR="26540" marT="0" marB="0" anchor="ctr"/>
                </a:tc>
                <a:extLst>
                  <a:ext uri="{0D108BD9-81ED-4DB2-BD59-A6C34878D82A}">
                    <a16:rowId xmlns:a16="http://schemas.microsoft.com/office/drawing/2014/main" val="10001"/>
                  </a:ext>
                </a:extLst>
              </a:tr>
              <a:tr h="277654">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pPr algn="ctr">
                        <a:spcBef>
                          <a:spcPts val="300"/>
                        </a:spcBef>
                        <a:spcAft>
                          <a:spcPts val="300"/>
                        </a:spcAft>
                      </a:pPr>
                      <a:r>
                        <a:rPr lang="en-US" sz="1200">
                          <a:effectLst/>
                        </a:rPr>
                        <a:t>[1,6)</a:t>
                      </a:r>
                    </a:p>
                  </a:txBody>
                  <a:tcPr marL="26540" marR="26540" marT="0" marB="0" anchor="ctr"/>
                </a:tc>
                <a:tc>
                  <a:txBody>
                    <a:bodyPr/>
                    <a:lstStyle/>
                    <a:p>
                      <a:pPr algn="ctr">
                        <a:spcBef>
                          <a:spcPts val="300"/>
                        </a:spcBef>
                        <a:spcAft>
                          <a:spcPts val="300"/>
                        </a:spcAft>
                      </a:pPr>
                      <a:r>
                        <a:rPr lang="en-US" sz="1200">
                          <a:effectLst/>
                        </a:rPr>
                        <a:t>B02</a:t>
                      </a:r>
                    </a:p>
                  </a:txBody>
                  <a:tcPr marL="26540" marR="26540" marT="0" marB="0" anchor="ctr"/>
                </a:tc>
                <a:extLst>
                  <a:ext uri="{0D108BD9-81ED-4DB2-BD59-A6C34878D82A}">
                    <a16:rowId xmlns:a16="http://schemas.microsoft.com/office/drawing/2014/main" val="10002"/>
                  </a:ext>
                </a:extLst>
              </a:tr>
              <a:tr h="182880">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pPr algn="ctr">
                        <a:spcBef>
                          <a:spcPts val="300"/>
                        </a:spcBef>
                        <a:spcAft>
                          <a:spcPts val="300"/>
                        </a:spcAft>
                      </a:pPr>
                      <a:r>
                        <a:rPr lang="en-US" sz="1200">
                          <a:effectLst/>
                        </a:rPr>
                        <a:t>&gt;18</a:t>
                      </a:r>
                    </a:p>
                  </a:txBody>
                  <a:tcPr marL="26540" marR="26540" marT="0" marB="0" anchor="ctr"/>
                </a:tc>
                <a:tc>
                  <a:txBody>
                    <a:bodyPr/>
                    <a:lstStyle/>
                    <a:p>
                      <a:pPr algn="ctr">
                        <a:spcBef>
                          <a:spcPts val="300"/>
                        </a:spcBef>
                        <a:spcAft>
                          <a:spcPts val="300"/>
                        </a:spcAft>
                      </a:pPr>
                      <a:r>
                        <a:rPr lang="en-US" sz="1200">
                          <a:effectLst/>
                        </a:rPr>
                        <a:t>B03</a:t>
                      </a:r>
                    </a:p>
                  </a:txBody>
                  <a:tcPr marL="26540" marR="26540" marT="0" marB="0" anchor="ctr"/>
                </a:tc>
                <a:extLst>
                  <a:ext uri="{0D108BD9-81ED-4DB2-BD59-A6C34878D82A}">
                    <a16:rowId xmlns:a16="http://schemas.microsoft.com/office/drawing/2014/main" val="10003"/>
                  </a:ext>
                </a:extLst>
              </a:tr>
              <a:tr h="221933">
                <a:tc vMerge="1">
                  <a:txBody>
                    <a:bodyPr/>
                    <a:lstStyle/>
                    <a:p>
                      <a:endParaRPr lang="zh-CN"/>
                    </a:p>
                  </a:txBody>
                  <a:tcPr/>
                </a:tc>
                <a:tc rowSpan="2">
                  <a:txBody>
                    <a:bodyPr/>
                    <a:lstStyle/>
                    <a:p>
                      <a:pPr algn="ctr">
                        <a:spcBef>
                          <a:spcPts val="300"/>
                        </a:spcBef>
                        <a:spcAft>
                          <a:spcPts val="300"/>
                        </a:spcAft>
                      </a:pPr>
                      <a:r>
                        <a:rPr lang="zh-CN" sz="1200" dirty="0">
                          <a:effectLst/>
                        </a:rPr>
                        <a:t>组成需求</a:t>
                      </a:r>
                    </a:p>
                  </a:txBody>
                  <a:tcPr marL="26540" marR="26540" marT="0" marB="0" anchor="ctr"/>
                </a:tc>
                <a:tc rowSpan="2">
                  <a:txBody>
                    <a:bodyPr/>
                    <a:lstStyle/>
                    <a:p>
                      <a:pPr algn="ctr">
                        <a:spcBef>
                          <a:spcPts val="300"/>
                        </a:spcBef>
                        <a:spcAft>
                          <a:spcPts val="300"/>
                        </a:spcAft>
                      </a:pPr>
                      <a:r>
                        <a:rPr lang="zh-CN" sz="1200">
                          <a:effectLst/>
                        </a:rPr>
                        <a:t>字母、数字、下画线</a:t>
                      </a:r>
                    </a:p>
                  </a:txBody>
                  <a:tcPr marL="26540" marR="26540" marT="0" marB="0" anchor="ctr"/>
                </a:tc>
                <a:tc>
                  <a:txBody>
                    <a:bodyPr/>
                    <a:lstStyle/>
                    <a:p>
                      <a:pPr algn="ctr">
                        <a:spcBef>
                          <a:spcPts val="300"/>
                        </a:spcBef>
                        <a:spcAft>
                          <a:spcPts val="300"/>
                        </a:spcAft>
                      </a:pPr>
                      <a:r>
                        <a:rPr lang="zh-CN" sz="1200">
                          <a:effectLst/>
                        </a:rPr>
                        <a:t>字母</a:t>
                      </a:r>
                    </a:p>
                  </a:txBody>
                  <a:tcPr marL="26540" marR="26540" marT="0" marB="0" anchor="ctr"/>
                </a:tc>
                <a:tc>
                  <a:txBody>
                    <a:bodyPr/>
                    <a:lstStyle/>
                    <a:p>
                      <a:pPr algn="ctr">
                        <a:spcBef>
                          <a:spcPts val="300"/>
                        </a:spcBef>
                        <a:spcAft>
                          <a:spcPts val="300"/>
                        </a:spcAft>
                      </a:pPr>
                      <a:r>
                        <a:rPr lang="en-US" sz="1200">
                          <a:effectLst/>
                        </a:rPr>
                        <a:t>A02</a:t>
                      </a:r>
                    </a:p>
                  </a:txBody>
                  <a:tcPr marL="26540" marR="26540" marT="0" marB="0" anchor="ctr"/>
                </a:tc>
                <a:tc>
                  <a:txBody>
                    <a:bodyPr/>
                    <a:lstStyle/>
                    <a:p>
                      <a:pPr algn="ctr">
                        <a:spcBef>
                          <a:spcPts val="300"/>
                        </a:spcBef>
                        <a:spcAft>
                          <a:spcPts val="300"/>
                        </a:spcAft>
                      </a:pPr>
                      <a:r>
                        <a:rPr lang="zh-CN" sz="1200">
                          <a:effectLst/>
                        </a:rPr>
                        <a:t>特殊符号</a:t>
                      </a:r>
                    </a:p>
                  </a:txBody>
                  <a:tcPr marL="26540" marR="26540" marT="0" marB="0" anchor="ctr"/>
                </a:tc>
                <a:tc>
                  <a:txBody>
                    <a:bodyPr/>
                    <a:lstStyle/>
                    <a:p>
                      <a:pPr algn="ctr">
                        <a:spcBef>
                          <a:spcPts val="300"/>
                        </a:spcBef>
                        <a:spcAft>
                          <a:spcPts val="300"/>
                        </a:spcAft>
                      </a:pPr>
                      <a:r>
                        <a:rPr lang="en-US" sz="1200">
                          <a:effectLst/>
                        </a:rPr>
                        <a:t>B04</a:t>
                      </a:r>
                    </a:p>
                  </a:txBody>
                  <a:tcPr marL="26540" marR="26540" marT="0" marB="0" anchor="ctr"/>
                </a:tc>
                <a:extLst>
                  <a:ext uri="{0D108BD9-81ED-4DB2-BD59-A6C34878D82A}">
                    <a16:rowId xmlns:a16="http://schemas.microsoft.com/office/drawing/2014/main" val="10004"/>
                  </a:ext>
                </a:extLst>
              </a:tr>
              <a:tr h="422910">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pPr algn="ctr">
                        <a:spcBef>
                          <a:spcPts val="300"/>
                        </a:spcBef>
                        <a:spcAft>
                          <a:spcPts val="300"/>
                        </a:spcAft>
                      </a:pPr>
                      <a:r>
                        <a:rPr lang="zh-CN" sz="1200">
                          <a:effectLst/>
                        </a:rPr>
                        <a:t>字母</a:t>
                      </a:r>
                      <a:r>
                        <a:rPr lang="en-US" sz="1200">
                          <a:effectLst/>
                        </a:rPr>
                        <a:t>+</a:t>
                      </a:r>
                      <a:r>
                        <a:rPr lang="zh-CN" sz="1200">
                          <a:effectLst/>
                        </a:rPr>
                        <a:t>数字</a:t>
                      </a:r>
                      <a:r>
                        <a:rPr lang="en-US" sz="1200">
                          <a:effectLst/>
                        </a:rPr>
                        <a:t>+</a:t>
                      </a:r>
                      <a:endParaRPr lang="zh-CN" sz="1200">
                        <a:effectLst/>
                      </a:endParaRPr>
                    </a:p>
                    <a:p>
                      <a:pPr algn="ctr">
                        <a:spcBef>
                          <a:spcPts val="300"/>
                        </a:spcBef>
                        <a:spcAft>
                          <a:spcPts val="300"/>
                        </a:spcAft>
                      </a:pPr>
                      <a:r>
                        <a:rPr lang="zh-CN" sz="1200">
                          <a:effectLst/>
                        </a:rPr>
                        <a:t>下画线</a:t>
                      </a:r>
                    </a:p>
                  </a:txBody>
                  <a:tcPr marL="26540" marR="26540" marT="0" marB="0" anchor="ctr"/>
                </a:tc>
                <a:tc>
                  <a:txBody>
                    <a:bodyPr/>
                    <a:lstStyle/>
                    <a:p>
                      <a:pPr algn="ctr">
                        <a:spcBef>
                          <a:spcPts val="300"/>
                        </a:spcBef>
                        <a:spcAft>
                          <a:spcPts val="300"/>
                        </a:spcAft>
                      </a:pPr>
                      <a:r>
                        <a:rPr lang="en-US" sz="1200">
                          <a:effectLst/>
                        </a:rPr>
                        <a:t>A03</a:t>
                      </a:r>
                    </a:p>
                  </a:txBody>
                  <a:tcPr marL="26540" marR="26540" marT="0" marB="0" anchor="ctr"/>
                </a:tc>
                <a:tc>
                  <a:txBody>
                    <a:bodyPr/>
                    <a:lstStyle/>
                    <a:p>
                      <a:pPr algn="ctr">
                        <a:spcBef>
                          <a:spcPts val="300"/>
                        </a:spcBef>
                        <a:spcAft>
                          <a:spcPts val="300"/>
                        </a:spcAft>
                      </a:pPr>
                      <a:r>
                        <a:rPr lang="zh-CN" sz="1200">
                          <a:effectLst/>
                        </a:rPr>
                        <a:t>汉字</a:t>
                      </a:r>
                    </a:p>
                  </a:txBody>
                  <a:tcPr marL="26540" marR="26540" marT="0" marB="0" anchor="ctr"/>
                </a:tc>
                <a:tc>
                  <a:txBody>
                    <a:bodyPr/>
                    <a:lstStyle/>
                    <a:p>
                      <a:pPr algn="ctr">
                        <a:spcBef>
                          <a:spcPts val="300"/>
                        </a:spcBef>
                        <a:spcAft>
                          <a:spcPts val="300"/>
                        </a:spcAft>
                      </a:pPr>
                      <a:r>
                        <a:rPr lang="en-US" sz="1200">
                          <a:effectLst/>
                        </a:rPr>
                        <a:t>B05</a:t>
                      </a:r>
                    </a:p>
                  </a:txBody>
                  <a:tcPr marL="26540" marR="26540" marT="0" marB="0" anchor="ctr"/>
                </a:tc>
                <a:extLst>
                  <a:ext uri="{0D108BD9-81ED-4DB2-BD59-A6C34878D82A}">
                    <a16:rowId xmlns:a16="http://schemas.microsoft.com/office/drawing/2014/main" val="10005"/>
                  </a:ext>
                </a:extLst>
              </a:tr>
              <a:tr h="221933">
                <a:tc vMerge="1">
                  <a:txBody>
                    <a:bodyPr/>
                    <a:lstStyle/>
                    <a:p>
                      <a:endParaRPr lang="zh-CN"/>
                    </a:p>
                  </a:txBody>
                  <a:tcPr/>
                </a:tc>
                <a:tc rowSpan="4">
                  <a:txBody>
                    <a:bodyPr/>
                    <a:lstStyle/>
                    <a:p>
                      <a:pPr algn="ctr">
                        <a:spcBef>
                          <a:spcPts val="300"/>
                        </a:spcBef>
                        <a:spcAft>
                          <a:spcPts val="300"/>
                        </a:spcAft>
                      </a:pPr>
                      <a:r>
                        <a:rPr lang="zh-CN" sz="1200">
                          <a:effectLst/>
                        </a:rPr>
                        <a:t>格式需求</a:t>
                      </a:r>
                    </a:p>
                  </a:txBody>
                  <a:tcPr marL="26540" marR="26540" marT="0" marB="0" anchor="ctr"/>
                </a:tc>
                <a:tc rowSpan="2">
                  <a:txBody>
                    <a:bodyPr/>
                    <a:lstStyle/>
                    <a:p>
                      <a:pPr algn="ctr">
                        <a:spcBef>
                          <a:spcPts val="300"/>
                        </a:spcBef>
                        <a:spcAft>
                          <a:spcPts val="300"/>
                        </a:spcAft>
                      </a:pPr>
                      <a:r>
                        <a:rPr lang="zh-CN" sz="1200">
                          <a:effectLst/>
                        </a:rPr>
                        <a:t>以字母开头</a:t>
                      </a:r>
                    </a:p>
                  </a:txBody>
                  <a:tcPr marL="26540" marR="26540" marT="0" marB="0" anchor="ctr"/>
                </a:tc>
                <a:tc rowSpan="2">
                  <a:txBody>
                    <a:bodyPr/>
                    <a:lstStyle/>
                    <a:p>
                      <a:pPr algn="ctr">
                        <a:spcBef>
                          <a:spcPts val="300"/>
                        </a:spcBef>
                        <a:spcAft>
                          <a:spcPts val="300"/>
                        </a:spcAft>
                      </a:pPr>
                      <a:r>
                        <a:rPr lang="zh-CN" sz="1200">
                          <a:effectLst/>
                        </a:rPr>
                        <a:t>以字母开头</a:t>
                      </a:r>
                    </a:p>
                  </a:txBody>
                  <a:tcPr marL="26540" marR="26540" marT="0" marB="0" anchor="ctr"/>
                </a:tc>
                <a:tc rowSpan="2">
                  <a:txBody>
                    <a:bodyPr/>
                    <a:lstStyle/>
                    <a:p>
                      <a:pPr algn="ctr">
                        <a:spcBef>
                          <a:spcPts val="300"/>
                        </a:spcBef>
                        <a:spcAft>
                          <a:spcPts val="300"/>
                        </a:spcAft>
                      </a:pPr>
                      <a:r>
                        <a:rPr lang="en-US" sz="1200">
                          <a:effectLst/>
                        </a:rPr>
                        <a:t>A04</a:t>
                      </a:r>
                    </a:p>
                  </a:txBody>
                  <a:tcPr marL="26540" marR="26540" marT="0" marB="0" anchor="ctr"/>
                </a:tc>
                <a:tc>
                  <a:txBody>
                    <a:bodyPr/>
                    <a:lstStyle/>
                    <a:p>
                      <a:pPr algn="ctr">
                        <a:spcBef>
                          <a:spcPts val="300"/>
                        </a:spcBef>
                        <a:spcAft>
                          <a:spcPts val="300"/>
                        </a:spcAft>
                      </a:pPr>
                      <a:r>
                        <a:rPr lang="zh-CN" sz="1200">
                          <a:effectLst/>
                        </a:rPr>
                        <a:t>数字开头</a:t>
                      </a:r>
                    </a:p>
                  </a:txBody>
                  <a:tcPr marL="26540" marR="26540" marT="0" marB="0" anchor="ctr"/>
                </a:tc>
                <a:tc>
                  <a:txBody>
                    <a:bodyPr/>
                    <a:lstStyle/>
                    <a:p>
                      <a:pPr algn="ctr">
                        <a:spcBef>
                          <a:spcPts val="300"/>
                        </a:spcBef>
                        <a:spcAft>
                          <a:spcPts val="300"/>
                        </a:spcAft>
                      </a:pPr>
                      <a:r>
                        <a:rPr lang="en-US" sz="1200">
                          <a:effectLst/>
                        </a:rPr>
                        <a:t>B06</a:t>
                      </a:r>
                    </a:p>
                  </a:txBody>
                  <a:tcPr marL="26540" marR="26540" marT="0" marB="0" anchor="ctr"/>
                </a:tc>
                <a:extLst>
                  <a:ext uri="{0D108BD9-81ED-4DB2-BD59-A6C34878D82A}">
                    <a16:rowId xmlns:a16="http://schemas.microsoft.com/office/drawing/2014/main" val="10006"/>
                  </a:ext>
                </a:extLst>
              </a:tr>
              <a:tr h="422910">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pPr algn="ctr">
                        <a:spcBef>
                          <a:spcPts val="300"/>
                        </a:spcBef>
                        <a:spcAft>
                          <a:spcPts val="300"/>
                        </a:spcAft>
                      </a:pPr>
                      <a:r>
                        <a:rPr lang="zh-CN" sz="1200">
                          <a:effectLst/>
                        </a:rPr>
                        <a:t>以下画线</a:t>
                      </a:r>
                    </a:p>
                    <a:p>
                      <a:pPr algn="ctr">
                        <a:spcBef>
                          <a:spcPts val="300"/>
                        </a:spcBef>
                        <a:spcAft>
                          <a:spcPts val="300"/>
                        </a:spcAft>
                      </a:pPr>
                      <a:r>
                        <a:rPr lang="zh-CN" sz="1200">
                          <a:effectLst/>
                        </a:rPr>
                        <a:t>开头</a:t>
                      </a:r>
                    </a:p>
                  </a:txBody>
                  <a:tcPr marL="26540" marR="26540" marT="0" marB="0" anchor="ctr"/>
                </a:tc>
                <a:tc>
                  <a:txBody>
                    <a:bodyPr/>
                    <a:lstStyle/>
                    <a:p>
                      <a:pPr algn="ctr">
                        <a:spcBef>
                          <a:spcPts val="300"/>
                        </a:spcBef>
                        <a:spcAft>
                          <a:spcPts val="300"/>
                        </a:spcAft>
                      </a:pPr>
                      <a:r>
                        <a:rPr lang="en-US" sz="1200">
                          <a:effectLst/>
                        </a:rPr>
                        <a:t>B07</a:t>
                      </a:r>
                    </a:p>
                  </a:txBody>
                  <a:tcPr marL="26540" marR="26540" marT="0" marB="0" anchor="ctr"/>
                </a:tc>
                <a:extLst>
                  <a:ext uri="{0D108BD9-81ED-4DB2-BD59-A6C34878D82A}">
                    <a16:rowId xmlns:a16="http://schemas.microsoft.com/office/drawing/2014/main" val="10007"/>
                  </a:ext>
                </a:extLst>
              </a:tr>
              <a:tr h="182880">
                <a:tc vMerge="1">
                  <a:txBody>
                    <a:bodyPr/>
                    <a:lstStyle/>
                    <a:p>
                      <a:endParaRPr lang="zh-CN"/>
                    </a:p>
                  </a:txBody>
                  <a:tcPr/>
                </a:tc>
                <a:tc vMerge="1">
                  <a:txBody>
                    <a:bodyPr/>
                    <a:lstStyle/>
                    <a:p>
                      <a:endParaRPr lang="zh-CN"/>
                    </a:p>
                  </a:txBody>
                  <a:tcPr/>
                </a:tc>
                <a:tc rowSpan="2">
                  <a:txBody>
                    <a:bodyPr/>
                    <a:lstStyle/>
                    <a:p>
                      <a:pPr algn="ctr">
                        <a:spcBef>
                          <a:spcPts val="300"/>
                        </a:spcBef>
                        <a:spcAft>
                          <a:spcPts val="300"/>
                        </a:spcAft>
                      </a:pPr>
                      <a:r>
                        <a:rPr lang="zh-CN" sz="1200">
                          <a:effectLst/>
                        </a:rPr>
                        <a:t>以字母或数字结尾</a:t>
                      </a:r>
                    </a:p>
                  </a:txBody>
                  <a:tcPr marL="26540" marR="26540" marT="0" marB="0" anchor="ctr"/>
                </a:tc>
                <a:tc>
                  <a:txBody>
                    <a:bodyPr/>
                    <a:lstStyle/>
                    <a:p>
                      <a:pPr algn="ctr">
                        <a:spcBef>
                          <a:spcPts val="300"/>
                        </a:spcBef>
                        <a:spcAft>
                          <a:spcPts val="300"/>
                        </a:spcAft>
                      </a:pPr>
                      <a:r>
                        <a:rPr lang="zh-CN" sz="1200">
                          <a:effectLst/>
                        </a:rPr>
                        <a:t>以字母结尾</a:t>
                      </a:r>
                    </a:p>
                  </a:txBody>
                  <a:tcPr marL="26540" marR="26540" marT="0" marB="0" anchor="ctr"/>
                </a:tc>
                <a:tc>
                  <a:txBody>
                    <a:bodyPr/>
                    <a:lstStyle/>
                    <a:p>
                      <a:pPr algn="ctr">
                        <a:spcBef>
                          <a:spcPts val="300"/>
                        </a:spcBef>
                        <a:spcAft>
                          <a:spcPts val="300"/>
                        </a:spcAft>
                      </a:pPr>
                      <a:r>
                        <a:rPr lang="en-US" sz="1200">
                          <a:effectLst/>
                        </a:rPr>
                        <a:t>A05</a:t>
                      </a:r>
                    </a:p>
                  </a:txBody>
                  <a:tcPr marL="26540" marR="26540" marT="0" marB="0" anchor="ctr"/>
                </a:tc>
                <a:tc rowSpan="2">
                  <a:txBody>
                    <a:bodyPr/>
                    <a:lstStyle/>
                    <a:p>
                      <a:pPr algn="ctr">
                        <a:spcBef>
                          <a:spcPts val="300"/>
                        </a:spcBef>
                        <a:spcAft>
                          <a:spcPts val="300"/>
                        </a:spcAft>
                      </a:pPr>
                      <a:r>
                        <a:rPr lang="zh-CN" sz="1200">
                          <a:effectLst/>
                        </a:rPr>
                        <a:t>以下画线</a:t>
                      </a:r>
                    </a:p>
                    <a:p>
                      <a:pPr algn="ctr">
                        <a:spcBef>
                          <a:spcPts val="300"/>
                        </a:spcBef>
                        <a:spcAft>
                          <a:spcPts val="300"/>
                        </a:spcAft>
                      </a:pPr>
                      <a:r>
                        <a:rPr lang="zh-CN" sz="1200">
                          <a:effectLst/>
                        </a:rPr>
                        <a:t>结尾</a:t>
                      </a:r>
                    </a:p>
                  </a:txBody>
                  <a:tcPr marL="26540" marR="26540" marT="0" marB="0" anchor="ctr"/>
                </a:tc>
                <a:tc rowSpan="2">
                  <a:txBody>
                    <a:bodyPr/>
                    <a:lstStyle/>
                    <a:p>
                      <a:pPr algn="ctr">
                        <a:spcBef>
                          <a:spcPts val="300"/>
                        </a:spcBef>
                        <a:spcAft>
                          <a:spcPts val="300"/>
                        </a:spcAft>
                      </a:pPr>
                      <a:r>
                        <a:rPr lang="en-US" sz="1200">
                          <a:effectLst/>
                        </a:rPr>
                        <a:t>B08</a:t>
                      </a:r>
                    </a:p>
                  </a:txBody>
                  <a:tcPr marL="26540" marR="26540" marT="0" marB="0" anchor="ctr"/>
                </a:tc>
                <a:extLst>
                  <a:ext uri="{0D108BD9-81ED-4DB2-BD59-A6C34878D82A}">
                    <a16:rowId xmlns:a16="http://schemas.microsoft.com/office/drawing/2014/main" val="10008"/>
                  </a:ext>
                </a:extLst>
              </a:tr>
              <a:tr h="308134">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pPr algn="ctr">
                        <a:spcBef>
                          <a:spcPts val="300"/>
                        </a:spcBef>
                        <a:spcAft>
                          <a:spcPts val="300"/>
                        </a:spcAft>
                      </a:pPr>
                      <a:r>
                        <a:rPr lang="zh-CN" sz="1200">
                          <a:effectLst/>
                        </a:rPr>
                        <a:t>以数字结尾</a:t>
                      </a:r>
                    </a:p>
                  </a:txBody>
                  <a:tcPr marL="26540" marR="26540" marT="0" marB="0" anchor="ctr"/>
                </a:tc>
                <a:tc>
                  <a:txBody>
                    <a:bodyPr/>
                    <a:lstStyle/>
                    <a:p>
                      <a:pPr algn="ctr">
                        <a:spcBef>
                          <a:spcPts val="300"/>
                        </a:spcBef>
                        <a:spcAft>
                          <a:spcPts val="300"/>
                        </a:spcAft>
                      </a:pPr>
                      <a:r>
                        <a:rPr lang="en-US" sz="1200">
                          <a:effectLst/>
                        </a:rPr>
                        <a:t>A06</a:t>
                      </a:r>
                    </a:p>
                  </a:txBody>
                  <a:tcPr marL="26540" marR="26540" marT="0" marB="0" anchor="ctr"/>
                </a:tc>
                <a:tc vMerge="1">
                  <a:txBody>
                    <a:bodyPr/>
                    <a:lstStyle/>
                    <a:p>
                      <a:endParaRPr lang="zh-CN"/>
                    </a:p>
                  </a:txBody>
                  <a:tcPr/>
                </a:tc>
                <a:tc vMerge="1">
                  <a:txBody>
                    <a:bodyPr/>
                    <a:lstStyle/>
                    <a:p>
                      <a:endParaRPr lang="zh-CN"/>
                    </a:p>
                  </a:txBody>
                  <a:tcPr/>
                </a:tc>
                <a:extLst>
                  <a:ext uri="{0D108BD9-81ED-4DB2-BD59-A6C34878D82A}">
                    <a16:rowId xmlns:a16="http://schemas.microsoft.com/office/drawing/2014/main" val="10009"/>
                  </a:ext>
                </a:extLst>
              </a:tr>
              <a:tr h="222885">
                <a:tc>
                  <a:txBody>
                    <a:bodyPr/>
                    <a:lstStyle/>
                    <a:p>
                      <a:pPr algn="ctr">
                        <a:spcBef>
                          <a:spcPts val="300"/>
                        </a:spcBef>
                        <a:spcAft>
                          <a:spcPts val="300"/>
                        </a:spcAft>
                      </a:pPr>
                      <a:r>
                        <a:rPr lang="zh-CN" sz="1200">
                          <a:solidFill>
                            <a:schemeClr val="bg1"/>
                          </a:solidFill>
                          <a:effectLst/>
                        </a:rPr>
                        <a:t>密码</a:t>
                      </a:r>
                    </a:p>
                  </a:txBody>
                  <a:tcPr marL="26540" marR="26540" marT="0" marB="0" anchor="ctr"/>
                </a:tc>
                <a:tc>
                  <a:txBody>
                    <a:bodyPr/>
                    <a:lstStyle/>
                    <a:p>
                      <a:pPr algn="ctr">
                        <a:spcBef>
                          <a:spcPts val="300"/>
                        </a:spcBef>
                        <a:spcAft>
                          <a:spcPts val="300"/>
                        </a:spcAft>
                      </a:pPr>
                      <a:r>
                        <a:rPr lang="zh-CN" sz="1200">
                          <a:effectLst/>
                        </a:rPr>
                        <a:t>非空要求</a:t>
                      </a:r>
                    </a:p>
                  </a:txBody>
                  <a:tcPr marL="26540" marR="26540" marT="0" marB="0" anchor="ctr"/>
                </a:tc>
                <a:tc>
                  <a:txBody>
                    <a:bodyPr/>
                    <a:lstStyle/>
                    <a:p>
                      <a:pPr algn="ctr">
                        <a:spcBef>
                          <a:spcPts val="300"/>
                        </a:spcBef>
                        <a:spcAft>
                          <a:spcPts val="300"/>
                        </a:spcAft>
                      </a:pPr>
                      <a:r>
                        <a:rPr lang="zh-CN" sz="1200">
                          <a:effectLst/>
                        </a:rPr>
                        <a:t>不能为空</a:t>
                      </a:r>
                    </a:p>
                  </a:txBody>
                  <a:tcPr marL="26540" marR="26540" marT="0" marB="0" anchor="ctr"/>
                </a:tc>
                <a:tc>
                  <a:txBody>
                    <a:bodyPr/>
                    <a:lstStyle/>
                    <a:p>
                      <a:pPr algn="ctr">
                        <a:spcBef>
                          <a:spcPts val="300"/>
                        </a:spcBef>
                        <a:spcAft>
                          <a:spcPts val="300"/>
                        </a:spcAft>
                      </a:pPr>
                      <a:r>
                        <a:rPr lang="zh-CN" sz="1200">
                          <a:effectLst/>
                        </a:rPr>
                        <a:t>非空</a:t>
                      </a:r>
                    </a:p>
                  </a:txBody>
                  <a:tcPr marL="26540" marR="26540" marT="0" marB="0" anchor="ctr"/>
                </a:tc>
                <a:tc>
                  <a:txBody>
                    <a:bodyPr/>
                    <a:lstStyle/>
                    <a:p>
                      <a:pPr algn="ctr">
                        <a:spcBef>
                          <a:spcPts val="300"/>
                        </a:spcBef>
                        <a:spcAft>
                          <a:spcPts val="300"/>
                        </a:spcAft>
                      </a:pPr>
                      <a:r>
                        <a:rPr lang="en-US" sz="1200">
                          <a:effectLst/>
                        </a:rPr>
                        <a:t>A07</a:t>
                      </a:r>
                    </a:p>
                  </a:txBody>
                  <a:tcPr marL="26540" marR="26540" marT="0" marB="0" anchor="ctr"/>
                </a:tc>
                <a:tc>
                  <a:txBody>
                    <a:bodyPr/>
                    <a:lstStyle/>
                    <a:p>
                      <a:pPr algn="ctr">
                        <a:spcBef>
                          <a:spcPts val="300"/>
                        </a:spcBef>
                        <a:spcAft>
                          <a:spcPts val="300"/>
                        </a:spcAft>
                      </a:pPr>
                      <a:r>
                        <a:rPr lang="zh-CN" sz="1200">
                          <a:effectLst/>
                        </a:rPr>
                        <a:t>空</a:t>
                      </a:r>
                    </a:p>
                  </a:txBody>
                  <a:tcPr marL="26540" marR="26540" marT="0" marB="0" anchor="ctr"/>
                </a:tc>
                <a:tc>
                  <a:txBody>
                    <a:bodyPr/>
                    <a:lstStyle/>
                    <a:p>
                      <a:pPr algn="ctr">
                        <a:spcBef>
                          <a:spcPts val="300"/>
                        </a:spcBef>
                        <a:spcAft>
                          <a:spcPts val="300"/>
                        </a:spcAft>
                      </a:pPr>
                      <a:r>
                        <a:rPr lang="en-US" sz="1200">
                          <a:effectLst/>
                        </a:rPr>
                        <a:t>B09</a:t>
                      </a:r>
                    </a:p>
                  </a:txBody>
                  <a:tcPr marL="26540" marR="26540" marT="0" marB="0" anchor="ctr"/>
                </a:tc>
                <a:extLst>
                  <a:ext uri="{0D108BD9-81ED-4DB2-BD59-A6C34878D82A}">
                    <a16:rowId xmlns:a16="http://schemas.microsoft.com/office/drawing/2014/main" val="10010"/>
                  </a:ext>
                </a:extLst>
              </a:tr>
              <a:tr h="230981">
                <a:tc>
                  <a:txBody>
                    <a:bodyPr/>
                    <a:lstStyle/>
                    <a:p>
                      <a:pPr algn="ctr">
                        <a:spcBef>
                          <a:spcPts val="300"/>
                        </a:spcBef>
                        <a:spcAft>
                          <a:spcPts val="300"/>
                        </a:spcAft>
                      </a:pPr>
                      <a:r>
                        <a:rPr lang="zh-CN" sz="1200" spc="-10">
                          <a:solidFill>
                            <a:schemeClr val="bg1"/>
                          </a:solidFill>
                          <a:effectLst/>
                        </a:rPr>
                        <a:t>确认密码</a:t>
                      </a:r>
                    </a:p>
                  </a:txBody>
                  <a:tcPr marL="26540" marR="26540" marT="0" marB="0" anchor="ctr"/>
                </a:tc>
                <a:tc>
                  <a:txBody>
                    <a:bodyPr/>
                    <a:lstStyle/>
                    <a:p>
                      <a:pPr algn="ctr">
                        <a:spcBef>
                          <a:spcPts val="300"/>
                        </a:spcBef>
                        <a:spcAft>
                          <a:spcPts val="300"/>
                        </a:spcAft>
                      </a:pPr>
                      <a:r>
                        <a:rPr lang="zh-CN" sz="1200" spc="-10">
                          <a:effectLst/>
                        </a:rPr>
                        <a:t>一致性要求</a:t>
                      </a:r>
                    </a:p>
                  </a:txBody>
                  <a:tcPr marL="26540" marR="26540" marT="0" marB="0" anchor="ctr"/>
                </a:tc>
                <a:tc>
                  <a:txBody>
                    <a:bodyPr/>
                    <a:lstStyle/>
                    <a:p>
                      <a:pPr algn="ctr">
                        <a:spcBef>
                          <a:spcPts val="300"/>
                        </a:spcBef>
                        <a:spcAft>
                          <a:spcPts val="300"/>
                        </a:spcAft>
                      </a:pPr>
                      <a:r>
                        <a:rPr lang="zh-CN" sz="1200">
                          <a:effectLst/>
                        </a:rPr>
                        <a:t>与密码一致</a:t>
                      </a:r>
                    </a:p>
                  </a:txBody>
                  <a:tcPr marL="26540" marR="26540" marT="0" marB="0" anchor="ctr"/>
                </a:tc>
                <a:tc>
                  <a:txBody>
                    <a:bodyPr/>
                    <a:lstStyle/>
                    <a:p>
                      <a:pPr algn="ctr">
                        <a:spcBef>
                          <a:spcPts val="300"/>
                        </a:spcBef>
                        <a:spcAft>
                          <a:spcPts val="300"/>
                        </a:spcAft>
                      </a:pPr>
                      <a:r>
                        <a:rPr lang="zh-CN" sz="1200">
                          <a:effectLst/>
                        </a:rPr>
                        <a:t>一致</a:t>
                      </a:r>
                    </a:p>
                  </a:txBody>
                  <a:tcPr marL="26540" marR="26540" marT="0" marB="0" anchor="ctr"/>
                </a:tc>
                <a:tc>
                  <a:txBody>
                    <a:bodyPr/>
                    <a:lstStyle/>
                    <a:p>
                      <a:pPr algn="ctr">
                        <a:spcBef>
                          <a:spcPts val="300"/>
                        </a:spcBef>
                        <a:spcAft>
                          <a:spcPts val="300"/>
                        </a:spcAft>
                      </a:pPr>
                      <a:r>
                        <a:rPr lang="en-US" sz="1200">
                          <a:effectLst/>
                        </a:rPr>
                        <a:t>A08</a:t>
                      </a:r>
                    </a:p>
                  </a:txBody>
                  <a:tcPr marL="26540" marR="26540" marT="0" marB="0" anchor="ctr"/>
                </a:tc>
                <a:tc>
                  <a:txBody>
                    <a:bodyPr/>
                    <a:lstStyle/>
                    <a:p>
                      <a:pPr algn="ctr">
                        <a:spcBef>
                          <a:spcPts val="300"/>
                        </a:spcBef>
                        <a:spcAft>
                          <a:spcPts val="300"/>
                        </a:spcAft>
                      </a:pPr>
                      <a:r>
                        <a:rPr lang="zh-CN" sz="1200">
                          <a:effectLst/>
                        </a:rPr>
                        <a:t>不一致</a:t>
                      </a:r>
                    </a:p>
                  </a:txBody>
                  <a:tcPr marL="26540" marR="26540" marT="0" marB="0" anchor="ctr"/>
                </a:tc>
                <a:tc>
                  <a:txBody>
                    <a:bodyPr/>
                    <a:lstStyle/>
                    <a:p>
                      <a:pPr algn="ctr">
                        <a:spcBef>
                          <a:spcPts val="300"/>
                        </a:spcBef>
                        <a:spcAft>
                          <a:spcPts val="300"/>
                        </a:spcAft>
                      </a:pPr>
                      <a:r>
                        <a:rPr lang="en-US" sz="1200" dirty="0">
                          <a:effectLst/>
                        </a:rPr>
                        <a:t>B10</a:t>
                      </a:r>
                    </a:p>
                  </a:txBody>
                  <a:tcPr marL="26540" marR="26540" marT="0" marB="0" anchor="ctr"/>
                </a:tc>
                <a:extLst>
                  <a:ext uri="{0D108BD9-81ED-4DB2-BD59-A6C34878D82A}">
                    <a16:rowId xmlns:a16="http://schemas.microsoft.com/office/drawing/2014/main" val="10011"/>
                  </a:ext>
                </a:extLst>
              </a:tr>
            </a:tbl>
          </a:graphicData>
        </a:graphic>
      </p:graphicFrame>
      <p:sp>
        <p:nvSpPr>
          <p:cNvPr id="2" name="日期占位符 1"/>
          <p:cNvSpPr>
            <a:spLocks noGrp="1"/>
          </p:cNvSpPr>
          <p:nvPr>
            <p:ph type="dt" sz="half" idx="10"/>
          </p:nvPr>
        </p:nvSpPr>
        <p:spPr/>
        <p:txBody>
          <a:bodyPr/>
          <a:lstStyle/>
          <a:p>
            <a:fld id="{760FBDFE-C587-4B4C-A407-44438C67B59E}" type="datetime1">
              <a:rPr lang="zh-CN" altLang="en-US" smtClean="0"/>
              <a:t>2024/3/12</a:t>
            </a:fld>
            <a:endParaRPr lang="zh-CN" altLang="en-US"/>
          </a:p>
        </p:txBody>
      </p:sp>
      <p:sp>
        <p:nvSpPr>
          <p:cNvPr id="5" name="灯片编号占位符 4"/>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fld id="{49AE70B2-8BF9-45C0-BB95-33D1B9D3A854}" type="slidenum">
              <a:rPr lang="zh-CN" altLang="en-US" smtClean="0"/>
              <a:pPr/>
              <a:t>114</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p14:vortex dir="r"/>
      </p:transition>
    </mc:Choice>
    <mc:Fallback xmlns="">
      <p:transition>
        <p:fade/>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内容占位符 2"/>
          <p:cNvSpPr>
            <a:spLocks noGrp="1"/>
          </p:cNvSpPr>
          <p:nvPr>
            <p:ph idx="1"/>
            <p:custDataLst>
              <p:tags r:id="rId1"/>
            </p:custDataLst>
          </p:nvPr>
        </p:nvSpPr>
        <p:spPr>
          <a:xfrm>
            <a:off x="1614488" y="239554"/>
            <a:ext cx="5915025" cy="4873943"/>
          </a:xfrm>
        </p:spPr>
        <p:txBody>
          <a:bodyPr>
            <a:noAutofit/>
          </a:bodyPr>
          <a:lstStyle/>
          <a:p>
            <a:pPr marL="0" indent="0" algn="just">
              <a:buNone/>
            </a:pPr>
            <a:r>
              <a:rPr lang="zh-CN" altLang="zh-CN" sz="1500" b="1" dirty="0">
                <a:solidFill>
                  <a:schemeClr val="dk1"/>
                </a:solidFill>
              </a:rPr>
              <a:t>采用等价类设计的</a:t>
            </a:r>
            <a:r>
              <a:rPr lang="en-US" altLang="zh-CN" sz="1500" b="1" dirty="0">
                <a:solidFill>
                  <a:schemeClr val="dk1"/>
                </a:solidFill>
              </a:rPr>
              <a:t>3</a:t>
            </a:r>
            <a:r>
              <a:rPr lang="zh-CN" altLang="zh-CN" sz="1500" b="1" dirty="0">
                <a:solidFill>
                  <a:schemeClr val="dk1"/>
                </a:solidFill>
              </a:rPr>
              <a:t>条原则，可抽取有效测试用例如下：</a:t>
            </a:r>
          </a:p>
          <a:p>
            <a:pPr marL="0" indent="0" algn="just">
              <a:buNone/>
            </a:pPr>
            <a:r>
              <a:rPr lang="zh-CN" altLang="zh-CN" sz="1200" dirty="0">
                <a:solidFill>
                  <a:schemeClr val="dk1"/>
                </a:solidFill>
              </a:rPr>
              <a:t>（</a:t>
            </a:r>
            <a:r>
              <a:rPr lang="en-US" altLang="zh-CN" sz="1200" dirty="0">
                <a:solidFill>
                  <a:schemeClr val="dk1"/>
                </a:solidFill>
              </a:rPr>
              <a:t>1</a:t>
            </a:r>
            <a:r>
              <a:rPr lang="zh-CN" altLang="zh-CN" sz="1200" dirty="0">
                <a:solidFill>
                  <a:schemeClr val="dk1"/>
                </a:solidFill>
              </a:rPr>
              <a:t>）</a:t>
            </a:r>
            <a:r>
              <a:rPr lang="en-US" altLang="zh-CN" sz="1200" dirty="0">
                <a:solidFill>
                  <a:schemeClr val="dk1"/>
                </a:solidFill>
              </a:rPr>
              <a:t>A01A02A04A05A07A08</a:t>
            </a:r>
            <a:endParaRPr lang="zh-CN" altLang="zh-CN" sz="1200" dirty="0">
              <a:solidFill>
                <a:schemeClr val="dk1"/>
              </a:solidFill>
            </a:endParaRPr>
          </a:p>
          <a:p>
            <a:pPr marL="0" indent="0" algn="just">
              <a:buNone/>
            </a:pPr>
            <a:r>
              <a:rPr lang="zh-CN" altLang="zh-CN" sz="1200" dirty="0">
                <a:solidFill>
                  <a:schemeClr val="dk1"/>
                </a:solidFill>
              </a:rPr>
              <a:t>（</a:t>
            </a:r>
            <a:r>
              <a:rPr lang="en-US" altLang="zh-CN" sz="1200" dirty="0">
                <a:solidFill>
                  <a:schemeClr val="dk1"/>
                </a:solidFill>
              </a:rPr>
              <a:t>2</a:t>
            </a:r>
            <a:r>
              <a:rPr lang="zh-CN" altLang="zh-CN" sz="1200" dirty="0">
                <a:solidFill>
                  <a:schemeClr val="dk1"/>
                </a:solidFill>
              </a:rPr>
              <a:t>）</a:t>
            </a:r>
            <a:r>
              <a:rPr lang="en-US" altLang="zh-CN" sz="1200" dirty="0">
                <a:solidFill>
                  <a:schemeClr val="dk1"/>
                </a:solidFill>
              </a:rPr>
              <a:t>A01A03A04A05A07A08</a:t>
            </a:r>
            <a:endParaRPr lang="zh-CN" altLang="zh-CN" sz="1200" dirty="0">
              <a:solidFill>
                <a:schemeClr val="dk1"/>
              </a:solidFill>
            </a:endParaRPr>
          </a:p>
          <a:p>
            <a:pPr marL="0" indent="0" algn="just">
              <a:buNone/>
            </a:pPr>
            <a:r>
              <a:rPr lang="zh-CN" altLang="zh-CN" sz="1200" dirty="0">
                <a:solidFill>
                  <a:schemeClr val="dk1"/>
                </a:solidFill>
              </a:rPr>
              <a:t>（</a:t>
            </a:r>
            <a:r>
              <a:rPr lang="en-US" altLang="zh-CN" sz="1200" dirty="0">
                <a:solidFill>
                  <a:schemeClr val="dk1"/>
                </a:solidFill>
              </a:rPr>
              <a:t>3</a:t>
            </a:r>
            <a:r>
              <a:rPr lang="zh-CN" altLang="zh-CN" sz="1200" dirty="0">
                <a:solidFill>
                  <a:schemeClr val="dk1"/>
                </a:solidFill>
              </a:rPr>
              <a:t>）</a:t>
            </a:r>
            <a:r>
              <a:rPr lang="en-US" altLang="zh-CN" sz="1200" dirty="0">
                <a:solidFill>
                  <a:schemeClr val="dk1"/>
                </a:solidFill>
              </a:rPr>
              <a:t>A01A03A04A06A07A08</a:t>
            </a:r>
            <a:endParaRPr lang="zh-CN" altLang="zh-CN" sz="1200" dirty="0">
              <a:solidFill>
                <a:schemeClr val="dk1"/>
              </a:solidFill>
            </a:endParaRPr>
          </a:p>
          <a:p>
            <a:pPr marL="0" indent="0" algn="just">
              <a:buNone/>
            </a:pPr>
            <a:r>
              <a:rPr lang="zh-CN" altLang="zh-CN" sz="1500" b="1" dirty="0">
                <a:solidFill>
                  <a:schemeClr val="dk1"/>
                </a:solidFill>
              </a:rPr>
              <a:t>无效测试用例如下：</a:t>
            </a:r>
          </a:p>
          <a:p>
            <a:pPr marL="0" indent="0" algn="just">
              <a:lnSpc>
                <a:spcPct val="90000"/>
              </a:lnSpc>
              <a:buNone/>
            </a:pPr>
            <a:r>
              <a:rPr lang="zh-CN" altLang="zh-CN" sz="1200" dirty="0">
                <a:solidFill>
                  <a:schemeClr val="dk1"/>
                </a:solidFill>
              </a:rPr>
              <a:t>（</a:t>
            </a:r>
            <a:r>
              <a:rPr lang="en-US" altLang="zh-CN" sz="1200" dirty="0">
                <a:solidFill>
                  <a:schemeClr val="dk1"/>
                </a:solidFill>
              </a:rPr>
              <a:t>1</a:t>
            </a:r>
            <a:r>
              <a:rPr lang="zh-CN" altLang="zh-CN" sz="1200" dirty="0">
                <a:solidFill>
                  <a:schemeClr val="dk1"/>
                </a:solidFill>
              </a:rPr>
              <a:t>）</a:t>
            </a:r>
            <a:r>
              <a:rPr lang="en-US" altLang="zh-CN" sz="1200" dirty="0">
                <a:solidFill>
                  <a:schemeClr val="dk1"/>
                </a:solidFill>
              </a:rPr>
              <a:t>B01</a:t>
            </a:r>
            <a:endParaRPr lang="zh-CN" altLang="zh-CN" sz="1200" dirty="0">
              <a:solidFill>
                <a:schemeClr val="dk1"/>
              </a:solidFill>
            </a:endParaRPr>
          </a:p>
          <a:p>
            <a:pPr marL="0" indent="0" algn="just">
              <a:lnSpc>
                <a:spcPct val="90000"/>
              </a:lnSpc>
              <a:buNone/>
            </a:pPr>
            <a:r>
              <a:rPr lang="zh-CN" altLang="zh-CN" sz="1200" dirty="0">
                <a:solidFill>
                  <a:schemeClr val="dk1"/>
                </a:solidFill>
              </a:rPr>
              <a:t>（</a:t>
            </a:r>
            <a:r>
              <a:rPr lang="en-US" altLang="zh-CN" sz="1200" dirty="0">
                <a:solidFill>
                  <a:schemeClr val="dk1"/>
                </a:solidFill>
              </a:rPr>
              <a:t>2</a:t>
            </a:r>
            <a:r>
              <a:rPr lang="zh-CN" altLang="zh-CN" sz="1200" dirty="0">
                <a:solidFill>
                  <a:schemeClr val="dk1"/>
                </a:solidFill>
              </a:rPr>
              <a:t>）</a:t>
            </a:r>
            <a:r>
              <a:rPr lang="en-US" altLang="zh-CN" sz="1200" dirty="0">
                <a:solidFill>
                  <a:schemeClr val="dk1"/>
                </a:solidFill>
              </a:rPr>
              <a:t>B02</a:t>
            </a:r>
            <a:endParaRPr lang="zh-CN" altLang="zh-CN" sz="1200" dirty="0">
              <a:solidFill>
                <a:schemeClr val="dk1"/>
              </a:solidFill>
            </a:endParaRPr>
          </a:p>
          <a:p>
            <a:pPr marL="0" indent="0" algn="just">
              <a:lnSpc>
                <a:spcPct val="90000"/>
              </a:lnSpc>
              <a:buNone/>
            </a:pPr>
            <a:r>
              <a:rPr lang="zh-CN" altLang="zh-CN" sz="1200" dirty="0">
                <a:solidFill>
                  <a:schemeClr val="dk1"/>
                </a:solidFill>
              </a:rPr>
              <a:t>（</a:t>
            </a:r>
            <a:r>
              <a:rPr lang="en-US" altLang="zh-CN" sz="1200" dirty="0">
                <a:solidFill>
                  <a:schemeClr val="dk1"/>
                </a:solidFill>
              </a:rPr>
              <a:t>3</a:t>
            </a:r>
            <a:r>
              <a:rPr lang="zh-CN" altLang="zh-CN" sz="1200" dirty="0">
                <a:solidFill>
                  <a:schemeClr val="dk1"/>
                </a:solidFill>
              </a:rPr>
              <a:t>）</a:t>
            </a:r>
            <a:r>
              <a:rPr lang="en-US" altLang="zh-CN" sz="1200" dirty="0">
                <a:solidFill>
                  <a:schemeClr val="dk1"/>
                </a:solidFill>
              </a:rPr>
              <a:t>B03</a:t>
            </a:r>
            <a:endParaRPr lang="zh-CN" altLang="zh-CN" sz="1200" dirty="0">
              <a:solidFill>
                <a:schemeClr val="dk1"/>
              </a:solidFill>
            </a:endParaRPr>
          </a:p>
          <a:p>
            <a:pPr marL="0" indent="0" algn="just">
              <a:lnSpc>
                <a:spcPct val="90000"/>
              </a:lnSpc>
              <a:buNone/>
            </a:pPr>
            <a:r>
              <a:rPr lang="zh-CN" altLang="zh-CN" sz="1200" dirty="0">
                <a:solidFill>
                  <a:schemeClr val="dk1"/>
                </a:solidFill>
              </a:rPr>
              <a:t>（</a:t>
            </a:r>
            <a:r>
              <a:rPr lang="en-US" altLang="zh-CN" sz="1200" dirty="0">
                <a:solidFill>
                  <a:schemeClr val="dk1"/>
                </a:solidFill>
              </a:rPr>
              <a:t>4</a:t>
            </a:r>
            <a:r>
              <a:rPr lang="zh-CN" altLang="zh-CN" sz="1200" dirty="0">
                <a:solidFill>
                  <a:schemeClr val="dk1"/>
                </a:solidFill>
              </a:rPr>
              <a:t>）</a:t>
            </a:r>
            <a:r>
              <a:rPr lang="en-US" altLang="zh-CN" sz="1200" dirty="0">
                <a:solidFill>
                  <a:schemeClr val="dk1"/>
                </a:solidFill>
              </a:rPr>
              <a:t>B04</a:t>
            </a:r>
            <a:endParaRPr lang="zh-CN" altLang="zh-CN" sz="1200" dirty="0">
              <a:solidFill>
                <a:schemeClr val="dk1"/>
              </a:solidFill>
            </a:endParaRPr>
          </a:p>
          <a:p>
            <a:pPr marL="0" indent="0" algn="just">
              <a:lnSpc>
                <a:spcPct val="90000"/>
              </a:lnSpc>
              <a:buNone/>
            </a:pPr>
            <a:r>
              <a:rPr lang="zh-CN" altLang="zh-CN" sz="1200" dirty="0">
                <a:solidFill>
                  <a:schemeClr val="dk1"/>
                </a:solidFill>
              </a:rPr>
              <a:t>（</a:t>
            </a:r>
            <a:r>
              <a:rPr lang="en-US" altLang="zh-CN" sz="1200" dirty="0">
                <a:solidFill>
                  <a:schemeClr val="dk1"/>
                </a:solidFill>
              </a:rPr>
              <a:t>5</a:t>
            </a:r>
            <a:r>
              <a:rPr lang="zh-CN" altLang="zh-CN" sz="1200" dirty="0">
                <a:solidFill>
                  <a:schemeClr val="dk1"/>
                </a:solidFill>
              </a:rPr>
              <a:t>）</a:t>
            </a:r>
            <a:r>
              <a:rPr lang="en-US" altLang="zh-CN" sz="1200" dirty="0">
                <a:solidFill>
                  <a:schemeClr val="dk1"/>
                </a:solidFill>
              </a:rPr>
              <a:t>B05……</a:t>
            </a:r>
            <a:endParaRPr lang="zh-CN" altLang="zh-CN" sz="1200" dirty="0">
              <a:solidFill>
                <a:schemeClr val="dk1"/>
              </a:solidFill>
            </a:endParaRPr>
          </a:p>
          <a:p>
            <a:pPr marL="0" indent="0" algn="just">
              <a:buNone/>
            </a:pPr>
            <a:r>
              <a:rPr lang="zh-CN" altLang="zh-CN" sz="1200" dirty="0">
                <a:solidFill>
                  <a:schemeClr val="dk1"/>
                </a:solidFill>
              </a:rPr>
              <a:t>根据等价类用例设计表提取用例时需注意条件间的互斥关系。例如，如果以字母结尾和数字结尾不可能同时出现，则不可能出现</a:t>
            </a:r>
            <a:r>
              <a:rPr lang="en-US" altLang="zh-CN" sz="1200" dirty="0">
                <a:solidFill>
                  <a:schemeClr val="dk1"/>
                </a:solidFill>
              </a:rPr>
              <a:t>A05A06</a:t>
            </a:r>
            <a:r>
              <a:rPr lang="zh-CN" altLang="zh-CN" sz="1200" dirty="0">
                <a:solidFill>
                  <a:schemeClr val="dk1"/>
                </a:solidFill>
              </a:rPr>
              <a:t>的组合，故</a:t>
            </a:r>
            <a:r>
              <a:rPr lang="en-US" altLang="zh-CN" sz="1200" dirty="0">
                <a:solidFill>
                  <a:schemeClr val="dk1"/>
                </a:solidFill>
              </a:rPr>
              <a:t>126</a:t>
            </a:r>
            <a:r>
              <a:rPr lang="zh-CN" altLang="zh-CN" sz="1200" dirty="0">
                <a:solidFill>
                  <a:schemeClr val="dk1"/>
                </a:solidFill>
              </a:rPr>
              <a:t>邮箱注册功能页面需求描述是错误的。考虑每个条件时，仅考虑自身条件，不可若干条件一起考虑，否则会很凌乱。例如，上例中的组成需求和格式需求，单独考虑各自的有效及无效等价类即可。</a:t>
            </a:r>
          </a:p>
        </p:txBody>
      </p:sp>
      <p:sp>
        <p:nvSpPr>
          <p:cNvPr id="2" name="日期占位符 1"/>
          <p:cNvSpPr>
            <a:spLocks noGrp="1"/>
          </p:cNvSpPr>
          <p:nvPr>
            <p:ph type="dt" sz="half" idx="10"/>
          </p:nvPr>
        </p:nvSpPr>
        <p:spPr/>
        <p:txBody>
          <a:bodyPr/>
          <a:lstStyle/>
          <a:p>
            <a:fld id="{760FBDFE-C587-4B4C-A407-44438C67B59E}" type="datetime1">
              <a:rPr lang="zh-CN" altLang="en-US" smtClean="0"/>
              <a:t>2024/3/12</a:t>
            </a:fld>
            <a:endParaRPr lang="zh-CN" altLang="en-US"/>
          </a:p>
        </p:txBody>
      </p:sp>
      <p:sp>
        <p:nvSpPr>
          <p:cNvPr id="4" name="灯片编号占位符 3"/>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fld id="{49AE70B2-8BF9-45C0-BB95-33D1B9D3A854}" type="slidenum">
              <a:rPr lang="zh-CN" altLang="en-US" smtClean="0"/>
              <a:pPr/>
              <a:t>115</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p14:vortex dir="r"/>
      </p:transition>
    </mc:Choice>
    <mc:Fallback xmlns="">
      <p:transition>
        <p:fade/>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1519714" y="287656"/>
            <a:ext cx="6104573" cy="427196"/>
          </a:xfrm>
        </p:spPr>
        <p:txBody>
          <a:bodyPr>
            <a:noAutofit/>
          </a:bodyPr>
          <a:lstStyle/>
          <a:p>
            <a:r>
              <a:rPr lang="zh-CN" altLang="zh-CN" sz="2100" dirty="0">
                <a:solidFill>
                  <a:schemeClr val="tx1"/>
                </a:solidFill>
              </a:rPr>
              <a:t>细化后的等价类有效用例如</a:t>
            </a:r>
            <a:r>
              <a:rPr lang="zh-CN" altLang="en-US" sz="2100" dirty="0">
                <a:solidFill>
                  <a:schemeClr val="tx1"/>
                </a:solidFill>
              </a:rPr>
              <a:t>下表</a:t>
            </a:r>
            <a:r>
              <a:rPr lang="zh-CN" altLang="zh-CN" sz="2100" dirty="0">
                <a:solidFill>
                  <a:schemeClr val="tx1"/>
                </a:solidFill>
              </a:rPr>
              <a:t>所示</a:t>
            </a:r>
          </a:p>
        </p:txBody>
      </p:sp>
      <p:graphicFrame>
        <p:nvGraphicFramePr>
          <p:cNvPr id="4" name="表格 3"/>
          <p:cNvGraphicFramePr>
            <a:graphicFrameLocks noGrp="1"/>
          </p:cNvGraphicFramePr>
          <p:nvPr>
            <p:custDataLst>
              <p:tags r:id="rId1"/>
            </p:custDataLst>
          </p:nvPr>
        </p:nvGraphicFramePr>
        <p:xfrm>
          <a:off x="1617005" y="761866"/>
          <a:ext cx="5861685" cy="3217069"/>
        </p:xfrm>
        <a:graphic>
          <a:graphicData uri="http://schemas.openxmlformats.org/drawingml/2006/table">
            <a:tbl>
              <a:tblPr firstRow="1" firstCol="1" bandRow="1">
                <a:tableStyleId>{21E4AEA4-8DFA-4A89-87EB-49C32662AFE0}</a:tableStyleId>
              </a:tblPr>
              <a:tblGrid>
                <a:gridCol w="871061">
                  <a:extLst>
                    <a:ext uri="{9D8B030D-6E8A-4147-A177-3AD203B41FA5}">
                      <a16:colId xmlns:a16="http://schemas.microsoft.com/office/drawing/2014/main" val="20000"/>
                    </a:ext>
                  </a:extLst>
                </a:gridCol>
                <a:gridCol w="4990624">
                  <a:extLst>
                    <a:ext uri="{9D8B030D-6E8A-4147-A177-3AD203B41FA5}">
                      <a16:colId xmlns:a16="http://schemas.microsoft.com/office/drawing/2014/main" val="20001"/>
                    </a:ext>
                  </a:extLst>
                </a:gridCol>
              </a:tblGrid>
              <a:tr h="281940">
                <a:tc>
                  <a:txBody>
                    <a:bodyPr/>
                    <a:lstStyle/>
                    <a:p>
                      <a:pPr algn="ctr">
                        <a:spcBef>
                          <a:spcPts val="300"/>
                        </a:spcBef>
                        <a:spcAft>
                          <a:spcPts val="300"/>
                        </a:spcAft>
                      </a:pPr>
                      <a:r>
                        <a:rPr lang="zh-CN" sz="1400" dirty="0">
                          <a:solidFill>
                            <a:schemeClr val="bg1"/>
                          </a:solidFill>
                          <a:effectLst/>
                        </a:rPr>
                        <a:t>用例编号</a:t>
                      </a:r>
                    </a:p>
                  </a:txBody>
                  <a:tcPr marL="38576" marR="38576" marT="0" marB="0" anchor="ctr"/>
                </a:tc>
                <a:tc>
                  <a:txBody>
                    <a:bodyPr/>
                    <a:lstStyle/>
                    <a:p>
                      <a:pPr algn="ctr">
                        <a:spcBef>
                          <a:spcPts val="300"/>
                        </a:spcBef>
                        <a:spcAft>
                          <a:spcPts val="300"/>
                        </a:spcAft>
                      </a:pPr>
                      <a:r>
                        <a:rPr lang="en-US" sz="1400">
                          <a:solidFill>
                            <a:schemeClr val="bg1"/>
                          </a:solidFill>
                          <a:effectLst/>
                        </a:rPr>
                        <a:t>EMAIL-ST-</a:t>
                      </a:r>
                      <a:r>
                        <a:rPr lang="zh-CN" sz="1400">
                          <a:solidFill>
                            <a:schemeClr val="bg1"/>
                          </a:solidFill>
                          <a:effectLst/>
                        </a:rPr>
                        <a:t>用户注册</a:t>
                      </a:r>
                      <a:r>
                        <a:rPr lang="en-US" sz="1400">
                          <a:solidFill>
                            <a:schemeClr val="bg1"/>
                          </a:solidFill>
                          <a:effectLst/>
                        </a:rPr>
                        <a:t>-001</a:t>
                      </a:r>
                    </a:p>
                  </a:txBody>
                  <a:tcPr marL="38576" marR="38576" marT="0" marB="0" anchor="ctr"/>
                </a:tc>
                <a:extLst>
                  <a:ext uri="{0D108BD9-81ED-4DB2-BD59-A6C34878D82A}">
                    <a16:rowId xmlns:a16="http://schemas.microsoft.com/office/drawing/2014/main" val="10000"/>
                  </a:ext>
                </a:extLst>
              </a:tr>
              <a:tr h="281940">
                <a:tc>
                  <a:txBody>
                    <a:bodyPr/>
                    <a:lstStyle/>
                    <a:p>
                      <a:pPr algn="ctr">
                        <a:spcBef>
                          <a:spcPts val="300"/>
                        </a:spcBef>
                        <a:spcAft>
                          <a:spcPts val="300"/>
                        </a:spcAft>
                      </a:pPr>
                      <a:r>
                        <a:rPr lang="zh-CN" sz="1400">
                          <a:solidFill>
                            <a:schemeClr val="bg1"/>
                          </a:solidFill>
                          <a:effectLst/>
                        </a:rPr>
                        <a:t>测试项</a:t>
                      </a:r>
                    </a:p>
                  </a:txBody>
                  <a:tcPr marL="38576" marR="38576" marT="0" marB="0" anchor="ctr"/>
                </a:tc>
                <a:tc>
                  <a:txBody>
                    <a:bodyPr/>
                    <a:lstStyle/>
                    <a:p>
                      <a:pPr algn="just">
                        <a:spcBef>
                          <a:spcPts val="300"/>
                        </a:spcBef>
                        <a:spcAft>
                          <a:spcPts val="300"/>
                        </a:spcAft>
                      </a:pPr>
                      <a:r>
                        <a:rPr lang="zh-CN" sz="1400">
                          <a:effectLst/>
                        </a:rPr>
                        <a:t>用户注册邮箱功能测试</a:t>
                      </a:r>
                    </a:p>
                  </a:txBody>
                  <a:tcPr marL="38576" marR="38576" marT="0" marB="0" anchor="ctr"/>
                </a:tc>
                <a:extLst>
                  <a:ext uri="{0D108BD9-81ED-4DB2-BD59-A6C34878D82A}">
                    <a16:rowId xmlns:a16="http://schemas.microsoft.com/office/drawing/2014/main" val="10001"/>
                  </a:ext>
                </a:extLst>
              </a:tr>
              <a:tr h="281940">
                <a:tc>
                  <a:txBody>
                    <a:bodyPr/>
                    <a:lstStyle/>
                    <a:p>
                      <a:pPr algn="ctr">
                        <a:spcBef>
                          <a:spcPts val="300"/>
                        </a:spcBef>
                        <a:spcAft>
                          <a:spcPts val="300"/>
                        </a:spcAft>
                      </a:pPr>
                      <a:r>
                        <a:rPr lang="zh-CN" sz="1400">
                          <a:solidFill>
                            <a:schemeClr val="bg1"/>
                          </a:solidFill>
                          <a:effectLst/>
                        </a:rPr>
                        <a:t>测试标题</a:t>
                      </a:r>
                    </a:p>
                  </a:txBody>
                  <a:tcPr marL="38576" marR="38576" marT="0" marB="0" anchor="ctr"/>
                </a:tc>
                <a:tc>
                  <a:txBody>
                    <a:bodyPr/>
                    <a:lstStyle/>
                    <a:p>
                      <a:pPr algn="just">
                        <a:spcBef>
                          <a:spcPts val="300"/>
                        </a:spcBef>
                        <a:spcAft>
                          <a:spcPts val="300"/>
                        </a:spcAft>
                      </a:pPr>
                      <a:r>
                        <a:rPr lang="zh-CN" sz="1400">
                          <a:effectLst/>
                        </a:rPr>
                        <a:t>验证正确的用户注册信息注册实现情况</a:t>
                      </a:r>
                    </a:p>
                  </a:txBody>
                  <a:tcPr marL="38576" marR="38576" marT="0" marB="0" anchor="ctr"/>
                </a:tc>
                <a:extLst>
                  <a:ext uri="{0D108BD9-81ED-4DB2-BD59-A6C34878D82A}">
                    <a16:rowId xmlns:a16="http://schemas.microsoft.com/office/drawing/2014/main" val="10002"/>
                  </a:ext>
                </a:extLst>
              </a:tr>
              <a:tr h="282416">
                <a:tc>
                  <a:txBody>
                    <a:bodyPr/>
                    <a:lstStyle/>
                    <a:p>
                      <a:pPr algn="ctr">
                        <a:spcBef>
                          <a:spcPts val="300"/>
                        </a:spcBef>
                        <a:spcAft>
                          <a:spcPts val="300"/>
                        </a:spcAft>
                      </a:pPr>
                      <a:r>
                        <a:rPr lang="zh-CN" sz="1400">
                          <a:solidFill>
                            <a:schemeClr val="bg1"/>
                          </a:solidFill>
                          <a:effectLst/>
                        </a:rPr>
                        <a:t>用例属性</a:t>
                      </a:r>
                    </a:p>
                  </a:txBody>
                  <a:tcPr marL="38576" marR="38576" marT="0" marB="0" anchor="ctr"/>
                </a:tc>
                <a:tc>
                  <a:txBody>
                    <a:bodyPr/>
                    <a:lstStyle/>
                    <a:p>
                      <a:pPr algn="just">
                        <a:spcBef>
                          <a:spcPts val="300"/>
                        </a:spcBef>
                        <a:spcAft>
                          <a:spcPts val="300"/>
                        </a:spcAft>
                      </a:pPr>
                      <a:r>
                        <a:rPr lang="zh-CN" sz="1400" dirty="0">
                          <a:effectLst/>
                        </a:rPr>
                        <a:t>功能测试</a:t>
                      </a:r>
                    </a:p>
                  </a:txBody>
                  <a:tcPr marL="38576" marR="38576" marT="0" marB="0" anchor="ctr"/>
                </a:tc>
                <a:extLst>
                  <a:ext uri="{0D108BD9-81ED-4DB2-BD59-A6C34878D82A}">
                    <a16:rowId xmlns:a16="http://schemas.microsoft.com/office/drawing/2014/main" val="10003"/>
                  </a:ext>
                </a:extLst>
              </a:tr>
              <a:tr h="281464">
                <a:tc>
                  <a:txBody>
                    <a:bodyPr/>
                    <a:lstStyle/>
                    <a:p>
                      <a:pPr algn="ctr">
                        <a:spcBef>
                          <a:spcPts val="300"/>
                        </a:spcBef>
                        <a:spcAft>
                          <a:spcPts val="300"/>
                        </a:spcAft>
                      </a:pPr>
                      <a:r>
                        <a:rPr lang="zh-CN" sz="1400">
                          <a:solidFill>
                            <a:schemeClr val="bg1"/>
                          </a:solidFill>
                          <a:effectLst/>
                        </a:rPr>
                        <a:t>重要级别</a:t>
                      </a:r>
                    </a:p>
                  </a:txBody>
                  <a:tcPr marL="38576" marR="38576" marT="0" marB="0" anchor="ctr"/>
                </a:tc>
                <a:tc>
                  <a:txBody>
                    <a:bodyPr/>
                    <a:lstStyle/>
                    <a:p>
                      <a:pPr algn="just">
                        <a:spcBef>
                          <a:spcPts val="300"/>
                        </a:spcBef>
                        <a:spcAft>
                          <a:spcPts val="300"/>
                        </a:spcAft>
                      </a:pPr>
                      <a:r>
                        <a:rPr lang="zh-CN" sz="1400" dirty="0">
                          <a:effectLst/>
                        </a:rPr>
                        <a:t>高</a:t>
                      </a:r>
                    </a:p>
                  </a:txBody>
                  <a:tcPr marL="38576" marR="38576" marT="0" marB="0" anchor="ctr"/>
                </a:tc>
                <a:extLst>
                  <a:ext uri="{0D108BD9-81ED-4DB2-BD59-A6C34878D82A}">
                    <a16:rowId xmlns:a16="http://schemas.microsoft.com/office/drawing/2014/main" val="10004"/>
                  </a:ext>
                </a:extLst>
              </a:tr>
              <a:tr h="282893">
                <a:tc>
                  <a:txBody>
                    <a:bodyPr/>
                    <a:lstStyle/>
                    <a:p>
                      <a:pPr algn="ctr">
                        <a:spcBef>
                          <a:spcPts val="300"/>
                        </a:spcBef>
                        <a:spcAft>
                          <a:spcPts val="300"/>
                        </a:spcAft>
                      </a:pPr>
                      <a:r>
                        <a:rPr lang="zh-CN" sz="1400">
                          <a:solidFill>
                            <a:schemeClr val="bg1"/>
                          </a:solidFill>
                          <a:effectLst/>
                        </a:rPr>
                        <a:t>预置条件</a:t>
                      </a:r>
                    </a:p>
                  </a:txBody>
                  <a:tcPr marL="38576" marR="38576" marT="0" marB="0" anchor="ctr"/>
                </a:tc>
                <a:tc>
                  <a:txBody>
                    <a:bodyPr/>
                    <a:lstStyle/>
                    <a:p>
                      <a:pPr algn="just">
                        <a:spcBef>
                          <a:spcPts val="300"/>
                        </a:spcBef>
                        <a:spcAft>
                          <a:spcPts val="300"/>
                        </a:spcAft>
                      </a:pPr>
                      <a:r>
                        <a:rPr lang="zh-CN" sz="1400">
                          <a:effectLst/>
                        </a:rPr>
                        <a:t>无</a:t>
                      </a:r>
                    </a:p>
                  </a:txBody>
                  <a:tcPr marL="38576" marR="38576" marT="0" marB="0" anchor="ctr"/>
                </a:tc>
                <a:extLst>
                  <a:ext uri="{0D108BD9-81ED-4DB2-BD59-A6C34878D82A}">
                    <a16:rowId xmlns:a16="http://schemas.microsoft.com/office/drawing/2014/main" val="10005"/>
                  </a:ext>
                </a:extLst>
              </a:tr>
              <a:tr h="281940">
                <a:tc>
                  <a:txBody>
                    <a:bodyPr/>
                    <a:lstStyle/>
                    <a:p>
                      <a:pPr algn="ctr">
                        <a:spcBef>
                          <a:spcPts val="300"/>
                        </a:spcBef>
                        <a:spcAft>
                          <a:spcPts val="300"/>
                        </a:spcAft>
                      </a:pPr>
                      <a:r>
                        <a:rPr lang="zh-CN" sz="1400">
                          <a:solidFill>
                            <a:schemeClr val="bg1"/>
                          </a:solidFill>
                          <a:effectLst/>
                        </a:rPr>
                        <a:t>测试输入</a:t>
                      </a:r>
                    </a:p>
                  </a:txBody>
                  <a:tcPr marL="38576" marR="38576" marT="0" marB="0" anchor="ctr"/>
                </a:tc>
                <a:tc>
                  <a:txBody>
                    <a:bodyPr/>
                    <a:lstStyle/>
                    <a:p>
                      <a:pPr algn="just">
                        <a:spcBef>
                          <a:spcPts val="300"/>
                        </a:spcBef>
                        <a:spcAft>
                          <a:spcPts val="300"/>
                        </a:spcAft>
                      </a:pPr>
                      <a:r>
                        <a:rPr lang="zh-CN" sz="1400" dirty="0">
                          <a:effectLst/>
                        </a:rPr>
                        <a:t>用户名</a:t>
                      </a:r>
                      <a:r>
                        <a:rPr lang="en-US" sz="1400" dirty="0">
                          <a:effectLst/>
                        </a:rPr>
                        <a:t>:</a:t>
                      </a:r>
                      <a:r>
                        <a:rPr lang="en-US" sz="1400" dirty="0" err="1">
                          <a:effectLst/>
                        </a:rPr>
                        <a:t>zhangsan</a:t>
                      </a:r>
                      <a:r>
                        <a:rPr lang="en-US" sz="1400" dirty="0">
                          <a:effectLst/>
                        </a:rPr>
                        <a:t>,</a:t>
                      </a:r>
                      <a:r>
                        <a:rPr lang="zh-CN" sz="1400" dirty="0">
                          <a:effectLst/>
                        </a:rPr>
                        <a:t>密码</a:t>
                      </a:r>
                      <a:r>
                        <a:rPr lang="en-US" sz="1400" dirty="0">
                          <a:effectLst/>
                        </a:rPr>
                        <a:t>:</a:t>
                      </a:r>
                      <a:r>
                        <a:rPr lang="en-US" sz="1400" dirty="0" err="1">
                          <a:effectLst/>
                        </a:rPr>
                        <a:t>zhangsan</a:t>
                      </a:r>
                      <a:r>
                        <a:rPr lang="zh-CN" sz="1400" dirty="0">
                          <a:effectLst/>
                        </a:rPr>
                        <a:t>，确认密码</a:t>
                      </a:r>
                      <a:r>
                        <a:rPr lang="en-US" sz="1400" dirty="0">
                          <a:effectLst/>
                        </a:rPr>
                        <a:t>:</a:t>
                      </a:r>
                      <a:r>
                        <a:rPr lang="en-US" sz="1400" dirty="0" err="1">
                          <a:effectLst/>
                        </a:rPr>
                        <a:t>zhangsan</a:t>
                      </a:r>
                    </a:p>
                  </a:txBody>
                  <a:tcPr marL="38576" marR="38576" marT="0" marB="0" anchor="ctr"/>
                </a:tc>
                <a:extLst>
                  <a:ext uri="{0D108BD9-81ED-4DB2-BD59-A6C34878D82A}">
                    <a16:rowId xmlns:a16="http://schemas.microsoft.com/office/drawing/2014/main" val="10006"/>
                  </a:ext>
                </a:extLst>
              </a:tr>
              <a:tr h="529590">
                <a:tc>
                  <a:txBody>
                    <a:bodyPr/>
                    <a:lstStyle/>
                    <a:p>
                      <a:pPr algn="ctr">
                        <a:spcBef>
                          <a:spcPts val="300"/>
                        </a:spcBef>
                        <a:spcAft>
                          <a:spcPts val="300"/>
                        </a:spcAft>
                      </a:pPr>
                      <a:r>
                        <a:rPr lang="zh-CN" sz="1400">
                          <a:solidFill>
                            <a:schemeClr val="bg1"/>
                          </a:solidFill>
                          <a:effectLst/>
                        </a:rPr>
                        <a:t>操作步骤</a:t>
                      </a:r>
                    </a:p>
                  </a:txBody>
                  <a:tcPr marL="38576" marR="38576" marT="0" marB="0" anchor="ctr"/>
                </a:tc>
                <a:tc>
                  <a:txBody>
                    <a:bodyPr/>
                    <a:lstStyle/>
                    <a:p>
                      <a:pPr algn="just">
                        <a:spcBef>
                          <a:spcPts val="300"/>
                        </a:spcBef>
                        <a:spcAft>
                          <a:spcPts val="300"/>
                        </a:spcAft>
                      </a:pPr>
                      <a:r>
                        <a:rPr lang="zh-CN" sz="1400">
                          <a:effectLst/>
                        </a:rPr>
                        <a:t>在注册页面输入测试数据；</a:t>
                      </a:r>
                    </a:p>
                    <a:p>
                      <a:pPr algn="just">
                        <a:spcBef>
                          <a:spcPts val="300"/>
                        </a:spcBef>
                        <a:spcAft>
                          <a:spcPts val="300"/>
                        </a:spcAft>
                      </a:pPr>
                      <a:r>
                        <a:rPr lang="zh-CN" sz="1400">
                          <a:effectLst/>
                        </a:rPr>
                        <a:t>单击“提交注册”按钮</a:t>
                      </a:r>
                    </a:p>
                  </a:txBody>
                  <a:tcPr marL="38576" marR="38576" marT="0" marB="0" anchor="ctr"/>
                </a:tc>
                <a:extLst>
                  <a:ext uri="{0D108BD9-81ED-4DB2-BD59-A6C34878D82A}">
                    <a16:rowId xmlns:a16="http://schemas.microsoft.com/office/drawing/2014/main" val="10007"/>
                  </a:ext>
                </a:extLst>
              </a:tr>
              <a:tr h="431006">
                <a:tc>
                  <a:txBody>
                    <a:bodyPr/>
                    <a:lstStyle/>
                    <a:p>
                      <a:pPr algn="ctr">
                        <a:spcBef>
                          <a:spcPts val="300"/>
                        </a:spcBef>
                        <a:spcAft>
                          <a:spcPts val="300"/>
                        </a:spcAft>
                      </a:pPr>
                      <a:r>
                        <a:rPr lang="zh-CN" sz="1400">
                          <a:solidFill>
                            <a:schemeClr val="bg1"/>
                          </a:solidFill>
                          <a:effectLst/>
                        </a:rPr>
                        <a:t>预期结果</a:t>
                      </a:r>
                    </a:p>
                  </a:txBody>
                  <a:tcPr marL="38576" marR="38576" marT="0" marB="0" anchor="ctr"/>
                </a:tc>
                <a:tc>
                  <a:txBody>
                    <a:bodyPr/>
                    <a:lstStyle/>
                    <a:p>
                      <a:pPr algn="just">
                        <a:spcBef>
                          <a:spcPts val="300"/>
                        </a:spcBef>
                        <a:spcAft>
                          <a:spcPts val="300"/>
                        </a:spcAft>
                      </a:pPr>
                      <a:r>
                        <a:rPr lang="zh-CN" sz="1400" spc="-10">
                          <a:effectLst/>
                        </a:rPr>
                        <a:t>系统页面显示</a:t>
                      </a:r>
                      <a:r>
                        <a:rPr lang="en-US" sz="1400" spc="-10">
                          <a:effectLst/>
                        </a:rPr>
                        <a:t>zhangsan</a:t>
                      </a:r>
                      <a:r>
                        <a:rPr lang="zh-CN" sz="1400" spc="-10">
                          <a:effectLst/>
                        </a:rPr>
                        <a:t>注册成功，</a:t>
                      </a:r>
                      <a:r>
                        <a:rPr lang="en-US" sz="1400" spc="-10">
                          <a:effectLst/>
                        </a:rPr>
                        <a:t>3s</a:t>
                      </a:r>
                      <a:r>
                        <a:rPr lang="zh-CN" sz="1400" spc="-10">
                          <a:effectLst/>
                        </a:rPr>
                        <a:t>后成功跳转入</a:t>
                      </a:r>
                      <a:r>
                        <a:rPr lang="en-US" sz="1400" spc="-10">
                          <a:effectLst/>
                        </a:rPr>
                        <a:t>zhangsan</a:t>
                      </a:r>
                      <a:r>
                        <a:rPr lang="zh-CN" sz="1400" spc="-10">
                          <a:effectLst/>
                        </a:rPr>
                        <a:t>个人信息配置页面</a:t>
                      </a:r>
                    </a:p>
                  </a:txBody>
                  <a:tcPr marL="38576" marR="38576" marT="0" marB="0" anchor="ctr"/>
                </a:tc>
                <a:extLst>
                  <a:ext uri="{0D108BD9-81ED-4DB2-BD59-A6C34878D82A}">
                    <a16:rowId xmlns:a16="http://schemas.microsoft.com/office/drawing/2014/main" val="10008"/>
                  </a:ext>
                </a:extLst>
              </a:tr>
              <a:tr h="281940">
                <a:tc>
                  <a:txBody>
                    <a:bodyPr/>
                    <a:lstStyle/>
                    <a:p>
                      <a:pPr algn="ctr">
                        <a:spcBef>
                          <a:spcPts val="300"/>
                        </a:spcBef>
                        <a:spcAft>
                          <a:spcPts val="300"/>
                        </a:spcAft>
                      </a:pPr>
                      <a:r>
                        <a:rPr lang="zh-CN" sz="1400">
                          <a:solidFill>
                            <a:schemeClr val="bg1"/>
                          </a:solidFill>
                          <a:effectLst/>
                        </a:rPr>
                        <a:t>实际结果</a:t>
                      </a:r>
                    </a:p>
                  </a:txBody>
                  <a:tcPr marL="38576" marR="38576" marT="0" marB="0" anchor="ctr"/>
                </a:tc>
                <a:tc>
                  <a:txBody>
                    <a:bodyPr/>
                    <a:lstStyle/>
                    <a:p>
                      <a:pPr algn="just">
                        <a:spcBef>
                          <a:spcPts val="300"/>
                        </a:spcBef>
                        <a:spcAft>
                          <a:spcPts val="300"/>
                        </a:spcAft>
                      </a:pPr>
                      <a:r>
                        <a:rPr lang="en-US" sz="1400" dirty="0">
                          <a:effectLst/>
                        </a:rPr>
                        <a:t> </a:t>
                      </a:r>
                    </a:p>
                  </a:txBody>
                  <a:tcPr marL="38576" marR="38576" marT="0" marB="0" anchor="ctr"/>
                </a:tc>
                <a:extLst>
                  <a:ext uri="{0D108BD9-81ED-4DB2-BD59-A6C34878D82A}">
                    <a16:rowId xmlns:a16="http://schemas.microsoft.com/office/drawing/2014/main" val="10009"/>
                  </a:ext>
                </a:extLst>
              </a:tr>
            </a:tbl>
          </a:graphicData>
        </a:graphic>
      </p:graphicFrame>
      <p:sp>
        <p:nvSpPr>
          <p:cNvPr id="5" name="矩形 4"/>
          <p:cNvSpPr/>
          <p:nvPr>
            <p:custDataLst>
              <p:tags r:id="rId2"/>
            </p:custDataLst>
          </p:nvPr>
        </p:nvSpPr>
        <p:spPr>
          <a:xfrm>
            <a:off x="1899285" y="4039553"/>
            <a:ext cx="5466874" cy="678904"/>
          </a:xfrm>
          <a:prstGeom prst="rect">
            <a:avLst/>
          </a:prstGeom>
        </p:spPr>
        <p:txBody>
          <a:bodyPr wrap="square">
            <a:spAutoFit/>
          </a:bodyPr>
          <a:lstStyle/>
          <a:p>
            <a:pPr>
              <a:lnSpc>
                <a:spcPct val="150000"/>
              </a:lnSpc>
            </a:pPr>
            <a:r>
              <a:rPr lang="zh-CN" altLang="zh-CN" sz="1350" b="1" dirty="0">
                <a:solidFill>
                  <a:schemeClr val="dk1"/>
                </a:solidFill>
                <a:latin typeface="微软雅黑" panose="020B0503020204020204" charset="-122"/>
                <a:ea typeface="微软雅黑" panose="020B0503020204020204" charset="-122"/>
              </a:rPr>
              <a:t>等价类设计法运用熟练后，等价类提取表不一定每次都需要详细列出，可根据实际需要编写，从而提高用例设计速度。</a:t>
            </a:r>
          </a:p>
        </p:txBody>
      </p:sp>
      <p:sp>
        <p:nvSpPr>
          <p:cNvPr id="3" name="日期占位符 2"/>
          <p:cNvSpPr>
            <a:spLocks noGrp="1"/>
          </p:cNvSpPr>
          <p:nvPr>
            <p:ph type="dt" sz="half" idx="10"/>
          </p:nvPr>
        </p:nvSpPr>
        <p:spPr/>
        <p:txBody>
          <a:bodyPr/>
          <a:lstStyle/>
          <a:p>
            <a:fld id="{760FBDFE-C587-4B4C-A407-44438C67B59E}" type="datetime1">
              <a:rPr lang="zh-CN" altLang="en-US" smtClean="0"/>
              <a:t>2024/3/12</a:t>
            </a:fld>
            <a:endParaRPr lang="zh-CN" altLang="en-US"/>
          </a:p>
        </p:txBody>
      </p:sp>
      <p:sp>
        <p:nvSpPr>
          <p:cNvPr id="6" name="灯片编号占位符 5"/>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fld id="{49AE70B2-8BF9-45C0-BB95-33D1B9D3A854}" type="slidenum">
              <a:rPr lang="zh-CN" altLang="en-US" smtClean="0"/>
              <a:pPr/>
              <a:t>116</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p14:vortex dir="r"/>
      </p:transition>
    </mc:Choice>
    <mc:Fallback xmlns="">
      <p:transition>
        <p:fade/>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custDataLst>
              <p:tags r:id="rId1"/>
            </p:custDataLst>
          </p:nvPr>
        </p:nvGraphicFramePr>
        <p:xfrm>
          <a:off x="1331595" y="661987"/>
          <a:ext cx="6510339" cy="4355782"/>
        </p:xfrm>
        <a:graphic>
          <a:graphicData uri="http://schemas.openxmlformats.org/drawingml/2006/table">
            <a:tbl>
              <a:tblPr firstRow="1" firstCol="1" bandRow="1">
                <a:tableStyleId>{21E4AEA4-8DFA-4A89-87EB-49C32662AFE0}</a:tableStyleId>
              </a:tblPr>
              <a:tblGrid>
                <a:gridCol w="787718">
                  <a:extLst>
                    <a:ext uri="{9D8B030D-6E8A-4147-A177-3AD203B41FA5}">
                      <a16:colId xmlns:a16="http://schemas.microsoft.com/office/drawing/2014/main" val="20000"/>
                    </a:ext>
                  </a:extLst>
                </a:gridCol>
                <a:gridCol w="584835">
                  <a:extLst>
                    <a:ext uri="{9D8B030D-6E8A-4147-A177-3AD203B41FA5}">
                      <a16:colId xmlns:a16="http://schemas.microsoft.com/office/drawing/2014/main" val="20001"/>
                    </a:ext>
                  </a:extLst>
                </a:gridCol>
                <a:gridCol w="846773">
                  <a:extLst>
                    <a:ext uri="{9D8B030D-6E8A-4147-A177-3AD203B41FA5}">
                      <a16:colId xmlns:a16="http://schemas.microsoft.com/office/drawing/2014/main" val="20002"/>
                    </a:ext>
                  </a:extLst>
                </a:gridCol>
                <a:gridCol w="863441">
                  <a:extLst>
                    <a:ext uri="{9D8B030D-6E8A-4147-A177-3AD203B41FA5}">
                      <a16:colId xmlns:a16="http://schemas.microsoft.com/office/drawing/2014/main" val="20003"/>
                    </a:ext>
                  </a:extLst>
                </a:gridCol>
                <a:gridCol w="709136">
                  <a:extLst>
                    <a:ext uri="{9D8B030D-6E8A-4147-A177-3AD203B41FA5}">
                      <a16:colId xmlns:a16="http://schemas.microsoft.com/office/drawing/2014/main" val="20004"/>
                    </a:ext>
                  </a:extLst>
                </a:gridCol>
                <a:gridCol w="499110">
                  <a:extLst>
                    <a:ext uri="{9D8B030D-6E8A-4147-A177-3AD203B41FA5}">
                      <a16:colId xmlns:a16="http://schemas.microsoft.com/office/drawing/2014/main" val="20005"/>
                    </a:ext>
                  </a:extLst>
                </a:gridCol>
                <a:gridCol w="900589">
                  <a:extLst>
                    <a:ext uri="{9D8B030D-6E8A-4147-A177-3AD203B41FA5}">
                      <a16:colId xmlns:a16="http://schemas.microsoft.com/office/drawing/2014/main" val="20006"/>
                    </a:ext>
                  </a:extLst>
                </a:gridCol>
                <a:gridCol w="745808">
                  <a:extLst>
                    <a:ext uri="{9D8B030D-6E8A-4147-A177-3AD203B41FA5}">
                      <a16:colId xmlns:a16="http://schemas.microsoft.com/office/drawing/2014/main" val="20007"/>
                    </a:ext>
                  </a:extLst>
                </a:gridCol>
                <a:gridCol w="572929">
                  <a:extLst>
                    <a:ext uri="{9D8B030D-6E8A-4147-A177-3AD203B41FA5}">
                      <a16:colId xmlns:a16="http://schemas.microsoft.com/office/drawing/2014/main" val="20008"/>
                    </a:ext>
                  </a:extLst>
                </a:gridCol>
              </a:tblGrid>
              <a:tr h="320516">
                <a:tc>
                  <a:txBody>
                    <a:bodyPr/>
                    <a:lstStyle/>
                    <a:p>
                      <a:pPr algn="ctr">
                        <a:spcBef>
                          <a:spcPts val="300"/>
                        </a:spcBef>
                        <a:spcAft>
                          <a:spcPts val="300"/>
                        </a:spcAft>
                      </a:pPr>
                      <a:r>
                        <a:rPr lang="zh-CN" sz="1200">
                          <a:solidFill>
                            <a:schemeClr val="bg1"/>
                          </a:solidFill>
                          <a:effectLst/>
                        </a:rPr>
                        <a:t>测试项</a:t>
                      </a:r>
                    </a:p>
                  </a:txBody>
                  <a:tcPr marL="38576" marR="38576" marT="0" marB="0" anchor="ctr"/>
                </a:tc>
                <a:tc>
                  <a:txBody>
                    <a:bodyPr/>
                    <a:lstStyle/>
                    <a:p>
                      <a:pPr algn="ctr">
                        <a:spcBef>
                          <a:spcPts val="300"/>
                        </a:spcBef>
                        <a:spcAft>
                          <a:spcPts val="300"/>
                        </a:spcAft>
                      </a:pPr>
                      <a:r>
                        <a:rPr lang="zh-CN" sz="1200">
                          <a:solidFill>
                            <a:schemeClr val="bg1"/>
                          </a:solidFill>
                          <a:effectLst/>
                        </a:rPr>
                        <a:t>测试点</a:t>
                      </a:r>
                    </a:p>
                  </a:txBody>
                  <a:tcPr marL="38576" marR="38576" marT="0" marB="0" anchor="ctr"/>
                </a:tc>
                <a:tc>
                  <a:txBody>
                    <a:bodyPr/>
                    <a:lstStyle/>
                    <a:p>
                      <a:pPr algn="ctr">
                        <a:spcBef>
                          <a:spcPts val="300"/>
                        </a:spcBef>
                        <a:spcAft>
                          <a:spcPts val="300"/>
                        </a:spcAft>
                      </a:pPr>
                      <a:r>
                        <a:rPr lang="zh-CN" sz="1200">
                          <a:solidFill>
                            <a:schemeClr val="bg1"/>
                          </a:solidFill>
                          <a:effectLst/>
                        </a:rPr>
                        <a:t>需求规格</a:t>
                      </a:r>
                    </a:p>
                  </a:txBody>
                  <a:tcPr marL="38576" marR="38576" marT="0" marB="0" anchor="ctr"/>
                </a:tc>
                <a:tc>
                  <a:txBody>
                    <a:bodyPr/>
                    <a:lstStyle/>
                    <a:p>
                      <a:pPr algn="ctr">
                        <a:spcBef>
                          <a:spcPts val="300"/>
                        </a:spcBef>
                        <a:spcAft>
                          <a:spcPts val="300"/>
                        </a:spcAft>
                      </a:pPr>
                      <a:r>
                        <a:rPr lang="zh-CN" sz="1200">
                          <a:solidFill>
                            <a:schemeClr val="bg1"/>
                          </a:solidFill>
                          <a:effectLst/>
                        </a:rPr>
                        <a:t>有效等价类</a:t>
                      </a:r>
                    </a:p>
                  </a:txBody>
                  <a:tcPr marL="38576" marR="38576" marT="0" marB="0" anchor="ctr"/>
                </a:tc>
                <a:tc>
                  <a:txBody>
                    <a:bodyPr/>
                    <a:lstStyle/>
                    <a:p>
                      <a:pPr algn="ctr">
                        <a:spcBef>
                          <a:spcPts val="300"/>
                        </a:spcBef>
                        <a:spcAft>
                          <a:spcPts val="300"/>
                        </a:spcAft>
                      </a:pPr>
                      <a:r>
                        <a:rPr lang="zh-CN" sz="1200">
                          <a:solidFill>
                            <a:schemeClr val="bg1"/>
                          </a:solidFill>
                          <a:effectLst/>
                        </a:rPr>
                        <a:t>测试数据</a:t>
                      </a:r>
                    </a:p>
                  </a:txBody>
                  <a:tcPr marL="38576" marR="38576" marT="0" marB="0" anchor="ctr"/>
                </a:tc>
                <a:tc>
                  <a:txBody>
                    <a:bodyPr/>
                    <a:lstStyle/>
                    <a:p>
                      <a:pPr algn="ctr">
                        <a:spcBef>
                          <a:spcPts val="300"/>
                        </a:spcBef>
                        <a:spcAft>
                          <a:spcPts val="300"/>
                        </a:spcAft>
                      </a:pPr>
                      <a:r>
                        <a:rPr lang="zh-CN" sz="1200">
                          <a:solidFill>
                            <a:schemeClr val="bg1"/>
                          </a:solidFill>
                          <a:effectLst/>
                        </a:rPr>
                        <a:t>编号</a:t>
                      </a:r>
                    </a:p>
                  </a:txBody>
                  <a:tcPr marL="38576" marR="38576" marT="0" marB="0" anchor="ctr"/>
                </a:tc>
                <a:tc>
                  <a:txBody>
                    <a:bodyPr/>
                    <a:lstStyle/>
                    <a:p>
                      <a:pPr algn="ctr">
                        <a:spcBef>
                          <a:spcPts val="300"/>
                        </a:spcBef>
                        <a:spcAft>
                          <a:spcPts val="300"/>
                        </a:spcAft>
                      </a:pPr>
                      <a:r>
                        <a:rPr lang="zh-CN" sz="1200" spc="-20">
                          <a:solidFill>
                            <a:schemeClr val="bg1"/>
                          </a:solidFill>
                          <a:effectLst/>
                        </a:rPr>
                        <a:t>无效等价类</a:t>
                      </a:r>
                    </a:p>
                  </a:txBody>
                  <a:tcPr marL="38576" marR="38576" marT="0" marB="0" anchor="ctr"/>
                </a:tc>
                <a:tc>
                  <a:txBody>
                    <a:bodyPr/>
                    <a:lstStyle/>
                    <a:p>
                      <a:pPr algn="ctr">
                        <a:spcBef>
                          <a:spcPts val="300"/>
                        </a:spcBef>
                        <a:spcAft>
                          <a:spcPts val="300"/>
                        </a:spcAft>
                      </a:pPr>
                      <a:r>
                        <a:rPr lang="zh-CN" sz="1200">
                          <a:solidFill>
                            <a:schemeClr val="bg1"/>
                          </a:solidFill>
                          <a:effectLst/>
                        </a:rPr>
                        <a:t>测试数据</a:t>
                      </a:r>
                    </a:p>
                  </a:txBody>
                  <a:tcPr marL="38576" marR="38576" marT="0" marB="0" anchor="ctr"/>
                </a:tc>
                <a:tc>
                  <a:txBody>
                    <a:bodyPr/>
                    <a:lstStyle/>
                    <a:p>
                      <a:pPr algn="ctr">
                        <a:spcBef>
                          <a:spcPts val="300"/>
                        </a:spcBef>
                        <a:spcAft>
                          <a:spcPts val="300"/>
                        </a:spcAft>
                      </a:pPr>
                      <a:r>
                        <a:rPr lang="zh-CN" sz="1200">
                          <a:solidFill>
                            <a:schemeClr val="bg1"/>
                          </a:solidFill>
                          <a:effectLst/>
                        </a:rPr>
                        <a:t>编号</a:t>
                      </a:r>
                    </a:p>
                  </a:txBody>
                  <a:tcPr marL="38576" marR="38576" marT="0" marB="0" anchor="ctr"/>
                </a:tc>
                <a:extLst>
                  <a:ext uri="{0D108BD9-81ED-4DB2-BD59-A6C34878D82A}">
                    <a16:rowId xmlns:a16="http://schemas.microsoft.com/office/drawing/2014/main" val="10000"/>
                  </a:ext>
                </a:extLst>
              </a:tr>
              <a:tr h="182880">
                <a:tc rowSpan="9">
                  <a:txBody>
                    <a:bodyPr/>
                    <a:lstStyle/>
                    <a:p>
                      <a:pPr algn="ctr">
                        <a:spcBef>
                          <a:spcPts val="300"/>
                        </a:spcBef>
                        <a:spcAft>
                          <a:spcPts val="300"/>
                        </a:spcAft>
                      </a:pPr>
                      <a:r>
                        <a:rPr lang="zh-CN" sz="1200">
                          <a:solidFill>
                            <a:schemeClr val="bg1"/>
                          </a:solidFill>
                          <a:effectLst/>
                        </a:rPr>
                        <a:t>用户名</a:t>
                      </a:r>
                    </a:p>
                  </a:txBody>
                  <a:tcPr marL="38576" marR="38576" marT="0" marB="0" anchor="ctr"/>
                </a:tc>
                <a:tc rowSpan="3">
                  <a:txBody>
                    <a:bodyPr/>
                    <a:lstStyle/>
                    <a:p>
                      <a:pPr algn="ctr">
                        <a:spcBef>
                          <a:spcPts val="300"/>
                        </a:spcBef>
                        <a:spcAft>
                          <a:spcPts val="300"/>
                        </a:spcAft>
                      </a:pPr>
                      <a:r>
                        <a:rPr lang="zh-CN" sz="1200">
                          <a:effectLst/>
                        </a:rPr>
                        <a:t>长度需求</a:t>
                      </a:r>
                    </a:p>
                  </a:txBody>
                  <a:tcPr marL="38576" marR="38576" marT="0" marB="0" anchor="ctr"/>
                </a:tc>
                <a:tc rowSpan="3">
                  <a:txBody>
                    <a:bodyPr/>
                    <a:lstStyle/>
                    <a:p>
                      <a:pPr algn="ctr">
                        <a:spcBef>
                          <a:spcPts val="300"/>
                        </a:spcBef>
                        <a:spcAft>
                          <a:spcPts val="300"/>
                        </a:spcAft>
                      </a:pPr>
                      <a:r>
                        <a:rPr lang="en-US" sz="1200">
                          <a:effectLst/>
                        </a:rPr>
                        <a:t>6</a:t>
                      </a:r>
                      <a:r>
                        <a:rPr lang="zh-CN" sz="1200">
                          <a:effectLst/>
                        </a:rPr>
                        <a:t>～</a:t>
                      </a:r>
                      <a:r>
                        <a:rPr lang="en-US" sz="1200">
                          <a:effectLst/>
                        </a:rPr>
                        <a:t>18</a:t>
                      </a:r>
                      <a:r>
                        <a:rPr lang="zh-CN" sz="1200">
                          <a:effectLst/>
                        </a:rPr>
                        <a:t>位</a:t>
                      </a:r>
                    </a:p>
                  </a:txBody>
                  <a:tcPr marL="38576" marR="38576" marT="0" marB="0" anchor="ctr"/>
                </a:tc>
                <a:tc rowSpan="3">
                  <a:txBody>
                    <a:bodyPr/>
                    <a:lstStyle/>
                    <a:p>
                      <a:pPr algn="ctr">
                        <a:spcBef>
                          <a:spcPts val="300"/>
                        </a:spcBef>
                        <a:spcAft>
                          <a:spcPts val="300"/>
                        </a:spcAft>
                      </a:pPr>
                      <a:r>
                        <a:rPr lang="en-US" sz="1200">
                          <a:effectLst/>
                        </a:rPr>
                        <a:t>[6,18]</a:t>
                      </a:r>
                    </a:p>
                  </a:txBody>
                  <a:tcPr marL="38576" marR="38576" marT="0" marB="0" anchor="ctr"/>
                </a:tc>
                <a:tc>
                  <a:txBody>
                    <a:bodyPr/>
                    <a:lstStyle/>
                    <a:p>
                      <a:pPr algn="ctr">
                        <a:spcBef>
                          <a:spcPts val="300"/>
                        </a:spcBef>
                        <a:spcAft>
                          <a:spcPts val="300"/>
                        </a:spcAft>
                      </a:pPr>
                      <a:r>
                        <a:rPr lang="en-US" sz="1200">
                          <a:effectLst/>
                        </a:rPr>
                        <a:t>6</a:t>
                      </a:r>
                    </a:p>
                  </a:txBody>
                  <a:tcPr marL="38576" marR="38576" marT="0" marB="0" anchor="ctr"/>
                </a:tc>
                <a:tc>
                  <a:txBody>
                    <a:bodyPr/>
                    <a:lstStyle/>
                    <a:p>
                      <a:pPr algn="ctr">
                        <a:spcBef>
                          <a:spcPts val="300"/>
                        </a:spcBef>
                        <a:spcAft>
                          <a:spcPts val="300"/>
                        </a:spcAft>
                      </a:pPr>
                      <a:r>
                        <a:rPr lang="en-US" sz="1200">
                          <a:effectLst/>
                        </a:rPr>
                        <a:t>A01</a:t>
                      </a:r>
                    </a:p>
                  </a:txBody>
                  <a:tcPr marL="38576" marR="38576" marT="0" marB="0" anchor="ctr"/>
                </a:tc>
                <a:tc>
                  <a:txBody>
                    <a:bodyPr/>
                    <a:lstStyle/>
                    <a:p>
                      <a:pPr algn="ctr">
                        <a:spcBef>
                          <a:spcPts val="300"/>
                        </a:spcBef>
                        <a:spcAft>
                          <a:spcPts val="300"/>
                        </a:spcAft>
                      </a:pPr>
                      <a:r>
                        <a:rPr lang="zh-CN" sz="1200">
                          <a:effectLst/>
                        </a:rPr>
                        <a:t>空</a:t>
                      </a:r>
                    </a:p>
                  </a:txBody>
                  <a:tcPr marL="38576" marR="38576" marT="0" marB="0" anchor="ctr"/>
                </a:tc>
                <a:tc>
                  <a:txBody>
                    <a:bodyPr/>
                    <a:lstStyle/>
                    <a:p>
                      <a:pPr algn="ctr">
                        <a:spcBef>
                          <a:spcPts val="300"/>
                        </a:spcBef>
                        <a:spcAft>
                          <a:spcPts val="300"/>
                        </a:spcAft>
                      </a:pPr>
                      <a:r>
                        <a:rPr lang="zh-CN" sz="1200">
                          <a:effectLst/>
                        </a:rPr>
                        <a:t>　</a:t>
                      </a:r>
                    </a:p>
                  </a:txBody>
                  <a:tcPr marL="38576" marR="38576" marT="0" marB="0" anchor="ctr"/>
                </a:tc>
                <a:tc>
                  <a:txBody>
                    <a:bodyPr/>
                    <a:lstStyle/>
                    <a:p>
                      <a:pPr algn="ctr">
                        <a:spcBef>
                          <a:spcPts val="300"/>
                        </a:spcBef>
                        <a:spcAft>
                          <a:spcPts val="300"/>
                        </a:spcAft>
                      </a:pPr>
                      <a:r>
                        <a:rPr lang="en-US" sz="1200">
                          <a:effectLst/>
                        </a:rPr>
                        <a:t>B01</a:t>
                      </a:r>
                    </a:p>
                  </a:txBody>
                  <a:tcPr marL="38576" marR="38576" marT="0" marB="0" anchor="ctr"/>
                </a:tc>
                <a:extLst>
                  <a:ext uri="{0D108BD9-81ED-4DB2-BD59-A6C34878D82A}">
                    <a16:rowId xmlns:a16="http://schemas.microsoft.com/office/drawing/2014/main" val="10001"/>
                  </a:ext>
                </a:extLst>
              </a:tr>
              <a:tr h="182880">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pPr algn="ctr">
                        <a:spcBef>
                          <a:spcPts val="300"/>
                        </a:spcBef>
                        <a:spcAft>
                          <a:spcPts val="300"/>
                        </a:spcAft>
                      </a:pPr>
                      <a:r>
                        <a:rPr lang="en-US" sz="1200">
                          <a:effectLst/>
                        </a:rPr>
                        <a:t>18</a:t>
                      </a:r>
                    </a:p>
                  </a:txBody>
                  <a:tcPr marL="38576" marR="38576" marT="0" marB="0" anchor="ctr"/>
                </a:tc>
                <a:tc>
                  <a:txBody>
                    <a:bodyPr/>
                    <a:lstStyle/>
                    <a:p>
                      <a:pPr algn="ctr">
                        <a:spcBef>
                          <a:spcPts val="300"/>
                        </a:spcBef>
                        <a:spcAft>
                          <a:spcPts val="300"/>
                        </a:spcAft>
                      </a:pPr>
                      <a:r>
                        <a:rPr lang="en-US" sz="1200">
                          <a:effectLst/>
                        </a:rPr>
                        <a:t>A02</a:t>
                      </a:r>
                    </a:p>
                  </a:txBody>
                  <a:tcPr marL="38576" marR="38576" marT="0" marB="0" anchor="ctr"/>
                </a:tc>
                <a:tc>
                  <a:txBody>
                    <a:bodyPr/>
                    <a:lstStyle/>
                    <a:p>
                      <a:pPr algn="ctr">
                        <a:spcBef>
                          <a:spcPts val="300"/>
                        </a:spcBef>
                        <a:spcAft>
                          <a:spcPts val="300"/>
                        </a:spcAft>
                      </a:pPr>
                      <a:r>
                        <a:rPr lang="en-US" sz="1200">
                          <a:effectLst/>
                        </a:rPr>
                        <a:t>[1,6)</a:t>
                      </a:r>
                    </a:p>
                  </a:txBody>
                  <a:tcPr marL="38576" marR="38576" marT="0" marB="0" anchor="ctr"/>
                </a:tc>
                <a:tc>
                  <a:txBody>
                    <a:bodyPr/>
                    <a:lstStyle/>
                    <a:p>
                      <a:pPr algn="ctr">
                        <a:spcBef>
                          <a:spcPts val="300"/>
                        </a:spcBef>
                        <a:spcAft>
                          <a:spcPts val="300"/>
                        </a:spcAft>
                      </a:pPr>
                      <a:r>
                        <a:rPr lang="en-US" sz="1200">
                          <a:effectLst/>
                        </a:rPr>
                        <a:t>5</a:t>
                      </a:r>
                    </a:p>
                  </a:txBody>
                  <a:tcPr marL="38576" marR="38576" marT="0" marB="0" anchor="ctr"/>
                </a:tc>
                <a:tc>
                  <a:txBody>
                    <a:bodyPr/>
                    <a:lstStyle/>
                    <a:p>
                      <a:pPr algn="ctr">
                        <a:spcBef>
                          <a:spcPts val="300"/>
                        </a:spcBef>
                        <a:spcAft>
                          <a:spcPts val="300"/>
                        </a:spcAft>
                      </a:pPr>
                      <a:r>
                        <a:rPr lang="en-US" sz="1200">
                          <a:effectLst/>
                        </a:rPr>
                        <a:t>B02</a:t>
                      </a:r>
                    </a:p>
                  </a:txBody>
                  <a:tcPr marL="38576" marR="38576" marT="0" marB="0" anchor="ctr"/>
                </a:tc>
                <a:extLst>
                  <a:ext uri="{0D108BD9-81ED-4DB2-BD59-A6C34878D82A}">
                    <a16:rowId xmlns:a16="http://schemas.microsoft.com/office/drawing/2014/main" val="10002"/>
                  </a:ext>
                </a:extLst>
              </a:tr>
              <a:tr h="182880">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pPr algn="ctr">
                        <a:spcBef>
                          <a:spcPts val="300"/>
                        </a:spcBef>
                        <a:spcAft>
                          <a:spcPts val="300"/>
                        </a:spcAft>
                      </a:pPr>
                      <a:r>
                        <a:rPr lang="en-US" sz="1200">
                          <a:effectLst/>
                        </a:rPr>
                        <a:t>10</a:t>
                      </a:r>
                    </a:p>
                  </a:txBody>
                  <a:tcPr marL="38576" marR="38576" marT="0" marB="0" anchor="ctr"/>
                </a:tc>
                <a:tc>
                  <a:txBody>
                    <a:bodyPr/>
                    <a:lstStyle/>
                    <a:p>
                      <a:pPr algn="ctr">
                        <a:spcBef>
                          <a:spcPts val="300"/>
                        </a:spcBef>
                        <a:spcAft>
                          <a:spcPts val="300"/>
                        </a:spcAft>
                      </a:pPr>
                      <a:r>
                        <a:rPr lang="en-US" sz="1200">
                          <a:effectLst/>
                        </a:rPr>
                        <a:t>A03</a:t>
                      </a:r>
                    </a:p>
                  </a:txBody>
                  <a:tcPr marL="38576" marR="38576" marT="0" marB="0" anchor="ctr"/>
                </a:tc>
                <a:tc>
                  <a:txBody>
                    <a:bodyPr/>
                    <a:lstStyle/>
                    <a:p>
                      <a:pPr algn="ctr">
                        <a:spcBef>
                          <a:spcPts val="300"/>
                        </a:spcBef>
                        <a:spcAft>
                          <a:spcPts val="300"/>
                        </a:spcAft>
                      </a:pPr>
                      <a:r>
                        <a:rPr lang="en-US" sz="1200">
                          <a:effectLst/>
                        </a:rPr>
                        <a:t>&gt;18</a:t>
                      </a:r>
                    </a:p>
                  </a:txBody>
                  <a:tcPr marL="38576" marR="38576" marT="0" marB="0" anchor="ctr"/>
                </a:tc>
                <a:tc>
                  <a:txBody>
                    <a:bodyPr/>
                    <a:lstStyle/>
                    <a:p>
                      <a:pPr algn="ctr">
                        <a:spcBef>
                          <a:spcPts val="300"/>
                        </a:spcBef>
                        <a:spcAft>
                          <a:spcPts val="300"/>
                        </a:spcAft>
                      </a:pPr>
                      <a:r>
                        <a:rPr lang="en-US" sz="1200">
                          <a:effectLst/>
                        </a:rPr>
                        <a:t>19</a:t>
                      </a:r>
                    </a:p>
                  </a:txBody>
                  <a:tcPr marL="38576" marR="38576" marT="0" marB="0" anchor="ctr"/>
                </a:tc>
                <a:tc>
                  <a:txBody>
                    <a:bodyPr/>
                    <a:lstStyle/>
                    <a:p>
                      <a:pPr algn="ctr">
                        <a:spcBef>
                          <a:spcPts val="300"/>
                        </a:spcBef>
                        <a:spcAft>
                          <a:spcPts val="300"/>
                        </a:spcAft>
                      </a:pPr>
                      <a:r>
                        <a:rPr lang="en-US" sz="1200">
                          <a:effectLst/>
                        </a:rPr>
                        <a:t>B03</a:t>
                      </a:r>
                    </a:p>
                  </a:txBody>
                  <a:tcPr marL="38576" marR="38576" marT="0" marB="0" anchor="ctr"/>
                </a:tc>
                <a:extLst>
                  <a:ext uri="{0D108BD9-81ED-4DB2-BD59-A6C34878D82A}">
                    <a16:rowId xmlns:a16="http://schemas.microsoft.com/office/drawing/2014/main" val="10003"/>
                  </a:ext>
                </a:extLst>
              </a:tr>
              <a:tr h="422910">
                <a:tc vMerge="1">
                  <a:txBody>
                    <a:bodyPr/>
                    <a:lstStyle/>
                    <a:p>
                      <a:endParaRPr lang="zh-CN"/>
                    </a:p>
                  </a:txBody>
                  <a:tcPr/>
                </a:tc>
                <a:tc rowSpan="2">
                  <a:txBody>
                    <a:bodyPr/>
                    <a:lstStyle/>
                    <a:p>
                      <a:pPr algn="ctr">
                        <a:spcBef>
                          <a:spcPts val="300"/>
                        </a:spcBef>
                        <a:spcAft>
                          <a:spcPts val="300"/>
                        </a:spcAft>
                      </a:pPr>
                      <a:r>
                        <a:rPr lang="zh-CN" sz="1200">
                          <a:effectLst/>
                        </a:rPr>
                        <a:t>组成需求</a:t>
                      </a:r>
                    </a:p>
                  </a:txBody>
                  <a:tcPr marL="38576" marR="38576" marT="0" marB="0" anchor="ctr"/>
                </a:tc>
                <a:tc rowSpan="2">
                  <a:txBody>
                    <a:bodyPr/>
                    <a:lstStyle/>
                    <a:p>
                      <a:pPr algn="ctr">
                        <a:spcBef>
                          <a:spcPts val="300"/>
                        </a:spcBef>
                        <a:spcAft>
                          <a:spcPts val="300"/>
                        </a:spcAft>
                      </a:pPr>
                      <a:r>
                        <a:rPr lang="zh-CN" sz="1200">
                          <a:effectLst/>
                        </a:rPr>
                        <a:t>字母、数字、下画线</a:t>
                      </a:r>
                    </a:p>
                  </a:txBody>
                  <a:tcPr marL="38576" marR="38576" marT="0" marB="0" anchor="ctr"/>
                </a:tc>
                <a:tc>
                  <a:txBody>
                    <a:bodyPr/>
                    <a:lstStyle/>
                    <a:p>
                      <a:pPr algn="ctr">
                        <a:spcBef>
                          <a:spcPts val="300"/>
                        </a:spcBef>
                        <a:spcAft>
                          <a:spcPts val="300"/>
                        </a:spcAft>
                      </a:pPr>
                      <a:r>
                        <a:rPr lang="zh-CN" sz="1200">
                          <a:effectLst/>
                        </a:rPr>
                        <a:t>字母</a:t>
                      </a:r>
                    </a:p>
                  </a:txBody>
                  <a:tcPr marL="38576" marR="38576" marT="0" marB="0" anchor="ctr"/>
                </a:tc>
                <a:tc>
                  <a:txBody>
                    <a:bodyPr/>
                    <a:lstStyle/>
                    <a:p>
                      <a:pPr algn="ctr">
                        <a:spcBef>
                          <a:spcPts val="300"/>
                        </a:spcBef>
                        <a:spcAft>
                          <a:spcPts val="300"/>
                        </a:spcAft>
                      </a:pPr>
                      <a:r>
                        <a:rPr lang="zh-CN" sz="1200">
                          <a:effectLst/>
                        </a:rPr>
                        <a:t>　</a:t>
                      </a:r>
                    </a:p>
                  </a:txBody>
                  <a:tcPr marL="38576" marR="38576" marT="0" marB="0" anchor="ctr"/>
                </a:tc>
                <a:tc>
                  <a:txBody>
                    <a:bodyPr/>
                    <a:lstStyle/>
                    <a:p>
                      <a:pPr algn="ctr">
                        <a:spcBef>
                          <a:spcPts val="300"/>
                        </a:spcBef>
                        <a:spcAft>
                          <a:spcPts val="300"/>
                        </a:spcAft>
                      </a:pPr>
                      <a:r>
                        <a:rPr lang="en-US" sz="1200">
                          <a:effectLst/>
                        </a:rPr>
                        <a:t>A04</a:t>
                      </a:r>
                    </a:p>
                  </a:txBody>
                  <a:tcPr marL="38576" marR="38576" marT="0" marB="0" anchor="ctr"/>
                </a:tc>
                <a:tc>
                  <a:txBody>
                    <a:bodyPr/>
                    <a:lstStyle/>
                    <a:p>
                      <a:pPr algn="ctr">
                        <a:spcBef>
                          <a:spcPts val="300"/>
                        </a:spcBef>
                        <a:spcAft>
                          <a:spcPts val="300"/>
                        </a:spcAft>
                      </a:pPr>
                      <a:r>
                        <a:rPr lang="zh-CN" sz="1200" spc="-20">
                          <a:effectLst/>
                        </a:rPr>
                        <a:t>特殊</a:t>
                      </a:r>
                      <a:endParaRPr lang="zh-CN" sz="1200">
                        <a:effectLst/>
                      </a:endParaRPr>
                    </a:p>
                    <a:p>
                      <a:pPr algn="ctr">
                        <a:spcBef>
                          <a:spcPts val="300"/>
                        </a:spcBef>
                        <a:spcAft>
                          <a:spcPts val="300"/>
                        </a:spcAft>
                      </a:pPr>
                      <a:r>
                        <a:rPr lang="zh-CN" sz="1200" spc="-20">
                          <a:effectLst/>
                        </a:rPr>
                        <a:t>符号</a:t>
                      </a:r>
                    </a:p>
                  </a:txBody>
                  <a:tcPr marL="38576" marR="38576" marT="0" marB="0" anchor="ctr"/>
                </a:tc>
                <a:tc>
                  <a:txBody>
                    <a:bodyPr/>
                    <a:lstStyle/>
                    <a:p>
                      <a:pPr algn="ctr">
                        <a:spcBef>
                          <a:spcPts val="300"/>
                        </a:spcBef>
                        <a:spcAft>
                          <a:spcPts val="300"/>
                        </a:spcAft>
                      </a:pPr>
                      <a:r>
                        <a:rPr lang="zh-CN" sz="1200">
                          <a:effectLst/>
                        </a:rPr>
                        <a:t>　</a:t>
                      </a:r>
                    </a:p>
                  </a:txBody>
                  <a:tcPr marL="38576" marR="38576" marT="0" marB="0" anchor="ctr"/>
                </a:tc>
                <a:tc>
                  <a:txBody>
                    <a:bodyPr/>
                    <a:lstStyle/>
                    <a:p>
                      <a:pPr algn="ctr">
                        <a:spcBef>
                          <a:spcPts val="300"/>
                        </a:spcBef>
                        <a:spcAft>
                          <a:spcPts val="300"/>
                        </a:spcAft>
                      </a:pPr>
                      <a:r>
                        <a:rPr lang="en-US" sz="1200">
                          <a:effectLst/>
                        </a:rPr>
                        <a:t>B04</a:t>
                      </a:r>
                    </a:p>
                  </a:txBody>
                  <a:tcPr marL="38576" marR="38576" marT="0" marB="0" anchor="ctr"/>
                </a:tc>
                <a:extLst>
                  <a:ext uri="{0D108BD9-81ED-4DB2-BD59-A6C34878D82A}">
                    <a16:rowId xmlns:a16="http://schemas.microsoft.com/office/drawing/2014/main" val="10004"/>
                  </a:ext>
                </a:extLst>
              </a:tr>
              <a:tr h="392906">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pPr algn="ctr">
                        <a:spcBef>
                          <a:spcPts val="300"/>
                        </a:spcBef>
                        <a:spcAft>
                          <a:spcPts val="300"/>
                        </a:spcAft>
                      </a:pPr>
                      <a:r>
                        <a:rPr lang="zh-CN" sz="1200">
                          <a:effectLst/>
                        </a:rPr>
                        <a:t>字母</a:t>
                      </a:r>
                      <a:r>
                        <a:rPr lang="en-US" sz="1200">
                          <a:effectLst/>
                        </a:rPr>
                        <a:t>+</a:t>
                      </a:r>
                      <a:r>
                        <a:rPr lang="zh-CN" sz="1200">
                          <a:effectLst/>
                        </a:rPr>
                        <a:t>数字</a:t>
                      </a:r>
                      <a:r>
                        <a:rPr lang="en-US" sz="1200">
                          <a:effectLst/>
                        </a:rPr>
                        <a:t>+</a:t>
                      </a:r>
                      <a:r>
                        <a:rPr lang="zh-CN" sz="1200">
                          <a:effectLst/>
                        </a:rPr>
                        <a:t>下画线</a:t>
                      </a:r>
                    </a:p>
                  </a:txBody>
                  <a:tcPr marL="38576" marR="38576" marT="0" marB="0" anchor="ctr"/>
                </a:tc>
                <a:tc>
                  <a:txBody>
                    <a:bodyPr/>
                    <a:lstStyle/>
                    <a:p>
                      <a:pPr algn="ctr">
                        <a:spcBef>
                          <a:spcPts val="300"/>
                        </a:spcBef>
                        <a:spcAft>
                          <a:spcPts val="300"/>
                        </a:spcAft>
                      </a:pPr>
                      <a:r>
                        <a:rPr lang="zh-CN" sz="1200">
                          <a:effectLst/>
                        </a:rPr>
                        <a:t>　</a:t>
                      </a:r>
                    </a:p>
                  </a:txBody>
                  <a:tcPr marL="38576" marR="38576" marT="0" marB="0" anchor="ctr"/>
                </a:tc>
                <a:tc>
                  <a:txBody>
                    <a:bodyPr/>
                    <a:lstStyle/>
                    <a:p>
                      <a:pPr algn="ctr">
                        <a:spcBef>
                          <a:spcPts val="300"/>
                        </a:spcBef>
                        <a:spcAft>
                          <a:spcPts val="300"/>
                        </a:spcAft>
                      </a:pPr>
                      <a:r>
                        <a:rPr lang="en-US" sz="1200">
                          <a:effectLst/>
                        </a:rPr>
                        <a:t>A05</a:t>
                      </a:r>
                    </a:p>
                  </a:txBody>
                  <a:tcPr marL="38576" marR="38576" marT="0" marB="0" anchor="ctr"/>
                </a:tc>
                <a:tc>
                  <a:txBody>
                    <a:bodyPr/>
                    <a:lstStyle/>
                    <a:p>
                      <a:pPr algn="ctr">
                        <a:spcBef>
                          <a:spcPts val="300"/>
                        </a:spcBef>
                        <a:spcAft>
                          <a:spcPts val="300"/>
                        </a:spcAft>
                      </a:pPr>
                      <a:r>
                        <a:rPr lang="zh-CN" sz="1200">
                          <a:effectLst/>
                        </a:rPr>
                        <a:t>汉字</a:t>
                      </a:r>
                    </a:p>
                  </a:txBody>
                  <a:tcPr marL="38576" marR="38576" marT="0" marB="0" anchor="ctr"/>
                </a:tc>
                <a:tc>
                  <a:txBody>
                    <a:bodyPr/>
                    <a:lstStyle/>
                    <a:p>
                      <a:pPr algn="ctr">
                        <a:spcBef>
                          <a:spcPts val="300"/>
                        </a:spcBef>
                        <a:spcAft>
                          <a:spcPts val="300"/>
                        </a:spcAft>
                      </a:pPr>
                      <a:r>
                        <a:rPr lang="zh-CN" sz="1200">
                          <a:effectLst/>
                        </a:rPr>
                        <a:t>　</a:t>
                      </a:r>
                    </a:p>
                  </a:txBody>
                  <a:tcPr marL="38576" marR="38576" marT="0" marB="0" anchor="ctr"/>
                </a:tc>
                <a:tc>
                  <a:txBody>
                    <a:bodyPr/>
                    <a:lstStyle/>
                    <a:p>
                      <a:pPr algn="ctr">
                        <a:spcBef>
                          <a:spcPts val="300"/>
                        </a:spcBef>
                        <a:spcAft>
                          <a:spcPts val="300"/>
                        </a:spcAft>
                      </a:pPr>
                      <a:r>
                        <a:rPr lang="en-US" sz="1200">
                          <a:effectLst/>
                        </a:rPr>
                        <a:t>B05</a:t>
                      </a:r>
                    </a:p>
                  </a:txBody>
                  <a:tcPr marL="38576" marR="38576" marT="0" marB="0" anchor="ctr"/>
                </a:tc>
                <a:extLst>
                  <a:ext uri="{0D108BD9-81ED-4DB2-BD59-A6C34878D82A}">
                    <a16:rowId xmlns:a16="http://schemas.microsoft.com/office/drawing/2014/main" val="10005"/>
                  </a:ext>
                </a:extLst>
              </a:tr>
              <a:tr h="422910">
                <a:tc vMerge="1">
                  <a:txBody>
                    <a:bodyPr/>
                    <a:lstStyle/>
                    <a:p>
                      <a:endParaRPr lang="zh-CN"/>
                    </a:p>
                  </a:txBody>
                  <a:tcPr/>
                </a:tc>
                <a:tc rowSpan="4">
                  <a:txBody>
                    <a:bodyPr/>
                    <a:lstStyle/>
                    <a:p>
                      <a:pPr algn="ctr">
                        <a:spcBef>
                          <a:spcPts val="300"/>
                        </a:spcBef>
                        <a:spcAft>
                          <a:spcPts val="300"/>
                        </a:spcAft>
                      </a:pPr>
                      <a:r>
                        <a:rPr lang="zh-CN" sz="1200">
                          <a:effectLst/>
                        </a:rPr>
                        <a:t>格式需求</a:t>
                      </a:r>
                    </a:p>
                  </a:txBody>
                  <a:tcPr marL="38576" marR="38576" marT="0" marB="0" anchor="ctr"/>
                </a:tc>
                <a:tc rowSpan="2">
                  <a:txBody>
                    <a:bodyPr/>
                    <a:lstStyle/>
                    <a:p>
                      <a:pPr algn="ctr">
                        <a:spcBef>
                          <a:spcPts val="300"/>
                        </a:spcBef>
                        <a:spcAft>
                          <a:spcPts val="300"/>
                        </a:spcAft>
                      </a:pPr>
                      <a:r>
                        <a:rPr lang="zh-CN" sz="1200">
                          <a:effectLst/>
                        </a:rPr>
                        <a:t>以字母</a:t>
                      </a:r>
                    </a:p>
                    <a:p>
                      <a:pPr algn="ctr">
                        <a:spcBef>
                          <a:spcPts val="300"/>
                        </a:spcBef>
                        <a:spcAft>
                          <a:spcPts val="300"/>
                        </a:spcAft>
                      </a:pPr>
                      <a:r>
                        <a:rPr lang="zh-CN" sz="1200">
                          <a:effectLst/>
                        </a:rPr>
                        <a:t>开头</a:t>
                      </a:r>
                    </a:p>
                  </a:txBody>
                  <a:tcPr marL="38576" marR="38576" marT="0" marB="0" anchor="ctr"/>
                </a:tc>
                <a:tc rowSpan="2">
                  <a:txBody>
                    <a:bodyPr/>
                    <a:lstStyle/>
                    <a:p>
                      <a:pPr algn="ctr">
                        <a:spcBef>
                          <a:spcPts val="300"/>
                        </a:spcBef>
                        <a:spcAft>
                          <a:spcPts val="300"/>
                        </a:spcAft>
                      </a:pPr>
                      <a:r>
                        <a:rPr lang="zh-CN" sz="1200" dirty="0">
                          <a:effectLst/>
                        </a:rPr>
                        <a:t>以字母开头</a:t>
                      </a:r>
                    </a:p>
                  </a:txBody>
                  <a:tcPr marL="38576" marR="38576" marT="0" marB="0" anchor="ctr"/>
                </a:tc>
                <a:tc>
                  <a:txBody>
                    <a:bodyPr/>
                    <a:lstStyle/>
                    <a:p>
                      <a:pPr algn="ctr">
                        <a:spcBef>
                          <a:spcPts val="300"/>
                        </a:spcBef>
                        <a:spcAft>
                          <a:spcPts val="300"/>
                        </a:spcAft>
                      </a:pPr>
                      <a:r>
                        <a:rPr lang="zh-CN" sz="1200">
                          <a:effectLst/>
                        </a:rPr>
                        <a:t>　</a:t>
                      </a:r>
                    </a:p>
                  </a:txBody>
                  <a:tcPr marL="38576" marR="38576" marT="0" marB="0" anchor="ctr"/>
                </a:tc>
                <a:tc rowSpan="2">
                  <a:txBody>
                    <a:bodyPr/>
                    <a:lstStyle/>
                    <a:p>
                      <a:pPr algn="ctr">
                        <a:spcBef>
                          <a:spcPts val="300"/>
                        </a:spcBef>
                        <a:spcAft>
                          <a:spcPts val="300"/>
                        </a:spcAft>
                      </a:pPr>
                      <a:r>
                        <a:rPr lang="en-US" sz="1200">
                          <a:effectLst/>
                        </a:rPr>
                        <a:t>A06</a:t>
                      </a:r>
                    </a:p>
                  </a:txBody>
                  <a:tcPr marL="38576" marR="38576" marT="0" marB="0" anchor="ctr"/>
                </a:tc>
                <a:tc>
                  <a:txBody>
                    <a:bodyPr/>
                    <a:lstStyle/>
                    <a:p>
                      <a:pPr algn="ctr">
                        <a:spcBef>
                          <a:spcPts val="300"/>
                        </a:spcBef>
                        <a:spcAft>
                          <a:spcPts val="300"/>
                        </a:spcAft>
                      </a:pPr>
                      <a:r>
                        <a:rPr lang="zh-CN" sz="1200" spc="-20">
                          <a:effectLst/>
                        </a:rPr>
                        <a:t>数字</a:t>
                      </a:r>
                      <a:endParaRPr lang="zh-CN" sz="1200">
                        <a:effectLst/>
                      </a:endParaRPr>
                    </a:p>
                    <a:p>
                      <a:pPr algn="ctr">
                        <a:spcBef>
                          <a:spcPts val="300"/>
                        </a:spcBef>
                        <a:spcAft>
                          <a:spcPts val="300"/>
                        </a:spcAft>
                      </a:pPr>
                      <a:r>
                        <a:rPr lang="zh-CN" sz="1200" spc="-20">
                          <a:effectLst/>
                        </a:rPr>
                        <a:t>开头</a:t>
                      </a:r>
                    </a:p>
                  </a:txBody>
                  <a:tcPr marL="38576" marR="38576" marT="0" marB="0" anchor="ctr"/>
                </a:tc>
                <a:tc>
                  <a:txBody>
                    <a:bodyPr/>
                    <a:lstStyle/>
                    <a:p>
                      <a:pPr algn="ctr">
                        <a:spcBef>
                          <a:spcPts val="300"/>
                        </a:spcBef>
                        <a:spcAft>
                          <a:spcPts val="300"/>
                        </a:spcAft>
                      </a:pPr>
                      <a:r>
                        <a:rPr lang="zh-CN" sz="1200">
                          <a:effectLst/>
                        </a:rPr>
                        <a:t>　</a:t>
                      </a:r>
                    </a:p>
                  </a:txBody>
                  <a:tcPr marL="38576" marR="38576" marT="0" marB="0" anchor="ctr"/>
                </a:tc>
                <a:tc>
                  <a:txBody>
                    <a:bodyPr/>
                    <a:lstStyle/>
                    <a:p>
                      <a:pPr algn="ctr">
                        <a:spcBef>
                          <a:spcPts val="300"/>
                        </a:spcBef>
                        <a:spcAft>
                          <a:spcPts val="300"/>
                        </a:spcAft>
                      </a:pPr>
                      <a:r>
                        <a:rPr lang="en-US" sz="1200">
                          <a:effectLst/>
                        </a:rPr>
                        <a:t>B06</a:t>
                      </a:r>
                    </a:p>
                  </a:txBody>
                  <a:tcPr marL="38576" marR="38576" marT="0" marB="0" anchor="ctr"/>
                </a:tc>
                <a:extLst>
                  <a:ext uri="{0D108BD9-81ED-4DB2-BD59-A6C34878D82A}">
                    <a16:rowId xmlns:a16="http://schemas.microsoft.com/office/drawing/2014/main" val="10006"/>
                  </a:ext>
                </a:extLst>
              </a:tr>
              <a:tr h="662940">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pPr algn="ctr">
                        <a:spcBef>
                          <a:spcPts val="300"/>
                        </a:spcBef>
                        <a:spcAft>
                          <a:spcPts val="300"/>
                        </a:spcAft>
                      </a:pPr>
                      <a:r>
                        <a:rPr lang="zh-CN" sz="1200">
                          <a:effectLst/>
                        </a:rPr>
                        <a:t>　</a:t>
                      </a:r>
                    </a:p>
                  </a:txBody>
                  <a:tcPr marL="38576" marR="38576" marT="0" marB="0" anchor="ctr"/>
                </a:tc>
                <a:tc vMerge="1">
                  <a:txBody>
                    <a:bodyPr/>
                    <a:lstStyle/>
                    <a:p>
                      <a:endParaRPr lang="zh-CN"/>
                    </a:p>
                  </a:txBody>
                  <a:tcPr/>
                </a:tc>
                <a:tc>
                  <a:txBody>
                    <a:bodyPr/>
                    <a:lstStyle/>
                    <a:p>
                      <a:pPr algn="ctr">
                        <a:spcBef>
                          <a:spcPts val="300"/>
                        </a:spcBef>
                        <a:spcAft>
                          <a:spcPts val="300"/>
                        </a:spcAft>
                      </a:pPr>
                      <a:r>
                        <a:rPr lang="zh-CN" sz="1200" spc="-10">
                          <a:effectLst/>
                        </a:rPr>
                        <a:t>以下</a:t>
                      </a:r>
                      <a:endParaRPr lang="zh-CN" sz="1200">
                        <a:effectLst/>
                      </a:endParaRPr>
                    </a:p>
                    <a:p>
                      <a:pPr algn="ctr">
                        <a:spcBef>
                          <a:spcPts val="300"/>
                        </a:spcBef>
                        <a:spcAft>
                          <a:spcPts val="300"/>
                        </a:spcAft>
                      </a:pPr>
                      <a:r>
                        <a:rPr lang="zh-CN" sz="1200" spc="-10">
                          <a:effectLst/>
                        </a:rPr>
                        <a:t>画线</a:t>
                      </a:r>
                      <a:endParaRPr lang="zh-CN" sz="1200">
                        <a:effectLst/>
                      </a:endParaRPr>
                    </a:p>
                    <a:p>
                      <a:pPr algn="ctr">
                        <a:spcBef>
                          <a:spcPts val="300"/>
                        </a:spcBef>
                        <a:spcAft>
                          <a:spcPts val="300"/>
                        </a:spcAft>
                      </a:pPr>
                      <a:r>
                        <a:rPr lang="zh-CN" sz="1200" spc="-10">
                          <a:effectLst/>
                        </a:rPr>
                        <a:t>开头</a:t>
                      </a:r>
                    </a:p>
                  </a:txBody>
                  <a:tcPr marL="38576" marR="38576" marT="0" marB="0" anchor="ctr"/>
                </a:tc>
                <a:tc>
                  <a:txBody>
                    <a:bodyPr/>
                    <a:lstStyle/>
                    <a:p>
                      <a:pPr algn="ctr">
                        <a:spcBef>
                          <a:spcPts val="300"/>
                        </a:spcBef>
                        <a:spcAft>
                          <a:spcPts val="300"/>
                        </a:spcAft>
                      </a:pPr>
                      <a:r>
                        <a:rPr lang="zh-CN" sz="1200">
                          <a:effectLst/>
                        </a:rPr>
                        <a:t>　</a:t>
                      </a:r>
                    </a:p>
                  </a:txBody>
                  <a:tcPr marL="38576" marR="38576" marT="0" marB="0" anchor="ctr"/>
                </a:tc>
                <a:tc>
                  <a:txBody>
                    <a:bodyPr/>
                    <a:lstStyle/>
                    <a:p>
                      <a:pPr algn="ctr">
                        <a:spcBef>
                          <a:spcPts val="300"/>
                        </a:spcBef>
                        <a:spcAft>
                          <a:spcPts val="300"/>
                        </a:spcAft>
                      </a:pPr>
                      <a:r>
                        <a:rPr lang="en-US" sz="1200">
                          <a:effectLst/>
                        </a:rPr>
                        <a:t>B07</a:t>
                      </a:r>
                    </a:p>
                  </a:txBody>
                  <a:tcPr marL="38576" marR="38576" marT="0" marB="0" anchor="ctr"/>
                </a:tc>
                <a:extLst>
                  <a:ext uri="{0D108BD9-81ED-4DB2-BD59-A6C34878D82A}">
                    <a16:rowId xmlns:a16="http://schemas.microsoft.com/office/drawing/2014/main" val="10007"/>
                  </a:ext>
                </a:extLst>
              </a:tr>
              <a:tr h="320516">
                <a:tc vMerge="1">
                  <a:txBody>
                    <a:bodyPr/>
                    <a:lstStyle/>
                    <a:p>
                      <a:endParaRPr lang="zh-CN"/>
                    </a:p>
                  </a:txBody>
                  <a:tcPr/>
                </a:tc>
                <a:tc vMerge="1">
                  <a:txBody>
                    <a:bodyPr/>
                    <a:lstStyle/>
                    <a:p>
                      <a:endParaRPr lang="zh-CN"/>
                    </a:p>
                  </a:txBody>
                  <a:tcPr/>
                </a:tc>
                <a:tc rowSpan="2">
                  <a:txBody>
                    <a:bodyPr/>
                    <a:lstStyle/>
                    <a:p>
                      <a:pPr algn="ctr">
                        <a:spcBef>
                          <a:spcPts val="300"/>
                        </a:spcBef>
                        <a:spcAft>
                          <a:spcPts val="300"/>
                        </a:spcAft>
                      </a:pPr>
                      <a:r>
                        <a:rPr lang="zh-CN" sz="1200">
                          <a:effectLst/>
                        </a:rPr>
                        <a:t>以字母或数字结尾</a:t>
                      </a:r>
                    </a:p>
                  </a:txBody>
                  <a:tcPr marL="38576" marR="38576" marT="0" marB="0" anchor="ctr"/>
                </a:tc>
                <a:tc>
                  <a:txBody>
                    <a:bodyPr/>
                    <a:lstStyle/>
                    <a:p>
                      <a:pPr algn="ctr">
                        <a:spcBef>
                          <a:spcPts val="300"/>
                        </a:spcBef>
                        <a:spcAft>
                          <a:spcPts val="300"/>
                        </a:spcAft>
                      </a:pPr>
                      <a:r>
                        <a:rPr lang="zh-CN" sz="1200">
                          <a:effectLst/>
                        </a:rPr>
                        <a:t>以字母结尾</a:t>
                      </a:r>
                    </a:p>
                  </a:txBody>
                  <a:tcPr marL="38576" marR="38576" marT="0" marB="0" anchor="ctr"/>
                </a:tc>
                <a:tc>
                  <a:txBody>
                    <a:bodyPr/>
                    <a:lstStyle/>
                    <a:p>
                      <a:pPr algn="ctr">
                        <a:spcBef>
                          <a:spcPts val="300"/>
                        </a:spcBef>
                        <a:spcAft>
                          <a:spcPts val="300"/>
                        </a:spcAft>
                      </a:pPr>
                      <a:r>
                        <a:rPr lang="zh-CN" sz="1200">
                          <a:effectLst/>
                        </a:rPr>
                        <a:t>　</a:t>
                      </a:r>
                    </a:p>
                  </a:txBody>
                  <a:tcPr marL="38576" marR="38576" marT="0" marB="0" anchor="ctr"/>
                </a:tc>
                <a:tc>
                  <a:txBody>
                    <a:bodyPr/>
                    <a:lstStyle/>
                    <a:p>
                      <a:pPr algn="ctr">
                        <a:spcBef>
                          <a:spcPts val="300"/>
                        </a:spcBef>
                        <a:spcAft>
                          <a:spcPts val="300"/>
                        </a:spcAft>
                      </a:pPr>
                      <a:r>
                        <a:rPr lang="en-US" sz="1200">
                          <a:effectLst/>
                        </a:rPr>
                        <a:t>A07</a:t>
                      </a:r>
                    </a:p>
                  </a:txBody>
                  <a:tcPr marL="38576" marR="38576" marT="0" marB="0" anchor="ctr"/>
                </a:tc>
                <a:tc rowSpan="2">
                  <a:txBody>
                    <a:bodyPr/>
                    <a:lstStyle/>
                    <a:p>
                      <a:pPr algn="ctr">
                        <a:spcBef>
                          <a:spcPts val="300"/>
                        </a:spcBef>
                        <a:spcAft>
                          <a:spcPts val="300"/>
                        </a:spcAft>
                      </a:pPr>
                      <a:r>
                        <a:rPr lang="zh-CN" sz="1200" spc="-10">
                          <a:effectLst/>
                        </a:rPr>
                        <a:t>以下</a:t>
                      </a:r>
                      <a:endParaRPr lang="zh-CN" sz="1200">
                        <a:effectLst/>
                      </a:endParaRPr>
                    </a:p>
                    <a:p>
                      <a:pPr algn="ctr">
                        <a:spcBef>
                          <a:spcPts val="300"/>
                        </a:spcBef>
                        <a:spcAft>
                          <a:spcPts val="300"/>
                        </a:spcAft>
                      </a:pPr>
                      <a:r>
                        <a:rPr lang="zh-CN" sz="1200" spc="-10">
                          <a:effectLst/>
                        </a:rPr>
                        <a:t>画线</a:t>
                      </a:r>
                      <a:endParaRPr lang="zh-CN" sz="1200">
                        <a:effectLst/>
                      </a:endParaRPr>
                    </a:p>
                    <a:p>
                      <a:pPr algn="ctr">
                        <a:spcBef>
                          <a:spcPts val="300"/>
                        </a:spcBef>
                        <a:spcAft>
                          <a:spcPts val="300"/>
                        </a:spcAft>
                      </a:pPr>
                      <a:r>
                        <a:rPr lang="zh-CN" sz="1200" spc="-10">
                          <a:effectLst/>
                        </a:rPr>
                        <a:t>结尾</a:t>
                      </a:r>
                    </a:p>
                  </a:txBody>
                  <a:tcPr marL="38576" marR="38576" marT="0" marB="0" anchor="ctr"/>
                </a:tc>
                <a:tc rowSpan="2">
                  <a:txBody>
                    <a:bodyPr/>
                    <a:lstStyle/>
                    <a:p>
                      <a:pPr algn="ctr">
                        <a:spcBef>
                          <a:spcPts val="300"/>
                        </a:spcBef>
                        <a:spcAft>
                          <a:spcPts val="300"/>
                        </a:spcAft>
                      </a:pPr>
                      <a:r>
                        <a:rPr lang="zh-CN" sz="1200">
                          <a:effectLst/>
                        </a:rPr>
                        <a:t>　</a:t>
                      </a:r>
                    </a:p>
                  </a:txBody>
                  <a:tcPr marL="38576" marR="38576" marT="0" marB="0" anchor="ctr"/>
                </a:tc>
                <a:tc rowSpan="2">
                  <a:txBody>
                    <a:bodyPr/>
                    <a:lstStyle/>
                    <a:p>
                      <a:pPr algn="ctr">
                        <a:spcBef>
                          <a:spcPts val="300"/>
                        </a:spcBef>
                        <a:spcAft>
                          <a:spcPts val="300"/>
                        </a:spcAft>
                      </a:pPr>
                      <a:r>
                        <a:rPr lang="en-US" sz="1200">
                          <a:effectLst/>
                        </a:rPr>
                        <a:t>B08</a:t>
                      </a:r>
                    </a:p>
                  </a:txBody>
                  <a:tcPr marL="38576" marR="38576" marT="0" marB="0" anchor="ctr"/>
                </a:tc>
                <a:extLst>
                  <a:ext uri="{0D108BD9-81ED-4DB2-BD59-A6C34878D82A}">
                    <a16:rowId xmlns:a16="http://schemas.microsoft.com/office/drawing/2014/main" val="10008"/>
                  </a:ext>
                </a:extLst>
              </a:tr>
              <a:tr h="342424">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pPr algn="ctr">
                        <a:spcBef>
                          <a:spcPts val="300"/>
                        </a:spcBef>
                        <a:spcAft>
                          <a:spcPts val="300"/>
                        </a:spcAft>
                      </a:pPr>
                      <a:r>
                        <a:rPr lang="zh-CN" sz="1200">
                          <a:effectLst/>
                        </a:rPr>
                        <a:t>以数字结尾</a:t>
                      </a:r>
                    </a:p>
                  </a:txBody>
                  <a:tcPr marL="38576" marR="38576" marT="0" marB="0" anchor="ctr"/>
                </a:tc>
                <a:tc>
                  <a:txBody>
                    <a:bodyPr/>
                    <a:lstStyle/>
                    <a:p>
                      <a:pPr algn="ctr">
                        <a:spcBef>
                          <a:spcPts val="300"/>
                        </a:spcBef>
                        <a:spcAft>
                          <a:spcPts val="300"/>
                        </a:spcAft>
                      </a:pPr>
                      <a:r>
                        <a:rPr lang="zh-CN" sz="1200">
                          <a:effectLst/>
                        </a:rPr>
                        <a:t>　</a:t>
                      </a:r>
                    </a:p>
                  </a:txBody>
                  <a:tcPr marL="38576" marR="38576" marT="0" marB="0" anchor="ctr"/>
                </a:tc>
                <a:tc>
                  <a:txBody>
                    <a:bodyPr/>
                    <a:lstStyle/>
                    <a:p>
                      <a:pPr algn="ctr">
                        <a:spcBef>
                          <a:spcPts val="300"/>
                        </a:spcBef>
                        <a:spcAft>
                          <a:spcPts val="300"/>
                        </a:spcAft>
                      </a:pPr>
                      <a:r>
                        <a:rPr lang="en-US" sz="1200">
                          <a:effectLst/>
                        </a:rPr>
                        <a:t>A08</a:t>
                      </a:r>
                    </a:p>
                  </a:txBody>
                  <a:tcPr marL="38576" marR="38576" marT="0" marB="0" anchor="ctr"/>
                </a:tc>
                <a:tc vMerge="1">
                  <a:txBody>
                    <a:bodyPr/>
                    <a:lstStyle/>
                    <a:p>
                      <a:endParaRPr lang="zh-CN"/>
                    </a:p>
                  </a:txBody>
                  <a:tcPr/>
                </a:tc>
                <a:tc vMerge="1">
                  <a:txBody>
                    <a:bodyPr/>
                    <a:lstStyle/>
                    <a:p>
                      <a:endParaRPr lang="zh-CN"/>
                    </a:p>
                  </a:txBody>
                  <a:tcPr/>
                </a:tc>
                <a:tc vMerge="1">
                  <a:txBody>
                    <a:bodyPr/>
                    <a:lstStyle/>
                    <a:p>
                      <a:endParaRPr lang="zh-CN"/>
                    </a:p>
                  </a:txBody>
                  <a:tcPr/>
                </a:tc>
                <a:extLst>
                  <a:ext uri="{0D108BD9-81ED-4DB2-BD59-A6C34878D82A}">
                    <a16:rowId xmlns:a16="http://schemas.microsoft.com/office/drawing/2014/main" val="10009"/>
                  </a:ext>
                </a:extLst>
              </a:tr>
              <a:tr h="365760">
                <a:tc>
                  <a:txBody>
                    <a:bodyPr/>
                    <a:lstStyle/>
                    <a:p>
                      <a:pPr algn="ctr">
                        <a:spcBef>
                          <a:spcPts val="300"/>
                        </a:spcBef>
                        <a:spcAft>
                          <a:spcPts val="300"/>
                        </a:spcAft>
                      </a:pPr>
                      <a:r>
                        <a:rPr lang="zh-CN" sz="1200">
                          <a:solidFill>
                            <a:schemeClr val="bg1"/>
                          </a:solidFill>
                          <a:effectLst/>
                        </a:rPr>
                        <a:t>密码</a:t>
                      </a:r>
                    </a:p>
                  </a:txBody>
                  <a:tcPr marL="38576" marR="38576" marT="0" marB="0" anchor="ctr"/>
                </a:tc>
                <a:tc>
                  <a:txBody>
                    <a:bodyPr/>
                    <a:lstStyle/>
                    <a:p>
                      <a:pPr algn="ctr">
                        <a:spcBef>
                          <a:spcPts val="300"/>
                        </a:spcBef>
                        <a:spcAft>
                          <a:spcPts val="300"/>
                        </a:spcAft>
                      </a:pPr>
                      <a:r>
                        <a:rPr lang="zh-CN" sz="1200">
                          <a:effectLst/>
                        </a:rPr>
                        <a:t>非空要求</a:t>
                      </a:r>
                    </a:p>
                  </a:txBody>
                  <a:tcPr marL="38576" marR="38576" marT="0" marB="0" anchor="ctr"/>
                </a:tc>
                <a:tc>
                  <a:txBody>
                    <a:bodyPr/>
                    <a:lstStyle/>
                    <a:p>
                      <a:pPr algn="ctr">
                        <a:spcBef>
                          <a:spcPts val="300"/>
                        </a:spcBef>
                        <a:spcAft>
                          <a:spcPts val="300"/>
                        </a:spcAft>
                      </a:pPr>
                      <a:r>
                        <a:rPr lang="zh-CN" sz="1200">
                          <a:effectLst/>
                        </a:rPr>
                        <a:t>不能为空</a:t>
                      </a:r>
                    </a:p>
                  </a:txBody>
                  <a:tcPr marL="38576" marR="38576" marT="0" marB="0" anchor="ctr"/>
                </a:tc>
                <a:tc>
                  <a:txBody>
                    <a:bodyPr/>
                    <a:lstStyle/>
                    <a:p>
                      <a:pPr algn="ctr">
                        <a:spcBef>
                          <a:spcPts val="300"/>
                        </a:spcBef>
                        <a:spcAft>
                          <a:spcPts val="300"/>
                        </a:spcAft>
                      </a:pPr>
                      <a:r>
                        <a:rPr lang="zh-CN" sz="1200">
                          <a:effectLst/>
                        </a:rPr>
                        <a:t>非空</a:t>
                      </a:r>
                    </a:p>
                  </a:txBody>
                  <a:tcPr marL="38576" marR="38576" marT="0" marB="0" anchor="ctr"/>
                </a:tc>
                <a:tc>
                  <a:txBody>
                    <a:bodyPr/>
                    <a:lstStyle/>
                    <a:p>
                      <a:pPr algn="ctr">
                        <a:spcBef>
                          <a:spcPts val="300"/>
                        </a:spcBef>
                        <a:spcAft>
                          <a:spcPts val="300"/>
                        </a:spcAft>
                      </a:pPr>
                      <a:r>
                        <a:rPr lang="zh-CN" sz="1200">
                          <a:effectLst/>
                        </a:rPr>
                        <a:t>　</a:t>
                      </a:r>
                    </a:p>
                  </a:txBody>
                  <a:tcPr marL="38576" marR="38576" marT="0" marB="0" anchor="ctr"/>
                </a:tc>
                <a:tc>
                  <a:txBody>
                    <a:bodyPr/>
                    <a:lstStyle/>
                    <a:p>
                      <a:pPr algn="ctr">
                        <a:spcBef>
                          <a:spcPts val="300"/>
                        </a:spcBef>
                        <a:spcAft>
                          <a:spcPts val="300"/>
                        </a:spcAft>
                      </a:pPr>
                      <a:r>
                        <a:rPr lang="en-US" sz="1200">
                          <a:effectLst/>
                        </a:rPr>
                        <a:t>A09</a:t>
                      </a:r>
                    </a:p>
                  </a:txBody>
                  <a:tcPr marL="38576" marR="38576" marT="0" marB="0" anchor="ctr"/>
                </a:tc>
                <a:tc>
                  <a:txBody>
                    <a:bodyPr/>
                    <a:lstStyle/>
                    <a:p>
                      <a:pPr algn="ctr">
                        <a:spcBef>
                          <a:spcPts val="300"/>
                        </a:spcBef>
                        <a:spcAft>
                          <a:spcPts val="300"/>
                        </a:spcAft>
                      </a:pPr>
                      <a:r>
                        <a:rPr lang="zh-CN" sz="1200">
                          <a:effectLst/>
                        </a:rPr>
                        <a:t>空</a:t>
                      </a:r>
                    </a:p>
                  </a:txBody>
                  <a:tcPr marL="38576" marR="38576" marT="0" marB="0" anchor="ctr"/>
                </a:tc>
                <a:tc>
                  <a:txBody>
                    <a:bodyPr/>
                    <a:lstStyle/>
                    <a:p>
                      <a:pPr algn="ctr">
                        <a:spcBef>
                          <a:spcPts val="300"/>
                        </a:spcBef>
                        <a:spcAft>
                          <a:spcPts val="300"/>
                        </a:spcAft>
                      </a:pPr>
                      <a:r>
                        <a:rPr lang="zh-CN" sz="1200">
                          <a:effectLst/>
                        </a:rPr>
                        <a:t>　</a:t>
                      </a:r>
                    </a:p>
                  </a:txBody>
                  <a:tcPr marL="38576" marR="38576" marT="0" marB="0" anchor="ctr"/>
                </a:tc>
                <a:tc>
                  <a:txBody>
                    <a:bodyPr/>
                    <a:lstStyle/>
                    <a:p>
                      <a:pPr algn="ctr">
                        <a:spcBef>
                          <a:spcPts val="300"/>
                        </a:spcBef>
                        <a:spcAft>
                          <a:spcPts val="300"/>
                        </a:spcAft>
                      </a:pPr>
                      <a:r>
                        <a:rPr lang="en-US" sz="1200">
                          <a:effectLst/>
                        </a:rPr>
                        <a:t>B09</a:t>
                      </a:r>
                    </a:p>
                  </a:txBody>
                  <a:tcPr marL="38576" marR="38576" marT="0" marB="0" anchor="ctr"/>
                </a:tc>
                <a:extLst>
                  <a:ext uri="{0D108BD9-81ED-4DB2-BD59-A6C34878D82A}">
                    <a16:rowId xmlns:a16="http://schemas.microsoft.com/office/drawing/2014/main" val="10010"/>
                  </a:ext>
                </a:extLst>
              </a:tr>
              <a:tr h="422910">
                <a:tc>
                  <a:txBody>
                    <a:bodyPr/>
                    <a:lstStyle/>
                    <a:p>
                      <a:pPr algn="ctr">
                        <a:spcBef>
                          <a:spcPts val="300"/>
                        </a:spcBef>
                        <a:spcAft>
                          <a:spcPts val="300"/>
                        </a:spcAft>
                      </a:pPr>
                      <a:r>
                        <a:rPr lang="zh-CN" sz="1200">
                          <a:solidFill>
                            <a:schemeClr val="bg1"/>
                          </a:solidFill>
                          <a:effectLst/>
                        </a:rPr>
                        <a:t>确认密码</a:t>
                      </a:r>
                    </a:p>
                  </a:txBody>
                  <a:tcPr marL="38576" marR="38576" marT="0" marB="0" anchor="ctr"/>
                </a:tc>
                <a:tc>
                  <a:txBody>
                    <a:bodyPr/>
                    <a:lstStyle/>
                    <a:p>
                      <a:pPr algn="ctr">
                        <a:spcBef>
                          <a:spcPts val="300"/>
                        </a:spcBef>
                        <a:spcAft>
                          <a:spcPts val="300"/>
                        </a:spcAft>
                      </a:pPr>
                      <a:r>
                        <a:rPr lang="zh-CN" sz="1200">
                          <a:effectLst/>
                        </a:rPr>
                        <a:t>一致性要求</a:t>
                      </a:r>
                    </a:p>
                  </a:txBody>
                  <a:tcPr marL="38576" marR="38576" marT="0" marB="0" anchor="ctr"/>
                </a:tc>
                <a:tc>
                  <a:txBody>
                    <a:bodyPr/>
                    <a:lstStyle/>
                    <a:p>
                      <a:pPr algn="ctr">
                        <a:spcBef>
                          <a:spcPts val="300"/>
                        </a:spcBef>
                        <a:spcAft>
                          <a:spcPts val="300"/>
                        </a:spcAft>
                      </a:pPr>
                      <a:r>
                        <a:rPr lang="zh-CN" sz="1200">
                          <a:effectLst/>
                        </a:rPr>
                        <a:t>与密码</a:t>
                      </a:r>
                    </a:p>
                    <a:p>
                      <a:pPr algn="ctr">
                        <a:spcBef>
                          <a:spcPts val="300"/>
                        </a:spcBef>
                        <a:spcAft>
                          <a:spcPts val="300"/>
                        </a:spcAft>
                      </a:pPr>
                      <a:r>
                        <a:rPr lang="zh-CN" sz="1200">
                          <a:effectLst/>
                        </a:rPr>
                        <a:t>一致</a:t>
                      </a:r>
                    </a:p>
                  </a:txBody>
                  <a:tcPr marL="38576" marR="38576" marT="0" marB="0" anchor="ctr"/>
                </a:tc>
                <a:tc>
                  <a:txBody>
                    <a:bodyPr/>
                    <a:lstStyle/>
                    <a:p>
                      <a:pPr algn="ctr">
                        <a:spcBef>
                          <a:spcPts val="300"/>
                        </a:spcBef>
                        <a:spcAft>
                          <a:spcPts val="300"/>
                        </a:spcAft>
                      </a:pPr>
                      <a:r>
                        <a:rPr lang="zh-CN" sz="1200">
                          <a:effectLst/>
                        </a:rPr>
                        <a:t>一致</a:t>
                      </a:r>
                    </a:p>
                  </a:txBody>
                  <a:tcPr marL="38576" marR="38576" marT="0" marB="0" anchor="ctr"/>
                </a:tc>
                <a:tc>
                  <a:txBody>
                    <a:bodyPr/>
                    <a:lstStyle/>
                    <a:p>
                      <a:pPr algn="ctr">
                        <a:spcBef>
                          <a:spcPts val="300"/>
                        </a:spcBef>
                        <a:spcAft>
                          <a:spcPts val="300"/>
                        </a:spcAft>
                      </a:pPr>
                      <a:r>
                        <a:rPr lang="zh-CN" sz="1200">
                          <a:effectLst/>
                        </a:rPr>
                        <a:t>　</a:t>
                      </a:r>
                    </a:p>
                  </a:txBody>
                  <a:tcPr marL="38576" marR="38576" marT="0" marB="0" anchor="ctr"/>
                </a:tc>
                <a:tc>
                  <a:txBody>
                    <a:bodyPr/>
                    <a:lstStyle/>
                    <a:p>
                      <a:pPr algn="ctr">
                        <a:spcBef>
                          <a:spcPts val="300"/>
                        </a:spcBef>
                        <a:spcAft>
                          <a:spcPts val="300"/>
                        </a:spcAft>
                      </a:pPr>
                      <a:r>
                        <a:rPr lang="en-US" sz="1200">
                          <a:effectLst/>
                        </a:rPr>
                        <a:t>A10</a:t>
                      </a:r>
                    </a:p>
                  </a:txBody>
                  <a:tcPr marL="38576" marR="38576" marT="0" marB="0" anchor="ctr"/>
                </a:tc>
                <a:tc>
                  <a:txBody>
                    <a:bodyPr/>
                    <a:lstStyle/>
                    <a:p>
                      <a:pPr algn="ctr">
                        <a:spcBef>
                          <a:spcPts val="300"/>
                        </a:spcBef>
                        <a:spcAft>
                          <a:spcPts val="300"/>
                        </a:spcAft>
                      </a:pPr>
                      <a:r>
                        <a:rPr lang="zh-CN" sz="1200" spc="-10">
                          <a:effectLst/>
                        </a:rPr>
                        <a:t>不一致</a:t>
                      </a:r>
                    </a:p>
                  </a:txBody>
                  <a:tcPr marL="38576" marR="38576" marT="0" marB="0" anchor="ctr"/>
                </a:tc>
                <a:tc>
                  <a:txBody>
                    <a:bodyPr/>
                    <a:lstStyle/>
                    <a:p>
                      <a:pPr algn="ctr">
                        <a:spcBef>
                          <a:spcPts val="300"/>
                        </a:spcBef>
                        <a:spcAft>
                          <a:spcPts val="300"/>
                        </a:spcAft>
                      </a:pPr>
                      <a:r>
                        <a:rPr lang="zh-CN" sz="1200">
                          <a:effectLst/>
                        </a:rPr>
                        <a:t>　</a:t>
                      </a:r>
                    </a:p>
                  </a:txBody>
                  <a:tcPr marL="38576" marR="38576" marT="0" marB="0" anchor="ctr"/>
                </a:tc>
                <a:tc>
                  <a:txBody>
                    <a:bodyPr/>
                    <a:lstStyle/>
                    <a:p>
                      <a:pPr algn="ctr">
                        <a:spcBef>
                          <a:spcPts val="300"/>
                        </a:spcBef>
                        <a:spcAft>
                          <a:spcPts val="300"/>
                        </a:spcAft>
                      </a:pPr>
                      <a:r>
                        <a:rPr lang="en-US" sz="1200" dirty="0">
                          <a:effectLst/>
                        </a:rPr>
                        <a:t>B10</a:t>
                      </a:r>
                    </a:p>
                  </a:txBody>
                  <a:tcPr marL="38576" marR="38576" marT="0" marB="0" anchor="ctr"/>
                </a:tc>
                <a:extLst>
                  <a:ext uri="{0D108BD9-81ED-4DB2-BD59-A6C34878D82A}">
                    <a16:rowId xmlns:a16="http://schemas.microsoft.com/office/drawing/2014/main" val="10011"/>
                  </a:ext>
                </a:extLst>
              </a:tr>
            </a:tbl>
          </a:graphicData>
        </a:graphic>
      </p:graphicFrame>
      <p:sp>
        <p:nvSpPr>
          <p:cNvPr id="2" name="日期占位符 1"/>
          <p:cNvSpPr>
            <a:spLocks noGrp="1"/>
          </p:cNvSpPr>
          <p:nvPr>
            <p:ph type="dt" sz="half" idx="10"/>
          </p:nvPr>
        </p:nvSpPr>
        <p:spPr/>
        <p:txBody>
          <a:bodyPr/>
          <a:lstStyle/>
          <a:p>
            <a:fld id="{760FBDFE-C587-4B4C-A407-44438C67B59E}" type="datetime1">
              <a:rPr lang="zh-CN" altLang="en-US" smtClean="0"/>
              <a:t>2024/3/12</a:t>
            </a:fld>
            <a:endParaRPr lang="zh-CN" altLang="en-US"/>
          </a:p>
        </p:txBody>
      </p:sp>
      <p:sp>
        <p:nvSpPr>
          <p:cNvPr id="3" name="灯片编号占位符 2"/>
          <p:cNvSpPr>
            <a:spLocks noGrp="1"/>
          </p:cNvSpPr>
          <p:nvPr>
            <p:ph type="sldNum" sz="quarter" idx="12"/>
          </p:nvPr>
        </p:nvSpPr>
        <p:spPr>
          <a:xfrm>
            <a:off x="6457950" y="6389433"/>
            <a:ext cx="2025000" cy="237600"/>
          </a:xfrm>
          <a:prstGeom prst="rect">
            <a:avLst/>
          </a:prstGeom>
        </p:spPr>
        <p:txBody>
          <a:bodyPr vert="horz" lIns="91440" tIns="45720" rIns="91440" bIns="45720" rtlCol="0" anchor="ctr">
            <a:noAutofit/>
          </a:bodyPr>
          <a:lstStyle>
            <a:defPPr>
              <a:defRPr lang="zh-CN"/>
            </a:defPPr>
            <a:lvl1pPr marL="0" lvl="0" indent="0" algn="r" defTabSz="914400" rtl="0" eaLnBrk="1" fontAlgn="base" latinLnBrk="0" hangingPunct="1">
              <a:lnSpc>
                <a:spcPct val="100000"/>
              </a:lnSpc>
              <a:spcBef>
                <a:spcPct val="0"/>
              </a:spcBef>
              <a:spcAft>
                <a:spcPct val="0"/>
              </a:spcAft>
              <a:buNone/>
              <a:defRPr sz="108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fld id="{49AE70B2-8BF9-45C0-BB95-33D1B9D3A854}" type="slidenum">
              <a:rPr lang="zh-CN" altLang="en-US" smtClean="0"/>
              <a:pPr/>
              <a:t>117</a:t>
            </a:fld>
            <a:endParaRPr lang="zh-CN" altLang="en-US"/>
          </a:p>
        </p:txBody>
      </p:sp>
      <p:sp>
        <p:nvSpPr>
          <p:cNvPr id="5" name="文本框 4"/>
          <p:cNvSpPr txBox="1"/>
          <p:nvPr/>
        </p:nvSpPr>
        <p:spPr>
          <a:xfrm>
            <a:off x="1493521" y="249555"/>
            <a:ext cx="5749766" cy="412433"/>
          </a:xfrm>
          <a:prstGeom prst="rect">
            <a:avLst/>
          </a:prstGeom>
          <a:noFill/>
        </p:spPr>
        <p:txBody>
          <a:bodyPr wrap="square" rtlCol="0" anchor="t">
            <a:noAutofit/>
          </a:bodyPr>
          <a:lstStyle/>
          <a:p>
            <a:r>
              <a:rPr lang="zh-CN" altLang="en-US" sz="2400" b="1" dirty="0">
                <a:latin typeface="微软雅黑" panose="020B0503020204020204" charset="-122"/>
                <a:ea typeface="微软雅黑" panose="020B0503020204020204" charset="-122"/>
                <a:cs typeface="微软雅黑" panose="020B0503020204020204" charset="-122"/>
                <a:sym typeface="+mn-ea"/>
              </a:rPr>
              <a:t>练习</a:t>
            </a:r>
            <a:r>
              <a:rPr lang="en-US" altLang="zh-CN" sz="2400" b="1" dirty="0">
                <a:latin typeface="微软雅黑" panose="020B0503020204020204" charset="-122"/>
                <a:ea typeface="微软雅黑" panose="020B0503020204020204" charset="-122"/>
                <a:cs typeface="微软雅黑" panose="020B0503020204020204" charset="-122"/>
                <a:sym typeface="+mn-ea"/>
              </a:rPr>
              <a:t>2</a:t>
            </a:r>
            <a:r>
              <a:rPr lang="zh-CN" altLang="en-US" sz="2400" b="1" dirty="0">
                <a:latin typeface="微软雅黑" panose="020B0503020204020204" charset="-122"/>
                <a:ea typeface="微软雅黑" panose="020B0503020204020204" charset="-122"/>
                <a:cs typeface="微软雅黑" panose="020B0503020204020204" charset="-122"/>
                <a:sym typeface="+mn-ea"/>
              </a:rPr>
              <a:t>：</a:t>
            </a:r>
            <a:r>
              <a:rPr lang="en-US" altLang="zh-CN" sz="2400" b="1" dirty="0">
                <a:latin typeface="微软雅黑" panose="020B0503020204020204" charset="-122"/>
                <a:ea typeface="微软雅黑" panose="020B0503020204020204" charset="-122"/>
                <a:cs typeface="微软雅黑" panose="020B0503020204020204" charset="-122"/>
                <a:sym typeface="+mn-ea"/>
              </a:rPr>
              <a:t>126</a:t>
            </a:r>
            <a:r>
              <a:rPr lang="zh-CN" altLang="zh-CN" sz="2400" b="1" dirty="0">
                <a:latin typeface="微软雅黑" panose="020B0503020204020204" charset="-122"/>
                <a:ea typeface="微软雅黑" panose="020B0503020204020204" charset="-122"/>
                <a:cs typeface="微软雅黑" panose="020B0503020204020204" charset="-122"/>
                <a:sym typeface="+mn-ea"/>
              </a:rPr>
              <a:t>邮箱注册功能</a:t>
            </a:r>
            <a:r>
              <a:rPr lang="en-US" altLang="zh-CN" sz="2400" b="1" dirty="0">
                <a:latin typeface="微软雅黑" panose="020B0503020204020204" charset="-122"/>
                <a:ea typeface="微软雅黑" panose="020B0503020204020204" charset="-122"/>
                <a:cs typeface="微软雅黑" panose="020B0503020204020204" charset="-122"/>
                <a:sym typeface="+mn-ea"/>
              </a:rPr>
              <a:t>——</a:t>
            </a:r>
            <a:r>
              <a:rPr lang="zh-CN" altLang="zh-CN" sz="2400" b="1" dirty="0">
                <a:latin typeface="微软雅黑" panose="020B0503020204020204" charset="-122"/>
                <a:ea typeface="微软雅黑" panose="020B0503020204020204" charset="-122"/>
                <a:cs typeface="微软雅黑" panose="020B0503020204020204" charset="-122"/>
                <a:sym typeface="+mn-ea"/>
              </a:rPr>
              <a:t>边界值法</a:t>
            </a:r>
          </a:p>
        </p:txBody>
      </p:sp>
    </p:spTree>
  </p:cSld>
  <p:clrMapOvr>
    <a:masterClrMapping/>
  </p:clrMapOvr>
  <mc:AlternateContent xmlns:mc="http://schemas.openxmlformats.org/markup-compatibility/2006" xmlns:p14="http://schemas.microsoft.com/office/powerpoint/2010/main">
    <mc:Choice Requires="p14">
      <p:transition p14:dur="10">
        <p14:vortex dir="r"/>
      </p:transition>
    </mc:Choice>
    <mc:Fallback xmlns="">
      <p:transition>
        <p:fade/>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标题 5"/>
          <p:cNvSpPr>
            <a:spLocks noGrp="1"/>
          </p:cNvSpPr>
          <p:nvPr>
            <p:ph type="title"/>
          </p:nvPr>
        </p:nvSpPr>
        <p:spPr>
          <a:xfrm>
            <a:off x="714682" y="604302"/>
            <a:ext cx="3658214" cy="994172"/>
          </a:xfrm>
        </p:spPr>
        <p:txBody>
          <a:bodyPr/>
          <a:lstStyle/>
          <a:p>
            <a:pPr>
              <a:lnSpc>
                <a:spcPct val="110000"/>
              </a:lnSpc>
            </a:pPr>
            <a:r>
              <a:rPr lang="zh-CN" b="1" dirty="0">
                <a:solidFill>
                  <a:srgbClr val="435CC8"/>
                </a:solidFill>
                <a:latin typeface="微软雅黑" panose="020B0503020204020204" pitchFamily="34" charset="-122"/>
                <a:ea typeface="微软雅黑" panose="020B0503020204020204" pitchFamily="34" charset="-122"/>
              </a:rPr>
              <a:t>感</a:t>
            </a:r>
            <a:r>
              <a:rPr lang="en-US" altLang="zh-CN" b="1" dirty="0">
                <a:solidFill>
                  <a:srgbClr val="435CC8"/>
                </a:solidFill>
                <a:latin typeface="微软雅黑" panose="020B0503020204020204" pitchFamily="34" charset="-122"/>
                <a:ea typeface="微软雅黑" panose="020B0503020204020204" pitchFamily="34" charset="-122"/>
              </a:rPr>
              <a:t> </a:t>
            </a:r>
            <a:r>
              <a:rPr lang="zh-CN" b="1" dirty="0">
                <a:solidFill>
                  <a:srgbClr val="435CC8"/>
                </a:solidFill>
                <a:latin typeface="微软雅黑" panose="020B0503020204020204" pitchFamily="34" charset="-122"/>
                <a:ea typeface="微软雅黑" panose="020B0503020204020204" pitchFamily="34" charset="-122"/>
              </a:rPr>
              <a:t>谢</a:t>
            </a:r>
            <a:r>
              <a:rPr lang="en-US" altLang="zh-CN" b="1" dirty="0">
                <a:solidFill>
                  <a:srgbClr val="435CC8"/>
                </a:solidFill>
                <a:latin typeface="微软雅黑" panose="020B0503020204020204" pitchFamily="34" charset="-122"/>
                <a:ea typeface="微软雅黑" panose="020B0503020204020204" pitchFamily="34" charset="-122"/>
              </a:rPr>
              <a:t> </a:t>
            </a:r>
            <a:r>
              <a:rPr lang="zh-CN" b="1" dirty="0">
                <a:solidFill>
                  <a:srgbClr val="435CC8"/>
                </a:solidFill>
                <a:latin typeface="微软雅黑" panose="020B0503020204020204" pitchFamily="34" charset="-122"/>
                <a:ea typeface="微软雅黑" panose="020B0503020204020204" pitchFamily="34" charset="-122"/>
              </a:rPr>
              <a:t>聆</a:t>
            </a:r>
            <a:r>
              <a:rPr lang="en-US" altLang="zh-CN" b="1" dirty="0">
                <a:solidFill>
                  <a:srgbClr val="435CC8"/>
                </a:solidFill>
                <a:latin typeface="微软雅黑" panose="020B0503020204020204" pitchFamily="34" charset="-122"/>
                <a:ea typeface="微软雅黑" panose="020B0503020204020204" pitchFamily="34" charset="-122"/>
              </a:rPr>
              <a:t> </a:t>
            </a:r>
            <a:r>
              <a:rPr lang="zh-CN" b="1" dirty="0">
                <a:solidFill>
                  <a:srgbClr val="435CC8"/>
                </a:solidFill>
                <a:latin typeface="微软雅黑" panose="020B0503020204020204" pitchFamily="34" charset="-122"/>
                <a:ea typeface="微软雅黑" panose="020B0503020204020204" pitchFamily="34" charset="-122"/>
              </a:rPr>
              <a:t>听</a:t>
            </a:r>
            <a:endParaRPr lang="zh-CN" altLang="en-US" b="1" dirty="0">
              <a:solidFill>
                <a:srgbClr val="435CC8"/>
              </a:solidFill>
              <a:latin typeface="微软雅黑" panose="020B0503020204020204" pitchFamily="34" charset="-122"/>
              <a:ea typeface="微软雅黑" panose="020B0503020204020204" pitchFamily="34" charset="-122"/>
            </a:endParaRPr>
          </a:p>
        </p:txBody>
      </p:sp>
      <p:sp>
        <p:nvSpPr>
          <p:cNvPr id="7" name="文本占位符 6"/>
          <p:cNvSpPr>
            <a:spLocks noGrp="1"/>
          </p:cNvSpPr>
          <p:nvPr>
            <p:ph type="body" sz="quarter" idx="14"/>
          </p:nvPr>
        </p:nvSpPr>
        <p:spPr>
          <a:xfrm>
            <a:off x="1457939" y="1598474"/>
            <a:ext cx="2171700" cy="326643"/>
          </a:xfrm>
        </p:spPr>
        <p:txBody>
          <a:bodyPr>
            <a:noAutofit/>
          </a:bodyPr>
          <a:lstStyle/>
          <a:p>
            <a:r>
              <a:rPr lang="zh-CN" altLang="en-US" sz="1600" dirty="0">
                <a:solidFill>
                  <a:srgbClr val="435CC8"/>
                </a:solidFill>
                <a:latin typeface="Microsoft YaHei" panose="020B0503020204020204" pitchFamily="34" charset="-122"/>
                <a:ea typeface="Microsoft YaHei" panose="020B0503020204020204" pitchFamily="34" charset="-122"/>
              </a:rPr>
              <a:t>冯东栋</a:t>
            </a:r>
            <a:r>
              <a:rPr lang="en-US" altLang="zh-CN" sz="1600" dirty="0">
                <a:solidFill>
                  <a:srgbClr val="435CC8"/>
                </a:solidFill>
                <a:latin typeface="Microsoft YaHei" panose="020B0503020204020204" pitchFamily="34" charset="-122"/>
                <a:ea typeface="Microsoft YaHei" panose="020B0503020204020204" pitchFamily="34" charset="-122"/>
              </a:rPr>
              <a:t>/</a:t>
            </a:r>
            <a:r>
              <a:rPr lang="zh-CN" altLang="en-US" sz="1600" dirty="0">
                <a:solidFill>
                  <a:srgbClr val="435CC8"/>
                </a:solidFill>
                <a:latin typeface="Microsoft YaHei" panose="020B0503020204020204" pitchFamily="34" charset="-122"/>
                <a:ea typeface="Microsoft YaHei" panose="020B0503020204020204" pitchFamily="34" charset="-122"/>
              </a:rPr>
              <a:t> 河南大学</a:t>
            </a:r>
          </a:p>
        </p:txBody>
      </p:sp>
    </p:spTree>
  </p:cSld>
  <p:clrMapOvr>
    <a:masterClrMapping/>
  </p:clrMapOvr>
  <p:transition spd="slow">
    <p:wipe dir="r"/>
  </p:transition>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TA5NDI2ZWFiMmI1OWE2N2QwMWFkNmFlNWQxNGI5MDgifQ=="/>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10.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67c18b70-dac2-42d0-9594-267e1723d9ed}"/>
  <p:tag name="KSO_WM_UNIT_TYPE" val="i"/>
</p:tagLst>
</file>

<file path=ppt/tags/tag11.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77d64845-6165-41ad-b063-1f0f8525a84c}"/>
  <p:tag name="KSO_WM_UNIT_TYPE" val="i"/>
</p:tagLst>
</file>

<file path=ppt/tags/tag1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1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
  <p:tag name="KSO_WM_UNIT_TEXT_FILL_TYPE" val="1"/>
</p:tagLst>
</file>

<file path=ppt/tags/tag1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17.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18.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67c18b70-dac2-42d0-9594-267e1723d9ed}"/>
  <p:tag name="KSO_WM_UNIT_TYPE" val="i"/>
</p:tagLst>
</file>

<file path=ppt/tags/tag19.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77d64845-6165-41ad-b063-1f0f8525a84c}"/>
  <p:tag name="KSO_WM_UNIT_TYPE" val="i"/>
</p:tagLst>
</file>

<file path=ppt/tags/tag2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2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4.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25.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67c18b70-dac2-42d0-9594-267e1723d9ed}"/>
  <p:tag name="KSO_WM_UNIT_TYPE" val="i"/>
</p:tagLst>
</file>

<file path=ppt/tags/tag26.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77d64845-6165-41ad-b063-1f0f8525a84c}"/>
  <p:tag name="KSO_WM_UNIT_TYPE" val="i"/>
</p:tagLst>
</file>

<file path=ppt/tags/tag2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2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
  <p:tag name="KSO_WM_UNIT_TEXT_FILL_TYPE" val="1"/>
</p:tagLst>
</file>

<file path=ppt/tags/tag2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1.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32.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67c18b70-dac2-42d0-9594-267e1723d9ed}"/>
  <p:tag name="KSO_WM_UNIT_TYPE" val="i"/>
</p:tagLst>
</file>

<file path=ppt/tags/tag33.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77d64845-6165-41ad-b063-1f0f8525a84c}"/>
  <p:tag name="KSO_WM_UNIT_TYPE" val="i"/>
</p:tagLst>
</file>

<file path=ppt/tags/tag3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3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8.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39.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67c18b70-dac2-42d0-9594-267e1723d9ed}"/>
  <p:tag name="KSO_WM_UNIT_TYPE" val="i"/>
</p:tagLst>
</file>

<file path=ppt/tags/tag40.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77d64845-6165-41ad-b063-1f0f8525a84c}"/>
  <p:tag name="KSO_WM_UNIT_TYPE" val="i"/>
</p:tagLst>
</file>

<file path=ppt/tags/tag4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4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5.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46.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67c18b70-dac2-42d0-9594-267e1723d9ed}"/>
  <p:tag name="KSO_WM_UNIT_TYPE" val="i"/>
</p:tagLst>
</file>

<file path=ppt/tags/tag47.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77d64845-6165-41ad-b063-1f0f8525a84c}"/>
  <p:tag name="KSO_WM_UNIT_TYPE" val="i"/>
</p:tagLst>
</file>

<file path=ppt/tags/tag4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4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2.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53.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67c18b70-dac2-42d0-9594-267e1723d9ed}"/>
  <p:tag name="KSO_WM_UNIT_TYPE" val="i"/>
</p:tagLst>
</file>

<file path=ppt/tags/tag54.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77d64845-6165-41ad-b063-1f0f8525a84c}"/>
  <p:tag name="KSO_WM_UNIT_TYPE" val="i"/>
</p:tagLst>
</file>

<file path=ppt/tags/tag5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5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9.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60.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67c18b70-dac2-42d0-9594-267e1723d9ed}"/>
  <p:tag name="KSO_WM_UNIT_TYPE" val="i"/>
</p:tagLst>
</file>

<file path=ppt/tags/tag61.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77d64845-6165-41ad-b063-1f0f8525a84c}"/>
  <p:tag name="KSO_WM_UNIT_TYPE" val="i"/>
</p:tagLst>
</file>

<file path=ppt/tags/tag6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4840,&quot;width&quot;:13249}"/>
</p:tagLst>
</file>

<file path=ppt/tags/tag6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6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
  <p:tag name="KSO_WM_UNIT_TEXT_FILL_TYPE" val="1"/>
</p:tagLst>
</file>

<file path=ppt/tags/tag6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7.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2"/>
  <p:tag name="KSO_WM_UNIT_FILL_TYPE" val="1"/>
  <p:tag name="KSO_WM_UNIT_LINE_FORE_SCHEMECOLOR_INDEX_BRIGHTNESS" val="0"/>
  <p:tag name="KSO_WM_UNIT_LINE_FORE_SCHEMECOLOR_INDEX" val="5"/>
  <p:tag name="KSO_WM_UNIT_LINE_FILL_TYPE" val="2"/>
</p:tagLst>
</file>

<file path=ppt/tags/tag68.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69.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67c18b70-dac2-42d0-9594-267e1723d9ed}"/>
  <p:tag name="KSO_WM_UNIT_TYPE" val="i"/>
</p:tagLst>
</file>

<file path=ppt/tags/tag70.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77d64845-6165-41ad-b063-1f0f8525a84c}"/>
  <p:tag name="KSO_WM_UNIT_TYPE" val="i"/>
</p:tagLst>
</file>

<file path=ppt/tags/tag7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4.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75.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67c18b70-dac2-42d0-9594-267e1723d9ed}"/>
  <p:tag name="KSO_WM_UNIT_TYPE" val="i"/>
</p:tagLst>
</file>

<file path=ppt/tags/tag76.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77d64845-6165-41ad-b063-1f0f8525a84c}"/>
  <p:tag name="KSO_WM_UNIT_TYPE" val="i"/>
</p:tagLst>
</file>

<file path=ppt/tags/tag7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0.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81.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67c18b70-dac2-42d0-9594-267e1723d9ed}"/>
  <p:tag name="KSO_WM_UNIT_TYPE" val="i"/>
</p:tagLst>
</file>

<file path=ppt/tags/tag82.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77d64845-6165-41ad-b063-1f0f8525a84c}"/>
  <p:tag name="KSO_WM_UNIT_TYPE" val="i"/>
</p:tagLst>
</file>

<file path=ppt/tags/tag8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8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7.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88.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67c18b70-dac2-42d0-9594-267e1723d9ed}"/>
  <p:tag name="KSO_WM_UNIT_TYPE" val="i"/>
</p:tagLst>
</file>

<file path=ppt/tags/tag89.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77d64845-6165-41ad-b063-1f0f8525a84c}"/>
  <p:tag name="KSO_WM_UNIT_TYPE" val="i"/>
</p:tagLst>
</file>

<file path=ppt/tags/tag9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9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4.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95.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67c18b70-dac2-42d0-9594-267e1723d9ed}"/>
  <p:tag name="KSO_WM_UNIT_TYPE" val="i"/>
</p:tagLst>
</file>

<file path=ppt/tags/tag96.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77d64845-6165-41ad-b063-1f0f8525a84c}"/>
  <p:tag name="KSO_WM_UNIT_TYPE" val="i"/>
</p:tagLst>
</file>

<file path=ppt/tags/tag9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9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0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01.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102.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67c18b70-dac2-42d0-9594-267e1723d9ed}"/>
  <p:tag name="KSO_WM_UNIT_TYPE" val="i"/>
</p:tagLst>
</file>

<file path=ppt/tags/tag103.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77d64845-6165-41ad-b063-1f0f8525a84c}"/>
  <p:tag name="KSO_WM_UNIT_TYPE" val="i"/>
</p:tagLst>
</file>

<file path=ppt/tags/tag10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0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10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0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08.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109.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67c18b70-dac2-42d0-9594-267e1723d9ed}"/>
  <p:tag name="KSO_WM_UNIT_TYPE" val="i"/>
</p:tagLst>
</file>

<file path=ppt/tags/tag110.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77d64845-6165-41ad-b063-1f0f8525a84c}"/>
  <p:tag name="KSO_WM_UNIT_TYPE" val="i"/>
</p:tagLst>
</file>

<file path=ppt/tags/tag11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11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13.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9825,&quot;width&quot;:11372.500787401576}"/>
</p:tagLst>
</file>

<file path=ppt/tags/tag11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1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16.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117.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67c18b70-dac2-42d0-9594-267e1723d9ed}"/>
  <p:tag name="KSO_WM_UNIT_TYPE" val="i"/>
</p:tagLst>
</file>

<file path=ppt/tags/tag118.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77d64845-6165-41ad-b063-1f0f8525a84c}"/>
  <p:tag name="KSO_WM_UNIT_TYPE" val="i"/>
</p:tagLst>
</file>

<file path=ppt/tags/tag11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12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2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2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23.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124.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67c18b70-dac2-42d0-9594-267e1723d9ed}"/>
  <p:tag name="KSO_WM_UNIT_TYPE" val="i"/>
</p:tagLst>
</file>

<file path=ppt/tags/tag125.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77d64845-6165-41ad-b063-1f0f8525a84c}"/>
  <p:tag name="KSO_WM_UNIT_TYPE" val="i"/>
</p:tagLst>
</file>

<file path=ppt/tags/tag12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12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2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2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30.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131.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67c18b70-dac2-42d0-9594-267e1723d9ed}"/>
  <p:tag name="KSO_WM_UNIT_TYPE" val="i"/>
</p:tagLst>
</file>

<file path=ppt/tags/tag132.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77d64845-6165-41ad-b063-1f0f8525a84c}"/>
  <p:tag name="KSO_WM_UNIT_TYPE" val="i"/>
</p:tagLst>
</file>

<file path=ppt/tags/tag13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13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3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3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37.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138.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67c18b70-dac2-42d0-9594-267e1723d9ed}"/>
  <p:tag name="KSO_WM_UNIT_TYPE" val="i"/>
</p:tagLst>
</file>

<file path=ppt/tags/tag139.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77d64845-6165-41ad-b063-1f0f8525a84c}"/>
  <p:tag name="KSO_WM_UNIT_TYPE" val="i"/>
</p:tagLst>
</file>

<file path=ppt/tags/tag14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14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
  <p:tag name="KSO_WM_UNIT_TEXT_FILL_TYPE" val="1"/>
</p:tagLst>
</file>

<file path=ppt/tags/tag14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4.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145.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67c18b70-dac2-42d0-9594-267e1723d9ed}"/>
  <p:tag name="KSO_WM_UNIT_TYPE" val="i"/>
</p:tagLst>
</file>

<file path=ppt/tags/tag146.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77d64845-6165-41ad-b063-1f0f8525a84c}"/>
  <p:tag name="KSO_WM_UNIT_TYPE" val="i"/>
</p:tagLst>
</file>

<file path=ppt/tags/tag14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149.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9675,&quot;width&quot;:13115}"/>
</p:tagLst>
</file>

<file path=ppt/tags/tag15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2.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153.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67c18b70-dac2-42d0-9594-267e1723d9ed}"/>
  <p:tag name="KSO_WM_UNIT_TYPE" val="i"/>
</p:tagLst>
</file>

<file path=ppt/tags/tag154.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77d64845-6165-41ad-b063-1f0f8525a84c}"/>
  <p:tag name="KSO_WM_UNIT_TYPE" val="i"/>
</p:tagLst>
</file>

<file path=ppt/tags/tag15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15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8.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159.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67c18b70-dac2-42d0-9594-267e1723d9ed}"/>
  <p:tag name="KSO_WM_UNIT_TYPE" val="i"/>
</p:tagLst>
</file>

<file path=ppt/tags/tag160.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77d64845-6165-41ad-b063-1f0f8525a84c}"/>
  <p:tag name="KSO_WM_UNIT_TYPE" val="i"/>
</p:tagLst>
</file>

<file path=ppt/tags/tag16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16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4.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8662.500787401576,&quot;width&quot;:14187.500787401576}"/>
</p:tagLst>
</file>

<file path=ppt/tags/tag165.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166.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67c18b70-dac2-42d0-9594-267e1723d9ed}"/>
  <p:tag name="KSO_WM_UNIT_TYPE" val="i"/>
</p:tagLst>
</file>

<file path=ppt/tags/tag167.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77d64845-6165-41ad-b063-1f0f8525a84c}"/>
  <p:tag name="KSO_WM_UNIT_TYPE" val="i"/>
</p:tagLst>
</file>

<file path=ppt/tags/tag16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16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1.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172.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67c18b70-dac2-42d0-9594-267e1723d9ed}"/>
  <p:tag name="KSO_WM_UNIT_TYPE" val="i"/>
</p:tagLst>
</file>

<file path=ppt/tags/tag173.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77d64845-6165-41ad-b063-1f0f8525a84c}"/>
  <p:tag name="KSO_WM_UNIT_TYPE" val="i"/>
</p:tagLst>
</file>

<file path=ppt/tags/tag17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17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7.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178.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67c18b70-dac2-42d0-9594-267e1723d9ed}"/>
  <p:tag name="KSO_WM_UNIT_TYPE" val="i"/>
</p:tagLst>
</file>

<file path=ppt/tags/tag179.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77d64845-6165-41ad-b063-1f0f8525a84c}"/>
  <p:tag name="KSO_WM_UNIT_TYPE" val="i"/>
</p:tagLst>
</file>

<file path=ppt/tags/tag18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181.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3487.5007874015746,&quot;width&quot;:14040}"/>
</p:tagLst>
</file>

<file path=ppt/tags/tag18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8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84.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185.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67c18b70-dac2-42d0-9594-267e1723d9ed}"/>
  <p:tag name="KSO_WM_UNIT_TYPE" val="i"/>
</p:tagLst>
</file>

<file path=ppt/tags/tag186.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77d64845-6165-41ad-b063-1f0f8525a84c}"/>
  <p:tag name="KSO_WM_UNIT_TYPE" val="i"/>
</p:tagLst>
</file>

<file path=ppt/tags/tag18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18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8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1.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192.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67c18b70-dac2-42d0-9594-267e1723d9ed}"/>
  <p:tag name="KSO_WM_UNIT_TYPE" val="i"/>
</p:tagLst>
</file>

<file path=ppt/tags/tag193.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77d64845-6165-41ad-b063-1f0f8525a84c}"/>
  <p:tag name="KSO_WM_UNIT_TYPE" val="i"/>
</p:tagLst>
</file>

<file path=ppt/tags/tag19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19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7.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198.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67c18b70-dac2-42d0-9594-267e1723d9ed}"/>
  <p:tag name="KSO_WM_UNIT_TYPE" val="i"/>
</p:tagLst>
</file>

<file path=ppt/tags/tag199.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77d64845-6165-41ad-b063-1f0f8525a84c}"/>
  <p:tag name="KSO_WM_UNIT_TYPE" val="i"/>
</p:tagLst>
</file>

<file path=ppt/tags/tag20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20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0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03.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204.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67c18b70-dac2-42d0-9594-267e1723d9ed}"/>
  <p:tag name="KSO_WM_UNIT_TYPE" val="i"/>
</p:tagLst>
</file>

<file path=ppt/tags/tag205.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77d64845-6165-41ad-b063-1f0f8525a84c}"/>
  <p:tag name="KSO_WM_UNIT_TYPE" val="i"/>
</p:tagLst>
</file>

<file path=ppt/tags/tag20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20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0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09.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210.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67c18b70-dac2-42d0-9594-267e1723d9ed}"/>
  <p:tag name="KSO_WM_UNIT_TYPE" val="i"/>
</p:tagLst>
</file>

<file path=ppt/tags/tag211.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77d64845-6165-41ad-b063-1f0f8525a84c}"/>
  <p:tag name="KSO_WM_UNIT_TYPE" val="i"/>
</p:tagLst>
</file>

<file path=ppt/tags/tag21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21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1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15.xml><?xml version="1.0" encoding="utf-8"?>
<p:tagLst xmlns:a="http://schemas.openxmlformats.org/drawingml/2006/main" xmlns:r="http://schemas.openxmlformats.org/officeDocument/2006/relationships" xmlns:p="http://schemas.openxmlformats.org/presentationml/2006/main">
  <p:tag name="KSO_WM_UNIT_TABLE_BEAUTIFY" val="smartTable{e07a238b-a68a-43a6-8022-73f333b9a2d2}"/>
  <p:tag name="TABLE_ENDDRAG_ORIGIN_RECT" val="628*86"/>
  <p:tag name="TABLE_ENDDRAG_RECT" val="28*366*628*86"/>
</p:tagLst>
</file>

<file path=ppt/tags/tag216.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217.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67c18b70-dac2-42d0-9594-267e1723d9ed}"/>
  <p:tag name="KSO_WM_UNIT_TYPE" val="i"/>
</p:tagLst>
</file>

<file path=ppt/tags/tag218.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77d64845-6165-41ad-b063-1f0f8525a84c}"/>
  <p:tag name="KSO_WM_UNIT_TYPE" val="i"/>
</p:tagLst>
</file>

<file path=ppt/tags/tag21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22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2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22.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223.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67c18b70-dac2-42d0-9594-267e1723d9ed}"/>
  <p:tag name="KSO_WM_UNIT_TYPE" val="i"/>
</p:tagLst>
</file>

<file path=ppt/tags/tag224.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77d64845-6165-41ad-b063-1f0f8525a84c}"/>
  <p:tag name="KSO_WM_UNIT_TYPE" val="i"/>
</p:tagLst>
</file>

<file path=ppt/tags/tag22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22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2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28.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229.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67c18b70-dac2-42d0-9594-267e1723d9ed}"/>
  <p:tag name="KSO_WM_UNIT_TYPE" val="i"/>
</p:tagLst>
</file>

<file path=ppt/tags/tag230.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77d64845-6165-41ad-b063-1f0f8525a84c}"/>
  <p:tag name="KSO_WM_UNIT_TYPE" val="i"/>
</p:tagLst>
</file>

<file path=ppt/tags/tag23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23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3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34.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235.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67c18b70-dac2-42d0-9594-267e1723d9ed}"/>
  <p:tag name="KSO_WM_UNIT_TYPE" val="i"/>
</p:tagLst>
</file>

<file path=ppt/tags/tag236.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77d64845-6165-41ad-b063-1f0f8525a84c}"/>
  <p:tag name="KSO_WM_UNIT_TYPE" val="i"/>
</p:tagLst>
</file>

<file path=ppt/tags/tag23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23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3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4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41.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242.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67c18b70-dac2-42d0-9594-267e1723d9ed}"/>
  <p:tag name="KSO_WM_UNIT_TYPE" val="i"/>
</p:tagLst>
</file>

<file path=ppt/tags/tag243.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77d64845-6165-41ad-b063-1f0f8525a84c}"/>
  <p:tag name="KSO_WM_UNIT_TYPE" val="i"/>
</p:tagLst>
</file>

<file path=ppt/tags/tag24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24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4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4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4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4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5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5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5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5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
  <p:tag name="KSO_WM_UNIT_TEXT_FILL_TYPE" val="1"/>
</p:tagLst>
</file>

<file path=ppt/tags/tag254.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25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5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
  <p:tag name="KSO_WM_UNIT_TEXT_FILL_TYPE" val="1"/>
</p:tagLst>
</file>

<file path=ppt/tags/tag257.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6"/>
  <p:tag name="KSO_WM_UNIT_FILL_TYPE" val="1"/>
  <p:tag name="KSO_WM_UNIT_LINE_FORE_SCHEMECOLOR_INDEX_BRIGHTNESS" val="0"/>
  <p:tag name="KSO_WM_UNIT_LINE_FORE_SCHEMECOLOR_INDEX" val="13"/>
  <p:tag name="KSO_WM_UNIT_LINE_FILL_TYPE" val="2"/>
</p:tagLst>
</file>

<file path=ppt/tags/tag25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5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60.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6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6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63.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6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65.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66.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67.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68.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6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7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7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7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73.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LINE_FORE_SCHEMECOLOR_INDEX_BRIGHTNESS" val="0"/>
  <p:tag name="KSO_WM_UNIT_LINE_FORE_SCHEMECOLOR_INDEX" val="13"/>
  <p:tag name="KSO_WM_UNIT_LINE_FILL_TYPE" val="2"/>
</p:tagLst>
</file>

<file path=ppt/tags/tag274.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75.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3"/>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76.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77.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78.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79.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80.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8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8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8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8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85.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86.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87.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3"/>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88.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89.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90.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91.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92.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9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9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9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9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9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
  <p:tag name="KSO_WM_UNIT_TEXT_FILL_TYPE" val="1"/>
</p:tagLst>
</file>

<file path=ppt/tags/tag30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
  <p:tag name="KSO_WM_UNIT_TEXT_FILL_TYPE" val="1"/>
</p:tagLst>
</file>

<file path=ppt/tags/tag302.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
  <p:tag name="KSO_WM_UNIT_TEXT_FILL_TYPE" val="1"/>
</p:tagLst>
</file>

<file path=ppt/tags/tag303.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
  <p:tag name="KSO_WM_UNIT_TEXT_FILL_TYPE" val="1"/>
</p:tagLst>
</file>

<file path=ppt/tags/tag30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0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
  <p:tag name="KSO_WM_UNIT_TEXT_FILL_TYPE" val="1"/>
</p:tagLst>
</file>

<file path=ppt/tags/tag30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0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08.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309.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310.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311.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312.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313.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31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1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
  <p:tag name="KSO_WM_UNIT_TEXT_FILL_TYPE" val="1"/>
</p:tagLst>
</file>

<file path=ppt/tags/tag31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
  <p:tag name="KSO_WM_UNIT_TEXT_FILL_TYPE" val="1"/>
</p:tagLst>
</file>

<file path=ppt/tags/tag31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
  <p:tag name="KSO_WM_UNIT_TEXT_FILL_TYPE" val="1"/>
</p:tagLst>
</file>

<file path=ppt/tags/tag31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
  <p:tag name="KSO_WM_UNIT_TEXT_FILL_TYPE" val="1"/>
</p:tagLst>
</file>

<file path=ppt/tags/tag31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
  <p:tag name="KSO_WM_UNIT_TEXT_FILL_TYPE" val="1"/>
</p:tagLst>
</file>

<file path=ppt/tags/tag322.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323.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67c18b70-dac2-42d0-9594-267e1723d9ed}"/>
  <p:tag name="KSO_WM_UNIT_TYPE" val="i"/>
</p:tagLst>
</file>

<file path=ppt/tags/tag324.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77d64845-6165-41ad-b063-1f0f8525a84c}"/>
  <p:tag name="KSO_WM_UNIT_TYPE" val="i"/>
</p:tagLst>
</file>

<file path=ppt/tags/tag32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32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2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2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3573,&quot;width&quot;:13911}"/>
</p:tagLst>
</file>

<file path=ppt/tags/tag3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3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38.xml><?xml version="1.0" encoding="utf-8"?>
<p:tagLst xmlns:a="http://schemas.openxmlformats.org/drawingml/2006/main" xmlns:r="http://schemas.openxmlformats.org/officeDocument/2006/relationships" xmlns:p="http://schemas.openxmlformats.org/presentationml/2006/main">
  <p:tag name="KSO_WM_SLIDE_LAYOUT_INFO" val="{&quot;direction&quot;:0,&quot;horizontalAlign&quot;:-1,&quot;verticalAlign&quot;:-1,&quot;type&quot;:0,&quot;diagramDirection&quot;:0,&quot;canSetOverLayout&quot;:0,&quot;isOverLayout&quot;:0,&quot;normalSize&quot;:{&quot;size1&quot;:13.5},&quot;minSize&quot;:{&quot;size1&quot;:13.5},&quot;maxSize&quot;:{&quot;size1&quot;:13.5},&quot;edge&quot;:{&quot;left&quot;:true,&quot;top&quot;:true,&quot;right&quot;:true,&quot;bottom&quot;:true},&quot;backgroundInfo&quot;:[{&quot;type&quot;:&quot;navigation&quot;,&quot;left&quot;:0.0,&quot;top&quot;:0.0,&quot;right&quot;:0.0,&quot;bottom&quot;:0.0,&quot;leftAbs&quot;:false,&quot;topAbs&quot;:false,&quot;rightAbs&quot;:false,&quot;bottomAbs&quot;:false}],&quot;subLayout&quot;:[{&quot;direction&quot;:0,&quot;horizontalAlign&quot;:-1,&quot;verticalAlign&quot;:-1,&quot;type&quot;:0,&quot;diagramDirection&quot;:0,&quot;canSetOverLayout&quot;:0,&quot;isOverLayout&quot;:0,&quot;margin&quot;:{&quot;left&quot;:1.69,&quot;top&quot;:0.43,&quot;right&quot;:1.69,&quot;bottom&quot;:0.43},&quot;edge&quot;:{&quot;left&quot;:true,&quot;top&quot;:true,&quot;right&quot;:true,&quot;bottom&quot;:false}},{&quot;direction&quot;:1,&quot;horizontalAlign&quot;:-1,&quot;verticalAlign&quot;:-1,&quot;type&quot;:0,&quot;diagramDirection&quot;:0,&quot;canSetOverLayout&quot;:0,&quot;isOverLayout&quot;:0,&quot;normalSize&quot;:{&quot;size1&quot;:53.6},&quot;minSize&quot;:{&quot;size1&quot;:40.3},&quot;maxSize&quot;:{&quot;size1&quot;:71.0},&quot;edge&quot;:{&quot;left&quot;:true,&quot;top&quot;:false,&quot;right&quot;:true,&quot;bottom&quot;:true},&quot;subLayout&quot;:[{&quot;direction&quot;:0,&quot;horizontalAlign&quot;:-1,&quot;verticalAlign&quot;:-1,&quot;type&quot;:0,&quot;diagramDirection&quot;:0,&quot;canSetOverLayout&quot;:0,&quot;isOverLayout&quot;:0,&quot;margin&quot;:{&quot;left&quot;:2.55,&quot;top&quot;:4.11,&quot;right&quot;:2.96,&quot;bottom&quot;:5.86},&quot;edge&quot;:{&quot;left&quot;:true,&quot;top&quot;:false,&quot;right&quot;:false,&quot;bottom&quot;:true}},{&quot;direction&quot;:0,&quot;horizontalAlign&quot;:-1,&quot;verticalAlign&quot;:-1,&quot;type&quot;:0,&quot;diagramDirection&quot;:0,&quot;canSetOverLayout&quot;:0,&quot;isOverLayout&quot;:0,&quot;margin&quot;:{&quot;left&quot;:0.026,&quot;top&quot;:2.269,&quot;right&quot;:2.13,&quot;bottom&quot;:4.04},&quot;edge&quot;:{&quot;left&quot;:false,&quot;top&quot;:false,&quot;right&quot;:true,&quot;bottom&quot;:true}}]}]}"/>
  <p:tag name="KSO_WM_SLIDE_BACKGROUND" val="[&quot;navigation&quot;]"/>
  <p:tag name="KSO_WM_SLIDE_RATIO" val="1.777778"/>
  <p:tag name="KSO_WM_SLIDE_ID" val="custom20204405_9"/>
  <p:tag name="KSO_WM_TEMPLATE_SUBCATEGORY" val="0"/>
  <p:tag name="KSO_WM_TEMPLATE_MASTER_TYPE" val="1"/>
  <p:tag name="KSO_WM_TEMPLATE_COLOR_TYPE" val="1"/>
  <p:tag name="KSO_WM_SLIDE_TYPE" val="text"/>
  <p:tag name="KSO_WM_SLIDE_SUBTYPE" val="picTxt"/>
  <p:tag name="KSO_WM_SLIDE_ITEM_CNT" val="0"/>
  <p:tag name="KSO_WM_SLIDE_INDEX" val="9"/>
  <p:tag name="KSO_WM_SLIDE_SIZE" val="864.095*311.886"/>
  <p:tag name="KSO_WM_SLIDE_POSITION" val="47.9556*125.305"/>
  <p:tag name="KSO_WM_TAG_VERSION" val="1.0"/>
  <p:tag name="KSO_WM_BEAUTIFY_FLAG" val="#wm#"/>
  <p:tag name="KSO_WM_TEMPLATE_CATEGORY" val="custom"/>
  <p:tag name="KSO_WM_TEMPLATE_INDEX" val="20204405"/>
  <p:tag name="KSO_WM_SLIDE_LAYOUT" val="a_i_h"/>
  <p:tag name="KSO_WM_SLIDE_LAYOUT_CNT" val="1_1_2"/>
</p:tagLst>
</file>

<file path=ppt/tags/tag339.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HIGHLIGHT" val="0"/>
  <p:tag name="KSO_WM_UNIT_COMPATIBLE" val="0"/>
  <p:tag name="KSO_WM_UNIT_DIAGRAM_ISNUMVISUAL" val="0"/>
  <p:tag name="KSO_WM_UNIT_DIAGRAM_ISREFERUNIT" val="0"/>
  <p:tag name="KSO_WM_UNIT_SUBTYPE" val="h"/>
  <p:tag name="KSO_WM_UNIT_TYPE" val="i"/>
  <p:tag name="KSO_WM_UNIT_INDEX" val="6"/>
  <p:tag name="KSO_WM_UNIT_ID" val="custom20204405_9*i*6"/>
  <p:tag name="KSO_WM_TEMPLATE_CATEGORY" val="custom"/>
  <p:tag name="KSO_WM_TEMPLATE_INDEX" val="20204405"/>
  <p:tag name="KSO_WM_UNIT_BK_DARK_LIGHT" val="2"/>
  <p:tag name="KSO_WM_UNIT_LAYERLEVEL" val="1"/>
  <p:tag name="KSO_WM_TAG_VERSION" val="1.0"/>
  <p:tag name="KSO_WM_BEAUTIFY_FLAG" val="#wm#"/>
</p:tagLst>
</file>

<file path=ppt/tags/tag340.xml><?xml version="1.0" encoding="utf-8"?>
<p:tagLst xmlns:a="http://schemas.openxmlformats.org/drawingml/2006/main" xmlns:r="http://schemas.openxmlformats.org/officeDocument/2006/relationships" xmlns:p="http://schemas.openxmlformats.org/presentationml/2006/main">
  <p:tag name="KSO_WM_UNIT_BLOCK" val="0"/>
  <p:tag name="KSO_WM_UNIT_SM_LIMIT_TYPE" val="2"/>
  <p:tag name="KSO_WM_UNIT_DECORATE_INFO" val="{&quot;DecorateInfoX&quot;:{&quot;IsLeft&quot;:true,&quot;IsRight&quot;:false,&quot;IsAbs&quot;:true},&quot;DecorateInfoY&quot;:{&quot;IsTop&quot;:true,&quot;IsBottom&quot;:false,&quot;IsAbs&quot;:true}}"/>
  <p:tag name="KSO_WM_UNIT_HIGHLIGHT" val="0"/>
  <p:tag name="KSO_WM_UNIT_COMPATIBLE" val="0"/>
  <p:tag name="KSO_WM_UNIT_DIAGRAM_ISNUMVISUAL" val="0"/>
  <p:tag name="KSO_WM_UNIT_DIAGRAM_ISREFERUNIT" val="0"/>
  <p:tag name="KSO_WM_UNIT_TYPE" val="h_i"/>
  <p:tag name="KSO_WM_UNIT_INDEX" val="2_1"/>
  <p:tag name="KSO_WM_UNIT_ID" val="custom20204405_9*h_i*2_1"/>
  <p:tag name="KSO_WM_TEMPLATE_CATEGORY" val="custom"/>
  <p:tag name="KSO_WM_TEMPLATE_INDEX" val="20204405"/>
  <p:tag name="KSO_WM_UNIT_LAYERLEVEL" val="1_1"/>
  <p:tag name="KSO_WM_TAG_VERSION" val="1.0"/>
  <p:tag name="KSO_WM_BEAUTIFY_FLAG" val="#wm#"/>
</p:tagLst>
</file>

<file path=ppt/tags/tag341.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29.09998"/>
  <p:tag name="KSO_WM_UNIT_TEXTBOXSTYLE_ADJUSTTOP" val="0_-63.95001"/>
  <p:tag name="KSO_WM_UNIT_TEXTBOXSTYLE_ADJUSTWIDTH" val="100_58.19998"/>
  <p:tag name="KSO_WM_UNIT_TEXTBOXSTYLE_ADJUSTHEIGTH" val="100_109.65"/>
  <p:tag name="KSO_WM_UNIT_BLOCK" val="0"/>
  <p:tag name="KSO_WM_UNIT_SM_LIMIT_TYPE" val="2"/>
  <p:tag name="KSO_WM_UNIT_DECORATE_INFO" val="{&quot;DecorateInfoX&quot;:{&quot;IsLeft&quot;:false,&quot;IsRight&quot;:true,&quot;IsAbs&quot;:true},&quot;DecorateInfoY&quot;:{&quot;IsTop&quot;:true,&quot;IsBottom&quot;:false,&quot;IsAbs&quot;:true}}"/>
  <p:tag name="KSO_WM_UNIT_HIGHLIGHT" val="0"/>
  <p:tag name="KSO_WM_UNIT_COMPATIBLE" val="0"/>
  <p:tag name="KSO_WM_UNIT_DIAGRAM_ISNUMVISUAL" val="0"/>
  <p:tag name="KSO_WM_UNIT_DIAGRAM_ISREFERUNIT" val="0"/>
  <p:tag name="KSO_WM_UNIT_TYPE" val="h_i"/>
  <p:tag name="KSO_WM_UNIT_INDEX" val="1_1"/>
  <p:tag name="KSO_WM_UNIT_ID" val="custom20204405_9*h_i*1_1"/>
  <p:tag name="KSO_WM_TEMPLATE_CATEGORY" val="custom"/>
  <p:tag name="KSO_WM_TEMPLATE_INDEX" val="20204405"/>
  <p:tag name="KSO_WM_UNIT_LAYERLEVEL" val="1_1"/>
  <p:tag name="KSO_WM_TAG_VERSION" val="1.0"/>
  <p:tag name="KSO_WM_BEAUTIFY_FLAG" val="#wm#"/>
</p:tagLst>
</file>

<file path=ppt/tags/tag342.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10_-35.445"/>
  <p:tag name="KSO_WM_UNIT_TEXTBOXSTYLE_ADJUSTTOP" val="0_-63.95001"/>
  <p:tag name="KSO_WM_UNIT_BLOCK" val="0"/>
  <p:tag name="KSO_WM_UNIT_SM_LIMIT_TYPE" val="1"/>
  <p:tag name="KSO_WM_UNIT_DECORATE_INFO" val="{&quot;DecorateInfoX&quot;:{&quot;IsLeft&quot;:true,&quot;IsRight&quot;:false,&quot;IsAbs&quot;:true},&quot;DecorateInfoY&quot;:{&quot;IsTop&quot;:true,&quot;IsBottom&quot;:false,&quot;IsAbs&quot;:true}}"/>
  <p:tag name="KSO_WM_UNIT_HIGHLIGHT" val="0"/>
  <p:tag name="KSO_WM_UNIT_COMPATIBLE" val="0"/>
  <p:tag name="KSO_WM_UNIT_DIAGRAM_ISNUMVISUAL" val="0"/>
  <p:tag name="KSO_WM_UNIT_DIAGRAM_ISREFERUNIT" val="0"/>
  <p:tag name="KSO_WM_UNIT_TYPE" val="h_i"/>
  <p:tag name="KSO_WM_UNIT_INDEX" val="1_2"/>
  <p:tag name="KSO_WM_UNIT_ID" val="custom20204405_9*h_i*1_2"/>
  <p:tag name="KSO_WM_TEMPLATE_CATEGORY" val="custom"/>
  <p:tag name="KSO_WM_TEMPLATE_INDEX" val="20204405"/>
  <p:tag name="KSO_WM_UNIT_LAYERLEVEL" val="1_1"/>
  <p:tag name="KSO_WM_TAG_VERSION" val="1.0"/>
  <p:tag name="KSO_WM_BEAUTIFY_FLAG" val="#wm#"/>
</p:tagLst>
</file>

<file path=ppt/tags/tag343.xml><?xml version="1.0" encoding="utf-8"?>
<p:tagLst xmlns:a="http://schemas.openxmlformats.org/drawingml/2006/main" xmlns:r="http://schemas.openxmlformats.org/officeDocument/2006/relationships" xmlns:p="http://schemas.openxmlformats.org/presentationml/2006/main">
  <p:tag name="KSO_WM_UNIT_DEFAULT_FONT" val="16;20;2"/>
  <p:tag name="KSO_WM_UNIT_BLOCK" val="0"/>
  <p:tag name="KSO_WM_UNIT_SUBTYPE" val="a"/>
  <p:tag name="KSO_WM_UNIT_NOCLEAR" val="0"/>
  <p:tag name="KSO_WM_UNIT_VALUE" val="85"/>
  <p:tag name="KSO_WM_UNIT_HIGHLIGHT" val="0"/>
  <p:tag name="KSO_WM_UNIT_COMPATIBLE" val="0"/>
  <p:tag name="KSO_WM_UNIT_DIAGRAM_ISNUMVISUAL" val="0"/>
  <p:tag name="KSO_WM_UNIT_DIAGRAM_ISREFERUNIT" val="0"/>
  <p:tag name="KSO_WM_UNIT_TYPE" val="h_f"/>
  <p:tag name="KSO_WM_UNIT_INDEX" val="1_1"/>
  <p:tag name="KSO_WM_UNIT_ID" val="custom20204405_9*h_f*1_1"/>
  <p:tag name="KSO_WM_TEMPLATE_CATEGORY" val="custom"/>
  <p:tag name="KSO_WM_TEMPLATE_INDEX" val="20204405"/>
  <p:tag name="KSO_WM_UNIT_LAYERLEVEL" val="1_1"/>
  <p:tag name="KSO_WM_TAG_VERSION" val="1.0"/>
  <p:tag name="KSO_WM_BEAUTIFY_FLAG" val="#wm#"/>
  <p:tag name="KSO_WM_UNIT_PRESET_TEXT" val="单击此处输入你的正文，文字是您思想的提炼;&#10;为了最终演示发布的良好效果，请尽量言简意赅的阐述观点；根据需要可酌情增减文字……"/>
</p:tagLst>
</file>

<file path=ppt/tags/tag344.xml><?xml version="1.0" encoding="utf-8"?>
<p:tagLst xmlns:a="http://schemas.openxmlformats.org/drawingml/2006/main" xmlns:r="http://schemas.openxmlformats.org/officeDocument/2006/relationships" xmlns:p="http://schemas.openxmlformats.org/presentationml/2006/main">
  <p:tag name="KSO_WM_UNIT_DEFAULT_FONT" val="28;32;4"/>
  <p:tag name="KSO_WM_UNIT_BLOCK" val="0"/>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04405_9*a*1"/>
  <p:tag name="KSO_WM_TEMPLATE_CATEGORY" val="custom"/>
  <p:tag name="KSO_WM_TEMPLATE_INDEX" val="20204405"/>
  <p:tag name="KSO_WM_UNIT_LAYERLEVEL" val="1"/>
  <p:tag name="KSO_WM_TAG_VERSION" val="1.0"/>
  <p:tag name="KSO_WM_BEAUTIFY_FLAG" val="#wm#"/>
  <p:tag name="KSO_WM_UNIT_PRESET_TEXT" val="单击此处添加大标题"/>
</p:tagLst>
</file>

<file path=ppt/tags/tag3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
  <p:tag name="KSO_WM_UNIT_TEXT_FILL_TYPE" val="1"/>
</p:tagLst>
</file>

<file path=ppt/tags/tag34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4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4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5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5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5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
  <p:tag name="KSO_WM_UNIT_TEXT_FILL_TYPE" val="1"/>
</p:tagLst>
</file>

<file path=ppt/tags/tag353.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35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
  <p:tag name="KSO_WM_UNIT_TEXT_FILL_TYPE" val="1"/>
</p:tagLst>
</file>

<file path=ppt/tags/tag35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5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5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5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5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60.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6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6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6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6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6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6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6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6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6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7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7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7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7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7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7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7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7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7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7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8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8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8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8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8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8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8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87.xml><?xml version="1.0" encoding="utf-8"?>
<p:tagLst xmlns:a="http://schemas.openxmlformats.org/drawingml/2006/main" xmlns:r="http://schemas.openxmlformats.org/officeDocument/2006/relationships" xmlns:p="http://schemas.openxmlformats.org/presentationml/2006/main">
  <p:tag name="KSO_WM_UNIT_TABLE_BEAUTIFY" val="smartTable{d51a1ae7-145a-4f9c-bfc3-6f3137220e7f}"/>
</p:tagLst>
</file>

<file path=ppt/tags/tag388.xml><?xml version="1.0" encoding="utf-8"?>
<p:tagLst xmlns:a="http://schemas.openxmlformats.org/drawingml/2006/main" xmlns:r="http://schemas.openxmlformats.org/officeDocument/2006/relationships" xmlns:p="http://schemas.openxmlformats.org/presentationml/2006/main">
  <p:tag name="KSO_WM_UNIT_TABLE_BEAUTIFY" val="smartTable{6cd35a33-a4fa-4651-b175-bdb5921b6d75}"/>
</p:tagLst>
</file>

<file path=ppt/tags/tag389.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39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9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9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9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9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9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9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9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9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9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0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0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0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0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0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0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0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0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0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0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1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1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12.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3"/>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41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1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1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1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1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1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1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2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2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2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2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2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2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2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2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2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2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3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3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3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3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3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3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3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3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3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3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4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4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4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4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4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4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46.xml><?xml version="1.0" encoding="utf-8"?>
<p:tagLst xmlns:a="http://schemas.openxmlformats.org/drawingml/2006/main" xmlns:r="http://schemas.openxmlformats.org/officeDocument/2006/relationships" xmlns:p="http://schemas.openxmlformats.org/presentationml/2006/main">
  <p:tag name="KSO_WM_UNIT_TABLE_BEAUTIFY" val="smartTable{a57b673b-9117-4124-87f5-1851259fab5d}"/>
</p:tagLst>
</file>

<file path=ppt/tags/tag447.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44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4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5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5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5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5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5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5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5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5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5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5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6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6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6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6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6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6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6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6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6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6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7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7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7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
  <p:tag name="KSO_WM_UNIT_TEXT_FILL_TYPE" val="1"/>
</p:tagLst>
</file>

<file path=ppt/tags/tag47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7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
  <p:tag name="KSO_WM_UNIT_TEXT_FILL_TYPE" val="1"/>
</p:tagLst>
</file>

<file path=ppt/tags/tag47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7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7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7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7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80.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3"/>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481.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482.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483.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484.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48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8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8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8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8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9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9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
  <p:tag name="KSO_WM_UNIT_TEXT_FILL_TYPE" val="1"/>
</p:tagLst>
</file>

<file path=ppt/tags/tag492.xml><?xml version="1.0" encoding="utf-8"?>
<p:tagLst xmlns:a="http://schemas.openxmlformats.org/drawingml/2006/main" xmlns:r="http://schemas.openxmlformats.org/officeDocument/2006/relationships" xmlns:p="http://schemas.openxmlformats.org/presentationml/2006/main">
  <p:tag name="KSO_WM_UNIT_TABLE_BEAUTIFY" val="smartTable{64020988-4c0a-49a6-82c0-d49ed196f1d6}"/>
</p:tagLst>
</file>

<file path=ppt/tags/tag493.xml><?xml version="1.0" encoding="utf-8"?>
<p:tagLst xmlns:a="http://schemas.openxmlformats.org/drawingml/2006/main" xmlns:r="http://schemas.openxmlformats.org/officeDocument/2006/relationships" xmlns:p="http://schemas.openxmlformats.org/presentationml/2006/main">
  <p:tag name="KSO_WM_UNIT_TABLE_BEAUTIFY" val="smartTable{8ed20946-2832-41c5-82a8-7b4dbc41bdc3}"/>
  <p:tag name="TABLE_ENDDRAG_ORIGIN_RECT" val="288*82"/>
  <p:tag name="TABLE_ENDDRAG_RECT" val="395*295*288*82"/>
</p:tagLst>
</file>

<file path=ppt/tags/tag494.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49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9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9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9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9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0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0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0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0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0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0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0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0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0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0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1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1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1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1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1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1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1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1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1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1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2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2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2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2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2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2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2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2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2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2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3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3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3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3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3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3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3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3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3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3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4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4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4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4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4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45.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3"/>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546.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547.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548.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549.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550.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551.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552.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553.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55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5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5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5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5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5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6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6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6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6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6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6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6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6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6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6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7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7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7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7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7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7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7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7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7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7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8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8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8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8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8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8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8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8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8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8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9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9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9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9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9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9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9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9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9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9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0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01.xml><?xml version="1.0" encoding="utf-8"?>
<p:tagLst xmlns:a="http://schemas.openxmlformats.org/drawingml/2006/main" xmlns:r="http://schemas.openxmlformats.org/officeDocument/2006/relationships" xmlns:p="http://schemas.openxmlformats.org/presentationml/2006/main">
  <p:tag name="KSO_WM_UNIT_TABLE_BEAUTIFY" val="smartTable{d173c23d-b987-41b4-b8e6-2067af931e3b}"/>
</p:tagLst>
</file>

<file path=ppt/tags/tag602.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60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0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0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0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0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0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0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1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1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1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1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1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1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1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1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1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1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2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2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2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2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2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2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2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2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2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2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3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3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3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3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3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3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3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3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3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3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4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4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42.xml><?xml version="1.0" encoding="utf-8"?>
<p:tagLst xmlns:a="http://schemas.openxmlformats.org/drawingml/2006/main" xmlns:r="http://schemas.openxmlformats.org/officeDocument/2006/relationships" xmlns:p="http://schemas.openxmlformats.org/presentationml/2006/main">
  <p:tag name="TABLE_ENDDRAG_ORIGIN_RECT" val="322*143"/>
  <p:tag name="TABLE_ENDDRAG_RECT" val="389*337*322*143"/>
</p:tagLst>
</file>

<file path=ppt/tags/tag64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4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45.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64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47.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64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4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50.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6"/>
  <p:tag name="KSO_WM_UNIT_LINE_FILL_TYPE" val="2"/>
  <p:tag name="KSO_WM_UNIT_TEXT_FILL_FORE_SCHEMECOLOR_INDEX_BRIGHTNESS" val="0"/>
  <p:tag name="KSO_WM_UNIT_TEXT_FILL_FORE_SCHEMECOLOR_INDEX" val="13"/>
  <p:tag name="KSO_WM_UNIT_TEXT_FILL_TYPE" val="1"/>
</p:tagLst>
</file>

<file path=ppt/tags/tag651.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6"/>
  <p:tag name="KSO_WM_UNIT_LINE_FILL_TYPE" val="2"/>
  <p:tag name="KSO_WM_UNIT_TEXT_FILL_FORE_SCHEMECOLOR_INDEX_BRIGHTNESS" val="0"/>
  <p:tag name="KSO_WM_UNIT_TEXT_FILL_FORE_SCHEMECOLOR_INDEX" val="13"/>
  <p:tag name="KSO_WM_UNIT_TEXT_FILL_TYPE" val="1"/>
</p:tagLst>
</file>

<file path=ppt/tags/tag65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6"/>
  <p:tag name="KSO_WM_UNIT_TEXT_FILL_TYPE" val="1"/>
</p:tagLst>
</file>

<file path=ppt/tags/tag65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6"/>
  <p:tag name="KSO_WM_UNIT_TEXT_FILL_TYPE" val="1"/>
</p:tagLst>
</file>

<file path=ppt/tags/tag65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6"/>
  <p:tag name="KSO_WM_UNIT_TEXT_FILL_TYPE" val="1"/>
</p:tagLst>
</file>

<file path=ppt/tags/tag65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56.xml><?xml version="1.0" encoding="utf-8"?>
<p:tagLst xmlns:a="http://schemas.openxmlformats.org/drawingml/2006/main" xmlns:r="http://schemas.openxmlformats.org/officeDocument/2006/relationships" xmlns:p="http://schemas.openxmlformats.org/presentationml/2006/main">
  <p:tag name="KSO_WM_UNIT_TABLE_BEAUTIFY" val="smartTable{c607c4c6-1476-4afe-86db-848249e487a2}"/>
</p:tagLst>
</file>

<file path=ppt/tags/tag65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5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59.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66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61.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66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6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64.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6"/>
  <p:tag name="KSO_WM_UNIT_LINE_FILL_TYPE" val="2"/>
  <p:tag name="KSO_WM_UNIT_TEXT_FILL_FORE_SCHEMECOLOR_INDEX_BRIGHTNESS" val="0"/>
  <p:tag name="KSO_WM_UNIT_TEXT_FILL_FORE_SCHEMECOLOR_INDEX" val="13"/>
  <p:tag name="KSO_WM_UNIT_TEXT_FILL_TYPE" val="1"/>
</p:tagLst>
</file>

<file path=ppt/tags/tag665.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6"/>
  <p:tag name="KSO_WM_UNIT_LINE_FILL_TYPE" val="2"/>
  <p:tag name="KSO_WM_UNIT_TEXT_FILL_FORE_SCHEMECOLOR_INDEX_BRIGHTNESS" val="0"/>
  <p:tag name="KSO_WM_UNIT_TEXT_FILL_FORE_SCHEMECOLOR_INDEX" val="13"/>
  <p:tag name="KSO_WM_UNIT_TEXT_FILL_TYPE" val="1"/>
</p:tagLst>
</file>

<file path=ppt/tags/tag66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67.xml><?xml version="1.0" encoding="utf-8"?>
<p:tagLst xmlns:a="http://schemas.openxmlformats.org/drawingml/2006/main" xmlns:r="http://schemas.openxmlformats.org/officeDocument/2006/relationships" xmlns:p="http://schemas.openxmlformats.org/presentationml/2006/main">
  <p:tag name="KSO_WM_UNIT_TABLE_BEAUTIFY" val="smartTable{fa5e13ea-00eb-4ee5-b619-0e6af9b7c5e7}"/>
</p:tagLst>
</file>

<file path=ppt/tags/tag66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69.xml><?xml version="1.0" encoding="utf-8"?>
<p:tagLst xmlns:a="http://schemas.openxmlformats.org/drawingml/2006/main" xmlns:r="http://schemas.openxmlformats.org/officeDocument/2006/relationships" xmlns:p="http://schemas.openxmlformats.org/presentationml/2006/main">
  <p:tag name="KSO_WM_UNIT_TABLE_BEAUTIFY" val="smartTable{eb0e06a9-8e50-4cf5-98fa-2cbf20ef7881}"/>
</p:tagLst>
</file>

<file path=ppt/tags/tag670.xml><?xml version="1.0" encoding="utf-8"?>
<p:tagLst xmlns:a="http://schemas.openxmlformats.org/drawingml/2006/main" xmlns:r="http://schemas.openxmlformats.org/officeDocument/2006/relationships" xmlns:p="http://schemas.openxmlformats.org/presentationml/2006/main">
  <p:tag name="KSO_WM_UNIT_TABLE_BEAUTIFY" val="smartTable{527a6899-0f03-4fea-902e-653488c806f8}"/>
</p:tagLst>
</file>

<file path=ppt/tags/tag67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72.xml><?xml version="1.0" encoding="utf-8"?>
<p:tagLst xmlns:a="http://schemas.openxmlformats.org/drawingml/2006/main" xmlns:r="http://schemas.openxmlformats.org/officeDocument/2006/relationships" xmlns:p="http://schemas.openxmlformats.org/presentationml/2006/main">
  <p:tag name="TABLE_ENDDRAG_ORIGIN_RECT" val="308*102"/>
  <p:tag name="TABLE_ENDDRAG_RECT" val="56*186*308*102"/>
</p:tagLst>
</file>

<file path=ppt/tags/tag673.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674.xml><?xml version="1.0" encoding="utf-8"?>
<p:tagLst xmlns:a="http://schemas.openxmlformats.org/drawingml/2006/main" xmlns:r="http://schemas.openxmlformats.org/officeDocument/2006/relationships" xmlns:p="http://schemas.openxmlformats.org/presentationml/2006/main">
  <p:tag name="KSO_WM_UNIT_TABLE_BEAUTIFY" val="smartTable{3135a024-4452-4665-802b-0d27ed5122ea}"/>
</p:tagLst>
</file>

<file path=ppt/tags/tag67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76.xml><?xml version="1.0" encoding="utf-8"?>
<p:tagLst xmlns:a="http://schemas.openxmlformats.org/drawingml/2006/main" xmlns:r="http://schemas.openxmlformats.org/officeDocument/2006/relationships" xmlns:p="http://schemas.openxmlformats.org/presentationml/2006/main">
  <p:tag name="KSO_WM_UNIT_TABLE_BEAUTIFY" val="smartTable{16fd5bb9-d46d-43da-bc89-dcd0537b34ab}"/>
  <p:tag name="TABLE_ENDDRAG_ORIGIN_RECT" val="353*73"/>
  <p:tag name="TABLE_ENDDRAG_RECT" val="349*183*353*73"/>
</p:tagLst>
</file>

<file path=ppt/tags/tag677.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67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7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80.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681.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682.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683.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684.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68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8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8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8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8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9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9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9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9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9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9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96.xml><?xml version="1.0" encoding="utf-8"?>
<p:tagLst xmlns:a="http://schemas.openxmlformats.org/drawingml/2006/main" xmlns:r="http://schemas.openxmlformats.org/officeDocument/2006/relationships" xmlns:p="http://schemas.openxmlformats.org/presentationml/2006/main">
  <p:tag name="KSO_WM_UNIT_TABLE_BEAUTIFY" val="smartTable{898388a7-2336-4f30-8199-87e236b34933}"/>
</p:tagLst>
</file>

<file path=ppt/tags/tag697.xml><?xml version="1.0" encoding="utf-8"?>
<p:tagLst xmlns:a="http://schemas.openxmlformats.org/drawingml/2006/main" xmlns:r="http://schemas.openxmlformats.org/officeDocument/2006/relationships" xmlns:p="http://schemas.openxmlformats.org/presentationml/2006/main">
  <p:tag name="KSO_WM_UNIT_TABLE_BEAUTIFY" val="smartTable{91035f95-a1ac-4baf-a421-e801db142333}"/>
</p:tagLst>
</file>

<file path=ppt/tags/tag698.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69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00.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70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0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03.xml><?xml version="1.0" encoding="utf-8"?>
<p:tagLst xmlns:a="http://schemas.openxmlformats.org/drawingml/2006/main" xmlns:r="http://schemas.openxmlformats.org/officeDocument/2006/relationships" xmlns:p="http://schemas.openxmlformats.org/presentationml/2006/main">
  <p:tag name="TABLE_ENDDRAG_ORIGIN_RECT" val="210*58"/>
  <p:tag name="TABLE_ENDDRAG_RECT" val="221*343*210*58"/>
</p:tagLst>
</file>

<file path=ppt/tags/tag704.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705.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706.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707.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708.xml><?xml version="1.0" encoding="utf-8"?>
<p:tagLst xmlns:a="http://schemas.openxmlformats.org/drawingml/2006/main" xmlns:r="http://schemas.openxmlformats.org/officeDocument/2006/relationships" xmlns:p="http://schemas.openxmlformats.org/presentationml/2006/main">
  <p:tag name="KSO_WM_UNIT_TABLE_BEAUTIFY" val="smartTable{db15f324-440d-4898-b651-aac86b67360e}"/>
</p:tagLst>
</file>

<file path=ppt/tags/tag709.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710.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71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1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15.xml><?xml version="1.0" encoding="utf-8"?>
<p:tagLst xmlns:a="http://schemas.openxmlformats.org/drawingml/2006/main" xmlns:r="http://schemas.openxmlformats.org/officeDocument/2006/relationships" xmlns:p="http://schemas.openxmlformats.org/presentationml/2006/main">
  <p:tag name="KSO_WM_UNIT_TABLE_BEAUTIFY" val="smartTable{157ddf06-e335-427e-b099-85ca8dbbc51c}"/>
</p:tagLst>
</file>

<file path=ppt/tags/tag71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17.xml><?xml version="1.0" encoding="utf-8"?>
<p:tagLst xmlns:a="http://schemas.openxmlformats.org/drawingml/2006/main" xmlns:r="http://schemas.openxmlformats.org/officeDocument/2006/relationships" xmlns:p="http://schemas.openxmlformats.org/presentationml/2006/main">
  <p:tag name="KSO_WM_UNIT_TABLE_BEAUTIFY" val="smartTable{38fcf345-4b2d-4bca-b04f-51e76055d46b}"/>
  <p:tag name="TABLE_ENDDRAG_ORIGIN_RECT" val="615*337"/>
  <p:tag name="TABLE_ENDDRAG_RECT" val="49*112*615*337"/>
</p:tagLst>
</file>

<file path=ppt/tags/tag71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19.xml><?xml version="1.0" encoding="utf-8"?>
<p:tagLst xmlns:a="http://schemas.openxmlformats.org/drawingml/2006/main" xmlns:r="http://schemas.openxmlformats.org/officeDocument/2006/relationships" xmlns:p="http://schemas.openxmlformats.org/presentationml/2006/main">
  <p:tag name="KSO_WM_UNIT_TABLE_BEAUTIFY" val="smartTable{7ca560a6-9fba-44a6-9b87-0dbd0829c8d5}"/>
  <p:tag name="TABLE_ENDDRAG_ORIGIN_RECT" val="683*406"/>
  <p:tag name="TABLE_ENDDRAG_RECT" val="43*42*683*406"/>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0800000" scaled="1"/>
          <a:tileRect/>
        </a:gradFill>
        <a:ln>
          <a:no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10678</TotalTime>
  <Words>8843</Words>
  <Application>Microsoft Office PowerPoint</Application>
  <PresentationFormat>全屏显示(16:9)</PresentationFormat>
  <Paragraphs>1623</Paragraphs>
  <Slides>118</Slides>
  <Notes>26</Notes>
  <HiddenSlides>1</HiddenSlides>
  <MMClips>0</MMClips>
  <ScaleCrop>false</ScaleCrop>
  <HeadingPairs>
    <vt:vector size="8" baseType="variant">
      <vt:variant>
        <vt:lpstr>已用的字体</vt:lpstr>
      </vt:variant>
      <vt:variant>
        <vt:i4>25</vt:i4>
      </vt:variant>
      <vt:variant>
        <vt:lpstr>主题</vt:lpstr>
      </vt:variant>
      <vt:variant>
        <vt:i4>1</vt:i4>
      </vt:variant>
      <vt:variant>
        <vt:lpstr>嵌入 OLE 服务器</vt:lpstr>
      </vt:variant>
      <vt:variant>
        <vt:i4>3</vt:i4>
      </vt:variant>
      <vt:variant>
        <vt:lpstr>幻灯片标题</vt:lpstr>
      </vt:variant>
      <vt:variant>
        <vt:i4>118</vt:i4>
      </vt:variant>
    </vt:vector>
  </HeadingPairs>
  <TitlesOfParts>
    <vt:vector size="147" baseType="lpstr">
      <vt:lpstr>-apple-system</vt:lpstr>
      <vt:lpstr>Helvetica Neue</vt:lpstr>
      <vt:lpstr>汉仪旗黑-55简</vt:lpstr>
      <vt:lpstr>汉仪旗黑-85S</vt:lpstr>
      <vt:lpstr>汉仪文黑-85W</vt:lpstr>
      <vt:lpstr>楷体</vt:lpstr>
      <vt:lpstr>楷体</vt:lpstr>
      <vt:lpstr>思源黑体</vt:lpstr>
      <vt:lpstr>思源黑体 Bold</vt:lpstr>
      <vt:lpstr>思源黑体 CN Normal</vt:lpstr>
      <vt:lpstr>思源黑体 Medium</vt:lpstr>
      <vt:lpstr>宋体</vt:lpstr>
      <vt:lpstr>Microsoft YaHei</vt:lpstr>
      <vt:lpstr>Microsoft YaHei</vt:lpstr>
      <vt:lpstr>微软雅黑 Light</vt:lpstr>
      <vt:lpstr>Angsana New</vt:lpstr>
      <vt:lpstr>Arial</vt:lpstr>
      <vt:lpstr>Arial Black</vt:lpstr>
      <vt:lpstr>Calibri</vt:lpstr>
      <vt:lpstr>Comic Sans MS</vt:lpstr>
      <vt:lpstr>Helvetica</vt:lpstr>
      <vt:lpstr>Tahoma</vt:lpstr>
      <vt:lpstr>Times New Roman</vt:lpstr>
      <vt:lpstr>Verdana</vt:lpstr>
      <vt:lpstr>Wingdings</vt:lpstr>
      <vt:lpstr>Office 主题​​</vt:lpstr>
      <vt:lpstr>位图图像</vt:lpstr>
      <vt:lpstr>Equation.DSMT4</vt:lpstr>
      <vt:lpstr>Paintbrush Picture</vt:lpstr>
      <vt:lpstr>软件测试方法和技术</vt:lpstr>
      <vt:lpstr>第2章 回顾</vt:lpstr>
      <vt:lpstr>PowerPoint 演示文稿</vt:lpstr>
      <vt:lpstr>方法论和具体方法</vt:lpstr>
      <vt:lpstr>黑盒测试方法和白盒测试方法</vt:lpstr>
      <vt:lpstr>过去常提“黑盒和白盒”方法</vt:lpstr>
      <vt:lpstr>方法论：测试方法</vt:lpstr>
      <vt:lpstr>SWBOK对测试方法的分类</vt:lpstr>
      <vt:lpstr>PowerPoint 演示文稿</vt:lpstr>
      <vt:lpstr>3.1.1 Ad-hoc测试和ALAC测试</vt:lpstr>
      <vt:lpstr>3.1.1 Ad-hoc测试和ALAC测试</vt:lpstr>
      <vt:lpstr>3.1.2 错误猜测法</vt:lpstr>
      <vt:lpstr>PowerPoint 演示文稿</vt:lpstr>
      <vt:lpstr>3.2.1 边界值分析方法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数值的边界值检验：计算机是基于二进制进行工作的，因此，软件的任何数值运算都有一定的范围限制。</vt:lpstr>
      <vt:lpstr>字符的边界值检验： 在计算机软件中，字符也是很重要的表示元素，其中ASCII和Unicode是常见的编码方式。 如右侧列出了一些常用字符对应的ASCII码值。</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示例1</vt:lpstr>
      <vt:lpstr>PowerPoint 演示文稿</vt:lpstr>
      <vt:lpstr>PowerPoint 演示文稿</vt:lpstr>
      <vt:lpstr>3.2.2 等价类划分方法</vt:lpstr>
      <vt:lpstr>等价类测试</vt:lpstr>
      <vt:lpstr>等价类测试</vt:lpstr>
      <vt:lpstr>等价类测试</vt:lpstr>
      <vt:lpstr>等价类测试</vt:lpstr>
      <vt:lpstr>等价类测试</vt:lpstr>
      <vt:lpstr>等价类测试</vt:lpstr>
      <vt:lpstr>等价类测试</vt:lpstr>
      <vt:lpstr>确定有效等价类和无效等价类</vt:lpstr>
      <vt:lpstr>划分等价类的一般原则</vt:lpstr>
      <vt:lpstr>划分等价类的一般原则</vt:lpstr>
      <vt:lpstr>PowerPoint 演示文稿</vt:lpstr>
      <vt:lpstr>划分等价类的一般原则</vt:lpstr>
      <vt:lpstr>等价类测试的适用情况</vt:lpstr>
      <vt:lpstr>等价类划分</vt:lpstr>
      <vt:lpstr>等价类测试</vt:lpstr>
      <vt:lpstr>测试用例设计</vt:lpstr>
      <vt:lpstr>PowerPoint 演示文稿</vt:lpstr>
      <vt:lpstr>等价类测试</vt:lpstr>
      <vt:lpstr>等价类测试</vt:lpstr>
      <vt:lpstr>等价类测试</vt:lpstr>
      <vt:lpstr>等价类测试</vt:lpstr>
      <vt:lpstr>等价类测试</vt:lpstr>
      <vt:lpstr>等价类测试</vt:lpstr>
      <vt:lpstr>等价类测试</vt:lpstr>
      <vt:lpstr>等价类测试</vt:lpstr>
      <vt:lpstr>等价类测试</vt:lpstr>
      <vt:lpstr>等价类测试</vt:lpstr>
      <vt:lpstr>等价类测试</vt:lpstr>
      <vt:lpstr>等价类测试</vt:lpstr>
      <vt:lpstr>等价类测试</vt:lpstr>
      <vt:lpstr>等价类测试</vt:lpstr>
      <vt:lpstr>等价类测试</vt:lpstr>
      <vt:lpstr>等价类测试</vt:lpstr>
      <vt:lpstr>PowerPoint 演示文稿</vt:lpstr>
      <vt:lpstr>等价类测试</vt:lpstr>
      <vt:lpstr>等价类划分--多个输入条件（补充）</vt:lpstr>
      <vt:lpstr>等价类划分--多个输入条件（补充）</vt:lpstr>
      <vt:lpstr>测试用例设计--弱一般等价类</vt:lpstr>
      <vt:lpstr>测试用例设计--弱一般等价类</vt:lpstr>
      <vt:lpstr>测试用例设计--弱一般等价类</vt:lpstr>
      <vt:lpstr>测试用例设计--强一般等价类</vt:lpstr>
      <vt:lpstr>测试用例设计--强一般等价类</vt:lpstr>
      <vt:lpstr>测试用例设计--强一般等价类</vt:lpstr>
      <vt:lpstr>测试用例设计--强一般等价类</vt:lpstr>
      <vt:lpstr>测试用例设计--弱健壮等价类</vt:lpstr>
      <vt:lpstr>测试用例设计--弱健壮等价类</vt:lpstr>
      <vt:lpstr>测试用例设计--弱健壮等价类</vt:lpstr>
      <vt:lpstr>测试用例设计--弱健壮等价类</vt:lpstr>
      <vt:lpstr>测试用例设计--强健壮等价类</vt:lpstr>
      <vt:lpstr>测试用例设计--强健壮等价类</vt:lpstr>
      <vt:lpstr>测试用例设计--强健壮等价类</vt:lpstr>
      <vt:lpstr>测试用例设计—举例</vt:lpstr>
      <vt:lpstr>测试用例设计—举例</vt:lpstr>
      <vt:lpstr>测试用例设计—举例</vt:lpstr>
      <vt:lpstr>测试用例设计—举例</vt:lpstr>
      <vt:lpstr>测试用例设计—举例</vt:lpstr>
      <vt:lpstr>测试用例设计—举例</vt:lpstr>
      <vt:lpstr>测试用例设计—举例</vt:lpstr>
      <vt:lpstr>测试用例设计—举例</vt:lpstr>
      <vt:lpstr>讨论</vt:lpstr>
      <vt:lpstr>等价类测试</vt:lpstr>
      <vt:lpstr>练习2：126邮箱注册功能——等价类法</vt:lpstr>
      <vt:lpstr>PowerPoint 演示文稿</vt:lpstr>
      <vt:lpstr>PowerPoint 演示文稿</vt:lpstr>
      <vt:lpstr>细化后的等价类有效用例如下表所示</vt:lpstr>
      <vt:lpstr>PowerPoint 演示文稿</vt:lpstr>
      <vt:lpstr>感 谢 聆 听</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User</dc:creator>
  <cp:lastModifiedBy>东栋 冯</cp:lastModifiedBy>
  <cp:revision>337</cp:revision>
  <dcterms:created xsi:type="dcterms:W3CDTF">2020-06-18T01:06:00Z</dcterms:created>
  <dcterms:modified xsi:type="dcterms:W3CDTF">2024-03-12T07:30:38Z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2052-11.1.0.11875</vt:lpwstr>
  </property>
  <property fmtid="{D5CDD505-2E9C-101B-9397-08002B2CF9AE}" pid="3" name="ICV">
    <vt:lpwstr>426427AD8D144D0396529E473195E768</vt:lpwstr>
  </property>
</Properties>
</file>