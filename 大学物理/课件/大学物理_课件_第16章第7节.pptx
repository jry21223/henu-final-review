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35.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343" r:id="rId2"/>
    <p:sldId id="347" r:id="rId3"/>
    <p:sldId id="344" r:id="rId4"/>
    <p:sldId id="320" r:id="rId5"/>
    <p:sldId id="332" r:id="rId6"/>
    <p:sldId id="323" r:id="rId7"/>
    <p:sldId id="321" r:id="rId8"/>
    <p:sldId id="324" r:id="rId9"/>
    <p:sldId id="335" r:id="rId10"/>
    <p:sldId id="261" r:id="rId11"/>
    <p:sldId id="266" r:id="rId12"/>
    <p:sldId id="331" r:id="rId13"/>
    <p:sldId id="325" r:id="rId14"/>
    <p:sldId id="333" r:id="rId15"/>
    <p:sldId id="345" r:id="rId16"/>
    <p:sldId id="334" r:id="rId17"/>
    <p:sldId id="346" r:id="rId18"/>
    <p:sldId id="326" r:id="rId19"/>
    <p:sldId id="310" r:id="rId20"/>
    <p:sldId id="267" r:id="rId21"/>
    <p:sldId id="319" r:id="rId22"/>
    <p:sldId id="290" r:id="rId23"/>
    <p:sldId id="339" r:id="rId24"/>
    <p:sldId id="340" r:id="rId25"/>
    <p:sldId id="327" r:id="rId26"/>
    <p:sldId id="328" r:id="rId27"/>
    <p:sldId id="348" r:id="rId28"/>
    <p:sldId id="337" r:id="rId29"/>
    <p:sldId id="329" r:id="rId30"/>
    <p:sldId id="330" r:id="rId31"/>
    <p:sldId id="288" r:id="rId32"/>
    <p:sldId id="336" r:id="rId33"/>
    <p:sldId id="286" r:id="rId34"/>
    <p:sldId id="349" r:id="rId35"/>
    <p:sldId id="342" r:id="rId36"/>
  </p:sldIdLst>
  <p:sldSz cx="13004800" cy="9753600"/>
  <p:notesSz cx="6858000" cy="9144000"/>
  <p:defaultTextStyle>
    <a:lvl1pPr algn="ctr" defTabSz="584200">
      <a:defRPr sz="3600">
        <a:latin typeface="+mn-lt"/>
        <a:ea typeface="+mn-ea"/>
        <a:cs typeface="+mn-cs"/>
        <a:sym typeface="Helvetica Light"/>
      </a:defRPr>
    </a:lvl1pPr>
    <a:lvl2pPr indent="228600" algn="ctr" defTabSz="584200">
      <a:defRPr sz="3600">
        <a:latin typeface="+mn-lt"/>
        <a:ea typeface="+mn-ea"/>
        <a:cs typeface="+mn-cs"/>
        <a:sym typeface="Helvetica Light"/>
      </a:defRPr>
    </a:lvl2pPr>
    <a:lvl3pPr indent="457200" algn="ctr" defTabSz="584200">
      <a:defRPr sz="3600">
        <a:latin typeface="+mn-lt"/>
        <a:ea typeface="+mn-ea"/>
        <a:cs typeface="+mn-cs"/>
        <a:sym typeface="Helvetica Light"/>
      </a:defRPr>
    </a:lvl3pPr>
    <a:lvl4pPr indent="685800" algn="ctr" defTabSz="584200">
      <a:defRPr sz="3600">
        <a:latin typeface="+mn-lt"/>
        <a:ea typeface="+mn-ea"/>
        <a:cs typeface="+mn-cs"/>
        <a:sym typeface="Helvetica Light"/>
      </a:defRPr>
    </a:lvl4pPr>
    <a:lvl5pPr indent="914400" algn="ctr" defTabSz="584200">
      <a:defRPr sz="3600">
        <a:latin typeface="+mn-lt"/>
        <a:ea typeface="+mn-ea"/>
        <a:cs typeface="+mn-cs"/>
        <a:sym typeface="Helvetica Light"/>
      </a:defRPr>
    </a:lvl5pPr>
    <a:lvl6pPr indent="1143000" algn="ctr" defTabSz="584200">
      <a:defRPr sz="3600">
        <a:latin typeface="+mn-lt"/>
        <a:ea typeface="+mn-ea"/>
        <a:cs typeface="+mn-cs"/>
        <a:sym typeface="Helvetica Light"/>
      </a:defRPr>
    </a:lvl6pPr>
    <a:lvl7pPr indent="1371600" algn="ctr" defTabSz="584200">
      <a:defRPr sz="3600">
        <a:latin typeface="+mn-lt"/>
        <a:ea typeface="+mn-ea"/>
        <a:cs typeface="+mn-cs"/>
        <a:sym typeface="Helvetica Light"/>
      </a:defRPr>
    </a:lvl7pPr>
    <a:lvl8pPr indent="1600200" algn="ctr" defTabSz="584200">
      <a:defRPr sz="3600">
        <a:latin typeface="+mn-lt"/>
        <a:ea typeface="+mn-ea"/>
        <a:cs typeface="+mn-cs"/>
        <a:sym typeface="Helvetica Light"/>
      </a:defRPr>
    </a:lvl8pPr>
    <a:lvl9pPr indent="1828800" algn="ctr" defTabSz="584200">
      <a:defRPr sz="3600">
        <a:latin typeface="+mn-lt"/>
        <a:ea typeface="+mn-ea"/>
        <a:cs typeface="+mn-cs"/>
        <a:sym typeface="Helvetica Light"/>
      </a:defRPr>
    </a:lvl9pPr>
  </p:defaultTextStyle>
  <p:extLst>
    <p:ext uri="{EFAFB233-063F-42B5-8137-9DF3F51BA10A}">
      <p15:sldGuideLst xmlns:p15="http://schemas.microsoft.com/office/powerpoint/2012/main">
        <p15:guide id="1" orient="horz" pos="3072">
          <p15:clr>
            <a:srgbClr val="A4A3A4"/>
          </p15:clr>
        </p15:guide>
        <p15:guide id="2" pos="4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a:ea typeface="Helvetica"/>
          <a:cs typeface="Helvetica"/>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i="off">
        <a:font>
          <a:latin typeface="Helvetica"/>
          <a:ea typeface="Helvetica"/>
          <a:cs typeface="Helvetica"/>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i="off">
        <a:font>
          <a:latin typeface="Helvetica"/>
          <a:ea typeface="Helvetica"/>
          <a:cs typeface="Helvetica"/>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i="off">
        <a:font>
          <a:latin typeface="Helvetica"/>
          <a:ea typeface="Helvetica"/>
          <a:cs typeface="Helvetica"/>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i="off">
        <a:font>
          <a:latin typeface="Helvetica"/>
          <a:ea typeface="Helvetica"/>
          <a:cs typeface="Helvetica"/>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988" autoAdjust="0"/>
  </p:normalViewPr>
  <p:slideViewPr>
    <p:cSldViewPr>
      <p:cViewPr varScale="1">
        <p:scale>
          <a:sx n="53" d="100"/>
          <a:sy n="53" d="100"/>
        </p:scale>
        <p:origin x="1296" y="84"/>
      </p:cViewPr>
      <p:guideLst>
        <p:guide orient="horz" pos="3072"/>
        <p:guide pos="409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2.wmf"/><Relationship Id="rId1"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44.emf"/><Relationship Id="rId7" Type="http://schemas.openxmlformats.org/officeDocument/2006/relationships/image" Target="../media/image48.wmf"/><Relationship Id="rId2" Type="http://schemas.openxmlformats.org/officeDocument/2006/relationships/image" Target="../media/image43.wmf"/><Relationship Id="rId1" Type="http://schemas.openxmlformats.org/officeDocument/2006/relationships/image" Target="../media/image42.wmf"/><Relationship Id="rId6" Type="http://schemas.openxmlformats.org/officeDocument/2006/relationships/image" Target="../media/image47.wmf"/><Relationship Id="rId5" Type="http://schemas.openxmlformats.org/officeDocument/2006/relationships/image" Target="../media/image46.wmf"/><Relationship Id="rId4" Type="http://schemas.openxmlformats.org/officeDocument/2006/relationships/image" Target="../media/image45.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51.wmf"/><Relationship Id="rId2" Type="http://schemas.openxmlformats.org/officeDocument/2006/relationships/image" Target="../media/image50.wmf"/><Relationship Id="rId1" Type="http://schemas.openxmlformats.org/officeDocument/2006/relationships/image" Target="../media/image49.wmf"/><Relationship Id="rId6" Type="http://schemas.openxmlformats.org/officeDocument/2006/relationships/image" Target="../media/image54.wmf"/><Relationship Id="rId5" Type="http://schemas.openxmlformats.org/officeDocument/2006/relationships/image" Target="../media/image53.wmf"/><Relationship Id="rId4" Type="http://schemas.openxmlformats.org/officeDocument/2006/relationships/image" Target="../media/image52.w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image" Target="../media/image58.wmf"/><Relationship Id="rId7" Type="http://schemas.openxmlformats.org/officeDocument/2006/relationships/image" Target="../media/image62.wmf"/><Relationship Id="rId2" Type="http://schemas.openxmlformats.org/officeDocument/2006/relationships/image" Target="../media/image57.wmf"/><Relationship Id="rId1" Type="http://schemas.openxmlformats.org/officeDocument/2006/relationships/image" Target="../media/image56.wmf"/><Relationship Id="rId6" Type="http://schemas.openxmlformats.org/officeDocument/2006/relationships/image" Target="../media/image61.wmf"/><Relationship Id="rId5" Type="http://schemas.openxmlformats.org/officeDocument/2006/relationships/image" Target="../media/image60.wmf"/><Relationship Id="rId10" Type="http://schemas.openxmlformats.org/officeDocument/2006/relationships/image" Target="../media/image65.wmf"/><Relationship Id="rId4" Type="http://schemas.openxmlformats.org/officeDocument/2006/relationships/image" Target="../media/image59.wmf"/><Relationship Id="rId9" Type="http://schemas.openxmlformats.org/officeDocument/2006/relationships/image" Target="../media/image64.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91.wmf"/><Relationship Id="rId2" Type="http://schemas.openxmlformats.org/officeDocument/2006/relationships/image" Target="../media/image90.wmf"/><Relationship Id="rId1" Type="http://schemas.openxmlformats.org/officeDocument/2006/relationships/image" Target="../media/image89.wmf"/><Relationship Id="rId4" Type="http://schemas.openxmlformats.org/officeDocument/2006/relationships/image" Target="../media/image92.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98.wmf"/><Relationship Id="rId2" Type="http://schemas.openxmlformats.org/officeDocument/2006/relationships/image" Target="../media/image97.wmf"/><Relationship Id="rId1" Type="http://schemas.openxmlformats.org/officeDocument/2006/relationships/image" Target="../media/image96.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4" name="Shape 54"/>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55" name="Shape 55"/>
          <p:cNvSpPr>
            <a:spLocks noGrp="1"/>
          </p:cNvSpPr>
          <p:nvPr>
            <p:ph type="body" sz="quarter" idx="1"/>
          </p:nvPr>
        </p:nvSpPr>
        <p:spPr>
          <a:xfrm>
            <a:off x="914400" y="4343400"/>
            <a:ext cx="5029200" cy="4114800"/>
          </a:xfrm>
          <a:prstGeom prst="rect">
            <a:avLst/>
          </a:prstGeom>
        </p:spPr>
        <p:txBody>
          <a:bodyPr/>
          <a:lstStyle/>
          <a:p>
            <a:pPr lvl="0"/>
            <a:endParaRPr/>
          </a:p>
        </p:txBody>
      </p:sp>
    </p:spTree>
    <p:extLst>
      <p:ext uri="{BB962C8B-B14F-4D97-AF65-F5344CB8AC3E}">
        <p14:creationId xmlns:p14="http://schemas.microsoft.com/office/powerpoint/2010/main" val="2173249051"/>
      </p:ext>
    </p:extLst>
  </p:cSld>
  <p:clrMap bg1="lt1" tx1="dk1" bg2="lt2" tx2="dk2" accent1="accent1" accent2="accent2" accent3="accent3" accent4="accent4" accent5="accent5" accent6="accent6" hlink="hlink" folHlink="folHlink"/>
  <p:notesStyle>
    <a:lvl1pPr defTabSz="457200">
      <a:lnSpc>
        <a:spcPct val="117999"/>
      </a:lnSpc>
      <a:defRPr sz="2200">
        <a:latin typeface="Helvetica Neue"/>
        <a:ea typeface="Helvetica Neue"/>
        <a:cs typeface="Helvetica Neue"/>
        <a:sym typeface="Helvetica Neue"/>
      </a:defRPr>
    </a:lvl1pPr>
    <a:lvl2pPr indent="228600" defTabSz="457200">
      <a:lnSpc>
        <a:spcPct val="117999"/>
      </a:lnSpc>
      <a:defRPr sz="2200">
        <a:latin typeface="Helvetica Neue"/>
        <a:ea typeface="Helvetica Neue"/>
        <a:cs typeface="Helvetica Neue"/>
        <a:sym typeface="Helvetica Neue"/>
      </a:defRPr>
    </a:lvl2pPr>
    <a:lvl3pPr indent="457200" defTabSz="457200">
      <a:lnSpc>
        <a:spcPct val="117999"/>
      </a:lnSpc>
      <a:defRPr sz="2200">
        <a:latin typeface="Helvetica Neue"/>
        <a:ea typeface="Helvetica Neue"/>
        <a:cs typeface="Helvetica Neue"/>
        <a:sym typeface="Helvetica Neue"/>
      </a:defRPr>
    </a:lvl3pPr>
    <a:lvl4pPr indent="685800" defTabSz="457200">
      <a:lnSpc>
        <a:spcPct val="117999"/>
      </a:lnSpc>
      <a:defRPr sz="2200">
        <a:latin typeface="Helvetica Neue"/>
        <a:ea typeface="Helvetica Neue"/>
        <a:cs typeface="Helvetica Neue"/>
        <a:sym typeface="Helvetica Neue"/>
      </a:defRPr>
    </a:lvl4pPr>
    <a:lvl5pPr indent="914400" defTabSz="457200">
      <a:lnSpc>
        <a:spcPct val="117999"/>
      </a:lnSpc>
      <a:defRPr sz="2200">
        <a:latin typeface="Helvetica Neue"/>
        <a:ea typeface="Helvetica Neue"/>
        <a:cs typeface="Helvetica Neue"/>
        <a:sym typeface="Helvetica Neue"/>
      </a:defRPr>
    </a:lvl5pPr>
    <a:lvl6pPr indent="1143000" defTabSz="457200">
      <a:lnSpc>
        <a:spcPct val="117999"/>
      </a:lnSpc>
      <a:defRPr sz="2200">
        <a:latin typeface="Helvetica Neue"/>
        <a:ea typeface="Helvetica Neue"/>
        <a:cs typeface="Helvetica Neue"/>
        <a:sym typeface="Helvetica Neue"/>
      </a:defRPr>
    </a:lvl6pPr>
    <a:lvl7pPr indent="1371600" defTabSz="457200">
      <a:lnSpc>
        <a:spcPct val="117999"/>
      </a:lnSpc>
      <a:defRPr sz="2200">
        <a:latin typeface="Helvetica Neue"/>
        <a:ea typeface="Helvetica Neue"/>
        <a:cs typeface="Helvetica Neue"/>
        <a:sym typeface="Helvetica Neue"/>
      </a:defRPr>
    </a:lvl7pPr>
    <a:lvl8pPr indent="1600200" defTabSz="457200">
      <a:lnSpc>
        <a:spcPct val="117999"/>
      </a:lnSpc>
      <a:defRPr sz="2200">
        <a:latin typeface="Helvetica Neue"/>
        <a:ea typeface="Helvetica Neue"/>
        <a:cs typeface="Helvetica Neue"/>
        <a:sym typeface="Helvetica Neue"/>
      </a:defRPr>
    </a:lvl8pPr>
    <a:lvl9pPr indent="1828800" defTabSz="45720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B</a:t>
            </a:r>
            <a:endParaRPr lang="zh-CN" altLang="en-US"/>
          </a:p>
        </p:txBody>
      </p:sp>
    </p:spTree>
    <p:extLst>
      <p:ext uri="{BB962C8B-B14F-4D97-AF65-F5344CB8AC3E}">
        <p14:creationId xmlns:p14="http://schemas.microsoft.com/office/powerpoint/2010/main" val="1664247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0</a:t>
            </a:r>
            <a:endParaRPr lang="zh-CN" altLang="en-US"/>
          </a:p>
        </p:txBody>
      </p:sp>
    </p:spTree>
    <p:extLst>
      <p:ext uri="{BB962C8B-B14F-4D97-AF65-F5344CB8AC3E}">
        <p14:creationId xmlns:p14="http://schemas.microsoft.com/office/powerpoint/2010/main" val="2903407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C</a:t>
            </a:r>
            <a:endParaRPr lang="zh-CN" altLang="en-US"/>
          </a:p>
        </p:txBody>
      </p:sp>
    </p:spTree>
    <p:extLst>
      <p:ext uri="{BB962C8B-B14F-4D97-AF65-F5344CB8AC3E}">
        <p14:creationId xmlns:p14="http://schemas.microsoft.com/office/powerpoint/2010/main" val="3243889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B</a:t>
            </a:r>
            <a:endParaRPr lang="zh-CN" altLang="en-US"/>
          </a:p>
        </p:txBody>
      </p:sp>
    </p:spTree>
    <p:extLst>
      <p:ext uri="{BB962C8B-B14F-4D97-AF65-F5344CB8AC3E}">
        <p14:creationId xmlns:p14="http://schemas.microsoft.com/office/powerpoint/2010/main" val="3243889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en-US" altLang="zh-CN" dirty="0" smtClean="0"/>
                  <a:t>q/(6</a:t>
                </a:r>
                <a14:m>
                  <m:oMath xmlns:m="http://schemas.openxmlformats.org/officeDocument/2006/math">
                    <m:sSub>
                      <m:sSubPr>
                        <m:ctrlPr>
                          <a:rPr lang="en-US" altLang="zh-CN" i="1" smtClean="0">
                            <a:latin typeface="Cambria Math" panose="02040503050406030204" pitchFamily="18" charset="0"/>
                          </a:rPr>
                        </m:ctrlPr>
                      </m:sSubPr>
                      <m:e>
                        <m:r>
                          <a:rPr lang="zh-CN" altLang="en-US" i="1" smtClean="0">
                            <a:latin typeface="Cambria Math"/>
                          </a:rPr>
                          <m:t>𝜀</m:t>
                        </m:r>
                      </m:e>
                      <m:sub>
                        <m:r>
                          <a:rPr lang="en-US" altLang="zh-CN" b="0" i="1" smtClean="0">
                            <a:latin typeface="Cambria Math"/>
                          </a:rPr>
                          <m:t>0</m:t>
                        </m:r>
                      </m:sub>
                    </m:sSub>
                  </m:oMath>
                </a14:m>
                <a:r>
                  <a:rPr lang="en-US" altLang="zh-CN" dirty="0" smtClean="0"/>
                  <a:t>)</a:t>
                </a:r>
                <a:endParaRPr lang="zh-CN" altLang="en-US" dirty="0"/>
              </a:p>
            </p:txBody>
          </p:sp>
        </mc:Choice>
        <mc:Fallback xmlns="">
          <p:sp>
            <p:nvSpPr>
              <p:cNvPr id="3" name="备注占位符 2"/>
              <p:cNvSpPr>
                <a:spLocks noGrp="1"/>
              </p:cNvSpPr>
              <p:nvPr>
                <p:ph type="body" idx="1"/>
              </p:nvPr>
            </p:nvSpPr>
            <p:spPr/>
            <p:txBody>
              <a:bodyPr/>
              <a:lstStyle/>
              <a:p>
                <a:r>
                  <a:rPr lang="en-US" altLang="zh-CN" dirty="0" smtClean="0"/>
                  <a:t>q/(6</a:t>
                </a:r>
                <a:r>
                  <a:rPr lang="zh-CN" altLang="en-US" i="0" smtClean="0">
                    <a:latin typeface="Cambria Math"/>
                  </a:rPr>
                  <a:t>𝜀</a:t>
                </a:r>
                <a:r>
                  <a:rPr lang="en-US" altLang="zh-CN" i="0" smtClean="0">
                    <a:latin typeface="Cambria Math"/>
                  </a:rPr>
                  <a:t>_</a:t>
                </a:r>
                <a:r>
                  <a:rPr lang="en-US" altLang="zh-CN" b="0" i="0" smtClean="0">
                    <a:latin typeface="Cambria Math"/>
                  </a:rPr>
                  <a:t>0</a:t>
                </a:r>
                <a:r>
                  <a:rPr lang="en-US" altLang="zh-CN" dirty="0" smtClean="0"/>
                  <a:t>)</a:t>
                </a:r>
                <a:endParaRPr lang="zh-CN" altLang="en-US" dirty="0"/>
              </a:p>
            </p:txBody>
          </p:sp>
        </mc:Fallback>
      </mc:AlternateContent>
    </p:spTree>
    <p:extLst>
      <p:ext uri="{BB962C8B-B14F-4D97-AF65-F5344CB8AC3E}">
        <p14:creationId xmlns:p14="http://schemas.microsoft.com/office/powerpoint/2010/main" val="563926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xfrm>
            <a:off x="3884613" y="8685213"/>
            <a:ext cx="2971800" cy="4572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kumimoji="1" sz="28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kumimoji="1" sz="28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kumimoji="1" sz="28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kumimoji="1" sz="2800">
                <a:solidFill>
                  <a:schemeClr val="tx1"/>
                </a:solidFill>
                <a:latin typeface="Times New Roman" pitchFamily="18" charset="0"/>
                <a:ea typeface="宋体" charset="-122"/>
              </a:defRPr>
            </a:lvl9pPr>
          </a:lstStyle>
          <a:p>
            <a:pPr eaLnBrk="1" hangingPunct="1"/>
            <a:fld id="{D2E4B4F0-B5F0-479F-BF9C-860D6D3A3C2C}" type="slidenum">
              <a:rPr lang="en-US" altLang="zh-CN" sz="1200" smtClean="0"/>
              <a:pPr eaLnBrk="1" hangingPunct="1"/>
              <a:t>22</a:t>
            </a:fld>
            <a:endParaRPr lang="en-US" altLang="zh-CN" sz="1200" smtClean="0"/>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ea typeface="宋体" charset="-122"/>
            </a:endParaRPr>
          </a:p>
        </p:txBody>
      </p:sp>
    </p:spTree>
    <p:extLst>
      <p:ext uri="{BB962C8B-B14F-4D97-AF65-F5344CB8AC3E}">
        <p14:creationId xmlns:p14="http://schemas.microsoft.com/office/powerpoint/2010/main" val="32463950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作业</a:t>
            </a:r>
            <a:r>
              <a:rPr lang="en-US" altLang="zh-CN" dirty="0" smtClean="0"/>
              <a:t>3</a:t>
            </a:r>
            <a:r>
              <a:rPr lang="zh-CN" altLang="en-US" dirty="0" smtClean="0"/>
              <a:t>：程</a:t>
            </a:r>
            <a:r>
              <a:rPr lang="en-US" altLang="zh-CN" smtClean="0"/>
              <a:t>P277</a:t>
            </a:r>
          </a:p>
          <a:p>
            <a:endParaRPr lang="zh-CN" altLang="en-US"/>
          </a:p>
        </p:txBody>
      </p:sp>
    </p:spTree>
    <p:extLst>
      <p:ext uri="{BB962C8B-B14F-4D97-AF65-F5344CB8AC3E}">
        <p14:creationId xmlns:p14="http://schemas.microsoft.com/office/powerpoint/2010/main" val="1727724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mtClean="0"/>
              <a:t>答案：</a:t>
            </a:r>
            <a:r>
              <a:rPr lang="en-US" altLang="zh-CN" smtClean="0"/>
              <a:t>D</a:t>
            </a:r>
            <a:endParaRPr lang="zh-CN" altLang="en-US"/>
          </a:p>
        </p:txBody>
      </p:sp>
    </p:spTree>
    <p:extLst>
      <p:ext uri="{BB962C8B-B14F-4D97-AF65-F5344CB8AC3E}">
        <p14:creationId xmlns:p14="http://schemas.microsoft.com/office/powerpoint/2010/main" val="32438896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标题与副标题">
    <p:spTree>
      <p:nvGrpSpPr>
        <p:cNvPr id="1" name=""/>
        <p:cNvGrpSpPr/>
        <p:nvPr/>
      </p:nvGrpSpPr>
      <p:grpSpPr>
        <a:xfrm>
          <a:off x="0" y="0"/>
          <a:ext cx="0" cy="0"/>
          <a:chOff x="0" y="0"/>
          <a:chExt cx="0" cy="0"/>
        </a:xfrm>
      </p:grpSpPr>
      <p:sp>
        <p:nvSpPr>
          <p:cNvPr id="6" name="Shape 6"/>
          <p:cNvSpPr>
            <a:spLocks noGrp="1"/>
          </p:cNvSpPr>
          <p:nvPr>
            <p:ph type="title"/>
          </p:nvPr>
        </p:nvSpPr>
        <p:spPr>
          <a:xfrm>
            <a:off x="1270000" y="1638300"/>
            <a:ext cx="10464800" cy="3302000"/>
          </a:xfrm>
          <a:prstGeom prst="rect">
            <a:avLst/>
          </a:prstGeom>
        </p:spPr>
        <p:txBody>
          <a:bodyPr lIns="0" tIns="0" rIns="0" bIns="0" anchor="b"/>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
        <p:nvSpPr>
          <p:cNvPr id="7" name="Shape 7"/>
          <p:cNvSpPr>
            <a:spLocks noGrp="1"/>
          </p:cNvSpPr>
          <p:nvPr>
            <p:ph type="body" idx="1"/>
          </p:nvPr>
        </p:nvSpPr>
        <p:spPr>
          <a:xfrm>
            <a:off x="1270000" y="5029200"/>
            <a:ext cx="10464800" cy="1130300"/>
          </a:xfrm>
          <a:prstGeom prst="rect">
            <a:avLst/>
          </a:prstGeom>
        </p:spPr>
        <p:txBody>
          <a:bodyPr lIns="0" tIns="0" rIns="0" bIns="0">
            <a:normAutofit/>
          </a:bodyPr>
          <a:lstStyle>
            <a:lvl1pPr marL="0" indent="0" algn="ctr" defTabSz="584200">
              <a:spcBef>
                <a:spcPts val="0"/>
              </a:spcBef>
              <a:buClrTx/>
              <a:buSzTx/>
              <a:buFontTx/>
              <a:buNone/>
              <a:defRPr sz="3200">
                <a:latin typeface="+mn-lt"/>
                <a:ea typeface="+mn-ea"/>
                <a:cs typeface="+mn-cs"/>
                <a:sym typeface="Helvetica Light"/>
              </a:defRPr>
            </a:lvl1pPr>
            <a:lvl2pPr marL="0" indent="228600" algn="ctr" defTabSz="584200">
              <a:spcBef>
                <a:spcPts val="0"/>
              </a:spcBef>
              <a:buClrTx/>
              <a:buSzTx/>
              <a:buFontTx/>
              <a:buNone/>
              <a:defRPr sz="3200">
                <a:latin typeface="+mn-lt"/>
                <a:ea typeface="+mn-ea"/>
                <a:cs typeface="+mn-cs"/>
                <a:sym typeface="Helvetica Light"/>
              </a:defRPr>
            </a:lvl2pPr>
            <a:lvl3pPr marL="0" indent="457200" algn="ctr" defTabSz="584200">
              <a:spcBef>
                <a:spcPts val="0"/>
              </a:spcBef>
              <a:buClrTx/>
              <a:buSzTx/>
              <a:buFontTx/>
              <a:buNone/>
              <a:defRPr sz="3200">
                <a:latin typeface="+mn-lt"/>
                <a:ea typeface="+mn-ea"/>
                <a:cs typeface="+mn-cs"/>
                <a:sym typeface="Helvetica Light"/>
              </a:defRPr>
            </a:lvl3pPr>
            <a:lvl4pPr marL="0" indent="685800" algn="ctr" defTabSz="584200">
              <a:spcBef>
                <a:spcPts val="0"/>
              </a:spcBef>
              <a:buClrTx/>
              <a:buSzTx/>
              <a:buFontTx/>
              <a:buNone/>
              <a:defRPr sz="3200">
                <a:latin typeface="+mn-lt"/>
                <a:ea typeface="+mn-ea"/>
                <a:cs typeface="+mn-cs"/>
                <a:sym typeface="Helvetica Light"/>
              </a:defRPr>
            </a:lvl4pPr>
            <a:lvl5pPr marL="0" indent="914400" algn="ctr" defTabSz="584200">
              <a:spcBef>
                <a:spcPts val="0"/>
              </a:spcBef>
              <a:buClrTx/>
              <a:buSzTx/>
              <a:buFontTx/>
              <a:buNone/>
              <a:defRPr sz="3200">
                <a:latin typeface="+mn-lt"/>
                <a:ea typeface="+mn-ea"/>
                <a:cs typeface="+mn-cs"/>
                <a:sym typeface="Helvetica Light"/>
              </a:defRPr>
            </a:lvl5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照片 - 水平">
    <p:spTree>
      <p:nvGrpSpPr>
        <p:cNvPr id="1" name=""/>
        <p:cNvGrpSpPr/>
        <p:nvPr/>
      </p:nvGrpSpPr>
      <p:grpSpPr>
        <a:xfrm>
          <a:off x="0" y="0"/>
          <a:ext cx="0" cy="0"/>
          <a:chOff x="0" y="0"/>
          <a:chExt cx="0" cy="0"/>
        </a:xfrm>
      </p:grpSpPr>
      <p:sp>
        <p:nvSpPr>
          <p:cNvPr id="9" name="Shape 9"/>
          <p:cNvSpPr>
            <a:spLocks noGrp="1"/>
          </p:cNvSpPr>
          <p:nvPr>
            <p:ph type="title"/>
          </p:nvPr>
        </p:nvSpPr>
        <p:spPr>
          <a:xfrm>
            <a:off x="1270000" y="6718300"/>
            <a:ext cx="10464800" cy="1422400"/>
          </a:xfrm>
          <a:prstGeom prst="rect">
            <a:avLst/>
          </a:prstGeom>
        </p:spPr>
        <p:txBody>
          <a:bodyPr lIns="0" tIns="0" rIns="0" bIns="0" anchor="b"/>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
        <p:nvSpPr>
          <p:cNvPr id="10" name="Shape 10"/>
          <p:cNvSpPr>
            <a:spLocks noGrp="1"/>
          </p:cNvSpPr>
          <p:nvPr>
            <p:ph type="body" idx="1"/>
          </p:nvPr>
        </p:nvSpPr>
        <p:spPr>
          <a:xfrm>
            <a:off x="1270000" y="8191500"/>
            <a:ext cx="10464800" cy="1130300"/>
          </a:xfrm>
          <a:prstGeom prst="rect">
            <a:avLst/>
          </a:prstGeom>
        </p:spPr>
        <p:txBody>
          <a:bodyPr lIns="0" tIns="0" rIns="0" bIns="0">
            <a:normAutofit/>
          </a:bodyPr>
          <a:lstStyle>
            <a:lvl1pPr marL="0" indent="0" algn="ctr" defTabSz="584200">
              <a:spcBef>
                <a:spcPts val="0"/>
              </a:spcBef>
              <a:buClrTx/>
              <a:buSzTx/>
              <a:buFontTx/>
              <a:buNone/>
              <a:defRPr sz="3200">
                <a:latin typeface="+mn-lt"/>
                <a:ea typeface="+mn-ea"/>
                <a:cs typeface="+mn-cs"/>
                <a:sym typeface="Helvetica Light"/>
              </a:defRPr>
            </a:lvl1pPr>
            <a:lvl2pPr marL="0" indent="228600" algn="ctr" defTabSz="584200">
              <a:spcBef>
                <a:spcPts val="0"/>
              </a:spcBef>
              <a:buClrTx/>
              <a:buSzTx/>
              <a:buFontTx/>
              <a:buNone/>
              <a:defRPr sz="3200">
                <a:latin typeface="+mn-lt"/>
                <a:ea typeface="+mn-ea"/>
                <a:cs typeface="+mn-cs"/>
                <a:sym typeface="Helvetica Light"/>
              </a:defRPr>
            </a:lvl2pPr>
            <a:lvl3pPr marL="0" indent="457200" algn="ctr" defTabSz="584200">
              <a:spcBef>
                <a:spcPts val="0"/>
              </a:spcBef>
              <a:buClrTx/>
              <a:buSzTx/>
              <a:buFontTx/>
              <a:buNone/>
              <a:defRPr sz="3200">
                <a:latin typeface="+mn-lt"/>
                <a:ea typeface="+mn-ea"/>
                <a:cs typeface="+mn-cs"/>
                <a:sym typeface="Helvetica Light"/>
              </a:defRPr>
            </a:lvl3pPr>
            <a:lvl4pPr marL="0" indent="685800" algn="ctr" defTabSz="584200">
              <a:spcBef>
                <a:spcPts val="0"/>
              </a:spcBef>
              <a:buClrTx/>
              <a:buSzTx/>
              <a:buFontTx/>
              <a:buNone/>
              <a:defRPr sz="3200">
                <a:latin typeface="+mn-lt"/>
                <a:ea typeface="+mn-ea"/>
                <a:cs typeface="+mn-cs"/>
                <a:sym typeface="Helvetica Light"/>
              </a:defRPr>
            </a:lvl4pPr>
            <a:lvl5pPr marL="0" indent="914400" algn="ctr" defTabSz="584200">
              <a:spcBef>
                <a:spcPts val="0"/>
              </a:spcBef>
              <a:buClrTx/>
              <a:buSzTx/>
              <a:buFontTx/>
              <a:buNone/>
              <a:defRPr sz="3200">
                <a:latin typeface="+mn-lt"/>
                <a:ea typeface="+mn-ea"/>
                <a:cs typeface="+mn-cs"/>
                <a:sym typeface="Helvetica Light"/>
              </a:defRPr>
            </a:lvl5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标题 - 居中">
    <p:spTree>
      <p:nvGrpSpPr>
        <p:cNvPr id="1" name=""/>
        <p:cNvGrpSpPr/>
        <p:nvPr/>
      </p:nvGrpSpPr>
      <p:grpSpPr>
        <a:xfrm>
          <a:off x="0" y="0"/>
          <a:ext cx="0" cy="0"/>
          <a:chOff x="0" y="0"/>
          <a:chExt cx="0" cy="0"/>
        </a:xfrm>
      </p:grpSpPr>
      <p:sp>
        <p:nvSpPr>
          <p:cNvPr id="12" name="Shape 12"/>
          <p:cNvSpPr>
            <a:spLocks noGrp="1"/>
          </p:cNvSpPr>
          <p:nvPr>
            <p:ph type="title"/>
          </p:nvPr>
        </p:nvSpPr>
        <p:spPr>
          <a:xfrm>
            <a:off x="1270000" y="3225800"/>
            <a:ext cx="10464800" cy="3302000"/>
          </a:xfrm>
          <a:prstGeom prst="rect">
            <a:avLst/>
          </a:prstGeom>
        </p:spPr>
        <p:txBody>
          <a:bodyPr lIns="0" tIns="0" rIns="0" bIns="0" anchor="ctr"/>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照片 - 垂直">
    <p:spTree>
      <p:nvGrpSpPr>
        <p:cNvPr id="1" name=""/>
        <p:cNvGrpSpPr/>
        <p:nvPr/>
      </p:nvGrpSpPr>
      <p:grpSpPr>
        <a:xfrm>
          <a:off x="0" y="0"/>
          <a:ext cx="0" cy="0"/>
          <a:chOff x="0" y="0"/>
          <a:chExt cx="0" cy="0"/>
        </a:xfrm>
      </p:grpSpPr>
      <p:sp>
        <p:nvSpPr>
          <p:cNvPr id="14" name="Shape 14"/>
          <p:cNvSpPr>
            <a:spLocks noGrp="1"/>
          </p:cNvSpPr>
          <p:nvPr>
            <p:ph type="title"/>
          </p:nvPr>
        </p:nvSpPr>
        <p:spPr>
          <a:xfrm>
            <a:off x="952500" y="635000"/>
            <a:ext cx="5334000" cy="3987800"/>
          </a:xfrm>
          <a:prstGeom prst="rect">
            <a:avLst/>
          </a:prstGeom>
        </p:spPr>
        <p:txBody>
          <a:bodyPr lIns="0" tIns="0" rIns="0" bIns="0" anchor="b"/>
          <a:lstStyle>
            <a:lvl1pPr algn="ctr" defTabSz="584200">
              <a:defRPr sz="6000">
                <a:solidFill>
                  <a:srgbClr val="000000"/>
                </a:solidFill>
                <a:latin typeface="+mn-lt"/>
                <a:ea typeface="+mn-ea"/>
                <a:cs typeface="+mn-cs"/>
                <a:sym typeface="Helvetica Light"/>
              </a:defRPr>
            </a:lvl1pPr>
          </a:lstStyle>
          <a:p>
            <a:pPr lvl="0">
              <a:defRPr sz="1800"/>
            </a:pPr>
            <a:r>
              <a:rPr sz="6000"/>
              <a:t>标题文本</a:t>
            </a:r>
          </a:p>
        </p:txBody>
      </p:sp>
      <p:sp>
        <p:nvSpPr>
          <p:cNvPr id="15" name="Shape 15"/>
          <p:cNvSpPr>
            <a:spLocks noGrp="1"/>
          </p:cNvSpPr>
          <p:nvPr>
            <p:ph type="body" idx="1"/>
          </p:nvPr>
        </p:nvSpPr>
        <p:spPr>
          <a:xfrm>
            <a:off x="952500" y="4762500"/>
            <a:ext cx="5334000" cy="4102100"/>
          </a:xfrm>
          <a:prstGeom prst="rect">
            <a:avLst/>
          </a:prstGeom>
        </p:spPr>
        <p:txBody>
          <a:bodyPr lIns="0" tIns="0" rIns="0" bIns="0">
            <a:normAutofit/>
          </a:bodyPr>
          <a:lstStyle>
            <a:lvl1pPr marL="0" indent="0" algn="ctr" defTabSz="584200">
              <a:spcBef>
                <a:spcPts val="0"/>
              </a:spcBef>
              <a:buClrTx/>
              <a:buSzTx/>
              <a:buFontTx/>
              <a:buNone/>
              <a:defRPr sz="3200">
                <a:latin typeface="+mn-lt"/>
                <a:ea typeface="+mn-ea"/>
                <a:cs typeface="+mn-cs"/>
                <a:sym typeface="Helvetica Light"/>
              </a:defRPr>
            </a:lvl1pPr>
            <a:lvl2pPr marL="0" indent="228600" algn="ctr" defTabSz="584200">
              <a:spcBef>
                <a:spcPts val="0"/>
              </a:spcBef>
              <a:buClrTx/>
              <a:buSzTx/>
              <a:buFontTx/>
              <a:buNone/>
              <a:defRPr sz="3200">
                <a:latin typeface="+mn-lt"/>
                <a:ea typeface="+mn-ea"/>
                <a:cs typeface="+mn-cs"/>
                <a:sym typeface="Helvetica Light"/>
              </a:defRPr>
            </a:lvl2pPr>
            <a:lvl3pPr marL="0" indent="457200" algn="ctr" defTabSz="584200">
              <a:spcBef>
                <a:spcPts val="0"/>
              </a:spcBef>
              <a:buClrTx/>
              <a:buSzTx/>
              <a:buFontTx/>
              <a:buNone/>
              <a:defRPr sz="3200">
                <a:latin typeface="+mn-lt"/>
                <a:ea typeface="+mn-ea"/>
                <a:cs typeface="+mn-cs"/>
                <a:sym typeface="Helvetica Light"/>
              </a:defRPr>
            </a:lvl3pPr>
            <a:lvl4pPr marL="0" indent="685800" algn="ctr" defTabSz="584200">
              <a:spcBef>
                <a:spcPts val="0"/>
              </a:spcBef>
              <a:buClrTx/>
              <a:buSzTx/>
              <a:buFontTx/>
              <a:buNone/>
              <a:defRPr sz="3200">
                <a:latin typeface="+mn-lt"/>
                <a:ea typeface="+mn-ea"/>
                <a:cs typeface="+mn-cs"/>
                <a:sym typeface="Helvetica Light"/>
              </a:defRPr>
            </a:lvl4pPr>
            <a:lvl5pPr marL="0" indent="914400" algn="ctr" defTabSz="584200">
              <a:spcBef>
                <a:spcPts val="0"/>
              </a:spcBef>
              <a:buClrTx/>
              <a:buSzTx/>
              <a:buFontTx/>
              <a:buNone/>
              <a:defRPr sz="3200">
                <a:latin typeface="+mn-lt"/>
                <a:ea typeface="+mn-ea"/>
                <a:cs typeface="+mn-cs"/>
                <a:sym typeface="Helvetica Light"/>
              </a:defRPr>
            </a:lvl5pPr>
          </a:lstStyle>
          <a:p>
            <a:pPr lvl="0">
              <a:defRPr sz="1800"/>
            </a:pPr>
            <a:r>
              <a:rPr sz="3200"/>
              <a:t>正文级别 1</a:t>
            </a:r>
          </a:p>
          <a:p>
            <a:pPr lvl="1">
              <a:defRPr sz="1800"/>
            </a:pPr>
            <a:r>
              <a:rPr sz="3200"/>
              <a:t>正文级别 2</a:t>
            </a:r>
          </a:p>
          <a:p>
            <a:pPr lvl="2">
              <a:defRPr sz="1800"/>
            </a:pPr>
            <a:r>
              <a:rPr sz="3200"/>
              <a:t>正文级别 3</a:t>
            </a:r>
          </a:p>
          <a:p>
            <a:pPr lvl="3">
              <a:defRPr sz="1800"/>
            </a:pPr>
            <a:r>
              <a:rPr sz="3200"/>
              <a:t>正文级别 4</a:t>
            </a:r>
          </a:p>
          <a:p>
            <a:pPr lvl="4">
              <a:defRPr sz="1800"/>
            </a:pPr>
            <a:r>
              <a:rPr sz="3200"/>
              <a:t>正文级别 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标题 - 顶部对齐">
    <p:spTree>
      <p:nvGrpSpPr>
        <p:cNvPr id="1" name=""/>
        <p:cNvGrpSpPr/>
        <p:nvPr/>
      </p:nvGrpSpPr>
      <p:grpSpPr>
        <a:xfrm>
          <a:off x="0" y="0"/>
          <a:ext cx="0" cy="0"/>
          <a:chOff x="0" y="0"/>
          <a:chExt cx="0" cy="0"/>
        </a:xfrm>
      </p:grpSpPr>
      <p:sp>
        <p:nvSpPr>
          <p:cNvPr id="17" name="Shape 17"/>
          <p:cNvSpPr>
            <a:spLocks noGrp="1"/>
          </p:cNvSpPr>
          <p:nvPr>
            <p:ph type="title"/>
          </p:nvPr>
        </p:nvSpPr>
        <p:spPr>
          <a:xfrm>
            <a:off x="952500" y="444500"/>
            <a:ext cx="11099800" cy="2159000"/>
          </a:xfrm>
          <a:prstGeom prst="rect">
            <a:avLst/>
          </a:prstGeom>
        </p:spPr>
        <p:txBody>
          <a:bodyPr lIns="0" tIns="0" rIns="0" bIns="0" anchor="ctr"/>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标题与项目符号">
    <p:spTree>
      <p:nvGrpSpPr>
        <p:cNvPr id="1" name=""/>
        <p:cNvGrpSpPr/>
        <p:nvPr/>
      </p:nvGrpSpPr>
      <p:grpSpPr>
        <a:xfrm>
          <a:off x="0" y="0"/>
          <a:ext cx="0" cy="0"/>
          <a:chOff x="0" y="0"/>
          <a:chExt cx="0" cy="0"/>
        </a:xfrm>
      </p:grpSpPr>
      <p:sp>
        <p:nvSpPr>
          <p:cNvPr id="19" name="Shape 19"/>
          <p:cNvSpPr>
            <a:spLocks noGrp="1"/>
          </p:cNvSpPr>
          <p:nvPr>
            <p:ph type="title"/>
          </p:nvPr>
        </p:nvSpPr>
        <p:spPr>
          <a:xfrm>
            <a:off x="952500" y="444500"/>
            <a:ext cx="11099800" cy="2159000"/>
          </a:xfrm>
          <a:prstGeom prst="rect">
            <a:avLst/>
          </a:prstGeom>
        </p:spPr>
        <p:txBody>
          <a:bodyPr lIns="0" tIns="0" rIns="0" bIns="0" anchor="ctr"/>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
        <p:nvSpPr>
          <p:cNvPr id="20" name="Shape 20"/>
          <p:cNvSpPr>
            <a:spLocks noGrp="1"/>
          </p:cNvSpPr>
          <p:nvPr>
            <p:ph type="body" idx="1"/>
          </p:nvPr>
        </p:nvSpPr>
        <p:spPr>
          <a:xfrm>
            <a:off x="952500" y="2603500"/>
            <a:ext cx="11099800" cy="6286500"/>
          </a:xfrm>
          <a:prstGeom prst="rect">
            <a:avLst/>
          </a:prstGeom>
        </p:spPr>
        <p:txBody>
          <a:bodyPr lIns="0" tIns="0" rIns="0" bIns="0" anchor="ctr">
            <a:normAutofit/>
          </a:bodyPr>
          <a:lstStyle>
            <a:lvl1pPr marL="444500" indent="-444500" defTabSz="584200">
              <a:spcBef>
                <a:spcPts val="4200"/>
              </a:spcBef>
              <a:buClrTx/>
              <a:buSzPct val="75000"/>
              <a:buFontTx/>
              <a:buChar char="•"/>
              <a:defRPr sz="3600">
                <a:latin typeface="+mn-lt"/>
                <a:ea typeface="+mn-ea"/>
                <a:cs typeface="+mn-cs"/>
                <a:sym typeface="Helvetica Light"/>
              </a:defRPr>
            </a:lvl1pPr>
            <a:lvl2pPr marL="889000" indent="-444500" defTabSz="584200">
              <a:spcBef>
                <a:spcPts val="4200"/>
              </a:spcBef>
              <a:buClrTx/>
              <a:buSzPct val="75000"/>
              <a:buFontTx/>
              <a:buChar char="•"/>
              <a:defRPr sz="3600">
                <a:latin typeface="+mn-lt"/>
                <a:ea typeface="+mn-ea"/>
                <a:cs typeface="+mn-cs"/>
                <a:sym typeface="Helvetica Light"/>
              </a:defRPr>
            </a:lvl2pPr>
            <a:lvl3pPr marL="1333500" indent="-444500" defTabSz="584200">
              <a:spcBef>
                <a:spcPts val="4200"/>
              </a:spcBef>
              <a:buClrTx/>
              <a:buSzPct val="75000"/>
              <a:buFontTx/>
              <a:buChar char="•"/>
              <a:defRPr sz="3600">
                <a:latin typeface="+mn-lt"/>
                <a:ea typeface="+mn-ea"/>
                <a:cs typeface="+mn-cs"/>
                <a:sym typeface="Helvetica Light"/>
              </a:defRPr>
            </a:lvl3pPr>
            <a:lvl4pPr marL="1778000" indent="-444500" defTabSz="584200">
              <a:spcBef>
                <a:spcPts val="4200"/>
              </a:spcBef>
              <a:buClrTx/>
              <a:buSzPct val="75000"/>
              <a:buFontTx/>
              <a:buChar char="•"/>
              <a:defRPr sz="3600">
                <a:latin typeface="+mn-lt"/>
                <a:ea typeface="+mn-ea"/>
                <a:cs typeface="+mn-cs"/>
                <a:sym typeface="Helvetica Light"/>
              </a:defRPr>
            </a:lvl4pPr>
            <a:lvl5pPr marL="2222500" indent="-444500" defTabSz="584200">
              <a:spcBef>
                <a:spcPts val="4200"/>
              </a:spcBef>
              <a:buClrTx/>
              <a:buFontTx/>
              <a:buChar char="•"/>
              <a:defRPr sz="3600">
                <a:latin typeface="+mn-lt"/>
                <a:ea typeface="+mn-ea"/>
                <a:cs typeface="+mn-cs"/>
                <a:sym typeface="Helvetica Light"/>
              </a:defRPr>
            </a:lvl5pPr>
          </a:lstStyle>
          <a:p>
            <a:pPr lvl="0">
              <a:defRPr sz="1800"/>
            </a:pPr>
            <a:r>
              <a:rPr sz="3600"/>
              <a:t>正文级别 1</a:t>
            </a:r>
          </a:p>
          <a:p>
            <a:pPr lvl="1">
              <a:defRPr sz="1800"/>
            </a:pPr>
            <a:r>
              <a:rPr sz="3600"/>
              <a:t>正文级别 2</a:t>
            </a:r>
          </a:p>
          <a:p>
            <a:pPr lvl="2">
              <a:defRPr sz="1800"/>
            </a:pPr>
            <a:r>
              <a:rPr sz="3600"/>
              <a:t>正文级别 3</a:t>
            </a:r>
          </a:p>
          <a:p>
            <a:pPr lvl="3">
              <a:defRPr sz="1800"/>
            </a:pPr>
            <a:r>
              <a:rPr sz="3600"/>
              <a:t>正文级别 4</a:t>
            </a:r>
          </a:p>
          <a:p>
            <a:pPr lvl="4">
              <a:defRPr sz="1800"/>
            </a:pPr>
            <a:r>
              <a:rPr sz="3600"/>
              <a:t>正文级别 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标题、项目符号与照片">
    <p:spTree>
      <p:nvGrpSpPr>
        <p:cNvPr id="1" name=""/>
        <p:cNvGrpSpPr/>
        <p:nvPr/>
      </p:nvGrpSpPr>
      <p:grpSpPr>
        <a:xfrm>
          <a:off x="0" y="0"/>
          <a:ext cx="0" cy="0"/>
          <a:chOff x="0" y="0"/>
          <a:chExt cx="0" cy="0"/>
        </a:xfrm>
      </p:grpSpPr>
      <p:sp>
        <p:nvSpPr>
          <p:cNvPr id="22" name="Shape 22"/>
          <p:cNvSpPr>
            <a:spLocks noGrp="1"/>
          </p:cNvSpPr>
          <p:nvPr>
            <p:ph type="title"/>
          </p:nvPr>
        </p:nvSpPr>
        <p:spPr>
          <a:xfrm>
            <a:off x="952500" y="444500"/>
            <a:ext cx="11099800" cy="2159000"/>
          </a:xfrm>
          <a:prstGeom prst="rect">
            <a:avLst/>
          </a:prstGeom>
        </p:spPr>
        <p:txBody>
          <a:bodyPr lIns="0" tIns="0" rIns="0" bIns="0" anchor="ctr"/>
          <a:lstStyle>
            <a:lvl1pPr algn="ctr" defTabSz="584200">
              <a:defRPr sz="8000">
                <a:solidFill>
                  <a:srgbClr val="000000"/>
                </a:solidFill>
                <a:latin typeface="+mn-lt"/>
                <a:ea typeface="+mn-ea"/>
                <a:cs typeface="+mn-cs"/>
                <a:sym typeface="Helvetica Light"/>
              </a:defRPr>
            </a:lvl1pPr>
          </a:lstStyle>
          <a:p>
            <a:pPr lvl="0">
              <a:defRPr sz="1800"/>
            </a:pPr>
            <a:r>
              <a:rPr sz="8000"/>
              <a:t>标题文本</a:t>
            </a:r>
          </a:p>
        </p:txBody>
      </p:sp>
      <p:sp>
        <p:nvSpPr>
          <p:cNvPr id="23" name="Shape 23"/>
          <p:cNvSpPr>
            <a:spLocks noGrp="1"/>
          </p:cNvSpPr>
          <p:nvPr>
            <p:ph type="body" idx="1"/>
          </p:nvPr>
        </p:nvSpPr>
        <p:spPr>
          <a:xfrm>
            <a:off x="952500" y="2603500"/>
            <a:ext cx="5334000" cy="6286500"/>
          </a:xfrm>
          <a:prstGeom prst="rect">
            <a:avLst/>
          </a:prstGeom>
        </p:spPr>
        <p:txBody>
          <a:bodyPr lIns="0" tIns="0" rIns="0" bIns="0" anchor="ctr">
            <a:normAutofit/>
          </a:bodyPr>
          <a:lstStyle>
            <a:lvl1pPr marL="342900" indent="-342900" defTabSz="584200">
              <a:spcBef>
                <a:spcPts val="3200"/>
              </a:spcBef>
              <a:buClrTx/>
              <a:buSzPct val="75000"/>
              <a:buFontTx/>
              <a:buChar char="•"/>
              <a:defRPr sz="2800">
                <a:latin typeface="+mn-lt"/>
                <a:ea typeface="+mn-ea"/>
                <a:cs typeface="+mn-cs"/>
                <a:sym typeface="Helvetica Light"/>
              </a:defRPr>
            </a:lvl1pPr>
            <a:lvl2pPr marL="685800" indent="-342900" defTabSz="584200">
              <a:spcBef>
                <a:spcPts val="3200"/>
              </a:spcBef>
              <a:buClrTx/>
              <a:buSzPct val="75000"/>
              <a:buFontTx/>
              <a:buChar char="•"/>
              <a:defRPr sz="2800">
                <a:latin typeface="+mn-lt"/>
                <a:ea typeface="+mn-ea"/>
                <a:cs typeface="+mn-cs"/>
                <a:sym typeface="Helvetica Light"/>
              </a:defRPr>
            </a:lvl2pPr>
            <a:lvl3pPr marL="1028700" indent="-342900" defTabSz="584200">
              <a:spcBef>
                <a:spcPts val="3200"/>
              </a:spcBef>
              <a:buClrTx/>
              <a:buSzPct val="75000"/>
              <a:buFontTx/>
              <a:buChar char="•"/>
              <a:defRPr sz="2800">
                <a:latin typeface="+mn-lt"/>
                <a:ea typeface="+mn-ea"/>
                <a:cs typeface="+mn-cs"/>
                <a:sym typeface="Helvetica Light"/>
              </a:defRPr>
            </a:lvl3pPr>
            <a:lvl4pPr marL="1371600" indent="-342900" defTabSz="584200">
              <a:spcBef>
                <a:spcPts val="3200"/>
              </a:spcBef>
              <a:buClrTx/>
              <a:buSzPct val="75000"/>
              <a:buFontTx/>
              <a:buChar char="•"/>
              <a:defRPr sz="2800">
                <a:latin typeface="+mn-lt"/>
                <a:ea typeface="+mn-ea"/>
                <a:cs typeface="+mn-cs"/>
                <a:sym typeface="Helvetica Light"/>
              </a:defRPr>
            </a:lvl4pPr>
            <a:lvl5pPr marL="1714500" indent="-342900" defTabSz="584200">
              <a:spcBef>
                <a:spcPts val="3200"/>
              </a:spcBef>
              <a:buClrTx/>
              <a:buFontTx/>
              <a:buChar char="•"/>
              <a:defRPr sz="2800">
                <a:latin typeface="+mn-lt"/>
                <a:ea typeface="+mn-ea"/>
                <a:cs typeface="+mn-cs"/>
                <a:sym typeface="Helvetica Light"/>
              </a:defRPr>
            </a:lvl5pPr>
          </a:lstStyle>
          <a:p>
            <a:pPr lvl="0">
              <a:defRPr sz="1800"/>
            </a:pPr>
            <a:r>
              <a:rPr sz="2800"/>
              <a:t>正文级别 1</a:t>
            </a:r>
          </a:p>
          <a:p>
            <a:pPr lvl="1">
              <a:defRPr sz="1800"/>
            </a:pPr>
            <a:r>
              <a:rPr sz="2800"/>
              <a:t>正文级别 2</a:t>
            </a:r>
          </a:p>
          <a:p>
            <a:pPr lvl="2">
              <a:defRPr sz="1800"/>
            </a:pPr>
            <a:r>
              <a:rPr sz="2800"/>
              <a:t>正文级别 3</a:t>
            </a:r>
          </a:p>
          <a:p>
            <a:pPr lvl="3">
              <a:defRPr sz="1800"/>
            </a:pPr>
            <a:r>
              <a:rPr sz="2800"/>
              <a:t>正文级别 4</a:t>
            </a:r>
          </a:p>
          <a:p>
            <a:pPr lvl="4">
              <a:defRPr sz="1800"/>
            </a:pPr>
            <a:r>
              <a:rPr sz="2800"/>
              <a:t>正文级别 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项目符号">
    <p:spTree>
      <p:nvGrpSpPr>
        <p:cNvPr id="1" name=""/>
        <p:cNvGrpSpPr/>
        <p:nvPr/>
      </p:nvGrpSpPr>
      <p:grpSpPr>
        <a:xfrm>
          <a:off x="0" y="0"/>
          <a:ext cx="0" cy="0"/>
          <a:chOff x="0" y="0"/>
          <a:chExt cx="0" cy="0"/>
        </a:xfrm>
      </p:grpSpPr>
      <p:sp>
        <p:nvSpPr>
          <p:cNvPr id="25" name="Shape 25"/>
          <p:cNvSpPr>
            <a:spLocks noGrp="1"/>
          </p:cNvSpPr>
          <p:nvPr>
            <p:ph type="body" idx="1"/>
          </p:nvPr>
        </p:nvSpPr>
        <p:spPr>
          <a:xfrm>
            <a:off x="952500" y="1270000"/>
            <a:ext cx="11099800" cy="7213600"/>
          </a:xfrm>
          <a:prstGeom prst="rect">
            <a:avLst/>
          </a:prstGeom>
        </p:spPr>
        <p:txBody>
          <a:bodyPr lIns="0" tIns="0" rIns="0" bIns="0" anchor="ctr">
            <a:normAutofit/>
          </a:bodyPr>
          <a:lstStyle>
            <a:lvl1pPr marL="444500" indent="-444500" defTabSz="584200">
              <a:spcBef>
                <a:spcPts val="4200"/>
              </a:spcBef>
              <a:buClrTx/>
              <a:buSzPct val="75000"/>
              <a:buFontTx/>
              <a:buChar char="•"/>
              <a:defRPr sz="3600">
                <a:latin typeface="+mn-lt"/>
                <a:ea typeface="+mn-ea"/>
                <a:cs typeface="+mn-cs"/>
                <a:sym typeface="Helvetica Light"/>
              </a:defRPr>
            </a:lvl1pPr>
            <a:lvl2pPr marL="889000" indent="-444500" defTabSz="584200">
              <a:spcBef>
                <a:spcPts val="4200"/>
              </a:spcBef>
              <a:buClrTx/>
              <a:buSzPct val="75000"/>
              <a:buFontTx/>
              <a:buChar char="•"/>
              <a:defRPr sz="3600">
                <a:latin typeface="+mn-lt"/>
                <a:ea typeface="+mn-ea"/>
                <a:cs typeface="+mn-cs"/>
                <a:sym typeface="Helvetica Light"/>
              </a:defRPr>
            </a:lvl2pPr>
            <a:lvl3pPr marL="1333500" indent="-444500" defTabSz="584200">
              <a:spcBef>
                <a:spcPts val="4200"/>
              </a:spcBef>
              <a:buClrTx/>
              <a:buSzPct val="75000"/>
              <a:buFontTx/>
              <a:buChar char="•"/>
              <a:defRPr sz="3600">
                <a:latin typeface="+mn-lt"/>
                <a:ea typeface="+mn-ea"/>
                <a:cs typeface="+mn-cs"/>
                <a:sym typeface="Helvetica Light"/>
              </a:defRPr>
            </a:lvl3pPr>
            <a:lvl4pPr marL="1778000" indent="-444500" defTabSz="584200">
              <a:spcBef>
                <a:spcPts val="4200"/>
              </a:spcBef>
              <a:buClrTx/>
              <a:buSzPct val="75000"/>
              <a:buFontTx/>
              <a:buChar char="•"/>
              <a:defRPr sz="3600">
                <a:latin typeface="+mn-lt"/>
                <a:ea typeface="+mn-ea"/>
                <a:cs typeface="+mn-cs"/>
                <a:sym typeface="Helvetica Light"/>
              </a:defRPr>
            </a:lvl4pPr>
            <a:lvl5pPr marL="2222500" indent="-444500" defTabSz="584200">
              <a:spcBef>
                <a:spcPts val="4200"/>
              </a:spcBef>
              <a:buClrTx/>
              <a:buFontTx/>
              <a:buChar char="•"/>
              <a:defRPr sz="3600">
                <a:latin typeface="+mn-lt"/>
                <a:ea typeface="+mn-ea"/>
                <a:cs typeface="+mn-cs"/>
                <a:sym typeface="Helvetica Light"/>
              </a:defRPr>
            </a:lvl5pPr>
          </a:lstStyle>
          <a:p>
            <a:pPr lvl="0">
              <a:defRPr sz="1800"/>
            </a:pPr>
            <a:r>
              <a:rPr sz="3600"/>
              <a:t>正文级别 1</a:t>
            </a:r>
          </a:p>
          <a:p>
            <a:pPr lvl="1">
              <a:defRPr sz="1800"/>
            </a:pPr>
            <a:r>
              <a:rPr sz="3600"/>
              <a:t>正文级别 2</a:t>
            </a:r>
          </a:p>
          <a:p>
            <a:pPr lvl="2">
              <a:defRPr sz="1800"/>
            </a:pPr>
            <a:r>
              <a:rPr sz="3600"/>
              <a:t>正文级别 3</a:t>
            </a:r>
          </a:p>
          <a:p>
            <a:pPr lvl="3">
              <a:defRPr sz="1800"/>
            </a:pPr>
            <a:r>
              <a:rPr sz="3600"/>
              <a:t>正文级别 4</a:t>
            </a:r>
          </a:p>
          <a:p>
            <a:pPr lvl="4">
              <a:defRPr sz="1800"/>
            </a:pPr>
            <a:r>
              <a:rPr sz="3600"/>
              <a:t>正文级别 5</a:t>
            </a: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引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照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39" name="Shape 39"/>
          <p:cNvSpPr>
            <a:spLocks noGrp="1"/>
          </p:cNvSpPr>
          <p:nvPr>
            <p:ph type="sldNum" sz="quarter" idx="2"/>
          </p:nvPr>
        </p:nvSpPr>
        <p:spPr>
          <a:xfrm>
            <a:off x="9320107" y="8886613"/>
            <a:ext cx="2709334" cy="387038"/>
          </a:xfrm>
          <a:prstGeom prst="rect">
            <a:avLst/>
          </a:prstGeom>
        </p:spPr>
        <p:txBody>
          <a:bodyPr/>
          <a:lstStyle>
            <a:lvl1pPr algn="r">
              <a:defRPr sz="1800"/>
            </a:lvl1pPr>
          </a:lstStyle>
          <a:p>
            <a:pPr lvl="0"/>
            <a:fld id="{86CB4B4D-7CA3-9044-876B-883B54F8677D}" type="slidenum">
              <a:rPr/>
              <a:pPr lvl="0"/>
              <a:t>‹#›</a:t>
            </a:fld>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41" name="Shape 41"/>
          <p:cNvSpPr>
            <a:spLocks noGrp="1"/>
          </p:cNvSpPr>
          <p:nvPr>
            <p:ph type="sldNum" sz="quarter" idx="2"/>
          </p:nvPr>
        </p:nvSpPr>
        <p:spPr>
          <a:xfrm>
            <a:off x="9320107" y="8886613"/>
            <a:ext cx="2709334" cy="387038"/>
          </a:xfrm>
          <a:prstGeom prst="rect">
            <a:avLst/>
          </a:prstGeom>
        </p:spPr>
        <p:txBody>
          <a:bodyPr/>
          <a:lstStyle>
            <a:lvl1pPr algn="r">
              <a:defRPr sz="1800"/>
            </a:lvl1pPr>
          </a:lstStyle>
          <a:p>
            <a:pPr lvl="0"/>
            <a:fld id="{86CB4B4D-7CA3-9044-876B-883B54F8677D}" type="slidenum">
              <a:rPr/>
              <a:pPr lvl="0"/>
              <a:t>‹#›</a:t>
            </a:fld>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43" name="Shape 43"/>
          <p:cNvSpPr>
            <a:spLocks noGrp="1"/>
          </p:cNvSpPr>
          <p:nvPr>
            <p:ph type="sldNum" sz="quarter" idx="2"/>
          </p:nvPr>
        </p:nvSpPr>
        <p:spPr>
          <a:xfrm>
            <a:off x="9320107" y="8886613"/>
            <a:ext cx="2709334" cy="387038"/>
          </a:xfrm>
          <a:prstGeom prst="rect">
            <a:avLst/>
          </a:prstGeom>
        </p:spPr>
        <p:txBody>
          <a:bodyPr/>
          <a:lstStyle>
            <a:lvl1pPr algn="r">
              <a:defRPr sz="1800"/>
            </a:lvl1pPr>
          </a:lstStyle>
          <a:p>
            <a:pPr lvl="0"/>
            <a:fld id="{86CB4B4D-7CA3-9044-876B-883B54F8677D}" type="slidenum">
              <a:rPr/>
              <a:pPr lvl="0"/>
              <a:t>‹#›</a:t>
            </a:fld>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45" name="Shape 45"/>
          <p:cNvSpPr>
            <a:spLocks noGrp="1"/>
          </p:cNvSpPr>
          <p:nvPr>
            <p:ph type="sldNum" sz="quarter" idx="2"/>
          </p:nvPr>
        </p:nvSpPr>
        <p:spPr>
          <a:xfrm>
            <a:off x="9320107" y="8886613"/>
            <a:ext cx="2709334" cy="387038"/>
          </a:xfrm>
          <a:prstGeom prst="rect">
            <a:avLst/>
          </a:prstGeom>
        </p:spPr>
        <p:txBody>
          <a:bodyPr/>
          <a:lstStyle>
            <a:lvl1pPr algn="r">
              <a:defRPr sz="1800"/>
            </a:lvl1pPr>
          </a:lstStyle>
          <a:p>
            <a:pPr lvl="0"/>
            <a:fld id="{86CB4B4D-7CA3-9044-876B-883B54F8677D}" type="slidenum">
              <a:rPr/>
              <a:pPr lvl="0"/>
              <a:t>‹#›</a:t>
            </a:fld>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47" name="Shape 47"/>
          <p:cNvSpPr>
            <a:spLocks noGrp="1"/>
          </p:cNvSpPr>
          <p:nvPr>
            <p:ph type="sldNum" sz="quarter" idx="2"/>
          </p:nvPr>
        </p:nvSpPr>
        <p:spPr>
          <a:xfrm>
            <a:off x="9320107" y="8886613"/>
            <a:ext cx="2709334" cy="387038"/>
          </a:xfrm>
          <a:prstGeom prst="rect">
            <a:avLst/>
          </a:prstGeom>
        </p:spPr>
        <p:txBody>
          <a:bodyPr/>
          <a:lstStyle>
            <a:lvl1pPr algn="r">
              <a:defRPr sz="1800"/>
            </a:lvl1pPr>
          </a:lstStyle>
          <a:p>
            <a:pPr lvl="0"/>
            <a:fld id="{86CB4B4D-7CA3-9044-876B-883B54F8677D}" type="slidenum">
              <a:rPr/>
              <a:pPr lvl="0"/>
              <a:t>‹#›</a:t>
            </a:fld>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49" name="Shape 49"/>
          <p:cNvSpPr>
            <a:spLocks noGrp="1"/>
          </p:cNvSpPr>
          <p:nvPr>
            <p:ph type="sldNum" sz="quarter" idx="2"/>
          </p:nvPr>
        </p:nvSpPr>
        <p:spPr>
          <a:xfrm>
            <a:off x="9320107" y="8886613"/>
            <a:ext cx="2709334" cy="387038"/>
          </a:xfrm>
          <a:prstGeom prst="rect">
            <a:avLst/>
          </a:prstGeom>
        </p:spPr>
        <p:txBody>
          <a:bodyPr/>
          <a:lstStyle>
            <a:lvl1pPr algn="r">
              <a:defRPr sz="1800"/>
            </a:lvl1pPr>
          </a:lstStyle>
          <a:p>
            <a:pPr lvl="0"/>
            <a:fld id="{86CB4B4D-7CA3-9044-876B-883B54F8677D}" type="slidenum">
              <a:rPr/>
              <a:pPr lvl="0"/>
              <a:t>‹#›</a:t>
            </a:fld>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51" name="Shape 51"/>
          <p:cNvSpPr>
            <a:spLocks noGrp="1"/>
          </p:cNvSpPr>
          <p:nvPr>
            <p:ph type="sldNum" sz="quarter" idx="2"/>
          </p:nvPr>
        </p:nvSpPr>
        <p:spPr>
          <a:xfrm>
            <a:off x="9320107" y="8886613"/>
            <a:ext cx="2709334" cy="387038"/>
          </a:xfrm>
          <a:prstGeom prst="rect">
            <a:avLst/>
          </a:prstGeom>
        </p:spPr>
        <p:txBody>
          <a:bodyPr/>
          <a:lstStyle>
            <a:lvl1pPr algn="r">
              <a:defRPr sz="1800"/>
            </a:lvl1pPr>
          </a:lstStyle>
          <a:p>
            <a:pPr lvl="0"/>
            <a:fld id="{86CB4B4D-7CA3-9044-876B-883B54F8677D}" type="slidenum">
              <a:rPr/>
              <a:pPr lvl="0"/>
              <a:t>‹#›</a:t>
            </a:fld>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53" name="Shape 53"/>
          <p:cNvSpPr>
            <a:spLocks noGrp="1"/>
          </p:cNvSpPr>
          <p:nvPr>
            <p:ph type="sldNum" sz="quarter" idx="2"/>
          </p:nvPr>
        </p:nvSpPr>
        <p:spPr>
          <a:xfrm>
            <a:off x="9320107" y="8886613"/>
            <a:ext cx="2709334" cy="387038"/>
          </a:xfrm>
          <a:prstGeom prst="rect">
            <a:avLst/>
          </a:prstGeom>
        </p:spPr>
        <p:txBody>
          <a:bodyPr/>
          <a:lstStyle>
            <a:lvl1pPr algn="r">
              <a:defRPr sz="1800"/>
            </a:lvl1pPr>
          </a:lstStyle>
          <a:p>
            <a:pPr lvl="0"/>
            <a:fld id="{86CB4B4D-7CA3-9044-876B-883B54F8677D}" type="slidenum">
              <a:rPr/>
              <a:pPr lvl="0"/>
              <a:t>‹#›</a:t>
            </a:fld>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灯片编号占位符 1"/>
          <p:cNvSpPr>
            <a:spLocks noGrp="1"/>
          </p:cNvSpPr>
          <p:nvPr>
            <p:ph type="sldNum" sz="quarter" idx="10"/>
          </p:nvPr>
        </p:nvSpPr>
        <p:spPr/>
        <p:txBody>
          <a:bodyPr/>
          <a:lstStyle/>
          <a:p>
            <a:pPr lvl="0"/>
            <a:fld id="{86CB4B4D-7CA3-9044-876B-883B54F8677D}" type="slidenum">
              <a:rPr lang="en-US" altLang="zh-CN" smtClean="0"/>
              <a:pPr lvl="0"/>
              <a:t>‹#›</a:t>
            </a:fld>
            <a:endParaRPr lang="en-US" altLang="zh-CN"/>
          </a:p>
        </p:txBody>
      </p:sp>
    </p:spTree>
    <p:extLst>
      <p:ext uri="{BB962C8B-B14F-4D97-AF65-F5344CB8AC3E}">
        <p14:creationId xmlns:p14="http://schemas.microsoft.com/office/powerpoint/2010/main" val="23269066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Example">
    <p:spTree>
      <p:nvGrpSpPr>
        <p:cNvPr id="1" name=""/>
        <p:cNvGrpSpPr/>
        <p:nvPr/>
      </p:nvGrpSpPr>
      <p:grpSpPr>
        <a:xfrm>
          <a:off x="0" y="0"/>
          <a:ext cx="0" cy="0"/>
          <a:chOff x="0" y="0"/>
          <a:chExt cx="0" cy="0"/>
        </a:xfrm>
      </p:grpSpPr>
      <p:sp>
        <p:nvSpPr>
          <p:cNvPr id="7" name="ChapterNumber" hidden="1"/>
          <p:cNvSpPr>
            <a:spLocks noGrp="1"/>
          </p:cNvSpPr>
          <p:nvPr>
            <p:ph type="body" sz="quarter" idx="10" hasCustomPrompt="1"/>
          </p:nvPr>
        </p:nvSpPr>
        <p:spPr>
          <a:xfrm>
            <a:off x="5852160" y="2167467"/>
            <a:ext cx="2059093" cy="1408853"/>
          </a:xfrm>
          <a:prstGeom prst="rect">
            <a:avLst/>
          </a:prstGeom>
        </p:spPr>
        <p:txBody>
          <a:bodyPr anchor="ctr" anchorCtr="0"/>
          <a:lstStyle>
            <a:lvl1pPr algn="ctr">
              <a:buNone/>
              <a:defRPr sz="8533" b="1" baseline="0">
                <a:solidFill>
                  <a:srgbClr val="C30075"/>
                </a:solidFill>
              </a:defRPr>
            </a:lvl1pPr>
          </a:lstStyle>
          <a:p>
            <a:pPr lvl="0"/>
            <a:r>
              <a:rPr lang="en-US" dirty="0" smtClean="0"/>
              <a:t>CH#</a:t>
            </a:r>
            <a:endParaRPr lang="en-US" dirty="0"/>
          </a:p>
        </p:txBody>
      </p:sp>
      <p:sp>
        <p:nvSpPr>
          <p:cNvPr id="8" name="ChapterTitle" hidden="1"/>
          <p:cNvSpPr>
            <a:spLocks noGrp="1"/>
          </p:cNvSpPr>
          <p:nvPr>
            <p:ph type="body" sz="quarter" idx="11" hasCustomPrompt="1"/>
          </p:nvPr>
        </p:nvSpPr>
        <p:spPr>
          <a:xfrm>
            <a:off x="433494" y="2926080"/>
            <a:ext cx="4985173" cy="650240"/>
          </a:xfrm>
          <a:prstGeom prst="rect">
            <a:avLst/>
          </a:prstGeom>
        </p:spPr>
        <p:txBody>
          <a:bodyPr anchor="ctr" anchorCtr="0"/>
          <a:lstStyle>
            <a:lvl1pPr>
              <a:buNone/>
              <a:defRPr b="0" baseline="0">
                <a:solidFill>
                  <a:schemeClr val="tx1"/>
                </a:solidFill>
              </a:defRPr>
            </a:lvl1pPr>
          </a:lstStyle>
          <a:p>
            <a:pPr lvl="0"/>
            <a:r>
              <a:rPr lang="en-US" dirty="0" smtClean="0"/>
              <a:t>Chapter Title</a:t>
            </a:r>
            <a:endParaRPr lang="en-US" dirty="0"/>
          </a:p>
        </p:txBody>
      </p:sp>
      <p:sp>
        <p:nvSpPr>
          <p:cNvPr id="9" name="ChapterSubTitle" hidden="1"/>
          <p:cNvSpPr>
            <a:spLocks noGrp="1"/>
          </p:cNvSpPr>
          <p:nvPr>
            <p:ph type="body" sz="quarter" idx="12" hasCustomPrompt="1"/>
          </p:nvPr>
        </p:nvSpPr>
        <p:spPr>
          <a:xfrm>
            <a:off x="433493" y="2167467"/>
            <a:ext cx="4768427" cy="758613"/>
          </a:xfrm>
          <a:prstGeom prst="rect">
            <a:avLst/>
          </a:prstGeom>
        </p:spPr>
        <p:txBody>
          <a:bodyPr anchor="ctr" anchorCtr="0"/>
          <a:lstStyle>
            <a:lvl1pPr>
              <a:buNone/>
              <a:defRPr/>
            </a:lvl1pPr>
          </a:lstStyle>
          <a:p>
            <a:pPr lvl="0"/>
            <a:r>
              <a:rPr lang="en-US" dirty="0" smtClean="0"/>
              <a:t>Chapter </a:t>
            </a:r>
            <a:r>
              <a:rPr lang="en-US" dirty="0" err="1" smtClean="0"/>
              <a:t>SubTitle</a:t>
            </a:r>
            <a:endParaRPr lang="en-US" dirty="0"/>
          </a:p>
        </p:txBody>
      </p:sp>
      <p:sp>
        <p:nvSpPr>
          <p:cNvPr id="10" name="SectionNumber" hidden="1"/>
          <p:cNvSpPr>
            <a:spLocks noGrp="1"/>
          </p:cNvSpPr>
          <p:nvPr>
            <p:ph type="body" sz="quarter" idx="13" hasCustomPrompt="1"/>
          </p:nvPr>
        </p:nvSpPr>
        <p:spPr>
          <a:xfrm>
            <a:off x="216747" y="0"/>
            <a:ext cx="2709333" cy="1950720"/>
          </a:xfrm>
          <a:prstGeom prst="rect">
            <a:avLst/>
          </a:prstGeom>
        </p:spPr>
        <p:txBody>
          <a:bodyPr anchor="ctr" anchorCtr="0"/>
          <a:lstStyle>
            <a:lvl1pPr algn="ctr">
              <a:buNone/>
              <a:defRPr sz="10240" b="1">
                <a:solidFill>
                  <a:srgbClr val="C30075"/>
                </a:solidFill>
              </a:defRPr>
            </a:lvl1pPr>
          </a:lstStyle>
          <a:p>
            <a:pPr lvl="0"/>
            <a:r>
              <a:rPr lang="en-US" dirty="0" smtClean="0"/>
              <a:t>SC#</a:t>
            </a:r>
            <a:endParaRPr lang="en-US" dirty="0"/>
          </a:p>
        </p:txBody>
      </p:sp>
      <p:sp>
        <p:nvSpPr>
          <p:cNvPr id="11" name="SectionTitle" hidden="1"/>
          <p:cNvSpPr>
            <a:spLocks noGrp="1"/>
          </p:cNvSpPr>
          <p:nvPr>
            <p:ph type="body" sz="quarter" idx="14" hasCustomPrompt="1"/>
          </p:nvPr>
        </p:nvSpPr>
        <p:spPr>
          <a:xfrm>
            <a:off x="3359573" y="0"/>
            <a:ext cx="9428480" cy="1950720"/>
          </a:xfrm>
          <a:prstGeom prst="rect">
            <a:avLst/>
          </a:prstGeom>
        </p:spPr>
        <p:txBody>
          <a:bodyPr anchor="ctr" anchorCtr="0"/>
          <a:lstStyle>
            <a:lvl1pPr>
              <a:buNone/>
              <a:defRPr b="1"/>
            </a:lvl1pPr>
          </a:lstStyle>
          <a:p>
            <a:pPr lvl="0"/>
            <a:r>
              <a:rPr lang="en-US" dirty="0" err="1" smtClean="0"/>
              <a:t>SectionTitle</a:t>
            </a:r>
            <a:endParaRPr lang="en-US" dirty="0"/>
          </a:p>
        </p:txBody>
      </p:sp>
      <p:sp>
        <p:nvSpPr>
          <p:cNvPr id="12" name="ObjectiveNumber" hidden="1"/>
          <p:cNvSpPr>
            <a:spLocks noGrp="1"/>
          </p:cNvSpPr>
          <p:nvPr>
            <p:ph type="body" sz="quarter" idx="15" hasCustomPrompt="1"/>
          </p:nvPr>
        </p:nvSpPr>
        <p:spPr>
          <a:xfrm>
            <a:off x="58448" y="2088317"/>
            <a:ext cx="1300480" cy="650240"/>
          </a:xfrm>
          <a:prstGeom prst="rect">
            <a:avLst/>
          </a:prstGeom>
        </p:spPr>
        <p:txBody>
          <a:bodyPr anchor="ctr" anchorCtr="0"/>
          <a:lstStyle>
            <a:lvl1pPr algn="ctr">
              <a:buNone/>
              <a:defRPr sz="3982">
                <a:solidFill>
                  <a:srgbClr val="C30075"/>
                </a:solidFill>
              </a:defRPr>
            </a:lvl1pPr>
          </a:lstStyle>
          <a:p>
            <a:pPr lvl="0"/>
            <a:r>
              <a:rPr lang="en-US" dirty="0" smtClean="0"/>
              <a:t>OB#</a:t>
            </a:r>
            <a:endParaRPr lang="en-US" dirty="0"/>
          </a:p>
        </p:txBody>
      </p:sp>
      <p:sp>
        <p:nvSpPr>
          <p:cNvPr id="13" name="Objective" hidden="1"/>
          <p:cNvSpPr>
            <a:spLocks noGrp="1"/>
          </p:cNvSpPr>
          <p:nvPr>
            <p:ph type="body" sz="quarter" idx="16" hasCustomPrompt="1"/>
          </p:nvPr>
        </p:nvSpPr>
        <p:spPr>
          <a:xfrm>
            <a:off x="1192107" y="2059094"/>
            <a:ext cx="11595947" cy="758613"/>
          </a:xfrm>
          <a:prstGeom prst="rect">
            <a:avLst/>
          </a:prstGeom>
        </p:spPr>
        <p:txBody>
          <a:bodyPr anchor="ctr" anchorCtr="0"/>
          <a:lstStyle>
            <a:lvl1pPr marL="0" indent="0">
              <a:buNone/>
              <a:defRPr sz="3413">
                <a:solidFill>
                  <a:srgbClr val="C30075"/>
                </a:solidFill>
              </a:defRPr>
            </a:lvl1pPr>
          </a:lstStyle>
          <a:p>
            <a:pPr lvl="0"/>
            <a:r>
              <a:rPr lang="en-US" dirty="0" smtClean="0"/>
              <a:t>Objective</a:t>
            </a:r>
            <a:endParaRPr lang="en-US" dirty="0"/>
          </a:p>
        </p:txBody>
      </p:sp>
      <p:sp>
        <p:nvSpPr>
          <p:cNvPr id="14" name="ItemNumber"/>
          <p:cNvSpPr>
            <a:spLocks noGrp="1"/>
          </p:cNvSpPr>
          <p:nvPr>
            <p:ph type="body" sz="quarter" idx="17" hasCustomPrompt="1"/>
          </p:nvPr>
        </p:nvSpPr>
        <p:spPr>
          <a:xfrm>
            <a:off x="2600960" y="329455"/>
            <a:ext cx="1950720" cy="754278"/>
          </a:xfrm>
          <a:prstGeom prst="rect">
            <a:avLst/>
          </a:prstGeom>
        </p:spPr>
        <p:txBody>
          <a:bodyPr anchor="t" anchorCtr="0"/>
          <a:lstStyle>
            <a:lvl1pPr>
              <a:buNone/>
              <a:defRPr sz="4551" b="0">
                <a:solidFill>
                  <a:schemeClr val="bg1"/>
                </a:solidFill>
                <a:latin typeface="Helvetica" pitchFamily="34" charset="0"/>
              </a:defRPr>
            </a:lvl1pPr>
          </a:lstStyle>
          <a:p>
            <a:pPr lvl="0"/>
            <a:r>
              <a:rPr lang="en-US" dirty="0" smtClean="0"/>
              <a:t>IT#</a:t>
            </a:r>
            <a:endParaRPr lang="en-US" dirty="0"/>
          </a:p>
        </p:txBody>
      </p:sp>
      <p:sp>
        <p:nvSpPr>
          <p:cNvPr id="15" name="ItemTitle" hidden="1"/>
          <p:cNvSpPr>
            <a:spLocks noGrp="1"/>
          </p:cNvSpPr>
          <p:nvPr>
            <p:ph type="body" sz="quarter" idx="18" hasCustomPrompt="1"/>
          </p:nvPr>
        </p:nvSpPr>
        <p:spPr>
          <a:xfrm>
            <a:off x="216747" y="1192107"/>
            <a:ext cx="12788053" cy="754278"/>
          </a:xfrm>
          <a:prstGeom prst="rect">
            <a:avLst/>
          </a:prstGeom>
          <a:solidFill>
            <a:schemeClr val="bg1"/>
          </a:solidFill>
        </p:spPr>
        <p:txBody>
          <a:bodyPr anchor="t" anchorCtr="0"/>
          <a:lstStyle>
            <a:lvl1pPr marL="0" indent="0">
              <a:buNone/>
              <a:defRPr sz="3982"/>
            </a:lvl1pPr>
          </a:lstStyle>
          <a:p>
            <a:pPr lvl="0"/>
            <a:r>
              <a:rPr lang="en-US" dirty="0" err="1" smtClean="0"/>
              <a:t>ItemTitle</a:t>
            </a:r>
            <a:endParaRPr lang="en-US" dirty="0"/>
          </a:p>
        </p:txBody>
      </p:sp>
      <p:sp>
        <p:nvSpPr>
          <p:cNvPr id="16" name="CONS" hidden="1"/>
          <p:cNvSpPr>
            <a:spLocks noGrp="1"/>
          </p:cNvSpPr>
          <p:nvPr>
            <p:ph type="body" sz="quarter" idx="19" hasCustomPrompt="1"/>
          </p:nvPr>
        </p:nvSpPr>
        <p:spPr>
          <a:xfrm>
            <a:off x="9103360" y="8669867"/>
            <a:ext cx="3576320" cy="433493"/>
          </a:xfrm>
          <a:prstGeom prst="rect">
            <a:avLst/>
          </a:prstGeom>
        </p:spPr>
        <p:txBody>
          <a:bodyPr anchor="ctr" anchorCtr="0"/>
          <a:lstStyle>
            <a:lvl1pPr>
              <a:buNone/>
              <a:defRPr sz="2844"/>
            </a:lvl1pPr>
          </a:lstStyle>
          <a:p>
            <a:pPr lvl="0"/>
            <a:r>
              <a:rPr lang="en-US" dirty="0" smtClean="0"/>
              <a:t>CONS</a:t>
            </a:r>
            <a:endParaRPr lang="en-US" dirty="0"/>
          </a:p>
        </p:txBody>
      </p:sp>
      <p:sp>
        <p:nvSpPr>
          <p:cNvPr id="17" name="SlideNumber"/>
          <p:cNvSpPr>
            <a:spLocks noGrp="1"/>
          </p:cNvSpPr>
          <p:nvPr>
            <p:ph type="body" sz="quarter" idx="20" hasCustomPrompt="1"/>
          </p:nvPr>
        </p:nvSpPr>
        <p:spPr>
          <a:xfrm>
            <a:off x="10512213" y="9320107"/>
            <a:ext cx="2167467" cy="325120"/>
          </a:xfrm>
          <a:prstGeom prst="rect">
            <a:avLst/>
          </a:prstGeom>
        </p:spPr>
        <p:txBody>
          <a:bodyPr anchor="ctr" anchorCtr="0"/>
          <a:lstStyle>
            <a:lvl1pPr algn="r">
              <a:buNone/>
              <a:defRPr sz="2560"/>
            </a:lvl1pPr>
          </a:lstStyle>
          <a:p>
            <a:pPr lvl="0"/>
            <a:r>
              <a:rPr lang="en-US" dirty="0" err="1" smtClean="0"/>
              <a:t>SlideNumber</a:t>
            </a:r>
            <a:endParaRPr lang="en-US" dirty="0"/>
          </a:p>
        </p:txBody>
      </p:sp>
      <p:sp>
        <p:nvSpPr>
          <p:cNvPr id="18" name="Copyright" hidden="1"/>
          <p:cNvSpPr>
            <a:spLocks noGrp="1"/>
          </p:cNvSpPr>
          <p:nvPr>
            <p:ph type="body" sz="quarter" idx="21" hasCustomPrompt="1"/>
          </p:nvPr>
        </p:nvSpPr>
        <p:spPr>
          <a:xfrm>
            <a:off x="1625600" y="9320107"/>
            <a:ext cx="8453120" cy="325120"/>
          </a:xfrm>
          <a:prstGeom prst="rect">
            <a:avLst/>
          </a:prstGeom>
        </p:spPr>
        <p:txBody>
          <a:bodyPr anchor="ctr" anchorCtr="0"/>
          <a:lstStyle>
            <a:lvl1pPr algn="ctr">
              <a:buNone/>
              <a:defRPr sz="1422"/>
            </a:lvl1pPr>
          </a:lstStyle>
          <a:p>
            <a:pPr lvl="0"/>
            <a:r>
              <a:rPr lang="en-US" dirty="0" smtClean="0"/>
              <a:t>Copyright</a:t>
            </a:r>
            <a:endParaRPr lang="en-US" dirty="0"/>
          </a:p>
        </p:txBody>
      </p:sp>
    </p:spTree>
    <p:extLst>
      <p:ext uri="{BB962C8B-B14F-4D97-AF65-F5344CB8AC3E}">
        <p14:creationId xmlns:p14="http://schemas.microsoft.com/office/powerpoint/2010/main" val="34397576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650239" y="390596"/>
            <a:ext cx="11704322" cy="1209040"/>
          </a:xfrm>
          <a:prstGeom prst="rect">
            <a:avLst/>
          </a:prstGeom>
          <a:ln w="12700">
            <a:miter lim="400000"/>
          </a:ln>
          <a:extLst>
            <a:ext uri="{C572A759-6A51-4108-AA02-DFA0A04FC94B}">
              <ma14:wrappingTextBoxFlag xmlns="" xmlns:ma14="http://schemas.microsoft.com/office/mac/drawingml/2011/main" val="1"/>
            </a:ext>
          </a:extLst>
        </p:spPr>
        <p:txBody>
          <a:bodyPr lIns="65023" tIns="65023" rIns="65023" bIns="65023">
            <a:normAutofit/>
          </a:bodyPr>
          <a:lstStyle/>
          <a:p>
            <a:pPr lvl="0">
              <a:defRPr sz="1800">
                <a:solidFill>
                  <a:srgbClr val="000000"/>
                </a:solidFill>
              </a:defRPr>
            </a:pPr>
            <a:r>
              <a:rPr sz="4400">
                <a:solidFill>
                  <a:srgbClr val="006633"/>
                </a:solidFill>
              </a:rPr>
              <a:t>标题文本</a:t>
            </a:r>
          </a:p>
        </p:txBody>
      </p:sp>
      <p:sp>
        <p:nvSpPr>
          <p:cNvPr id="3" name="Shape 3"/>
          <p:cNvSpPr>
            <a:spLocks noGrp="1"/>
          </p:cNvSpPr>
          <p:nvPr>
            <p:ph type="body" idx="1"/>
          </p:nvPr>
        </p:nvSpPr>
        <p:spPr>
          <a:xfrm>
            <a:off x="650239" y="1599635"/>
            <a:ext cx="11704322" cy="8153966"/>
          </a:xfrm>
          <a:prstGeom prst="rect">
            <a:avLst/>
          </a:prstGeom>
          <a:ln w="12700">
            <a:miter lim="400000"/>
          </a:ln>
          <a:extLst>
            <a:ext uri="{C572A759-6A51-4108-AA02-DFA0A04FC94B}">
              <ma14:wrappingTextBoxFlag xmlns="" xmlns:ma14="http://schemas.microsoft.com/office/mac/drawingml/2011/main" val="1"/>
            </a:ext>
          </a:extLst>
        </p:spPr>
        <p:txBody>
          <a:bodyPr lIns="65023" tIns="65023" rIns="65023" bIns="65023"/>
          <a:lstStyle/>
          <a:p>
            <a:pPr lvl="0">
              <a:defRPr sz="1800"/>
            </a:pPr>
            <a:r>
              <a:rPr sz="3800"/>
              <a:t>正文级别 1</a:t>
            </a:r>
          </a:p>
          <a:p>
            <a:pPr lvl="1">
              <a:defRPr sz="1800"/>
            </a:pPr>
            <a:r>
              <a:rPr sz="3800"/>
              <a:t>正文级别 2</a:t>
            </a:r>
          </a:p>
          <a:p>
            <a:pPr lvl="2">
              <a:defRPr sz="1800"/>
            </a:pPr>
            <a:r>
              <a:rPr sz="3800"/>
              <a:t>正文级别 3</a:t>
            </a:r>
          </a:p>
          <a:p>
            <a:pPr lvl="3">
              <a:defRPr sz="1800"/>
            </a:pPr>
            <a:r>
              <a:rPr sz="3800"/>
              <a:t>正文级别 4</a:t>
            </a:r>
          </a:p>
          <a:p>
            <a:pPr lvl="4">
              <a:defRPr sz="1800"/>
            </a:pPr>
            <a:r>
              <a:rPr sz="3800"/>
              <a:t>正文级别 5</a:t>
            </a:r>
          </a:p>
        </p:txBody>
      </p:sp>
      <p:sp>
        <p:nvSpPr>
          <p:cNvPr id="4" name="Shape 4"/>
          <p:cNvSpPr>
            <a:spLocks noGrp="1"/>
          </p:cNvSpPr>
          <p:nvPr>
            <p:ph type="sldNum" sz="quarter" idx="2"/>
          </p:nvPr>
        </p:nvSpPr>
        <p:spPr>
          <a:xfrm>
            <a:off x="9320107" y="9040141"/>
            <a:ext cx="3034454" cy="594306"/>
          </a:xfrm>
          <a:prstGeom prst="rect">
            <a:avLst/>
          </a:prstGeom>
          <a:ln w="12700">
            <a:miter lim="400000"/>
          </a:ln>
        </p:spPr>
        <p:txBody>
          <a:bodyPr lIns="65023" tIns="65023" rIns="65023" bIns="65023">
            <a:spAutoFit/>
          </a:bodyPr>
          <a:lstStyle>
            <a:lvl1pPr algn="l" defTabSz="914400">
              <a:defRPr sz="3400">
                <a:latin typeface="Times New Roman"/>
                <a:ea typeface="Times New Roman"/>
                <a:cs typeface="Times New Roman"/>
                <a:sym typeface="Times New Roman"/>
              </a:defRPr>
            </a:lvl1pPr>
          </a:lstStyle>
          <a:p>
            <a:pPr lvl="0"/>
            <a:fld id="{86CB4B4D-7CA3-9044-876B-883B54F8677D}" type="slidenum">
              <a:rPr/>
              <a:pPr lvl="0"/>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8" r:id="rId9"/>
    <p:sldLayoutId id="2147483659" r:id="rId10"/>
    <p:sldLayoutId id="2147483660" r:id="rId11"/>
    <p:sldLayoutId id="2147483663" r:id="rId12"/>
    <p:sldLayoutId id="2147483664" r:id="rId13"/>
    <p:sldLayoutId id="2147483665" r:id="rId14"/>
    <p:sldLayoutId id="2147483666" r:id="rId15"/>
    <p:sldLayoutId id="2147483667" r:id="rId16"/>
    <p:sldLayoutId id="2147483668" r:id="rId17"/>
    <p:sldLayoutId id="2147483669" r:id="rId18"/>
    <p:sldLayoutId id="2147483670" r:id="rId19"/>
    <p:sldLayoutId id="2147483671" r:id="rId20"/>
    <p:sldLayoutId id="2147483672" r:id="rId21"/>
  </p:sldLayoutIdLst>
  <mc:AlternateContent xmlns:mc="http://schemas.openxmlformats.org/markup-compatibility/2006" xmlns:p14="http://schemas.microsoft.com/office/powerpoint/2010/main">
    <mc:Choice Requires="p14">
      <p:transition p14:dur="0"/>
    </mc:Choice>
    <mc:Fallback xmlns="">
      <p:transition/>
    </mc:Fallback>
  </mc:AlternateContent>
  <p:txStyles>
    <p:titleStyle>
      <a:lvl1pPr>
        <a:defRPr sz="4400">
          <a:solidFill>
            <a:srgbClr val="006633"/>
          </a:solidFill>
          <a:latin typeface="SimHei"/>
          <a:ea typeface="SimHei"/>
          <a:cs typeface="SimHei"/>
          <a:sym typeface="SimHei"/>
        </a:defRPr>
      </a:lvl1pPr>
      <a:lvl2pPr>
        <a:defRPr sz="4400">
          <a:solidFill>
            <a:srgbClr val="006633"/>
          </a:solidFill>
          <a:latin typeface="SimHei"/>
          <a:ea typeface="SimHei"/>
          <a:cs typeface="SimHei"/>
          <a:sym typeface="SimHei"/>
        </a:defRPr>
      </a:lvl2pPr>
      <a:lvl3pPr>
        <a:defRPr sz="4400">
          <a:solidFill>
            <a:srgbClr val="006633"/>
          </a:solidFill>
          <a:latin typeface="SimHei"/>
          <a:ea typeface="SimHei"/>
          <a:cs typeface="SimHei"/>
          <a:sym typeface="SimHei"/>
        </a:defRPr>
      </a:lvl3pPr>
      <a:lvl4pPr>
        <a:defRPr sz="4400">
          <a:solidFill>
            <a:srgbClr val="006633"/>
          </a:solidFill>
          <a:latin typeface="SimHei"/>
          <a:ea typeface="SimHei"/>
          <a:cs typeface="SimHei"/>
          <a:sym typeface="SimHei"/>
        </a:defRPr>
      </a:lvl4pPr>
      <a:lvl5pPr>
        <a:defRPr sz="4400">
          <a:solidFill>
            <a:srgbClr val="006633"/>
          </a:solidFill>
          <a:latin typeface="SimHei"/>
          <a:ea typeface="SimHei"/>
          <a:cs typeface="SimHei"/>
          <a:sym typeface="SimHei"/>
        </a:defRPr>
      </a:lvl5pPr>
      <a:lvl6pPr indent="457200">
        <a:defRPr sz="4400">
          <a:solidFill>
            <a:srgbClr val="006633"/>
          </a:solidFill>
          <a:latin typeface="SimHei"/>
          <a:ea typeface="SimHei"/>
          <a:cs typeface="SimHei"/>
          <a:sym typeface="SimHei"/>
        </a:defRPr>
      </a:lvl6pPr>
      <a:lvl7pPr indent="914400">
        <a:defRPr sz="4400">
          <a:solidFill>
            <a:srgbClr val="006633"/>
          </a:solidFill>
          <a:latin typeface="SimHei"/>
          <a:ea typeface="SimHei"/>
          <a:cs typeface="SimHei"/>
          <a:sym typeface="SimHei"/>
        </a:defRPr>
      </a:lvl7pPr>
      <a:lvl8pPr indent="1371600">
        <a:defRPr sz="4400">
          <a:solidFill>
            <a:srgbClr val="006633"/>
          </a:solidFill>
          <a:latin typeface="SimHei"/>
          <a:ea typeface="SimHei"/>
          <a:cs typeface="SimHei"/>
          <a:sym typeface="SimHei"/>
        </a:defRPr>
      </a:lvl8pPr>
      <a:lvl9pPr indent="1828800">
        <a:defRPr sz="4400">
          <a:solidFill>
            <a:srgbClr val="006633"/>
          </a:solidFill>
          <a:latin typeface="SimHei"/>
          <a:ea typeface="SimHei"/>
          <a:cs typeface="SimHei"/>
          <a:sym typeface="SimHei"/>
        </a:defRPr>
      </a:lvl9pPr>
    </p:titleStyle>
    <p:bodyStyle>
      <a:lvl1pPr marL="465364" indent="-465364">
        <a:spcBef>
          <a:spcPts val="600"/>
        </a:spcBef>
        <a:buClr>
          <a:srgbClr val="0000FF"/>
        </a:buClr>
        <a:buSzPct val="65000"/>
        <a:buFont typeface="Wingdings"/>
        <a:buChar char="➢"/>
        <a:defRPr sz="3800">
          <a:latin typeface="SimHei"/>
          <a:ea typeface="SimHei"/>
          <a:cs typeface="SimHei"/>
          <a:sym typeface="SimHei"/>
        </a:defRPr>
      </a:lvl1pPr>
      <a:lvl2pPr marL="909637" indent="-452437">
        <a:spcBef>
          <a:spcPts val="600"/>
        </a:spcBef>
        <a:buClr>
          <a:srgbClr val="0000FF"/>
        </a:buClr>
        <a:buSzPct val="60000"/>
        <a:buFont typeface="Wingdings"/>
        <a:buChar char="➢"/>
        <a:defRPr sz="3800">
          <a:latin typeface="SimHei"/>
          <a:ea typeface="SimHei"/>
          <a:cs typeface="SimHei"/>
          <a:sym typeface="SimHei"/>
        </a:defRPr>
      </a:lvl2pPr>
      <a:lvl3pPr marL="1348739" indent="-434339">
        <a:spcBef>
          <a:spcPts val="600"/>
        </a:spcBef>
        <a:buClr>
          <a:srgbClr val="0000FF"/>
        </a:buClr>
        <a:buSzPct val="65000"/>
        <a:buFont typeface="Wingdings"/>
        <a:buChar char="➢"/>
        <a:defRPr sz="3800">
          <a:latin typeface="SimHei"/>
          <a:ea typeface="SimHei"/>
          <a:cs typeface="SimHei"/>
          <a:sym typeface="SimHei"/>
        </a:defRPr>
      </a:lvl3pPr>
      <a:lvl4pPr marL="1624171" indent="-600234">
        <a:spcBef>
          <a:spcPts val="600"/>
        </a:spcBef>
        <a:buClr>
          <a:srgbClr val="0000FF"/>
        </a:buClr>
        <a:buSzPct val="70000"/>
        <a:buFont typeface="Wingdings"/>
        <a:buChar char="❑"/>
        <a:defRPr sz="3800">
          <a:latin typeface="SimHei"/>
          <a:ea typeface="SimHei"/>
          <a:cs typeface="SimHei"/>
          <a:sym typeface="SimHei"/>
        </a:defRPr>
      </a:lvl4pPr>
      <a:lvl5pPr marL="1986915" indent="-645477">
        <a:spcBef>
          <a:spcPts val="600"/>
        </a:spcBef>
        <a:buClr>
          <a:srgbClr val="0000FF"/>
        </a:buClr>
        <a:buSzPct val="75000"/>
        <a:buFont typeface="Wingdings"/>
        <a:buChar char="▪"/>
        <a:defRPr sz="3800">
          <a:latin typeface="SimHei"/>
          <a:ea typeface="SimHei"/>
          <a:cs typeface="SimHei"/>
          <a:sym typeface="SimHei"/>
        </a:defRPr>
      </a:lvl5pPr>
      <a:lvl6pPr marL="2444115" indent="-645477">
        <a:spcBef>
          <a:spcPts val="600"/>
        </a:spcBef>
        <a:buClr>
          <a:srgbClr val="0000FF"/>
        </a:buClr>
        <a:buSzPct val="75000"/>
        <a:buFont typeface="Wingdings"/>
        <a:buChar char="▪"/>
        <a:defRPr sz="3800">
          <a:latin typeface="SimHei"/>
          <a:ea typeface="SimHei"/>
          <a:cs typeface="SimHei"/>
          <a:sym typeface="SimHei"/>
        </a:defRPr>
      </a:lvl6pPr>
      <a:lvl7pPr marL="2901315" indent="-645477">
        <a:spcBef>
          <a:spcPts val="600"/>
        </a:spcBef>
        <a:buClr>
          <a:srgbClr val="0000FF"/>
        </a:buClr>
        <a:buSzPct val="75000"/>
        <a:buFont typeface="Wingdings"/>
        <a:buChar char="▪"/>
        <a:defRPr sz="3800">
          <a:latin typeface="SimHei"/>
          <a:ea typeface="SimHei"/>
          <a:cs typeface="SimHei"/>
          <a:sym typeface="SimHei"/>
        </a:defRPr>
      </a:lvl7pPr>
      <a:lvl8pPr marL="3358515" indent="-645477">
        <a:spcBef>
          <a:spcPts val="600"/>
        </a:spcBef>
        <a:buClr>
          <a:srgbClr val="0000FF"/>
        </a:buClr>
        <a:buSzPct val="75000"/>
        <a:buFont typeface="Wingdings"/>
        <a:buChar char="▪"/>
        <a:defRPr sz="3800">
          <a:latin typeface="SimHei"/>
          <a:ea typeface="SimHei"/>
          <a:cs typeface="SimHei"/>
          <a:sym typeface="SimHei"/>
        </a:defRPr>
      </a:lvl8pPr>
      <a:lvl9pPr marL="3815715" indent="-645477">
        <a:spcBef>
          <a:spcPts val="600"/>
        </a:spcBef>
        <a:buClr>
          <a:srgbClr val="0000FF"/>
        </a:buClr>
        <a:buSzPct val="75000"/>
        <a:buFont typeface="Wingdings"/>
        <a:buChar char="▪"/>
        <a:defRPr sz="3800">
          <a:latin typeface="SimHei"/>
          <a:ea typeface="SimHei"/>
          <a:cs typeface="SimHei"/>
          <a:sym typeface="SimHei"/>
        </a:defRPr>
      </a:lvl9pPr>
    </p:bodyStyle>
    <p:otherStyle>
      <a:lvl1pPr>
        <a:defRPr sz="3400">
          <a:solidFill>
            <a:schemeClr val="tx1"/>
          </a:solidFill>
          <a:latin typeface="+mn-lt"/>
          <a:ea typeface="+mn-ea"/>
          <a:cs typeface="+mn-cs"/>
          <a:sym typeface="Times New Roman"/>
        </a:defRPr>
      </a:lvl1pPr>
      <a:lvl2pPr indent="457200">
        <a:defRPr sz="3400">
          <a:solidFill>
            <a:schemeClr val="tx1"/>
          </a:solidFill>
          <a:latin typeface="+mn-lt"/>
          <a:ea typeface="+mn-ea"/>
          <a:cs typeface="+mn-cs"/>
          <a:sym typeface="Times New Roman"/>
        </a:defRPr>
      </a:lvl2pPr>
      <a:lvl3pPr indent="914400">
        <a:defRPr sz="3400">
          <a:solidFill>
            <a:schemeClr val="tx1"/>
          </a:solidFill>
          <a:latin typeface="+mn-lt"/>
          <a:ea typeface="+mn-ea"/>
          <a:cs typeface="+mn-cs"/>
          <a:sym typeface="Times New Roman"/>
        </a:defRPr>
      </a:lvl3pPr>
      <a:lvl4pPr indent="1371600">
        <a:defRPr sz="3400">
          <a:solidFill>
            <a:schemeClr val="tx1"/>
          </a:solidFill>
          <a:latin typeface="+mn-lt"/>
          <a:ea typeface="+mn-ea"/>
          <a:cs typeface="+mn-cs"/>
          <a:sym typeface="Times New Roman"/>
        </a:defRPr>
      </a:lvl4pPr>
      <a:lvl5pPr indent="1828800">
        <a:defRPr sz="3400">
          <a:solidFill>
            <a:schemeClr val="tx1"/>
          </a:solidFill>
          <a:latin typeface="+mn-lt"/>
          <a:ea typeface="+mn-ea"/>
          <a:cs typeface="+mn-cs"/>
          <a:sym typeface="Times New Roman"/>
        </a:defRPr>
      </a:lvl5pPr>
      <a:lvl6pPr indent="2286000">
        <a:defRPr sz="3400">
          <a:solidFill>
            <a:schemeClr val="tx1"/>
          </a:solidFill>
          <a:latin typeface="+mn-lt"/>
          <a:ea typeface="+mn-ea"/>
          <a:cs typeface="+mn-cs"/>
          <a:sym typeface="Times New Roman"/>
        </a:defRPr>
      </a:lvl6pPr>
      <a:lvl7pPr indent="2743200">
        <a:defRPr sz="3400">
          <a:solidFill>
            <a:schemeClr val="tx1"/>
          </a:solidFill>
          <a:latin typeface="+mn-lt"/>
          <a:ea typeface="+mn-ea"/>
          <a:cs typeface="+mn-cs"/>
          <a:sym typeface="Times New Roman"/>
        </a:defRPr>
      </a:lvl7pPr>
      <a:lvl8pPr indent="3200400">
        <a:defRPr sz="3400">
          <a:solidFill>
            <a:schemeClr val="tx1"/>
          </a:solidFill>
          <a:latin typeface="+mn-lt"/>
          <a:ea typeface="+mn-ea"/>
          <a:cs typeface="+mn-cs"/>
          <a:sym typeface="Times New Roman"/>
        </a:defRPr>
      </a:lvl8pPr>
      <a:lvl9pPr indent="3657600">
        <a:defRPr sz="3400">
          <a:solidFill>
            <a:schemeClr val="tx1"/>
          </a:solidFill>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7.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1.xml"/><Relationship Id="rId7" Type="http://schemas.openxmlformats.org/officeDocument/2006/relationships/image" Target="../media/image15.wmf"/><Relationship Id="rId2" Type="http://schemas.openxmlformats.org/officeDocument/2006/relationships/slideLayout" Target="../slideLayouts/slideLayout11.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14.wmf"/><Relationship Id="rId10" Type="http://schemas.openxmlformats.org/officeDocument/2006/relationships/image" Target="../media/image17.png"/><Relationship Id="rId4" Type="http://schemas.openxmlformats.org/officeDocument/2006/relationships/oleObject" Target="../embeddings/oleObject1.bin"/><Relationship Id="rId9" Type="http://schemas.openxmlformats.org/officeDocument/2006/relationships/image" Target="../media/image16.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7" Type="http://schemas.openxmlformats.org/officeDocument/2006/relationships/image" Target="../media/image20.png"/><Relationship Id="rId2" Type="http://schemas.openxmlformats.org/officeDocument/2006/relationships/slideLayout" Target="../slideLayouts/slideLayout11.xml"/><Relationship Id="rId1" Type="http://schemas.openxmlformats.org/officeDocument/2006/relationships/vmlDrawing" Target="../drawings/vmlDrawing2.vml"/><Relationship Id="rId6" Type="http://schemas.openxmlformats.org/officeDocument/2006/relationships/image" Target="../media/image19.wmf"/><Relationship Id="rId5" Type="http://schemas.openxmlformats.org/officeDocument/2006/relationships/oleObject" Target="../embeddings/oleObject5.bin"/><Relationship Id="rId4" Type="http://schemas.openxmlformats.org/officeDocument/2006/relationships/image" Target="../media/image18.w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7" Type="http://schemas.openxmlformats.org/officeDocument/2006/relationships/image" Target="../media/image23.png"/><Relationship Id="rId2" Type="http://schemas.openxmlformats.org/officeDocument/2006/relationships/slideLayout" Target="../slideLayouts/slideLayout11.xml"/><Relationship Id="rId1" Type="http://schemas.openxmlformats.org/officeDocument/2006/relationships/vmlDrawing" Target="../drawings/vmlDrawing3.vml"/><Relationship Id="rId6" Type="http://schemas.openxmlformats.org/officeDocument/2006/relationships/image" Target="../media/image22.wmf"/><Relationship Id="rId5" Type="http://schemas.openxmlformats.org/officeDocument/2006/relationships/oleObject" Target="../embeddings/oleObject7.bin"/><Relationship Id="rId4" Type="http://schemas.openxmlformats.org/officeDocument/2006/relationships/image" Target="../media/image21.wmf"/></Relationships>
</file>

<file path=ppt/slides/_rels/slide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11.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1.xml"/><Relationship Id="rId1" Type="http://schemas.openxmlformats.org/officeDocument/2006/relationships/vmlDrawing" Target="../drawings/vmlDrawing4.vml"/><Relationship Id="rId4" Type="http://schemas.openxmlformats.org/officeDocument/2006/relationships/image" Target="../media/image34.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20.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35.tmp"/><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20.xml"/><Relationship Id="rId3" Type="http://schemas.openxmlformats.org/officeDocument/2006/relationships/tags" Target="../tags/tag2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 Type="http://schemas.openxmlformats.org/officeDocument/2006/relationships/tags" Target="../tags/tag19.xml"/><Relationship Id="rId16" Type="http://schemas.openxmlformats.org/officeDocument/2006/relationships/tags" Target="../tags/tag33.xml"/><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5" Type="http://schemas.openxmlformats.org/officeDocument/2006/relationships/tags" Target="../tags/tag22.xml"/><Relationship Id="rId15" Type="http://schemas.openxmlformats.org/officeDocument/2006/relationships/tags" Target="../tags/tag32.xml"/><Relationship Id="rId10" Type="http://schemas.openxmlformats.org/officeDocument/2006/relationships/tags" Target="../tags/tag27.xml"/><Relationship Id="rId19" Type="http://schemas.openxmlformats.org/officeDocument/2006/relationships/image" Target="../media/image35.tmp"/><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slideLayout" Target="../slideLayouts/slideLayout11.xml"/><Relationship Id="rId1" Type="http://schemas.openxmlformats.org/officeDocument/2006/relationships/vmlDrawing" Target="../drawings/vmlDrawing5.vml"/><Relationship Id="rId5" Type="http://schemas.openxmlformats.org/officeDocument/2006/relationships/image" Target="../media/image36.wmf"/><Relationship Id="rId4" Type="http://schemas.openxmlformats.org/officeDocument/2006/relationships/oleObject" Target="../embeddings/oleObject9.bin"/></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310.png"/></Relationships>
</file>

<file path=ppt/slides/_rels/slide20.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9.png"/><Relationship Id="rId1" Type="http://schemas.openxmlformats.org/officeDocument/2006/relationships/slideLayout" Target="../slideLayouts/slideLayout12.xml"/><Relationship Id="rId4" Type="http://schemas.openxmlformats.org/officeDocument/2006/relationships/image" Target="../media/image40.png"/></Relationships>
</file>

<file path=ppt/slides/_rels/slide2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2.bin"/><Relationship Id="rId13" Type="http://schemas.openxmlformats.org/officeDocument/2006/relationships/image" Target="../media/image46.wmf"/><Relationship Id="rId3" Type="http://schemas.openxmlformats.org/officeDocument/2006/relationships/notesSlide" Target="../notesSlides/notesSlide6.xml"/><Relationship Id="rId7" Type="http://schemas.openxmlformats.org/officeDocument/2006/relationships/image" Target="../media/image43.wmf"/><Relationship Id="rId12" Type="http://schemas.openxmlformats.org/officeDocument/2006/relationships/oleObject" Target="../embeddings/oleObject14.bin"/><Relationship Id="rId17" Type="http://schemas.openxmlformats.org/officeDocument/2006/relationships/image" Target="../media/image48.wmf"/><Relationship Id="rId2" Type="http://schemas.openxmlformats.org/officeDocument/2006/relationships/slideLayout" Target="../slideLayouts/slideLayout11.xml"/><Relationship Id="rId16" Type="http://schemas.openxmlformats.org/officeDocument/2006/relationships/oleObject" Target="../embeddings/oleObject16.bin"/><Relationship Id="rId1" Type="http://schemas.openxmlformats.org/officeDocument/2006/relationships/vmlDrawing" Target="../drawings/vmlDrawing6.vml"/><Relationship Id="rId6" Type="http://schemas.openxmlformats.org/officeDocument/2006/relationships/oleObject" Target="../embeddings/oleObject11.bin"/><Relationship Id="rId11" Type="http://schemas.openxmlformats.org/officeDocument/2006/relationships/image" Target="../media/image45.emf"/><Relationship Id="rId5" Type="http://schemas.openxmlformats.org/officeDocument/2006/relationships/image" Target="../media/image42.wmf"/><Relationship Id="rId15" Type="http://schemas.openxmlformats.org/officeDocument/2006/relationships/image" Target="../media/image47.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44.emf"/><Relationship Id="rId14" Type="http://schemas.openxmlformats.org/officeDocument/2006/relationships/oleObject" Target="../embeddings/oleObject15.bin"/></Relationships>
</file>

<file path=ppt/slides/_rels/slide23.xml.rels><?xml version="1.0" encoding="UTF-8" standalone="yes"?>
<Relationships xmlns="http://schemas.openxmlformats.org/package/2006/relationships"><Relationship Id="rId8" Type="http://schemas.openxmlformats.org/officeDocument/2006/relationships/image" Target="../media/image51.wmf"/><Relationship Id="rId13" Type="http://schemas.openxmlformats.org/officeDocument/2006/relationships/oleObject" Target="../embeddings/oleObject22.bin"/><Relationship Id="rId3" Type="http://schemas.openxmlformats.org/officeDocument/2006/relationships/oleObject" Target="../embeddings/oleObject17.bin"/><Relationship Id="rId7" Type="http://schemas.openxmlformats.org/officeDocument/2006/relationships/oleObject" Target="../embeddings/oleObject19.bin"/><Relationship Id="rId12" Type="http://schemas.openxmlformats.org/officeDocument/2006/relationships/image" Target="../media/image53.wmf"/><Relationship Id="rId2" Type="http://schemas.openxmlformats.org/officeDocument/2006/relationships/slideLayout" Target="../slideLayouts/slideLayout10.xml"/><Relationship Id="rId1" Type="http://schemas.openxmlformats.org/officeDocument/2006/relationships/vmlDrawing" Target="../drawings/vmlDrawing7.vml"/><Relationship Id="rId6" Type="http://schemas.openxmlformats.org/officeDocument/2006/relationships/image" Target="../media/image50.wmf"/><Relationship Id="rId11" Type="http://schemas.openxmlformats.org/officeDocument/2006/relationships/oleObject" Target="../embeddings/oleObject21.bin"/><Relationship Id="rId5" Type="http://schemas.openxmlformats.org/officeDocument/2006/relationships/oleObject" Target="../embeddings/oleObject18.bin"/><Relationship Id="rId15" Type="http://schemas.openxmlformats.org/officeDocument/2006/relationships/image" Target="../media/image55.png"/><Relationship Id="rId10" Type="http://schemas.openxmlformats.org/officeDocument/2006/relationships/image" Target="../media/image52.wmf"/><Relationship Id="rId4" Type="http://schemas.openxmlformats.org/officeDocument/2006/relationships/image" Target="../media/image49.wmf"/><Relationship Id="rId9" Type="http://schemas.openxmlformats.org/officeDocument/2006/relationships/oleObject" Target="../embeddings/oleObject20.bin"/><Relationship Id="rId14" Type="http://schemas.openxmlformats.org/officeDocument/2006/relationships/image" Target="../media/image54.wmf"/></Relationships>
</file>

<file path=ppt/slides/_rels/slide24.xml.rels><?xml version="1.0" encoding="UTF-8" standalone="yes"?>
<Relationships xmlns="http://schemas.openxmlformats.org/package/2006/relationships"><Relationship Id="rId8" Type="http://schemas.openxmlformats.org/officeDocument/2006/relationships/image" Target="../media/image58.wmf"/><Relationship Id="rId13" Type="http://schemas.openxmlformats.org/officeDocument/2006/relationships/oleObject" Target="../embeddings/oleObject28.bin"/><Relationship Id="rId18" Type="http://schemas.openxmlformats.org/officeDocument/2006/relationships/oleObject" Target="../embeddings/oleObject30.bin"/><Relationship Id="rId3" Type="http://schemas.openxmlformats.org/officeDocument/2006/relationships/oleObject" Target="../embeddings/oleObject23.bin"/><Relationship Id="rId21" Type="http://schemas.openxmlformats.org/officeDocument/2006/relationships/image" Target="../media/image64.wmf"/><Relationship Id="rId7" Type="http://schemas.openxmlformats.org/officeDocument/2006/relationships/oleObject" Target="../embeddings/oleObject25.bin"/><Relationship Id="rId12" Type="http://schemas.openxmlformats.org/officeDocument/2006/relationships/image" Target="../media/image60.wmf"/><Relationship Id="rId17" Type="http://schemas.openxmlformats.org/officeDocument/2006/relationships/image" Target="../media/image62.wmf"/><Relationship Id="rId2" Type="http://schemas.openxmlformats.org/officeDocument/2006/relationships/slideLayout" Target="../slideLayouts/slideLayout11.xml"/><Relationship Id="rId16" Type="http://schemas.openxmlformats.org/officeDocument/2006/relationships/oleObject" Target="../embeddings/oleObject29.bin"/><Relationship Id="rId20" Type="http://schemas.openxmlformats.org/officeDocument/2006/relationships/oleObject" Target="../embeddings/oleObject31.bin"/><Relationship Id="rId1" Type="http://schemas.openxmlformats.org/officeDocument/2006/relationships/vmlDrawing" Target="../drawings/vmlDrawing8.vml"/><Relationship Id="rId6" Type="http://schemas.openxmlformats.org/officeDocument/2006/relationships/image" Target="../media/image57.wmf"/><Relationship Id="rId11" Type="http://schemas.openxmlformats.org/officeDocument/2006/relationships/oleObject" Target="../embeddings/oleObject27.bin"/><Relationship Id="rId5" Type="http://schemas.openxmlformats.org/officeDocument/2006/relationships/oleObject" Target="../embeddings/oleObject24.bin"/><Relationship Id="rId15" Type="http://schemas.openxmlformats.org/officeDocument/2006/relationships/image" Target="../media/image66.png"/><Relationship Id="rId23" Type="http://schemas.openxmlformats.org/officeDocument/2006/relationships/image" Target="../media/image65.wmf"/><Relationship Id="rId10" Type="http://schemas.openxmlformats.org/officeDocument/2006/relationships/image" Target="../media/image59.wmf"/><Relationship Id="rId19" Type="http://schemas.openxmlformats.org/officeDocument/2006/relationships/image" Target="../media/image63.wmf"/><Relationship Id="rId4" Type="http://schemas.openxmlformats.org/officeDocument/2006/relationships/image" Target="../media/image56.wmf"/><Relationship Id="rId9" Type="http://schemas.openxmlformats.org/officeDocument/2006/relationships/oleObject" Target="../embeddings/oleObject26.bin"/><Relationship Id="rId14" Type="http://schemas.openxmlformats.org/officeDocument/2006/relationships/image" Target="../media/image61.wmf"/><Relationship Id="rId22" Type="http://schemas.openxmlformats.org/officeDocument/2006/relationships/oleObject" Target="../embeddings/oleObject32.bin"/></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image" Target="../media/image67.png"/><Relationship Id="rId1" Type="http://schemas.openxmlformats.org/officeDocument/2006/relationships/slideLayout" Target="../slideLayouts/slideLayout11.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26.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70.png"/><Relationship Id="rId18" Type="http://schemas.openxmlformats.org/officeDocument/2006/relationships/image" Target="../media/image1.png"/><Relationship Id="rId3" Type="http://schemas.openxmlformats.org/officeDocument/2006/relationships/image" Target="../media/image76.png"/><Relationship Id="rId7" Type="http://schemas.openxmlformats.org/officeDocument/2006/relationships/image" Target="../media/image78.png"/><Relationship Id="rId12" Type="http://schemas.openxmlformats.org/officeDocument/2006/relationships/image" Target="../media/image69.png"/><Relationship Id="rId17" Type="http://schemas.openxmlformats.org/officeDocument/2006/relationships/image" Target="../media/image74.wmf"/><Relationship Id="rId2" Type="http://schemas.openxmlformats.org/officeDocument/2006/relationships/slideLayout" Target="../slideLayouts/slideLayout11.xml"/><Relationship Id="rId16" Type="http://schemas.openxmlformats.org/officeDocument/2006/relationships/oleObject" Target="../embeddings/oleObject34.bin"/><Relationship Id="rId20" Type="http://schemas.openxmlformats.org/officeDocument/2006/relationships/image" Target="../media/image75.wmf"/><Relationship Id="rId1" Type="http://schemas.openxmlformats.org/officeDocument/2006/relationships/vmlDrawing" Target="../drawings/vmlDrawing9.vml"/><Relationship Id="rId6" Type="http://schemas.openxmlformats.org/officeDocument/2006/relationships/image" Target="../media/image77.png"/><Relationship Id="rId11" Type="http://schemas.openxmlformats.org/officeDocument/2006/relationships/image" Target="../media/image68.png"/><Relationship Id="rId5" Type="http://schemas.openxmlformats.org/officeDocument/2006/relationships/image" Target="../media/image73.wmf"/><Relationship Id="rId15" Type="http://schemas.openxmlformats.org/officeDocument/2006/relationships/image" Target="../media/image72.png"/><Relationship Id="rId10" Type="http://schemas.openxmlformats.org/officeDocument/2006/relationships/image" Target="../media/image81.png"/><Relationship Id="rId19" Type="http://schemas.openxmlformats.org/officeDocument/2006/relationships/oleObject" Target="../embeddings/oleObject35.bin"/><Relationship Id="rId4" Type="http://schemas.openxmlformats.org/officeDocument/2006/relationships/oleObject" Target="../embeddings/oleObject33.bin"/><Relationship Id="rId9" Type="http://schemas.openxmlformats.org/officeDocument/2006/relationships/image" Target="../media/image80.png"/><Relationship Id="rId14" Type="http://schemas.openxmlformats.org/officeDocument/2006/relationships/image" Target="../media/image71.png"/></Relationships>
</file>

<file path=ppt/slides/_rels/slide27.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slideLayout" Target="../slideLayouts/slideLayout21.xml"/><Relationship Id="rId1" Type="http://schemas.openxmlformats.org/officeDocument/2006/relationships/tags" Target="../tags/tag35.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8.png"/></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38.bin"/><Relationship Id="rId3" Type="http://schemas.openxmlformats.org/officeDocument/2006/relationships/image" Target="../media/image93.png"/><Relationship Id="rId7" Type="http://schemas.openxmlformats.org/officeDocument/2006/relationships/image" Target="../media/image90.wmf"/><Relationship Id="rId2" Type="http://schemas.openxmlformats.org/officeDocument/2006/relationships/slideLayout" Target="../slideLayouts/slideLayout11.xml"/><Relationship Id="rId1" Type="http://schemas.openxmlformats.org/officeDocument/2006/relationships/vmlDrawing" Target="../drawings/vmlDrawing10.vml"/><Relationship Id="rId6" Type="http://schemas.openxmlformats.org/officeDocument/2006/relationships/oleObject" Target="../embeddings/oleObject37.bin"/><Relationship Id="rId11" Type="http://schemas.openxmlformats.org/officeDocument/2006/relationships/image" Target="../media/image92.wmf"/><Relationship Id="rId5" Type="http://schemas.openxmlformats.org/officeDocument/2006/relationships/image" Target="../media/image89.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91.wmf"/></Relationships>
</file>

<file path=ppt/slides/_rels/slide29.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oleObject" Target="../embeddings/oleObject40.bin"/><Relationship Id="rId7" Type="http://schemas.openxmlformats.org/officeDocument/2006/relationships/image" Target="../media/image97.wmf"/><Relationship Id="rId2" Type="http://schemas.openxmlformats.org/officeDocument/2006/relationships/slideLayout" Target="../slideLayouts/slideLayout11.xml"/><Relationship Id="rId1" Type="http://schemas.openxmlformats.org/officeDocument/2006/relationships/vmlDrawing" Target="../drawings/vmlDrawing11.vml"/><Relationship Id="rId6" Type="http://schemas.openxmlformats.org/officeDocument/2006/relationships/oleObject" Target="../embeddings/oleObject41.bin"/><Relationship Id="rId5" Type="http://schemas.openxmlformats.org/officeDocument/2006/relationships/image" Target="../media/image99.png"/><Relationship Id="rId4" Type="http://schemas.openxmlformats.org/officeDocument/2006/relationships/image" Target="../media/image96.wmf"/><Relationship Id="rId9" Type="http://schemas.openxmlformats.org/officeDocument/2006/relationships/image" Target="../media/image98.w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8" Type="http://schemas.openxmlformats.org/officeDocument/2006/relationships/image" Target="../media/image101.wmf"/><Relationship Id="rId3" Type="http://schemas.openxmlformats.org/officeDocument/2006/relationships/notesSlide" Target="../notesSlides/notesSlide8.xml"/><Relationship Id="rId7" Type="http://schemas.openxmlformats.org/officeDocument/2006/relationships/oleObject" Target="../embeddings/oleObject44.bin"/><Relationship Id="rId2" Type="http://schemas.openxmlformats.org/officeDocument/2006/relationships/slideLayout" Target="../slideLayouts/slideLayout9.xml"/><Relationship Id="rId1" Type="http://schemas.openxmlformats.org/officeDocument/2006/relationships/vmlDrawing" Target="../drawings/vmlDrawing12.vml"/><Relationship Id="rId6" Type="http://schemas.openxmlformats.org/officeDocument/2006/relationships/image" Target="../media/image100.wmf"/><Relationship Id="rId11" Type="http://schemas.openxmlformats.org/officeDocument/2006/relationships/image" Target="../media/image103.png"/><Relationship Id="rId5" Type="http://schemas.openxmlformats.org/officeDocument/2006/relationships/oleObject" Target="../embeddings/oleObject43.bin"/><Relationship Id="rId10" Type="http://schemas.openxmlformats.org/officeDocument/2006/relationships/image" Target="../media/image102.wmf"/><Relationship Id="rId4" Type="http://schemas.openxmlformats.org/officeDocument/2006/relationships/image" Target="../media/image89.png"/><Relationship Id="rId9" Type="http://schemas.openxmlformats.org/officeDocument/2006/relationships/oleObject" Target="../embeddings/oleObject45.bin"/></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556320"/>
            <a:ext cx="11099800" cy="1335956"/>
          </a:xfrm>
        </p:spPr>
        <p:txBody>
          <a:bodyPr>
            <a:normAutofit/>
          </a:bodyPr>
          <a:lstStyle/>
          <a:p>
            <a:r>
              <a:rPr lang="en-US" altLang="zh-CN" sz="5400" b="1" dirty="0" smtClean="0">
                <a:solidFill>
                  <a:srgbClr val="0070C0"/>
                </a:solidFill>
              </a:rPr>
              <a:t>16.7 </a:t>
            </a:r>
            <a:r>
              <a:rPr lang="zh-CN" altLang="en-US" sz="5400" b="1" dirty="0" smtClean="0">
                <a:solidFill>
                  <a:srgbClr val="0070C0"/>
                </a:solidFill>
              </a:rPr>
              <a:t>电场的高斯定理</a:t>
            </a:r>
            <a:endParaRPr lang="zh-CN" altLang="en-US" sz="5400" b="1" dirty="0">
              <a:solidFill>
                <a:srgbClr val="0070C0"/>
              </a:solidFill>
            </a:endParaRPr>
          </a:p>
        </p:txBody>
      </p:sp>
      <p:sp>
        <p:nvSpPr>
          <p:cNvPr id="3" name="文本占位符 2"/>
          <p:cNvSpPr>
            <a:spLocks noGrp="1"/>
          </p:cNvSpPr>
          <p:nvPr>
            <p:ph type="body" idx="1"/>
          </p:nvPr>
        </p:nvSpPr>
        <p:spPr>
          <a:xfrm>
            <a:off x="597744" y="2805466"/>
            <a:ext cx="11099800" cy="6389464"/>
          </a:xfrm>
        </p:spPr>
        <p:style>
          <a:lnRef idx="2">
            <a:schemeClr val="accent2"/>
          </a:lnRef>
          <a:fillRef idx="1">
            <a:schemeClr val="lt1"/>
          </a:fillRef>
          <a:effectRef idx="0">
            <a:schemeClr val="accent2"/>
          </a:effectRef>
          <a:fontRef idx="minor">
            <a:schemeClr val="dk1"/>
          </a:fontRef>
        </p:style>
        <p:txBody>
          <a:bodyPr/>
          <a:lstStyle/>
          <a:p>
            <a:r>
              <a:rPr lang="zh-CN" altLang="en-US" dirty="0" smtClean="0"/>
              <a:t>德国数学家卡尔</a:t>
            </a:r>
            <a:r>
              <a:rPr lang="en-US" altLang="zh-CN" dirty="0" smtClean="0"/>
              <a:t>.</a:t>
            </a:r>
            <a:r>
              <a:rPr lang="zh-CN" altLang="en-US" dirty="0" smtClean="0"/>
              <a:t>弗里德里希</a:t>
            </a:r>
            <a:r>
              <a:rPr lang="en-US" altLang="zh-CN" dirty="0" smtClean="0"/>
              <a:t>.</a:t>
            </a:r>
            <a:r>
              <a:rPr lang="zh-CN" altLang="en-US" dirty="0" smtClean="0"/>
              <a:t>高斯（</a:t>
            </a:r>
            <a:r>
              <a:rPr lang="en-US" altLang="zh-CN" dirty="0" smtClean="0"/>
              <a:t>1777-1855</a:t>
            </a:r>
            <a:r>
              <a:rPr lang="zh-CN" altLang="en-US" dirty="0" smtClean="0"/>
              <a:t>）命名的高斯定理，是描述电场基本性质的非常重要的物理规律。他将一任意闭合曲面上的电场和闭合曲面内所包围的净电荷联系起来。</a:t>
            </a:r>
            <a:endParaRPr lang="en-US" altLang="zh-CN" dirty="0" smtClean="0"/>
          </a:p>
          <a:p>
            <a:r>
              <a:rPr lang="zh-CN" altLang="en-US" dirty="0"/>
              <a:t>一个封闭的表面包围了一个空间的体积，因此有一个内部和一个外部</a:t>
            </a:r>
            <a:r>
              <a:rPr lang="zh-CN" altLang="en-US" dirty="0" smtClean="0"/>
              <a:t>。</a:t>
            </a:r>
            <a:endParaRPr lang="en-US" altLang="zh-CN" dirty="0" smtClean="0"/>
          </a:p>
          <a:p>
            <a:r>
              <a:rPr lang="zh-CN" altLang="en-US" dirty="0"/>
              <a:t>高斯定律说：我可以告诉你在这个“盒子”里有多少电荷，而不用看</a:t>
            </a:r>
            <a:r>
              <a:rPr lang="zh-CN" altLang="en-US" dirty="0" smtClean="0"/>
              <a:t>里面，我</a:t>
            </a:r>
            <a:r>
              <a:rPr lang="zh-CN" altLang="en-US" dirty="0"/>
              <a:t>只看进出盒子</a:t>
            </a:r>
            <a:r>
              <a:rPr lang="zh-CN" altLang="en-US" dirty="0" smtClean="0"/>
              <a:t>的电场线</a:t>
            </a:r>
            <a:r>
              <a:rPr lang="zh-CN" altLang="en-US" dirty="0"/>
              <a:t>。</a:t>
            </a:r>
          </a:p>
        </p:txBody>
      </p:sp>
      <p:grpSp>
        <p:nvGrpSpPr>
          <p:cNvPr id="4" name="Group 36"/>
          <p:cNvGrpSpPr>
            <a:grpSpLocks/>
          </p:cNvGrpSpPr>
          <p:nvPr/>
        </p:nvGrpSpPr>
        <p:grpSpPr bwMode="auto">
          <a:xfrm>
            <a:off x="8950673" y="150966"/>
            <a:ext cx="3816424" cy="3213666"/>
            <a:chOff x="4272" y="0"/>
            <a:chExt cx="1302" cy="2092"/>
          </a:xfrm>
        </p:grpSpPr>
        <p:pic>
          <p:nvPicPr>
            <p:cNvPr id="5" name="Picture 37" descr="高斯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72" y="0"/>
              <a:ext cx="1302" cy="1728"/>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38"/>
            <p:cNvSpPr txBox="1">
              <a:spLocks noChangeArrowheads="1"/>
            </p:cNvSpPr>
            <p:nvPr/>
          </p:nvSpPr>
          <p:spPr bwMode="auto">
            <a:xfrm>
              <a:off x="4422" y="1728"/>
              <a:ext cx="1132" cy="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dirty="0" smtClean="0">
                  <a:solidFill>
                    <a:srgbClr val="99FF33"/>
                  </a:solidFill>
                </a:rPr>
                <a:t>     高</a:t>
              </a:r>
              <a:r>
                <a:rPr lang="zh-CN" altLang="en-US" dirty="0">
                  <a:solidFill>
                    <a:srgbClr val="99FF33"/>
                  </a:solidFill>
                </a:rPr>
                <a:t>斯</a:t>
              </a:r>
            </a:p>
          </p:txBody>
        </p:sp>
      </p:grpSp>
    </p:spTree>
    <p:extLst>
      <p:ext uri="{BB962C8B-B14F-4D97-AF65-F5344CB8AC3E}">
        <p14:creationId xmlns:p14="http://schemas.microsoft.com/office/powerpoint/2010/main" val="225017515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957784" y="1996480"/>
            <a:ext cx="11099800" cy="6286500"/>
          </a:xfrm>
        </p:spPr>
        <p:style>
          <a:lnRef idx="2">
            <a:schemeClr val="accent2"/>
          </a:lnRef>
          <a:fillRef idx="1">
            <a:schemeClr val="lt1"/>
          </a:fillRef>
          <a:effectRef idx="0">
            <a:schemeClr val="accent2"/>
          </a:effectRef>
          <a:fontRef idx="minor">
            <a:schemeClr val="dk1"/>
          </a:fontRef>
        </p:style>
        <p:txBody>
          <a:bodyPr/>
          <a:lstStyle/>
          <a:p>
            <a:r>
              <a:rPr lang="zh-CN" altLang="en-US" dirty="0"/>
              <a:t>如果一个盒子里面没有电荷，那么</a:t>
            </a:r>
            <a:r>
              <a:rPr lang="zh-CN" altLang="en-US" dirty="0" smtClean="0"/>
              <a:t>进入和出去盒子的电场线</a:t>
            </a:r>
            <a:r>
              <a:rPr lang="zh-CN" altLang="en-US" dirty="0"/>
              <a:t>的数量必须相同</a:t>
            </a:r>
            <a:r>
              <a:rPr lang="zh-CN" altLang="en-US" dirty="0" smtClean="0"/>
              <a:t>；电场线</a:t>
            </a:r>
            <a:r>
              <a:rPr lang="zh-CN" altLang="en-US" dirty="0"/>
              <a:t>没有地方可以结束或开始</a:t>
            </a:r>
            <a:r>
              <a:rPr lang="zh-CN" altLang="en-US" dirty="0" smtClean="0"/>
              <a:t>。</a:t>
            </a:r>
            <a:endParaRPr lang="en-US" altLang="zh-CN" dirty="0" smtClean="0"/>
          </a:p>
          <a:p>
            <a:r>
              <a:rPr lang="zh-CN" altLang="en-US" dirty="0" smtClean="0"/>
              <a:t>如果</a:t>
            </a:r>
            <a:r>
              <a:rPr lang="zh-CN" altLang="en-US" dirty="0"/>
              <a:t>里面有净正电荷，那么从正电荷开始</a:t>
            </a:r>
            <a:r>
              <a:rPr lang="zh-CN" altLang="en-US" dirty="0" smtClean="0"/>
              <a:t>的电场线</a:t>
            </a:r>
            <a:r>
              <a:rPr lang="zh-CN" altLang="en-US" dirty="0"/>
              <a:t>就会离开盒子；然后出来</a:t>
            </a:r>
            <a:r>
              <a:rPr lang="zh-CN" altLang="en-US" dirty="0" smtClean="0"/>
              <a:t>的电场线</a:t>
            </a:r>
            <a:r>
              <a:rPr lang="zh-CN" altLang="en-US" dirty="0"/>
              <a:t>比进去的多</a:t>
            </a:r>
            <a:r>
              <a:rPr lang="zh-CN" altLang="en-US" dirty="0" smtClean="0"/>
              <a:t>。</a:t>
            </a:r>
            <a:endParaRPr lang="en-US" altLang="zh-CN" dirty="0" smtClean="0"/>
          </a:p>
          <a:p>
            <a:r>
              <a:rPr lang="zh-CN" altLang="en-US" dirty="0" smtClean="0"/>
              <a:t>如果</a:t>
            </a:r>
            <a:r>
              <a:rPr lang="zh-CN" altLang="en-US" dirty="0"/>
              <a:t>里面有净负电荷，一些进入</a:t>
            </a:r>
            <a:r>
              <a:rPr lang="zh-CN" altLang="en-US" dirty="0" smtClean="0"/>
              <a:t>的电场线</a:t>
            </a:r>
            <a:r>
              <a:rPr lang="zh-CN" altLang="en-US" dirty="0"/>
              <a:t>就在负电荷上结束；更多</a:t>
            </a:r>
            <a:r>
              <a:rPr lang="zh-CN" altLang="en-US" dirty="0" smtClean="0"/>
              <a:t>的电场线</a:t>
            </a:r>
            <a:r>
              <a:rPr lang="zh-CN" altLang="en-US" dirty="0"/>
              <a:t>进入而不是出来。</a:t>
            </a:r>
          </a:p>
        </p:txBody>
      </p:sp>
    </p:spTree>
    <p:extLst>
      <p:ext uri="{BB962C8B-B14F-4D97-AF65-F5344CB8AC3E}">
        <p14:creationId xmlns:p14="http://schemas.microsoft.com/office/powerpoint/2010/main" val="33407494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7" name="Group 127"/>
          <p:cNvGrpSpPr/>
          <p:nvPr/>
        </p:nvGrpSpPr>
        <p:grpSpPr>
          <a:xfrm>
            <a:off x="7942560" y="2859484"/>
            <a:ext cx="3480380" cy="2923824"/>
            <a:chOff x="-1" y="0"/>
            <a:chExt cx="3480378" cy="2923822"/>
          </a:xfrm>
        </p:grpSpPr>
        <p:sp>
          <p:nvSpPr>
            <p:cNvPr id="94" name="Shape 94"/>
            <p:cNvSpPr/>
            <p:nvPr/>
          </p:nvSpPr>
          <p:spPr>
            <a:xfrm>
              <a:off x="2831253" y="1357216"/>
              <a:ext cx="270934" cy="1"/>
            </a:xfrm>
            <a:prstGeom prst="line">
              <a:avLst/>
            </a:prstGeom>
            <a:noFill/>
            <a:ln w="127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95" name="Shape 95"/>
            <p:cNvSpPr/>
            <p:nvPr/>
          </p:nvSpPr>
          <p:spPr>
            <a:xfrm>
              <a:off x="2778183" y="1344793"/>
              <a:ext cx="702194" cy="1180023"/>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18062" tIns="18062" rIns="18062" bIns="18062" numCol="1" anchor="t">
              <a:spAutoFit/>
            </a:bodyPr>
            <a:lstStyle>
              <a:lvl1pPr algn="just" defTabSz="1028700">
                <a:lnSpc>
                  <a:spcPct val="120000"/>
                </a:lnSpc>
                <a:spcBef>
                  <a:spcPts val="1600"/>
                </a:spcBef>
                <a:defRPr sz="3000" b="1" i="1">
                  <a:solidFill>
                    <a:srgbClr val="FF0000"/>
                  </a:solidFill>
                  <a:latin typeface="Times New Roman"/>
                  <a:ea typeface="Times New Roman"/>
                  <a:cs typeface="Times New Roman"/>
                  <a:sym typeface="Times New Roman"/>
                </a:defRPr>
              </a:lvl1pPr>
            </a:lstStyle>
            <a:p>
              <a:pPr lvl="0">
                <a:defRPr sz="1800" b="0" i="0">
                  <a:solidFill>
                    <a:srgbClr val="000000"/>
                  </a:solidFill>
                </a:defRPr>
              </a:pPr>
              <a:r>
                <a:rPr sz="3000" b="1" i="1">
                  <a:solidFill>
                    <a:srgbClr val="FF0000"/>
                  </a:solidFill>
                </a:rPr>
                <a:t>E</a:t>
              </a:r>
              <a:endParaRPr sz="3000"/>
            </a:p>
          </p:txBody>
        </p:sp>
        <p:grpSp>
          <p:nvGrpSpPr>
            <p:cNvPr id="108" name="Group 108"/>
            <p:cNvGrpSpPr/>
            <p:nvPr/>
          </p:nvGrpSpPr>
          <p:grpSpPr>
            <a:xfrm>
              <a:off x="-1" y="772109"/>
              <a:ext cx="1219201" cy="1573379"/>
              <a:chOff x="0" y="0"/>
              <a:chExt cx="1219199" cy="1573377"/>
            </a:xfrm>
          </p:grpSpPr>
          <p:sp>
            <p:nvSpPr>
              <p:cNvPr id="96" name="Shape 96"/>
              <p:cNvSpPr/>
              <p:nvPr/>
            </p:nvSpPr>
            <p:spPr>
              <a:xfrm>
                <a:off x="0" y="1573377"/>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97" name="Shape 97"/>
              <p:cNvSpPr/>
              <p:nvPr/>
            </p:nvSpPr>
            <p:spPr>
              <a:xfrm>
                <a:off x="93784" y="1407759"/>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98" name="Shape 98"/>
              <p:cNvSpPr/>
              <p:nvPr/>
            </p:nvSpPr>
            <p:spPr>
              <a:xfrm>
                <a:off x="187569" y="1242140"/>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99" name="Shape 99"/>
              <p:cNvSpPr/>
              <p:nvPr/>
            </p:nvSpPr>
            <p:spPr>
              <a:xfrm>
                <a:off x="0" y="1159331"/>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00" name="Shape 100"/>
              <p:cNvSpPr/>
              <p:nvPr/>
            </p:nvSpPr>
            <p:spPr>
              <a:xfrm>
                <a:off x="93784" y="993712"/>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01" name="Shape 101"/>
              <p:cNvSpPr/>
              <p:nvPr/>
            </p:nvSpPr>
            <p:spPr>
              <a:xfrm>
                <a:off x="187569" y="828093"/>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02" name="Shape 102"/>
              <p:cNvSpPr/>
              <p:nvPr/>
            </p:nvSpPr>
            <p:spPr>
              <a:xfrm>
                <a:off x="0" y="745284"/>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03" name="Shape 103"/>
              <p:cNvSpPr/>
              <p:nvPr/>
            </p:nvSpPr>
            <p:spPr>
              <a:xfrm>
                <a:off x="93784" y="579665"/>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04" name="Shape 104"/>
              <p:cNvSpPr/>
              <p:nvPr/>
            </p:nvSpPr>
            <p:spPr>
              <a:xfrm>
                <a:off x="187569" y="414046"/>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05" name="Shape 105"/>
              <p:cNvSpPr/>
              <p:nvPr/>
            </p:nvSpPr>
            <p:spPr>
              <a:xfrm>
                <a:off x="0" y="331237"/>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06" name="Shape 106"/>
              <p:cNvSpPr/>
              <p:nvPr/>
            </p:nvSpPr>
            <p:spPr>
              <a:xfrm>
                <a:off x="93784" y="165618"/>
                <a:ext cx="103163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07" name="Shape 107"/>
              <p:cNvSpPr/>
              <p:nvPr/>
            </p:nvSpPr>
            <p:spPr>
              <a:xfrm>
                <a:off x="187569" y="0"/>
                <a:ext cx="1031631" cy="0"/>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grpSp>
        <p:grpSp>
          <p:nvGrpSpPr>
            <p:cNvPr id="111" name="Group 111"/>
            <p:cNvGrpSpPr/>
            <p:nvPr/>
          </p:nvGrpSpPr>
          <p:grpSpPr>
            <a:xfrm>
              <a:off x="650239" y="106641"/>
              <a:ext cx="894081" cy="2817181"/>
              <a:chOff x="0" y="0"/>
              <a:chExt cx="894079" cy="2817180"/>
            </a:xfrm>
          </p:grpSpPr>
          <p:sp>
            <p:nvSpPr>
              <p:cNvPr id="109" name="Shape 109"/>
              <p:cNvSpPr/>
              <p:nvPr/>
            </p:nvSpPr>
            <p:spPr>
              <a:xfrm>
                <a:off x="-1" y="62143"/>
                <a:ext cx="873761" cy="2755038"/>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197"/>
                    </a:lnTo>
                    <a:lnTo>
                      <a:pt x="0" y="21600"/>
                    </a:lnTo>
                    <a:lnTo>
                      <a:pt x="21600" y="14403"/>
                    </a:lnTo>
                    <a:close/>
                  </a:path>
                </a:pathLst>
              </a:custGeom>
              <a:blipFill rotWithShape="1">
                <a:blip r:embed="rId2" cstate="print"/>
                <a:srcRect/>
                <a:tile tx="0" ty="0" sx="100000" sy="100000" flip="none" algn="tl"/>
              </a:blipFill>
              <a:ln w="12700" cap="flat">
                <a:solidFill>
                  <a:srgbClr val="000000"/>
                </a:solidFill>
                <a:prstDash val="solid"/>
                <a:miter lim="800000"/>
              </a:ln>
              <a:effectLst/>
            </p:spPr>
            <p:txBody>
              <a:bodyPr wrap="square" lIns="65023" tIns="65023" rIns="65023" bIns="65023" numCol="1" anchor="ctr">
                <a:noAutofit/>
              </a:bodyPr>
              <a:lstStyle/>
              <a:p>
                <a:pPr lvl="0" defTabSz="914400">
                  <a:defRPr sz="3400">
                    <a:latin typeface="Times New Roman"/>
                    <a:ea typeface="Times New Roman"/>
                    <a:cs typeface="Times New Roman"/>
                    <a:sym typeface="Times New Roman"/>
                  </a:defRPr>
                </a:pPr>
                <a:endParaRPr/>
              </a:p>
            </p:txBody>
          </p:sp>
          <p:sp>
            <p:nvSpPr>
              <p:cNvPr id="110" name="Shape 110"/>
              <p:cNvSpPr/>
              <p:nvPr/>
            </p:nvSpPr>
            <p:spPr>
              <a:xfrm>
                <a:off x="20319" y="0"/>
                <a:ext cx="873761" cy="2755037"/>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7197"/>
                    </a:lnTo>
                    <a:lnTo>
                      <a:pt x="0" y="21600"/>
                    </a:lnTo>
                    <a:lnTo>
                      <a:pt x="21600" y="14403"/>
                    </a:lnTo>
                    <a:close/>
                  </a:path>
                </a:pathLst>
              </a:custGeom>
              <a:blipFill rotWithShape="1">
                <a:blip r:embed="rId2" cstate="print"/>
                <a:srcRect/>
                <a:tile tx="0" ty="0" sx="100000" sy="100000" flip="none" algn="tl"/>
              </a:blipFill>
              <a:ln w="12700" cap="flat">
                <a:solidFill>
                  <a:srgbClr val="000000"/>
                </a:solidFill>
                <a:prstDash val="solid"/>
                <a:miter lim="800000"/>
              </a:ln>
              <a:effectLst/>
            </p:spPr>
            <p:txBody>
              <a:bodyPr wrap="square" lIns="65023" tIns="65023" rIns="65023" bIns="65023" numCol="1" anchor="ctr">
                <a:noAutofit/>
              </a:bodyPr>
              <a:lstStyle/>
              <a:p>
                <a:pPr lvl="0" defTabSz="914400">
                  <a:defRPr sz="3400">
                    <a:latin typeface="Times New Roman"/>
                    <a:ea typeface="Times New Roman"/>
                    <a:cs typeface="Times New Roman"/>
                    <a:sym typeface="Times New Roman"/>
                  </a:defRPr>
                </a:pPr>
                <a:endParaRPr/>
              </a:p>
            </p:txBody>
          </p:sp>
        </p:grpSp>
        <p:grpSp>
          <p:nvGrpSpPr>
            <p:cNvPr id="124" name="Group 124"/>
            <p:cNvGrpSpPr/>
            <p:nvPr/>
          </p:nvGrpSpPr>
          <p:grpSpPr>
            <a:xfrm>
              <a:off x="975360" y="772109"/>
              <a:ext cx="1625599" cy="1573379"/>
              <a:chOff x="0" y="0"/>
              <a:chExt cx="1625598" cy="1573377"/>
            </a:xfrm>
          </p:grpSpPr>
          <p:sp>
            <p:nvSpPr>
              <p:cNvPr id="112" name="Shape 112"/>
              <p:cNvSpPr/>
              <p:nvPr/>
            </p:nvSpPr>
            <p:spPr>
              <a:xfrm>
                <a:off x="0" y="1573377"/>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13" name="Shape 113"/>
              <p:cNvSpPr/>
              <p:nvPr/>
            </p:nvSpPr>
            <p:spPr>
              <a:xfrm>
                <a:off x="125046" y="1407759"/>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14" name="Shape 114"/>
              <p:cNvSpPr/>
              <p:nvPr/>
            </p:nvSpPr>
            <p:spPr>
              <a:xfrm>
                <a:off x="250092" y="1242140"/>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15" name="Shape 115"/>
              <p:cNvSpPr/>
              <p:nvPr/>
            </p:nvSpPr>
            <p:spPr>
              <a:xfrm>
                <a:off x="0" y="1159331"/>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16" name="Shape 116"/>
              <p:cNvSpPr/>
              <p:nvPr/>
            </p:nvSpPr>
            <p:spPr>
              <a:xfrm>
                <a:off x="125046" y="993712"/>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17" name="Shape 117"/>
              <p:cNvSpPr/>
              <p:nvPr/>
            </p:nvSpPr>
            <p:spPr>
              <a:xfrm>
                <a:off x="250092" y="828093"/>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18" name="Shape 118"/>
              <p:cNvSpPr/>
              <p:nvPr/>
            </p:nvSpPr>
            <p:spPr>
              <a:xfrm>
                <a:off x="0" y="745284"/>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19" name="Shape 119"/>
              <p:cNvSpPr/>
              <p:nvPr/>
            </p:nvSpPr>
            <p:spPr>
              <a:xfrm>
                <a:off x="125046" y="579665"/>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20" name="Shape 120"/>
              <p:cNvSpPr/>
              <p:nvPr/>
            </p:nvSpPr>
            <p:spPr>
              <a:xfrm>
                <a:off x="250092" y="414046"/>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21" name="Shape 121"/>
              <p:cNvSpPr/>
              <p:nvPr/>
            </p:nvSpPr>
            <p:spPr>
              <a:xfrm>
                <a:off x="0" y="331237"/>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22" name="Shape 122"/>
              <p:cNvSpPr/>
              <p:nvPr/>
            </p:nvSpPr>
            <p:spPr>
              <a:xfrm>
                <a:off x="125046" y="165618"/>
                <a:ext cx="1375507"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23" name="Shape 123"/>
              <p:cNvSpPr/>
              <p:nvPr/>
            </p:nvSpPr>
            <p:spPr>
              <a:xfrm>
                <a:off x="250092" y="0"/>
                <a:ext cx="1375507" cy="0"/>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grpSp>
        <p:pic>
          <p:nvPicPr>
            <p:cNvPr id="126" name="image70.pdf"/>
            <p:cNvPicPr/>
            <p:nvPr/>
          </p:nvPicPr>
          <p:blipFill>
            <a:blip r:embed="rId3" cstate="print">
              <a:extLst/>
            </a:blip>
            <a:stretch>
              <a:fillRect/>
            </a:stretch>
          </p:blipFill>
          <p:spPr>
            <a:xfrm>
              <a:off x="2400644" y="0"/>
              <a:ext cx="580249" cy="717840"/>
            </a:xfrm>
            <a:prstGeom prst="rect">
              <a:avLst/>
            </a:prstGeom>
            <a:ln w="12700" cap="flat">
              <a:noFill/>
              <a:miter lim="400000"/>
            </a:ln>
            <a:effectLst/>
          </p:spPr>
        </p:pic>
      </p:grpSp>
      <p:grpSp>
        <p:nvGrpSpPr>
          <p:cNvPr id="130" name="Group 130"/>
          <p:cNvGrpSpPr/>
          <p:nvPr/>
        </p:nvGrpSpPr>
        <p:grpSpPr>
          <a:xfrm>
            <a:off x="309712" y="268288"/>
            <a:ext cx="12137815" cy="2147765"/>
            <a:chOff x="0" y="0"/>
            <a:chExt cx="12137814" cy="2147764"/>
          </a:xfrm>
        </p:grpSpPr>
        <p:sp>
          <p:nvSpPr>
            <p:cNvPr id="128" name="Shape 128"/>
            <p:cNvSpPr/>
            <p:nvPr/>
          </p:nvSpPr>
          <p:spPr>
            <a:xfrm>
              <a:off x="0" y="0"/>
              <a:ext cx="12137814" cy="2147764"/>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p>
              <a:pPr lvl="0" algn="l" defTabSz="1028700">
                <a:lnSpc>
                  <a:spcPct val="120000"/>
                </a:lnSpc>
                <a:spcBef>
                  <a:spcPts val="1900"/>
                </a:spcBef>
                <a:defRPr sz="1800"/>
              </a:pPr>
              <a:r>
                <a:rPr sz="3200" b="1" dirty="0" err="1">
                  <a:solidFill>
                    <a:schemeClr val="tx1"/>
                  </a:solidFill>
                  <a:latin typeface="宋体" pitchFamily="2" charset="-122"/>
                  <a:ea typeface="宋体" pitchFamily="2" charset="-122"/>
                  <a:cs typeface="楷体_GB2312"/>
                  <a:sym typeface="楷体_GB2312"/>
                </a:rPr>
                <a:t>定量规定</a:t>
              </a:r>
              <a:r>
                <a:rPr sz="3200" b="1" dirty="0">
                  <a:solidFill>
                    <a:schemeClr val="tx1"/>
                  </a:solidFill>
                  <a:latin typeface="宋体" pitchFamily="2" charset="-122"/>
                  <a:ea typeface="宋体" pitchFamily="2" charset="-122"/>
                  <a:cs typeface="楷体_GB2312"/>
                  <a:sym typeface="楷体_GB2312"/>
                </a:rPr>
                <a:t>：</a:t>
              </a:r>
              <a:endParaRPr sz="3200" dirty="0">
                <a:solidFill>
                  <a:schemeClr val="tx1"/>
                </a:solidFill>
                <a:latin typeface="宋体" pitchFamily="2" charset="-122"/>
                <a:ea typeface="宋体" pitchFamily="2" charset="-122"/>
                <a:cs typeface="Times New Roman"/>
                <a:sym typeface="Times New Roman"/>
              </a:endParaRPr>
            </a:p>
            <a:p>
              <a:pPr lvl="0" algn="l" defTabSz="1028700">
                <a:lnSpc>
                  <a:spcPct val="120000"/>
                </a:lnSpc>
                <a:spcBef>
                  <a:spcPts val="1900"/>
                </a:spcBef>
                <a:defRPr sz="1800"/>
              </a:pPr>
              <a:r>
                <a:rPr sz="3200" dirty="0">
                  <a:solidFill>
                    <a:schemeClr val="tx1"/>
                  </a:solidFill>
                  <a:latin typeface="宋体" pitchFamily="2" charset="-122"/>
                  <a:ea typeface="宋体" pitchFamily="2" charset="-122"/>
                  <a:cs typeface="SimHei"/>
                  <a:sym typeface="SimHei"/>
                </a:rPr>
                <a:t>    </a:t>
              </a:r>
              <a:r>
                <a:rPr sz="3200" dirty="0" err="1" smtClean="0">
                  <a:solidFill>
                    <a:schemeClr val="tx1"/>
                  </a:solidFill>
                  <a:latin typeface="宋体" pitchFamily="2" charset="-122"/>
                  <a:ea typeface="宋体" pitchFamily="2" charset="-122"/>
                  <a:cs typeface="SimHei"/>
                  <a:sym typeface="SimHei"/>
                </a:rPr>
                <a:t>通过垂直于</a:t>
              </a:r>
              <a:r>
                <a:rPr sz="3200" dirty="0" smtClean="0">
                  <a:solidFill>
                    <a:schemeClr val="tx1"/>
                  </a:solidFill>
                  <a:latin typeface="宋体" pitchFamily="2" charset="-122"/>
                  <a:ea typeface="宋体" pitchFamily="2" charset="-122"/>
                  <a:cs typeface="SimHei"/>
                  <a:sym typeface="SimHei"/>
                </a:rPr>
                <a:t>   </a:t>
              </a:r>
              <a:r>
                <a:rPr sz="3200" dirty="0" err="1" smtClean="0">
                  <a:solidFill>
                    <a:schemeClr val="tx1"/>
                  </a:solidFill>
                  <a:latin typeface="宋体" pitchFamily="2" charset="-122"/>
                  <a:ea typeface="宋体" pitchFamily="2" charset="-122"/>
                  <a:cs typeface="SimHei"/>
                  <a:sym typeface="SimHei"/>
                </a:rPr>
                <a:t>的单位面积的电场线条数等于该区域的电场强度值</a:t>
              </a:r>
              <a:r>
                <a:rPr lang="zh-CN" altLang="en-US" sz="3200" dirty="0" smtClean="0">
                  <a:solidFill>
                    <a:schemeClr val="tx1"/>
                  </a:solidFill>
                  <a:latin typeface="宋体" pitchFamily="2" charset="-122"/>
                  <a:ea typeface="宋体" pitchFamily="2" charset="-122"/>
                  <a:cs typeface="SimHei"/>
                  <a:sym typeface="SimHei"/>
                </a:rPr>
                <a:t>。</a:t>
              </a:r>
              <a:r>
                <a:rPr sz="3200" dirty="0" smtClean="0">
                  <a:solidFill>
                    <a:schemeClr val="tx1"/>
                  </a:solidFill>
                  <a:latin typeface="宋体" pitchFamily="2" charset="-122"/>
                  <a:ea typeface="宋体" pitchFamily="2" charset="-122"/>
                  <a:cs typeface="SimHei"/>
                  <a:sym typeface="SimHei"/>
                </a:rPr>
                <a:t>即</a:t>
              </a:r>
              <a:r>
                <a:rPr lang="zh-CN" altLang="en-US" sz="3200" dirty="0" smtClean="0">
                  <a:solidFill>
                    <a:schemeClr val="tx1"/>
                  </a:solidFill>
                  <a:latin typeface="宋体" pitchFamily="2" charset="-122"/>
                  <a:ea typeface="宋体" pitchFamily="2" charset="-122"/>
                  <a:cs typeface="SimHei"/>
                  <a:sym typeface="SimHei"/>
                </a:rPr>
                <a:t>：</a:t>
              </a:r>
              <a:endParaRPr sz="3200" dirty="0">
                <a:solidFill>
                  <a:schemeClr val="tx1"/>
                </a:solidFill>
                <a:latin typeface="宋体" pitchFamily="2" charset="-122"/>
                <a:ea typeface="宋体" pitchFamily="2" charset="-122"/>
                <a:cs typeface="SimHei"/>
                <a:sym typeface="SimHei"/>
              </a:endParaRPr>
            </a:p>
          </p:txBody>
        </p:sp>
        <p:pic>
          <p:nvPicPr>
            <p:cNvPr id="129" name="image68.pdf"/>
            <p:cNvPicPr/>
            <p:nvPr/>
          </p:nvPicPr>
          <p:blipFill>
            <a:blip r:embed="rId4" cstate="print">
              <a:extLst/>
            </a:blip>
            <a:stretch>
              <a:fillRect/>
            </a:stretch>
          </p:blipFill>
          <p:spPr>
            <a:xfrm>
              <a:off x="2829270" y="807265"/>
              <a:ext cx="504056" cy="676273"/>
            </a:xfrm>
            <a:prstGeom prst="rect">
              <a:avLst/>
            </a:prstGeom>
            <a:ln w="12700" cap="flat">
              <a:noFill/>
              <a:miter lim="400000"/>
            </a:ln>
            <a:effectLst/>
          </p:spPr>
        </p:pic>
      </p:grpSp>
      <p:grpSp>
        <p:nvGrpSpPr>
          <p:cNvPr id="50" name="组合 49"/>
          <p:cNvGrpSpPr/>
          <p:nvPr/>
        </p:nvGrpSpPr>
        <p:grpSpPr>
          <a:xfrm>
            <a:off x="2291109" y="2212504"/>
            <a:ext cx="3347195" cy="1443836"/>
            <a:chOff x="706933" y="3796680"/>
            <a:chExt cx="3347195" cy="1443836"/>
          </a:xfrm>
        </p:grpSpPr>
        <p:grpSp>
          <p:nvGrpSpPr>
            <p:cNvPr id="137" name="Group 137"/>
            <p:cNvGrpSpPr/>
            <p:nvPr/>
          </p:nvGrpSpPr>
          <p:grpSpPr>
            <a:xfrm>
              <a:off x="1893888" y="3796680"/>
              <a:ext cx="2160240" cy="1443836"/>
              <a:chOff x="442993" y="-72008"/>
              <a:chExt cx="2578836" cy="1443834"/>
            </a:xfrm>
          </p:grpSpPr>
          <p:sp>
            <p:nvSpPr>
              <p:cNvPr id="131" name="Shape 131"/>
              <p:cNvSpPr/>
              <p:nvPr/>
            </p:nvSpPr>
            <p:spPr>
              <a:xfrm>
                <a:off x="720080" y="-72008"/>
                <a:ext cx="2301749" cy="739648"/>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1028700">
                  <a:lnSpc>
                    <a:spcPct val="120000"/>
                  </a:lnSpc>
                  <a:spcBef>
                    <a:spcPts val="1600"/>
                  </a:spcBef>
                  <a:defRPr sz="3400">
                    <a:latin typeface="Times New Roman"/>
                    <a:ea typeface="Times New Roman"/>
                    <a:cs typeface="Times New Roman"/>
                    <a:sym typeface="Times New Roman"/>
                  </a:defRPr>
                </a:lvl1pPr>
              </a:lstStyle>
              <a:p>
                <a:pPr lvl="0">
                  <a:defRPr sz="1800"/>
                </a:pPr>
                <a:r>
                  <a:rPr sz="3400" dirty="0" err="1"/>
                  <a:t>电场线条数</a:t>
                </a:r>
                <a:endParaRPr sz="3400" dirty="0"/>
              </a:p>
            </p:txBody>
          </p:sp>
          <p:sp>
            <p:nvSpPr>
              <p:cNvPr id="132" name="Shape 132"/>
              <p:cNvSpPr/>
              <p:nvPr/>
            </p:nvSpPr>
            <p:spPr>
              <a:xfrm>
                <a:off x="1132914" y="632177"/>
                <a:ext cx="1006349" cy="739649"/>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algn="l" defTabSz="1028700">
                  <a:lnSpc>
                    <a:spcPct val="120000"/>
                  </a:lnSpc>
                  <a:spcBef>
                    <a:spcPts val="1600"/>
                  </a:spcBef>
                  <a:defRPr sz="3400">
                    <a:latin typeface="Times New Roman"/>
                    <a:ea typeface="Times New Roman"/>
                    <a:cs typeface="Times New Roman"/>
                    <a:sym typeface="Times New Roman"/>
                  </a:defRPr>
                </a:lvl1pPr>
              </a:lstStyle>
              <a:p>
                <a:pPr lvl="0">
                  <a:defRPr sz="1800"/>
                </a:pPr>
                <a:r>
                  <a:rPr sz="3400" dirty="0" err="1"/>
                  <a:t>面积</a:t>
                </a:r>
                <a:endParaRPr sz="3400" dirty="0"/>
              </a:p>
            </p:txBody>
          </p:sp>
          <p:sp>
            <p:nvSpPr>
              <p:cNvPr id="133" name="Shape 133"/>
              <p:cNvSpPr/>
              <p:nvPr/>
            </p:nvSpPr>
            <p:spPr>
              <a:xfrm>
                <a:off x="678808" y="718650"/>
                <a:ext cx="2315578" cy="1"/>
              </a:xfrm>
              <a:prstGeom prst="line">
                <a:avLst/>
              </a:prstGeom>
              <a:noFill/>
              <a:ln w="25400" cap="flat">
                <a:solidFill>
                  <a:srgbClr val="000000"/>
                </a:solidFill>
                <a:prstDash val="solid"/>
                <a:bevel/>
              </a:ln>
              <a:effectLst>
                <a:outerShdw blurRad="50800" dist="25400" dir="5400000" rotWithShape="0">
                  <a:srgbClr val="000000">
                    <a:alpha val="38000"/>
                  </a:srgbClr>
                </a:outerShdw>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35" name="Shape 135"/>
              <p:cNvSpPr/>
              <p:nvPr/>
            </p:nvSpPr>
            <p:spPr>
              <a:xfrm>
                <a:off x="442993" y="522831"/>
                <a:ext cx="196316" cy="391637"/>
              </a:xfrm>
              <a:prstGeom prst="rect">
                <a:avLst/>
              </a:prstGeom>
              <a:solidFill>
                <a:srgbClr val="FFFFFF"/>
              </a:solidFill>
              <a:ln w="12700" cap="flat">
                <a:noFill/>
                <a:miter lim="400000"/>
              </a:ln>
              <a:effectLst/>
            </p:spPr>
            <p:txBody>
              <a:bodyPr wrap="square" lIns="0" tIns="0" rIns="0" bIns="0" numCol="1" anchor="ctr">
                <a:noAutofit/>
              </a:bodyPr>
              <a:lstStyle/>
              <a:p>
                <a:pPr lvl="0">
                  <a:defRPr sz="2400"/>
                </a:pPr>
                <a:endParaRPr/>
              </a:p>
            </p:txBody>
          </p:sp>
        </p:grpSp>
        <p:sp>
          <p:nvSpPr>
            <p:cNvPr id="49" name="Shape 134"/>
            <p:cNvSpPr/>
            <p:nvPr/>
          </p:nvSpPr>
          <p:spPr>
            <a:xfrm>
              <a:off x="706933" y="4077716"/>
              <a:ext cx="1290370" cy="77970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50800" tIns="50800" rIns="50800" bIns="50800" numCol="1" anchor="ctr">
              <a:spAutoFit/>
            </a:bodyPr>
            <a:lstStyle>
              <a:lvl1pPr defTabSz="457200">
                <a:defRPr sz="5400" b="1">
                  <a:solidFill>
                    <a:srgbClr val="515151"/>
                  </a:solidFill>
                  <a:latin typeface="Candara"/>
                  <a:ea typeface="Candara"/>
                  <a:cs typeface="Candara"/>
                  <a:sym typeface="Candara"/>
                </a:defRPr>
              </a:lvl1pPr>
            </a:lstStyle>
            <a:p>
              <a:pPr lvl="0">
                <a:defRPr sz="1800" b="0">
                  <a:solidFill>
                    <a:srgbClr val="000000"/>
                  </a:solidFill>
                </a:defRPr>
              </a:pPr>
              <a:r>
                <a:rPr lang="en-US" altLang="zh-CN" sz="4400" i="1" dirty="0">
                  <a:latin typeface="Times New Roman" pitchFamily="18" charset="0"/>
                  <a:cs typeface="Times New Roman" pitchFamily="18" charset="0"/>
                </a:rPr>
                <a:t>E</a:t>
              </a:r>
              <a:r>
                <a:rPr lang="zh-CN" altLang="en-US" sz="4400" dirty="0" smtClean="0"/>
                <a:t>∝</a:t>
              </a:r>
              <a:endParaRPr sz="4400" i="1" dirty="0">
                <a:solidFill>
                  <a:srgbClr val="515151"/>
                </a:solidFill>
                <a:latin typeface="Times New Roman" pitchFamily="18" charset="0"/>
                <a:cs typeface="Times New Roman" pitchFamily="18" charset="0"/>
              </a:endParaRPr>
            </a:p>
          </p:txBody>
        </p:sp>
      </p:grpSp>
      <p:sp>
        <p:nvSpPr>
          <p:cNvPr id="51" name="Shape 202"/>
          <p:cNvSpPr/>
          <p:nvPr/>
        </p:nvSpPr>
        <p:spPr>
          <a:xfrm>
            <a:off x="1218967" y="6319408"/>
            <a:ext cx="9208554" cy="1360772"/>
          </a:xfrm>
          <a:prstGeom prst="rect">
            <a:avLst/>
          </a:prstGeom>
          <a:ln w="12700">
            <a:miter lim="400000"/>
          </a:ln>
          <a:extLst>
            <a:ext uri="{C572A759-6A51-4108-AA02-DFA0A04FC94B}">
              <ma14:wrappingTextBoxFlag xmlns:ma14="http://schemas.microsoft.com/office/mac/drawingml/2011/main" xmlns="" val="1"/>
            </a:ext>
          </a:extLst>
        </p:spPr>
        <p:txBody>
          <a:bodyPr wrap="square" lIns="65476" tIns="65476" rIns="65476" bIns="65476">
            <a:spAutoFit/>
          </a:bodyPr>
          <a:lstStyle/>
          <a:p>
            <a:pPr lvl="0" algn="l" defTabSz="762000">
              <a:spcBef>
                <a:spcPts val="1900"/>
              </a:spcBef>
              <a:defRPr sz="1800"/>
            </a:pPr>
            <a:r>
              <a:rPr sz="3200" dirty="0">
                <a:latin typeface="宋体" pitchFamily="2" charset="-122"/>
                <a:ea typeface="宋体" pitchFamily="2" charset="-122"/>
                <a:cs typeface="Times New Roman"/>
                <a:sym typeface="Times New Roman"/>
              </a:rPr>
              <a:t>1</a:t>
            </a:r>
            <a:r>
              <a:rPr sz="3200" b="1" dirty="0">
                <a:solidFill>
                  <a:schemeClr val="tx1"/>
                </a:solidFill>
                <a:latin typeface="宋体" pitchFamily="2" charset="-122"/>
                <a:ea typeface="宋体" pitchFamily="2" charset="-122"/>
                <a:cs typeface="Times New Roman"/>
                <a:sym typeface="Times New Roman"/>
              </a:rPr>
              <a:t>. </a:t>
            </a:r>
            <a:r>
              <a:rPr sz="3200" b="1" dirty="0" err="1">
                <a:solidFill>
                  <a:schemeClr val="tx1"/>
                </a:solidFill>
                <a:latin typeface="宋体" pitchFamily="2" charset="-122"/>
                <a:ea typeface="宋体" pitchFamily="2" charset="-122"/>
                <a:cs typeface="楷体_GB2312"/>
                <a:sym typeface="楷体_GB2312"/>
              </a:rPr>
              <a:t>电通量（一般情况</a:t>
            </a:r>
            <a:r>
              <a:rPr sz="3200" b="1" dirty="0">
                <a:solidFill>
                  <a:schemeClr val="tx1"/>
                </a:solidFill>
                <a:latin typeface="宋体" pitchFamily="2" charset="-122"/>
                <a:ea typeface="宋体" pitchFamily="2" charset="-122"/>
                <a:cs typeface="楷体_GB2312"/>
                <a:sym typeface="楷体_GB2312"/>
              </a:rPr>
              <a:t>）</a:t>
            </a:r>
            <a:endParaRPr sz="3200" b="1" dirty="0">
              <a:solidFill>
                <a:schemeClr val="tx1"/>
              </a:solidFill>
              <a:latin typeface="宋体" pitchFamily="2" charset="-122"/>
              <a:ea typeface="宋体" pitchFamily="2" charset="-122"/>
              <a:cs typeface="Times New Roman"/>
              <a:sym typeface="Times New Roman"/>
            </a:endParaRPr>
          </a:p>
          <a:p>
            <a:pPr lvl="0" algn="l" defTabSz="762000">
              <a:spcBef>
                <a:spcPts val="1900"/>
              </a:spcBef>
              <a:defRPr sz="1800"/>
            </a:pPr>
            <a:r>
              <a:rPr sz="3200" b="1" dirty="0" err="1" smtClean="0">
                <a:solidFill>
                  <a:schemeClr val="tx1"/>
                </a:solidFill>
                <a:latin typeface="宋体" panose="02010600030101010101" pitchFamily="2" charset="-122"/>
                <a:ea typeface="宋体" panose="02010600030101010101" pitchFamily="2" charset="-122"/>
                <a:cs typeface="楷体_GB2312"/>
                <a:sym typeface="楷体_GB2312"/>
              </a:rPr>
              <a:t>通过任意面积的电场线</a:t>
            </a:r>
            <a:r>
              <a:rPr lang="zh-CN" altLang="en-US" sz="3200" b="1" dirty="0" smtClean="0">
                <a:solidFill>
                  <a:schemeClr val="tx1"/>
                </a:solidFill>
                <a:latin typeface="宋体" panose="02010600030101010101" pitchFamily="2" charset="-122"/>
                <a:ea typeface="宋体" panose="02010600030101010101" pitchFamily="2" charset="-122"/>
                <a:cs typeface="楷体_GB2312"/>
                <a:sym typeface="楷体_GB2312"/>
              </a:rPr>
              <a:t>总</a:t>
            </a:r>
            <a:r>
              <a:rPr sz="3200" b="1" dirty="0" err="1" smtClean="0">
                <a:solidFill>
                  <a:schemeClr val="tx1"/>
                </a:solidFill>
                <a:latin typeface="宋体" panose="02010600030101010101" pitchFamily="2" charset="-122"/>
                <a:ea typeface="宋体" panose="02010600030101010101" pitchFamily="2" charset="-122"/>
                <a:cs typeface="楷体_GB2312"/>
                <a:sym typeface="楷体_GB2312"/>
              </a:rPr>
              <a:t>条数叫通过该面的电通量</a:t>
            </a:r>
            <a:r>
              <a:rPr lang="zh-CN" altLang="en-US" sz="3200" b="1" dirty="0" smtClean="0">
                <a:solidFill>
                  <a:schemeClr val="tx1"/>
                </a:solidFill>
                <a:latin typeface="宋体" panose="02010600030101010101" pitchFamily="2" charset="-122"/>
                <a:ea typeface="宋体" panose="02010600030101010101" pitchFamily="2" charset="-122"/>
                <a:cs typeface="楷体_GB2312"/>
                <a:sym typeface="楷体_GB2312"/>
              </a:rPr>
              <a:t>。</a:t>
            </a:r>
            <a:endParaRPr sz="3200" b="1" dirty="0">
              <a:solidFill>
                <a:schemeClr val="tx1"/>
              </a:solidFill>
              <a:latin typeface="宋体" panose="02010600030101010101" pitchFamily="2" charset="-122"/>
              <a:ea typeface="宋体" panose="02010600030101010101" pitchFamily="2" charset="-122"/>
              <a:cs typeface="楷体_GB2312"/>
              <a:sym typeface="楷体_GB2312"/>
            </a:endParaRPr>
          </a:p>
        </p:txBody>
      </p:sp>
    </p:spTree>
    <p:extLst>
      <p:ext uri="{BB962C8B-B14F-4D97-AF65-F5344CB8AC3E}">
        <p14:creationId xmlns:p14="http://schemas.microsoft.com/office/powerpoint/2010/main" val="852681364"/>
      </p:ext>
    </p:extLst>
  </p:cSld>
  <p:clrMapOvr>
    <a:masterClrMapping/>
  </p:clrMapOvr>
  <p:transition spd="med">
    <p:wipe di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4764" y="762198"/>
            <a:ext cx="11797982" cy="116493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2" tIns="65022" rIns="65022" bIns="65022" numCol="1" spcCol="54186" rtlCol="0" anchor="t">
            <a:spAutoFit/>
          </a:bodyPr>
          <a:lstStyle/>
          <a:p>
            <a:pPr algn="l" defTabSz="1463017" rtl="0" latinLnBrk="1" hangingPunct="0">
              <a:lnSpc>
                <a:spcPct val="120000"/>
              </a:lnSpc>
              <a:spcBef>
                <a:spcPts val="2276"/>
              </a:spcBef>
            </a:pPr>
            <a:r>
              <a:rPr lang="en-US" altLang="zh-CN" sz="4000" dirty="0" smtClean="0">
                <a:solidFill>
                  <a:srgbClr val="0000FF"/>
                </a:solidFill>
                <a:latin typeface="黑体" pitchFamily="49" charset="-122"/>
                <a:ea typeface="黑体" pitchFamily="49" charset="-122"/>
              </a:rPr>
              <a:t>1.</a:t>
            </a:r>
            <a:r>
              <a:rPr lang="zh-CN" altLang="en-US" sz="4000" dirty="0" smtClean="0">
                <a:solidFill>
                  <a:srgbClr val="0000FF"/>
                </a:solidFill>
                <a:latin typeface="黑体" pitchFamily="49" charset="-122"/>
                <a:ea typeface="黑体" pitchFamily="49" charset="-122"/>
              </a:rPr>
              <a:t>均匀</a:t>
            </a:r>
            <a:r>
              <a:rPr lang="zh-CN" altLang="en-US" sz="4000" dirty="0">
                <a:solidFill>
                  <a:srgbClr val="0000FF"/>
                </a:solidFill>
                <a:latin typeface="黑体" pitchFamily="49" charset="-122"/>
                <a:ea typeface="黑体" pitchFamily="49" charset="-122"/>
              </a:rPr>
              <a:t>电场中通过平面</a:t>
            </a:r>
            <a:r>
              <a:rPr lang="en-US" altLang="zh-CN" sz="4000" dirty="0">
                <a:solidFill>
                  <a:srgbClr val="0000FF"/>
                </a:solidFill>
                <a:latin typeface="黑体" pitchFamily="49" charset="-122"/>
                <a:ea typeface="黑体" pitchFamily="49" charset="-122"/>
              </a:rPr>
              <a:t>S</a:t>
            </a:r>
            <a:r>
              <a:rPr lang="zh-CN" altLang="en-US" sz="4000" dirty="0">
                <a:solidFill>
                  <a:srgbClr val="0000FF"/>
                </a:solidFill>
                <a:latin typeface="黑体" pitchFamily="49" charset="-122"/>
                <a:ea typeface="黑体" pitchFamily="49" charset="-122"/>
              </a:rPr>
              <a:t>的</a:t>
            </a:r>
            <a:r>
              <a:rPr lang="zh-CN" altLang="en-US" sz="4000" dirty="0" smtClean="0">
                <a:solidFill>
                  <a:srgbClr val="0000FF"/>
                </a:solidFill>
                <a:latin typeface="黑体" pitchFamily="49" charset="-122"/>
                <a:ea typeface="黑体" pitchFamily="49" charset="-122"/>
              </a:rPr>
              <a:t>电通量（符号</a:t>
            </a:r>
            <a:r>
              <a:rPr lang="el-GR" altLang="zh-CN" sz="4000" i="1" dirty="0">
                <a:solidFill>
                  <a:srgbClr val="000000"/>
                </a:solidFill>
                <a:latin typeface="Times New Roman" panose="02020603050405020304" pitchFamily="18" charset="0"/>
                <a:cs typeface="Times New Roman" panose="02020603050405020304" pitchFamily="18" charset="0"/>
              </a:rPr>
              <a:t>Φ</a:t>
            </a:r>
            <a:r>
              <a:rPr lang="en-US" altLang="zh-CN" sz="4000" i="1" baseline="-25000" dirty="0" smtClean="0">
                <a:solidFill>
                  <a:srgbClr val="000000"/>
                </a:solidFill>
                <a:latin typeface="Times New Roman" panose="02020603050405020304" pitchFamily="18" charset="0"/>
                <a:cs typeface="Times New Roman" panose="02020603050405020304" pitchFamily="18" charset="0"/>
              </a:rPr>
              <a:t>E</a:t>
            </a:r>
            <a:r>
              <a:rPr lang="zh-CN" altLang="en-US" sz="4000" dirty="0" smtClean="0">
                <a:solidFill>
                  <a:srgbClr val="0000FF"/>
                </a:solidFill>
                <a:latin typeface="黑体" pitchFamily="49" charset="-122"/>
                <a:ea typeface="黑体" pitchFamily="49" charset="-122"/>
              </a:rPr>
              <a:t>）：</a:t>
            </a:r>
            <a:endParaRPr lang="zh-CN" altLang="en-US" sz="4000" dirty="0">
              <a:solidFill>
                <a:srgbClr val="0000FF"/>
              </a:solidFill>
              <a:latin typeface="黑体" pitchFamily="49" charset="-122"/>
              <a:ea typeface="黑体" pitchFamily="49" charset="-122"/>
              <a:sym typeface="Times New Roman"/>
            </a:endParaRPr>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408" y="3544668"/>
            <a:ext cx="4334933" cy="34679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5" name="TextBox 4"/>
              <p:cNvSpPr txBox="1"/>
              <p:nvPr/>
            </p:nvSpPr>
            <p:spPr>
              <a:xfrm>
                <a:off x="10503257" y="3745042"/>
                <a:ext cx="2258096" cy="234730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2" tIns="65022" rIns="65022" bIns="65022" numCol="1" spcCol="54186" rtlCol="0" anchor="t">
                <a:spAutoFit/>
              </a:bodyPr>
              <a:lstStyle/>
              <a:p>
                <a:pPr algn="l" defTabSz="1463017" rtl="0" latinLnBrk="1" hangingPunct="0"/>
                <a14:m>
                  <m:oMath xmlns:m="http://schemas.openxmlformats.org/officeDocument/2006/math">
                    <m:r>
                      <a:rPr lang="zh-CN" altLang="en-US" i="1">
                        <a:solidFill>
                          <a:srgbClr val="000000"/>
                        </a:solidFill>
                        <a:latin typeface="Cambria Math"/>
                      </a:rPr>
                      <m:t>𝜃</m:t>
                    </m:r>
                  </m:oMath>
                </a14:m>
                <a:r>
                  <a:rPr lang="zh-CN" altLang="en-US" dirty="0">
                    <a:solidFill>
                      <a:srgbClr val="000000"/>
                    </a:solidFill>
                  </a:rPr>
                  <a:t>是平面正法线的单位矢量</a:t>
                </a:r>
                <a14:m>
                  <m:oMath xmlns:m="http://schemas.openxmlformats.org/officeDocument/2006/math">
                    <m:sSub>
                      <m:sSubPr>
                        <m:ctrlPr>
                          <a:rPr lang="en-US" altLang="zh-CN" i="1">
                            <a:solidFill>
                              <a:srgbClr val="000000"/>
                            </a:solidFill>
                            <a:latin typeface="Cambria Math" panose="02040503050406030204" pitchFamily="18" charset="0"/>
                          </a:rPr>
                        </m:ctrlPr>
                      </m:sSubPr>
                      <m:e>
                        <m:r>
                          <a:rPr lang="en-US" altLang="zh-CN" i="1">
                            <a:solidFill>
                              <a:srgbClr val="000000"/>
                            </a:solidFill>
                            <a:latin typeface="Cambria Math"/>
                          </a:rPr>
                          <m:t>𝑒</m:t>
                        </m:r>
                      </m:e>
                      <m:sub>
                        <m:r>
                          <a:rPr lang="en-US" altLang="zh-CN" i="1">
                            <a:solidFill>
                              <a:srgbClr val="000000"/>
                            </a:solidFill>
                            <a:latin typeface="Cambria Math"/>
                          </a:rPr>
                          <m:t>𝑛</m:t>
                        </m:r>
                      </m:sub>
                    </m:sSub>
                  </m:oMath>
                </a14:m>
                <a:r>
                  <a:rPr lang="zh-CN" altLang="en-US" dirty="0">
                    <a:solidFill>
                      <a:srgbClr val="000000"/>
                    </a:solidFill>
                  </a:rPr>
                  <a:t>与</a:t>
                </a:r>
                <a:r>
                  <a:rPr lang="en-US" altLang="zh-CN" dirty="0">
                    <a:solidFill>
                      <a:srgbClr val="000000"/>
                    </a:solidFill>
                  </a:rPr>
                  <a:t>E</a:t>
                </a:r>
                <a:r>
                  <a:rPr lang="zh-CN" altLang="en-US" dirty="0">
                    <a:solidFill>
                      <a:srgbClr val="000000"/>
                    </a:solidFill>
                  </a:rPr>
                  <a:t>的夹角</a:t>
                </a:r>
                <a:endParaRPr lang="en-US" altLang="zh-CN" dirty="0">
                  <a:solidFill>
                    <a:srgbClr val="000000"/>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10503257" y="3745042"/>
                <a:ext cx="2258096" cy="2347305"/>
              </a:xfrm>
              <a:prstGeom prst="rect">
                <a:avLst/>
              </a:prstGeom>
              <a:blipFill>
                <a:blip r:embed="rId3"/>
                <a:stretch>
                  <a:fillRect l="-9459" t="-3896" r="-8108" b="-8312"/>
                </a:stretch>
              </a:blipFill>
              <a:ln w="12700" cap="flat">
                <a:noFill/>
                <a:miter lim="400000"/>
              </a:ln>
              <a:effectLst/>
            </p:spPr>
            <p:txBody>
              <a:bodyPr/>
              <a:lstStyle/>
              <a:p>
                <a:r>
                  <a:rPr lang="zh-CN" altLang="en-US">
                    <a:noFill/>
                  </a:rPr>
                  <a:t> </a:t>
                </a:r>
              </a:p>
            </p:txBody>
          </p:sp>
        </mc:Fallback>
      </mc:AlternateContent>
      <p:sp>
        <p:nvSpPr>
          <p:cNvPr id="3" name="TextBox 2"/>
          <p:cNvSpPr txBox="1"/>
          <p:nvPr/>
        </p:nvSpPr>
        <p:spPr>
          <a:xfrm>
            <a:off x="1520747" y="7759959"/>
            <a:ext cx="10454261" cy="133369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25000"/>
              </a:lnSpc>
              <a:spcBef>
                <a:spcPts val="0"/>
              </a:spcBef>
              <a:spcAft>
                <a:spcPts val="0"/>
              </a:spcAft>
              <a:buClrTx/>
              <a:buSzTx/>
              <a:buFontTx/>
              <a:buNone/>
              <a:tabLst/>
            </a:pPr>
            <a:r>
              <a:rPr kumimoji="0" lang="zh-CN" altLang="en-US" sz="3200" b="1" i="0" u="none" strike="noStrike" cap="none" spc="0" normalizeH="0" baseline="0" dirty="0" smtClean="0">
                <a:ln>
                  <a:noFill/>
                </a:ln>
                <a:solidFill>
                  <a:srgbClr val="000000"/>
                </a:solidFill>
                <a:effectLst/>
                <a:uFillTx/>
                <a:latin typeface="+mn-lt"/>
                <a:ea typeface="+mn-ea"/>
                <a:cs typeface="+mn-cs"/>
                <a:sym typeface="Helvetica Light"/>
              </a:rPr>
              <a:t>穿过面积为</a:t>
            </a:r>
            <a:r>
              <a:rPr kumimoji="0" lang="en-US" altLang="zh-CN" sz="3200" b="1" i="0" u="none" strike="noStrike" cap="none" spc="0" normalizeH="0" baseline="0" dirty="0" smtClean="0">
                <a:ln>
                  <a:noFill/>
                </a:ln>
                <a:solidFill>
                  <a:srgbClr val="000000"/>
                </a:solidFill>
                <a:effectLst/>
                <a:uFillTx/>
                <a:latin typeface="+mn-lt"/>
                <a:ea typeface="+mn-ea"/>
                <a:cs typeface="+mn-cs"/>
                <a:sym typeface="Helvetica Light"/>
              </a:rPr>
              <a:t>S</a:t>
            </a:r>
            <a:r>
              <a:rPr kumimoji="0" lang="zh-CN" altLang="en-US" sz="3200" b="1" i="0" u="none" strike="noStrike" cap="none" spc="0" normalizeH="0" baseline="0" dirty="0" smtClean="0">
                <a:ln>
                  <a:noFill/>
                </a:ln>
                <a:solidFill>
                  <a:srgbClr val="000000"/>
                </a:solidFill>
                <a:effectLst/>
                <a:uFillTx/>
                <a:latin typeface="+mn-lt"/>
                <a:ea typeface="+mn-ea"/>
                <a:cs typeface="+mn-cs"/>
                <a:sym typeface="Helvetica Light"/>
              </a:rPr>
              <a:t>的平面的电场线条数与穿过面积为</a:t>
            </a:r>
            <a:r>
              <a:rPr kumimoji="0" lang="en-US" altLang="zh-CN" sz="3200" b="1" i="0" u="none" strike="noStrike" cap="none" spc="0" normalizeH="0" baseline="0" dirty="0" err="1" smtClean="0">
                <a:ln>
                  <a:noFill/>
                </a:ln>
                <a:solidFill>
                  <a:srgbClr val="000000"/>
                </a:solidFill>
                <a:effectLst/>
                <a:uFillTx/>
                <a:latin typeface="+mn-lt"/>
                <a:ea typeface="+mn-ea"/>
                <a:cs typeface="+mn-cs"/>
                <a:sym typeface="Helvetica Light"/>
              </a:rPr>
              <a:t>Scosθ</a:t>
            </a:r>
            <a:r>
              <a:rPr kumimoji="0" lang="zh-CN" altLang="en-US" sz="3200" b="1" i="0" u="none" strike="noStrike" cap="none" spc="0" normalizeH="0" baseline="0" dirty="0" smtClean="0">
                <a:ln>
                  <a:noFill/>
                </a:ln>
                <a:solidFill>
                  <a:srgbClr val="000000"/>
                </a:solidFill>
                <a:effectLst/>
                <a:uFillTx/>
                <a:latin typeface="+mn-lt"/>
                <a:ea typeface="+mn-ea"/>
                <a:cs typeface="+mn-cs"/>
                <a:sym typeface="Helvetica Light"/>
              </a:rPr>
              <a:t>的垂直平面的电场线的条数相等。</a:t>
            </a:r>
            <a:endParaRPr kumimoji="0" lang="zh-CN" altLang="en-US" sz="3200" b="1" i="0" u="none" strike="noStrike" cap="none" spc="0" normalizeH="0" baseline="0" dirty="0">
              <a:ln>
                <a:noFill/>
              </a:ln>
              <a:solidFill>
                <a:srgbClr val="000000"/>
              </a:solidFill>
              <a:effectLst/>
              <a:uFillTx/>
              <a:latin typeface="+mn-lt"/>
              <a:ea typeface="+mn-ea"/>
              <a:cs typeface="+mn-cs"/>
              <a:sym typeface="Helvetica Light"/>
            </a:endParaRPr>
          </a:p>
        </p:txBody>
      </p:sp>
      <p:sp>
        <p:nvSpPr>
          <p:cNvPr id="7" name="文本框 1"/>
          <p:cNvSpPr txBox="1"/>
          <p:nvPr/>
        </p:nvSpPr>
        <p:spPr>
          <a:xfrm>
            <a:off x="2731994" y="2232788"/>
            <a:ext cx="6151121"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rtl="0" latinLnBrk="1" hangingPunct="0"/>
            <a:r>
              <a:rPr kumimoji="0" lang="el-GR" altLang="zh-CN" sz="4000" b="0" i="1" u="none" strike="noStrike" cap="none" spc="0" normalizeH="0" baseline="0" dirty="0" smtClean="0">
                <a:ln>
                  <a:noFill/>
                </a:ln>
                <a:solidFill>
                  <a:srgbClr val="000000"/>
                </a:solidFill>
                <a:effectLst/>
                <a:uFillTx/>
                <a:latin typeface="Times New Roman" panose="02020603050405020304" pitchFamily="18" charset="0"/>
                <a:cs typeface="Times New Roman" panose="02020603050405020304" pitchFamily="18" charset="0"/>
                <a:sym typeface="Helvetica Light"/>
              </a:rPr>
              <a:t>Φ</a:t>
            </a:r>
            <a:r>
              <a:rPr kumimoji="0" lang="en-US" altLang="zh-CN" sz="4000" b="0" i="1" u="none" strike="noStrike" cap="none" spc="0" normalizeH="0" baseline="-25000" dirty="0" smtClean="0">
                <a:ln>
                  <a:noFill/>
                </a:ln>
                <a:solidFill>
                  <a:srgbClr val="000000"/>
                </a:solidFill>
                <a:effectLst/>
                <a:uFillTx/>
                <a:latin typeface="Times New Roman" panose="02020603050405020304" pitchFamily="18" charset="0"/>
                <a:cs typeface="Times New Roman" panose="02020603050405020304" pitchFamily="18" charset="0"/>
                <a:sym typeface="Helvetica Light"/>
              </a:rPr>
              <a:t>E</a:t>
            </a:r>
            <a:r>
              <a:rPr lang="en-US" altLang="zh-CN" sz="4000" dirty="0" smtClean="0">
                <a:solidFill>
                  <a:srgbClr val="000000"/>
                </a:solidFill>
                <a:latin typeface="Times New Roman" panose="02020603050405020304" pitchFamily="18" charset="0"/>
                <a:cs typeface="Times New Roman" panose="02020603050405020304" pitchFamily="18" charset="0"/>
              </a:rPr>
              <a:t>=</a:t>
            </a:r>
            <a:r>
              <a:rPr lang="en-US" altLang="zh-CN" sz="4000" i="1" dirty="0" smtClean="0">
                <a:solidFill>
                  <a:srgbClr val="000000"/>
                </a:solidFill>
                <a:latin typeface="Times New Roman" panose="02020603050405020304" pitchFamily="18" charset="0"/>
                <a:cs typeface="Times New Roman" panose="02020603050405020304" pitchFamily="18" charset="0"/>
              </a:rPr>
              <a:t>E</a:t>
            </a:r>
            <a:r>
              <a:rPr lang="en-US" altLang="zh-CN" sz="400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楷体_GB2312"/>
              </a:rPr>
              <a:t> </a:t>
            </a:r>
            <a:r>
              <a:rPr lang="en-US" altLang="zh-CN" sz="4000" baseline="-250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楷体_GB2312"/>
              </a:rPr>
              <a:t>┴</a:t>
            </a:r>
            <a:r>
              <a:rPr lang="en-US" altLang="zh-CN" sz="4000" dirty="0">
                <a:solidFill>
                  <a:srgbClr val="000000"/>
                </a:solidFill>
                <a:latin typeface="Times New Roman" panose="02020603050405020304" pitchFamily="18" charset="0"/>
                <a:cs typeface="Times New Roman" panose="02020603050405020304" pitchFamily="18" charset="0"/>
              </a:rPr>
              <a:t> </a:t>
            </a:r>
            <a:r>
              <a:rPr lang="en-US" altLang="zh-CN" sz="4000" i="1" dirty="0">
                <a:solidFill>
                  <a:srgbClr val="000000"/>
                </a:solidFill>
                <a:latin typeface="Times New Roman" panose="02020603050405020304" pitchFamily="18" charset="0"/>
                <a:cs typeface="Times New Roman" panose="02020603050405020304" pitchFamily="18" charset="0"/>
              </a:rPr>
              <a:t>S</a:t>
            </a:r>
            <a:r>
              <a:rPr lang="en-US" altLang="zh-CN" sz="4000" baseline="-250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楷体_GB2312"/>
              </a:rPr>
              <a:t> </a:t>
            </a:r>
            <a:r>
              <a:rPr lang="en-US" altLang="zh-CN" sz="4000" dirty="0" smtClean="0">
                <a:solidFill>
                  <a:srgbClr val="000000"/>
                </a:solidFill>
                <a:latin typeface="Times New Roman" panose="02020603050405020304" pitchFamily="18" charset="0"/>
                <a:cs typeface="Times New Roman" panose="02020603050405020304" pitchFamily="18" charset="0"/>
              </a:rPr>
              <a:t>=</a:t>
            </a:r>
            <a:r>
              <a:rPr lang="en-US" altLang="zh-CN" sz="4000" i="1" dirty="0" smtClean="0">
                <a:solidFill>
                  <a:srgbClr val="000000"/>
                </a:solidFill>
                <a:latin typeface="Times New Roman" panose="02020603050405020304" pitchFamily="18" charset="0"/>
                <a:cs typeface="Times New Roman" panose="02020603050405020304" pitchFamily="18" charset="0"/>
              </a:rPr>
              <a:t>E</a:t>
            </a:r>
            <a:r>
              <a:rPr lang="en-US" altLang="zh-CN" sz="4000" i="1" dirty="0">
                <a:solidFill>
                  <a:srgbClr val="000000"/>
                </a:solidFill>
                <a:latin typeface="Times New Roman" panose="02020603050405020304" pitchFamily="18" charset="0"/>
                <a:cs typeface="Times New Roman" panose="02020603050405020304" pitchFamily="18" charset="0"/>
              </a:rPr>
              <a:t> S</a:t>
            </a:r>
            <a:r>
              <a:rPr lang="en-US" altLang="zh-CN" sz="4000" baseline="-25000" dirty="0" smtClean="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楷体_GB2312"/>
              </a:rPr>
              <a:t> </a:t>
            </a:r>
            <a:r>
              <a:rPr lang="en-US" altLang="zh-CN" sz="4000" baseline="-250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sym typeface="楷体_GB2312"/>
              </a:rPr>
              <a:t>┴ </a:t>
            </a:r>
            <a:r>
              <a:rPr lang="en-US" altLang="zh-CN" sz="4000" dirty="0" smtClean="0">
                <a:solidFill>
                  <a:srgbClr val="000000"/>
                </a:solidFill>
                <a:latin typeface="Times New Roman" panose="02020603050405020304" pitchFamily="18" charset="0"/>
                <a:cs typeface="Times New Roman" panose="02020603050405020304" pitchFamily="18" charset="0"/>
              </a:rPr>
              <a:t>=</a:t>
            </a:r>
            <a:r>
              <a:rPr lang="en-US" altLang="zh-CN" sz="4000" i="1" dirty="0" smtClean="0">
                <a:solidFill>
                  <a:srgbClr val="000000"/>
                </a:solidFill>
                <a:latin typeface="Times New Roman" panose="02020603050405020304" pitchFamily="18" charset="0"/>
                <a:cs typeface="Times New Roman" panose="02020603050405020304" pitchFamily="18" charset="0"/>
              </a:rPr>
              <a:t>E</a:t>
            </a:r>
            <a:r>
              <a:rPr lang="en-US" altLang="zh-CN" sz="4000" i="1" dirty="0">
                <a:solidFill>
                  <a:srgbClr val="000000"/>
                </a:solidFill>
                <a:latin typeface="Times New Roman" panose="02020603050405020304" pitchFamily="18" charset="0"/>
                <a:cs typeface="Times New Roman" panose="02020603050405020304" pitchFamily="18" charset="0"/>
              </a:rPr>
              <a:t> S</a:t>
            </a:r>
            <a:r>
              <a:rPr lang="en-US" altLang="zh-CN" sz="4000" dirty="0">
                <a:solidFill>
                  <a:srgbClr val="000000"/>
                </a:solidFill>
                <a:latin typeface="Times New Roman" panose="02020603050405020304" pitchFamily="18" charset="0"/>
                <a:cs typeface="Times New Roman" panose="02020603050405020304" pitchFamily="18" charset="0"/>
              </a:rPr>
              <a:t> </a:t>
            </a:r>
            <a:r>
              <a:rPr lang="en-US" altLang="zh-CN" sz="4000" dirty="0" smtClean="0">
                <a:solidFill>
                  <a:srgbClr val="000000"/>
                </a:solidFill>
                <a:latin typeface="Times New Roman" panose="02020603050405020304" pitchFamily="18" charset="0"/>
                <a:cs typeface="Times New Roman" panose="02020603050405020304" pitchFamily="18" charset="0"/>
              </a:rPr>
              <a:t>cos</a:t>
            </a:r>
            <a:r>
              <a:rPr lang="el-GR" altLang="zh-CN" sz="4000" i="1" dirty="0" smtClean="0">
                <a:solidFill>
                  <a:srgbClr val="000000"/>
                </a:solidFill>
                <a:latin typeface="Times New Roman" panose="02020603050405020304" pitchFamily="18" charset="0"/>
                <a:cs typeface="Times New Roman" panose="02020603050405020304" pitchFamily="18" charset="0"/>
              </a:rPr>
              <a:t>θ</a:t>
            </a:r>
            <a:endParaRPr kumimoji="0" lang="zh-CN" altLang="en-US" sz="4000" b="0" i="1" u="none" strike="noStrike" cap="none" spc="0" normalizeH="0" baseline="-25000" dirty="0">
              <a:ln>
                <a:noFill/>
              </a:ln>
              <a:solidFill>
                <a:srgbClr val="000000"/>
              </a:solidFill>
              <a:effectLst/>
              <a:uFillTx/>
              <a:sym typeface="Helvetica Light"/>
            </a:endParaRPr>
          </a:p>
        </p:txBody>
      </p:sp>
      <p:grpSp>
        <p:nvGrpSpPr>
          <p:cNvPr id="8" name="Group 201"/>
          <p:cNvGrpSpPr/>
          <p:nvPr/>
        </p:nvGrpSpPr>
        <p:grpSpPr>
          <a:xfrm>
            <a:off x="4949113" y="3439607"/>
            <a:ext cx="5086776" cy="3400216"/>
            <a:chOff x="-1" y="0"/>
            <a:chExt cx="5086775" cy="3400214"/>
          </a:xfrm>
        </p:grpSpPr>
        <p:sp>
          <p:nvSpPr>
            <p:cNvPr id="9" name="Shape 169"/>
            <p:cNvSpPr/>
            <p:nvPr/>
          </p:nvSpPr>
          <p:spPr>
            <a:xfrm>
              <a:off x="1239519" y="0"/>
              <a:ext cx="2709335" cy="61087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square" lIns="65023" tIns="65023" rIns="65023" bIns="65023" numCol="1" anchor="t">
              <a:spAutoFit/>
            </a:bodyPr>
            <a:lstStyle>
              <a:lvl1pPr algn="l" defTabSz="762000">
                <a:spcBef>
                  <a:spcPts val="1600"/>
                </a:spcBef>
                <a:defRPr sz="3800" b="1">
                  <a:solidFill>
                    <a:srgbClr val="FF0000"/>
                  </a:solidFill>
                  <a:latin typeface="楷体_GB2312"/>
                  <a:ea typeface="楷体_GB2312"/>
                  <a:cs typeface="楷体_GB2312"/>
                  <a:sym typeface="楷体_GB2312"/>
                </a:defRPr>
              </a:lvl1pPr>
            </a:lstStyle>
            <a:p>
              <a:pPr lvl="0">
                <a:defRPr sz="1800" b="0">
                  <a:solidFill>
                    <a:srgbClr val="000000"/>
                  </a:solidFill>
                </a:defRPr>
              </a:pPr>
              <a:r>
                <a:rPr sz="3800" b="1" dirty="0" err="1">
                  <a:solidFill>
                    <a:srgbClr val="FF0000"/>
                  </a:solidFill>
                </a:rPr>
                <a:t>匀强电场</a:t>
              </a:r>
              <a:endParaRPr sz="3800" b="1" dirty="0">
                <a:solidFill>
                  <a:srgbClr val="FF0000"/>
                </a:solidFill>
              </a:endParaRPr>
            </a:p>
          </p:txBody>
        </p:sp>
        <p:sp>
          <p:nvSpPr>
            <p:cNvPr id="10" name="Shape 170"/>
            <p:cNvSpPr/>
            <p:nvPr/>
          </p:nvSpPr>
          <p:spPr>
            <a:xfrm flipH="1">
              <a:off x="3321191" y="2698044"/>
              <a:ext cx="216747" cy="1"/>
            </a:xfrm>
            <a:prstGeom prst="line">
              <a:avLst/>
            </a:prstGeom>
            <a:noFill/>
            <a:ln w="25400" cap="flat">
              <a:solidFill>
                <a:srgbClr val="FF66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pic>
          <p:nvPicPr>
            <p:cNvPr id="11" name="image.pdf"/>
            <p:cNvPicPr/>
            <p:nvPr/>
          </p:nvPicPr>
          <p:blipFill>
            <a:blip r:embed="rId4" cstate="print">
              <a:extLst/>
            </a:blip>
            <a:stretch>
              <a:fillRect/>
            </a:stretch>
          </p:blipFill>
          <p:spPr>
            <a:xfrm>
              <a:off x="1941688" y="1724942"/>
              <a:ext cx="512517" cy="650241"/>
            </a:xfrm>
            <a:prstGeom prst="rect">
              <a:avLst/>
            </a:prstGeom>
            <a:ln w="12700" cap="flat">
              <a:noFill/>
              <a:miter lim="400000"/>
            </a:ln>
            <a:effectLst/>
          </p:spPr>
        </p:pic>
        <p:sp>
          <p:nvSpPr>
            <p:cNvPr id="12" name="Shape 172"/>
            <p:cNvSpPr/>
            <p:nvPr/>
          </p:nvSpPr>
          <p:spPr>
            <a:xfrm rot="2762318">
              <a:off x="1606408" y="1714782"/>
              <a:ext cx="1991361" cy="1379503"/>
            </a:xfrm>
            <a:custGeom>
              <a:avLst/>
              <a:gdLst/>
              <a:ahLst/>
              <a:cxnLst>
                <a:cxn ang="0">
                  <a:pos x="wd2" y="hd2"/>
                </a:cxn>
                <a:cxn ang="5400000">
                  <a:pos x="wd2" y="hd2"/>
                </a:cxn>
                <a:cxn ang="10800000">
                  <a:pos x="wd2" y="hd2"/>
                </a:cxn>
                <a:cxn ang="16200000">
                  <a:pos x="wd2" y="hd2"/>
                </a:cxn>
              </a:cxnLst>
              <a:rect l="0" t="0" r="r" b="b"/>
              <a:pathLst>
                <a:path w="21600" h="21600" extrusionOk="0">
                  <a:moveTo>
                    <a:pt x="5464" y="0"/>
                  </a:moveTo>
                  <a:lnTo>
                    <a:pt x="0" y="21600"/>
                  </a:lnTo>
                  <a:lnTo>
                    <a:pt x="16136" y="21600"/>
                  </a:lnTo>
                  <a:lnTo>
                    <a:pt x="21600" y="0"/>
                  </a:lnTo>
                  <a:close/>
                </a:path>
              </a:pathLst>
            </a:custGeom>
            <a:gradFill flip="none" rotWithShape="1">
              <a:gsLst>
                <a:gs pos="0">
                  <a:srgbClr val="FFFFFF"/>
                </a:gs>
                <a:gs pos="100000">
                  <a:srgbClr val="B1D8FF"/>
                </a:gs>
              </a:gsLst>
              <a:path path="circle">
                <a:fillToRect l="37721" t="-19636" r="62278" b="119636"/>
              </a:path>
            </a:gradFill>
            <a:ln w="25400" cap="flat">
              <a:solidFill>
                <a:srgbClr val="000000"/>
              </a:solidFill>
              <a:prstDash val="solid"/>
              <a:round/>
            </a:ln>
            <a:effectLst/>
          </p:spPr>
          <p:txBody>
            <a:bodyPr wrap="square" lIns="65023" tIns="65023" rIns="65023" bIns="65023" numCol="1" anchor="ctr">
              <a:noAutofit/>
            </a:bodyPr>
            <a:lstStyle/>
            <a:p>
              <a:pPr lvl="0" defTabSz="914400">
                <a:defRPr sz="3400">
                  <a:latin typeface="楷体_GB2312"/>
                  <a:ea typeface="楷体_GB2312"/>
                  <a:cs typeface="楷体_GB2312"/>
                  <a:sym typeface="楷体_GB2312"/>
                </a:defRPr>
              </a:pPr>
              <a:endParaRPr/>
            </a:p>
          </p:txBody>
        </p:sp>
        <p:sp>
          <p:nvSpPr>
            <p:cNvPr id="13" name="Shape 173"/>
            <p:cNvSpPr/>
            <p:nvPr/>
          </p:nvSpPr>
          <p:spPr>
            <a:xfrm>
              <a:off x="3142826" y="2535033"/>
              <a:ext cx="1733975"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4" name="Shape 174"/>
            <p:cNvSpPr/>
            <p:nvPr/>
          </p:nvSpPr>
          <p:spPr>
            <a:xfrm>
              <a:off x="2817706" y="2690819"/>
              <a:ext cx="1842348"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5" name="Shape 175"/>
            <p:cNvSpPr/>
            <p:nvPr/>
          </p:nvSpPr>
          <p:spPr>
            <a:xfrm>
              <a:off x="2336800" y="2860153"/>
              <a:ext cx="195072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6" name="Shape 176"/>
            <p:cNvSpPr/>
            <p:nvPr/>
          </p:nvSpPr>
          <p:spPr>
            <a:xfrm flipH="1">
              <a:off x="2935111" y="2047804"/>
              <a:ext cx="216747" cy="1"/>
            </a:xfrm>
            <a:prstGeom prst="line">
              <a:avLst/>
            </a:prstGeom>
            <a:noFill/>
            <a:ln w="25400" cap="flat">
              <a:solidFill>
                <a:srgbClr val="FF66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7" name="Shape 177"/>
            <p:cNvSpPr/>
            <p:nvPr/>
          </p:nvSpPr>
          <p:spPr>
            <a:xfrm>
              <a:off x="2756746" y="1884793"/>
              <a:ext cx="1733975"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8" name="Shape 178"/>
            <p:cNvSpPr/>
            <p:nvPr/>
          </p:nvSpPr>
          <p:spPr>
            <a:xfrm>
              <a:off x="589279" y="2684046"/>
              <a:ext cx="1300482" cy="1"/>
            </a:xfrm>
            <a:prstGeom prst="line">
              <a:avLst/>
            </a:prstGeom>
            <a:noFill/>
            <a:ln w="254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19" name="Shape 179"/>
            <p:cNvSpPr/>
            <p:nvPr/>
          </p:nvSpPr>
          <p:spPr>
            <a:xfrm flipV="1">
              <a:off x="-1" y="2851573"/>
              <a:ext cx="2059095" cy="6774"/>
            </a:xfrm>
            <a:prstGeom prst="line">
              <a:avLst/>
            </a:prstGeom>
            <a:noFill/>
            <a:ln w="254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20" name="Shape 180"/>
            <p:cNvSpPr/>
            <p:nvPr/>
          </p:nvSpPr>
          <p:spPr>
            <a:xfrm>
              <a:off x="914400" y="2528259"/>
              <a:ext cx="866987" cy="1"/>
            </a:xfrm>
            <a:prstGeom prst="line">
              <a:avLst/>
            </a:prstGeom>
            <a:noFill/>
            <a:ln w="254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21" name="Shape 181"/>
            <p:cNvSpPr/>
            <p:nvPr/>
          </p:nvSpPr>
          <p:spPr>
            <a:xfrm>
              <a:off x="433493" y="2040579"/>
              <a:ext cx="1300481" cy="1"/>
            </a:xfrm>
            <a:prstGeom prst="line">
              <a:avLst/>
            </a:prstGeom>
            <a:noFill/>
            <a:ln w="254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22" name="Shape 182"/>
            <p:cNvSpPr/>
            <p:nvPr/>
          </p:nvSpPr>
          <p:spPr>
            <a:xfrm>
              <a:off x="20319" y="2209912"/>
              <a:ext cx="1456268" cy="1"/>
            </a:xfrm>
            <a:prstGeom prst="line">
              <a:avLst/>
            </a:prstGeom>
            <a:noFill/>
            <a:ln w="254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23" name="Shape 183"/>
            <p:cNvSpPr/>
            <p:nvPr/>
          </p:nvSpPr>
          <p:spPr>
            <a:xfrm>
              <a:off x="697653" y="1884793"/>
              <a:ext cx="1408854" cy="1"/>
            </a:xfrm>
            <a:prstGeom prst="line">
              <a:avLst/>
            </a:prstGeom>
            <a:noFill/>
            <a:ln w="254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grpSp>
          <p:nvGrpSpPr>
            <p:cNvPr id="24" name="Group 187"/>
            <p:cNvGrpSpPr/>
            <p:nvPr/>
          </p:nvGrpSpPr>
          <p:grpSpPr>
            <a:xfrm>
              <a:off x="1016553" y="1539470"/>
              <a:ext cx="2179907" cy="1711730"/>
              <a:chOff x="0" y="0"/>
              <a:chExt cx="2179906" cy="1711728"/>
            </a:xfrm>
          </p:grpSpPr>
          <p:sp>
            <p:nvSpPr>
              <p:cNvPr id="36" name="Shape 184"/>
              <p:cNvSpPr/>
              <p:nvPr/>
            </p:nvSpPr>
            <p:spPr>
              <a:xfrm rot="9313545">
                <a:off x="114593" y="363835"/>
                <a:ext cx="1950721" cy="975361"/>
              </a:xfrm>
              <a:custGeom>
                <a:avLst/>
                <a:gdLst/>
                <a:ahLst/>
                <a:cxnLst>
                  <a:cxn ang="0">
                    <a:pos x="wd2" y="hd2"/>
                  </a:cxn>
                  <a:cxn ang="5400000">
                    <a:pos x="wd2" y="hd2"/>
                  </a:cxn>
                  <a:cxn ang="10800000">
                    <a:pos x="wd2" y="hd2"/>
                  </a:cxn>
                  <a:cxn ang="16200000">
                    <a:pos x="wd2" y="hd2"/>
                  </a:cxn>
                </a:cxnLst>
                <a:rect l="0" t="0" r="r" b="b"/>
                <a:pathLst>
                  <a:path w="21600" h="21600" extrusionOk="0">
                    <a:moveTo>
                      <a:pt x="5111" y="0"/>
                    </a:moveTo>
                    <a:lnTo>
                      <a:pt x="0" y="21600"/>
                    </a:lnTo>
                    <a:lnTo>
                      <a:pt x="16489" y="21600"/>
                    </a:lnTo>
                    <a:lnTo>
                      <a:pt x="21600" y="0"/>
                    </a:lnTo>
                    <a:close/>
                  </a:path>
                </a:pathLst>
              </a:custGeom>
              <a:solidFill>
                <a:srgbClr val="00CC99">
                  <a:alpha val="50195"/>
                </a:srgbClr>
              </a:solidFill>
              <a:ln w="12700" cap="flat">
                <a:solidFill>
                  <a:srgbClr val="000000"/>
                </a:solidFill>
                <a:prstDash val="dash"/>
                <a:round/>
              </a:ln>
              <a:effectLst/>
            </p:spPr>
            <p:txBody>
              <a:bodyPr wrap="square" lIns="65023" tIns="65023" rIns="65023" bIns="65023" numCol="1" anchor="ctr">
                <a:noAutofit/>
              </a:bodyPr>
              <a:lstStyle/>
              <a:p>
                <a:pPr lvl="0" defTabSz="914400">
                  <a:defRPr sz="3400">
                    <a:latin typeface="楷体_GB2312"/>
                    <a:ea typeface="楷体_GB2312"/>
                    <a:cs typeface="楷体_GB2312"/>
                    <a:sym typeface="楷体_GB2312"/>
                  </a:defRPr>
                </a:pPr>
                <a:endParaRPr/>
              </a:p>
            </p:txBody>
          </p:sp>
          <p:sp>
            <p:nvSpPr>
              <p:cNvPr id="37" name="Shape 185"/>
              <p:cNvSpPr/>
              <p:nvPr/>
            </p:nvSpPr>
            <p:spPr>
              <a:xfrm>
                <a:off x="399072" y="1711728"/>
                <a:ext cx="975361" cy="1"/>
              </a:xfrm>
              <a:prstGeom prst="line">
                <a:avLst/>
              </a:prstGeom>
              <a:noFill/>
              <a:ln w="12700" cap="flat">
                <a:solidFill>
                  <a:srgbClr val="000000"/>
                </a:solidFill>
                <a:prstDash val="dash"/>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38" name="Shape 186"/>
              <p:cNvSpPr/>
              <p:nvPr/>
            </p:nvSpPr>
            <p:spPr>
              <a:xfrm rot="10800000" flipH="1">
                <a:off x="439702" y="869577"/>
                <a:ext cx="216758" cy="216748"/>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11929" y="0"/>
                      <a:pt x="21600" y="9670"/>
                      <a:pt x="21600" y="21600"/>
                    </a:cubicBezTo>
                  </a:path>
                </a:pathLst>
              </a:custGeom>
              <a:noFill/>
              <a:ln w="38100" cap="flat">
                <a:solidFill>
                  <a:srgbClr val="000000"/>
                </a:solidFill>
                <a:prstDash val="solid"/>
                <a:round/>
              </a:ln>
              <a:effectLst/>
            </p:spPr>
            <p:txBody>
              <a:bodyPr wrap="square" lIns="65023" tIns="65023" rIns="65023" bIns="65023" numCol="1" anchor="ctr">
                <a:noAutofit/>
              </a:bodyPr>
              <a:lstStyle/>
              <a:p>
                <a:pPr lvl="0" algn="l" defTabSz="914400">
                  <a:defRPr sz="3400">
                    <a:latin typeface="Times New Roman"/>
                    <a:ea typeface="Times New Roman"/>
                    <a:cs typeface="Times New Roman"/>
                    <a:sym typeface="Times New Roman"/>
                  </a:defRPr>
                </a:pPr>
                <a:endParaRPr/>
              </a:p>
            </p:txBody>
          </p:sp>
        </p:grpSp>
        <p:pic>
          <p:nvPicPr>
            <p:cNvPr id="25" name="image.pdf"/>
            <p:cNvPicPr/>
            <p:nvPr/>
          </p:nvPicPr>
          <p:blipFill>
            <a:blip r:embed="rId5" cstate="print">
              <a:extLst/>
            </a:blip>
            <a:stretch>
              <a:fillRect/>
            </a:stretch>
          </p:blipFill>
          <p:spPr>
            <a:xfrm>
              <a:off x="4551679" y="1882986"/>
              <a:ext cx="535095" cy="598312"/>
            </a:xfrm>
            <a:prstGeom prst="rect">
              <a:avLst/>
            </a:prstGeom>
            <a:ln w="12700" cap="flat">
              <a:noFill/>
              <a:miter lim="400000"/>
            </a:ln>
            <a:effectLst/>
          </p:spPr>
        </p:pic>
        <p:pic>
          <p:nvPicPr>
            <p:cNvPr id="26" name="image.pdf"/>
            <p:cNvPicPr/>
            <p:nvPr/>
          </p:nvPicPr>
          <p:blipFill>
            <a:blip r:embed="rId6" cstate="print">
              <a:extLst/>
            </a:blip>
            <a:stretch>
              <a:fillRect/>
            </a:stretch>
          </p:blipFill>
          <p:spPr>
            <a:xfrm>
              <a:off x="1722684" y="1016000"/>
              <a:ext cx="494454" cy="575734"/>
            </a:xfrm>
            <a:prstGeom prst="rect">
              <a:avLst/>
            </a:prstGeom>
            <a:ln w="12700" cap="flat">
              <a:noFill/>
              <a:miter lim="400000"/>
            </a:ln>
            <a:effectLst/>
          </p:spPr>
        </p:pic>
        <p:sp>
          <p:nvSpPr>
            <p:cNvPr id="27" name="Shape 190"/>
            <p:cNvSpPr/>
            <p:nvPr/>
          </p:nvSpPr>
          <p:spPr>
            <a:xfrm>
              <a:off x="3251190" y="1537546"/>
              <a:ext cx="207726" cy="51007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cubicBezTo>
                    <a:pt x="9998" y="0"/>
                    <a:pt x="18796" y="8798"/>
                    <a:pt x="21600" y="21600"/>
                  </a:cubicBezTo>
                </a:path>
              </a:pathLst>
            </a:custGeom>
            <a:noFill/>
            <a:ln w="38100" cap="flat">
              <a:solidFill>
                <a:srgbClr val="000000"/>
              </a:solidFill>
              <a:prstDash val="solid"/>
              <a:round/>
            </a:ln>
            <a:effectLst/>
          </p:spPr>
          <p:txBody>
            <a:bodyPr wrap="square" lIns="65023" tIns="65023" rIns="65023" bIns="65023" numCol="1" anchor="ctr">
              <a:noAutofit/>
            </a:bodyPr>
            <a:lstStyle/>
            <a:p>
              <a:pPr lvl="0" algn="l" defTabSz="914400">
                <a:defRPr sz="3400">
                  <a:latin typeface="Times New Roman"/>
                  <a:ea typeface="Times New Roman"/>
                  <a:cs typeface="Times New Roman"/>
                  <a:sym typeface="Times New Roman"/>
                </a:defRPr>
              </a:pPr>
              <a:endParaRPr/>
            </a:p>
          </p:txBody>
        </p:sp>
        <p:grpSp>
          <p:nvGrpSpPr>
            <p:cNvPr id="28" name="Group 193"/>
            <p:cNvGrpSpPr/>
            <p:nvPr/>
          </p:nvGrpSpPr>
          <p:grpSpPr>
            <a:xfrm>
              <a:off x="2926079" y="1557866"/>
              <a:ext cx="379308" cy="607343"/>
              <a:chOff x="0" y="0"/>
              <a:chExt cx="379306" cy="607342"/>
            </a:xfrm>
          </p:grpSpPr>
          <p:sp>
            <p:nvSpPr>
              <p:cNvPr id="34" name="Shape 191"/>
              <p:cNvSpPr/>
              <p:nvPr/>
            </p:nvSpPr>
            <p:spPr>
              <a:xfrm>
                <a:off x="0" y="0"/>
                <a:ext cx="379307" cy="607343"/>
              </a:xfrm>
              <a:prstGeom prst="rect">
                <a:avLst/>
              </a:prstGeom>
              <a:solidFill>
                <a:srgbClr val="FFFFFF">
                  <a:alpha val="50195"/>
                </a:srgbClr>
              </a:solidFill>
              <a:ln w="12700" cap="flat">
                <a:noFill/>
                <a:miter lim="400000"/>
              </a:ln>
              <a:effectLst/>
            </p:spPr>
            <p:txBody>
              <a:bodyPr wrap="square" lIns="65023" tIns="65023" rIns="65023" bIns="65023" numCol="1" anchor="ctr">
                <a:noAutofit/>
              </a:bodyPr>
              <a:lstStyle/>
              <a:p>
                <a:pPr lvl="0" algn="l" defTabSz="914400">
                  <a:defRPr sz="3400">
                    <a:latin typeface="Times New Roman"/>
                    <a:ea typeface="Times New Roman"/>
                    <a:cs typeface="Times New Roman"/>
                    <a:sym typeface="Times New Roman"/>
                  </a:defRPr>
                </a:pPr>
                <a:endParaRPr/>
              </a:p>
            </p:txBody>
          </p:sp>
          <p:pic>
            <p:nvPicPr>
              <p:cNvPr id="35" name="image.pdf"/>
              <p:cNvPicPr/>
              <p:nvPr/>
            </p:nvPicPr>
            <p:blipFill>
              <a:blip r:embed="rId7" cstate="print">
                <a:alphaModFix amt="50195"/>
                <a:extLst/>
              </a:blip>
              <a:stretch>
                <a:fillRect/>
              </a:stretch>
            </p:blipFill>
            <p:spPr>
              <a:xfrm>
                <a:off x="0" y="0"/>
                <a:ext cx="379307" cy="607343"/>
              </a:xfrm>
              <a:prstGeom prst="rect">
                <a:avLst/>
              </a:prstGeom>
              <a:ln w="12700" cap="flat">
                <a:noFill/>
                <a:miter lim="400000"/>
              </a:ln>
              <a:effectLst/>
            </p:spPr>
          </p:pic>
        </p:grpSp>
        <p:sp>
          <p:nvSpPr>
            <p:cNvPr id="29" name="Shape 194"/>
            <p:cNvSpPr/>
            <p:nvPr/>
          </p:nvSpPr>
          <p:spPr>
            <a:xfrm flipV="1">
              <a:off x="2411306" y="1232746"/>
              <a:ext cx="1381761" cy="781192"/>
            </a:xfrm>
            <a:prstGeom prst="line">
              <a:avLst/>
            </a:prstGeom>
            <a:noFill/>
            <a:ln w="38100" cap="flat">
              <a:solidFill>
                <a:srgbClr val="3333CC"/>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30" name="Shape 195"/>
            <p:cNvSpPr/>
            <p:nvPr/>
          </p:nvSpPr>
          <p:spPr>
            <a:xfrm>
              <a:off x="2431626" y="2040579"/>
              <a:ext cx="1842348"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31" name="Shape 196"/>
            <p:cNvSpPr/>
            <p:nvPr/>
          </p:nvSpPr>
          <p:spPr>
            <a:xfrm>
              <a:off x="1950720" y="2209912"/>
              <a:ext cx="1950721" cy="1"/>
            </a:xfrm>
            <a:prstGeom prst="line">
              <a:avLst/>
            </a:prstGeom>
            <a:noFill/>
            <a:ln w="25400" cap="flat">
              <a:solidFill>
                <a:srgbClr val="FF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pic>
          <p:nvPicPr>
            <p:cNvPr id="32" name="image.pdf"/>
            <p:cNvPicPr/>
            <p:nvPr/>
          </p:nvPicPr>
          <p:blipFill>
            <a:blip r:embed="rId8" cstate="print">
              <a:extLst/>
            </a:blip>
            <a:stretch>
              <a:fillRect/>
            </a:stretch>
          </p:blipFill>
          <p:spPr>
            <a:xfrm>
              <a:off x="1503680" y="2576124"/>
              <a:ext cx="406401" cy="510259"/>
            </a:xfrm>
            <a:prstGeom prst="rect">
              <a:avLst/>
            </a:prstGeom>
            <a:ln w="12700" cap="flat">
              <a:noFill/>
              <a:miter lim="400000"/>
            </a:ln>
            <a:effectLst/>
          </p:spPr>
        </p:pic>
        <p:pic>
          <p:nvPicPr>
            <p:cNvPr id="33" name="image.pdf"/>
            <p:cNvPicPr/>
            <p:nvPr/>
          </p:nvPicPr>
          <p:blipFill>
            <a:blip r:embed="rId9" cstate="print">
              <a:extLst/>
            </a:blip>
            <a:stretch>
              <a:fillRect/>
            </a:stretch>
          </p:blipFill>
          <p:spPr>
            <a:xfrm>
              <a:off x="3759200" y="740551"/>
              <a:ext cx="745067" cy="1119858"/>
            </a:xfrm>
            <a:prstGeom prst="rect">
              <a:avLst/>
            </a:prstGeom>
            <a:ln w="12700" cap="flat">
              <a:noFill/>
              <a:miter lim="400000"/>
            </a:ln>
            <a:effectLst/>
          </p:spPr>
        </p:pic>
      </p:grpSp>
    </p:spTree>
    <p:extLst>
      <p:ext uri="{BB962C8B-B14F-4D97-AF65-F5344CB8AC3E}">
        <p14:creationId xmlns:p14="http://schemas.microsoft.com/office/powerpoint/2010/main" val="22084569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29792" y="624069"/>
            <a:ext cx="3456384"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smtClean="0">
                <a:ln>
                  <a:noFill/>
                </a:ln>
                <a:solidFill>
                  <a:srgbClr val="0000FF"/>
                </a:solidFill>
                <a:effectLst/>
                <a:uFillTx/>
                <a:latin typeface="+mn-lt"/>
                <a:ea typeface="+mn-ea"/>
                <a:cs typeface="+mn-cs"/>
                <a:sym typeface="Helvetica Light"/>
              </a:rPr>
              <a:t>单项选择题</a:t>
            </a:r>
            <a:r>
              <a:rPr kumimoji="0" lang="en-US" altLang="zh-CN" sz="3600" b="1" i="0" u="none" strike="noStrike" cap="none" spc="0" normalizeH="0" baseline="0" smtClean="0">
                <a:ln>
                  <a:noFill/>
                </a:ln>
                <a:solidFill>
                  <a:srgbClr val="0000FF"/>
                </a:solidFill>
                <a:effectLst/>
                <a:uFillTx/>
                <a:latin typeface="+mn-lt"/>
                <a:ea typeface="+mn-ea"/>
                <a:cs typeface="+mn-cs"/>
                <a:sym typeface="Helvetica Light"/>
              </a:rPr>
              <a:t>:</a:t>
            </a:r>
            <a:endParaRPr kumimoji="0" lang="zh-CN" altLang="en-US" sz="3600" b="1" i="0" u="none" strike="noStrike" cap="none" spc="0" normalizeH="0" baseline="0">
              <a:ln>
                <a:noFill/>
              </a:ln>
              <a:solidFill>
                <a:srgbClr val="0000FF"/>
              </a:solidFill>
              <a:effectLst/>
              <a:uFillTx/>
              <a:latin typeface="+mn-lt"/>
              <a:ea typeface="+mn-ea"/>
              <a:cs typeface="+mn-cs"/>
              <a:sym typeface="Helvetica Light"/>
            </a:endParaRPr>
          </a:p>
        </p:txBody>
      </p:sp>
      <p:sp>
        <p:nvSpPr>
          <p:cNvPr id="4" name="TextBox 3"/>
          <p:cNvSpPr txBox="1"/>
          <p:nvPr/>
        </p:nvSpPr>
        <p:spPr>
          <a:xfrm>
            <a:off x="1029792" y="1511913"/>
            <a:ext cx="11371558" cy="564257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25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sym typeface="Helvetica Light"/>
              </a:rPr>
              <a:t>如图所示</a:t>
            </a:r>
            <a:r>
              <a:rPr kumimoji="0" lang="en-US" altLang="zh-CN" sz="3600" b="1" i="0" u="none" strike="noStrike" cap="none" spc="0" normalizeH="0" baseline="0" dirty="0" smtClean="0">
                <a:ln>
                  <a:noFill/>
                </a:ln>
                <a:solidFill>
                  <a:srgbClr val="000000"/>
                </a:solidFill>
                <a:effectLst/>
                <a:uFillTx/>
                <a:sym typeface="Helvetica Light"/>
              </a:rPr>
              <a:t>,A</a:t>
            </a:r>
            <a:r>
              <a:rPr kumimoji="0" lang="zh-CN" altLang="en-US" sz="3600" b="1" i="0" u="none" strike="noStrike" cap="none" spc="0" normalizeH="0" baseline="0" dirty="0" smtClean="0">
                <a:ln>
                  <a:noFill/>
                </a:ln>
                <a:solidFill>
                  <a:srgbClr val="000000"/>
                </a:solidFill>
                <a:effectLst/>
                <a:uFillTx/>
                <a:sym typeface="Helvetica Light"/>
              </a:rPr>
              <a:t>和</a:t>
            </a:r>
            <a:r>
              <a:rPr kumimoji="0" lang="en-US" altLang="zh-CN" sz="3600" b="1" i="0" u="none" strike="noStrike" cap="none" spc="0" normalizeH="0" baseline="0" dirty="0" smtClean="0">
                <a:ln>
                  <a:noFill/>
                </a:ln>
                <a:solidFill>
                  <a:srgbClr val="000000"/>
                </a:solidFill>
                <a:effectLst/>
                <a:uFillTx/>
                <a:sym typeface="Helvetica Light"/>
              </a:rPr>
              <a:t>B</a:t>
            </a:r>
            <a:r>
              <a:rPr kumimoji="0" lang="zh-CN" altLang="en-US" sz="3600" b="1" i="0" u="none" strike="noStrike" cap="none" spc="0" normalizeH="0" baseline="0" dirty="0" smtClean="0">
                <a:ln>
                  <a:noFill/>
                </a:ln>
                <a:solidFill>
                  <a:srgbClr val="000000"/>
                </a:solidFill>
                <a:effectLst/>
                <a:uFillTx/>
                <a:sym typeface="Helvetica Light"/>
              </a:rPr>
              <a:t>是放在电场中的两个相同平面，电场线</a:t>
            </a:r>
            <a:r>
              <a:rPr kumimoji="0" lang="zh-CN" altLang="en-US" sz="3600" b="1" i="0" u="none" strike="noStrike" cap="none" spc="0" normalizeH="0" baseline="0" dirty="0" smtClean="0">
                <a:ln>
                  <a:noFill/>
                </a:ln>
                <a:solidFill>
                  <a:srgbClr val="FF0000"/>
                </a:solidFill>
                <a:effectLst/>
                <a:uFillTx/>
                <a:sym typeface="Helvetica Light"/>
              </a:rPr>
              <a:t>垂直通过</a:t>
            </a:r>
            <a:r>
              <a:rPr kumimoji="0" lang="zh-CN" altLang="en-US" sz="3600" b="1" i="0" u="none" strike="noStrike" cap="none" spc="0" normalizeH="0" baseline="0" dirty="0" smtClean="0">
                <a:ln>
                  <a:noFill/>
                </a:ln>
                <a:solidFill>
                  <a:schemeClr val="tx1"/>
                </a:solidFill>
                <a:effectLst/>
                <a:uFillTx/>
                <a:sym typeface="Helvetica Light"/>
              </a:rPr>
              <a:t>平面</a:t>
            </a:r>
            <a:r>
              <a:rPr kumimoji="0" lang="en-US" altLang="zh-CN" sz="3600" b="1" i="0" u="none" strike="noStrike" cap="none" spc="0" normalizeH="0" baseline="0" dirty="0" smtClean="0">
                <a:ln>
                  <a:noFill/>
                </a:ln>
                <a:solidFill>
                  <a:srgbClr val="000000"/>
                </a:solidFill>
                <a:effectLst/>
                <a:uFillTx/>
                <a:sym typeface="Helvetica Light"/>
              </a:rPr>
              <a:t>A</a:t>
            </a:r>
            <a:r>
              <a:rPr kumimoji="0" lang="zh-CN" altLang="en-US" sz="3600" b="1" i="0" u="none" strike="noStrike" cap="none" spc="0" normalizeH="0" baseline="0" dirty="0" smtClean="0">
                <a:ln>
                  <a:noFill/>
                </a:ln>
                <a:solidFill>
                  <a:srgbClr val="000000"/>
                </a:solidFill>
                <a:effectLst/>
                <a:uFillTx/>
                <a:sym typeface="Helvetica Light"/>
              </a:rPr>
              <a:t>，</a:t>
            </a:r>
            <a:r>
              <a:rPr kumimoji="0" lang="zh-CN" altLang="en-US" sz="3600" b="1" i="0" u="none" strike="noStrike" cap="none" spc="0" normalizeH="0" baseline="0" dirty="0" smtClean="0">
                <a:ln>
                  <a:noFill/>
                </a:ln>
                <a:solidFill>
                  <a:srgbClr val="0000FF"/>
                </a:solidFill>
                <a:effectLst/>
                <a:uFillTx/>
                <a:sym typeface="Helvetica Light"/>
              </a:rPr>
              <a:t>倾斜穿过</a:t>
            </a:r>
            <a:r>
              <a:rPr kumimoji="0" lang="zh-CN" altLang="en-US" sz="3600" b="1" i="0" u="none" strike="noStrike" cap="none" spc="0" normalizeH="0" baseline="0" dirty="0" smtClean="0">
                <a:ln>
                  <a:noFill/>
                </a:ln>
                <a:solidFill>
                  <a:srgbClr val="000000"/>
                </a:solidFill>
                <a:effectLst/>
                <a:uFillTx/>
                <a:sym typeface="Helvetica Light"/>
              </a:rPr>
              <a:t>平面</a:t>
            </a:r>
            <a:r>
              <a:rPr kumimoji="0" lang="en-US" altLang="zh-CN" sz="3600" b="1" i="0" u="none" strike="noStrike" cap="none" spc="0" normalizeH="0" baseline="0" dirty="0" smtClean="0">
                <a:ln>
                  <a:noFill/>
                </a:ln>
                <a:solidFill>
                  <a:srgbClr val="000000"/>
                </a:solidFill>
                <a:effectLst/>
                <a:uFillTx/>
                <a:sym typeface="Helvetica Light"/>
              </a:rPr>
              <a:t>B</a:t>
            </a:r>
            <a:r>
              <a:rPr lang="zh-CN" altLang="en-US" b="1" dirty="0" smtClean="0">
                <a:solidFill>
                  <a:srgbClr val="000000"/>
                </a:solidFill>
              </a:rPr>
              <a:t>。通过两个平面的电场线总条数相等，即</a:t>
            </a:r>
            <a:r>
              <a:rPr lang="en-US" altLang="zh-CN" b="1" dirty="0" smtClean="0">
                <a:solidFill>
                  <a:srgbClr val="000000"/>
                </a:solidFill>
              </a:rPr>
              <a:t>N</a:t>
            </a:r>
            <a:r>
              <a:rPr lang="en-US" altLang="zh-CN" b="1" baseline="-25000" dirty="0" smtClean="0">
                <a:solidFill>
                  <a:srgbClr val="000000"/>
                </a:solidFill>
              </a:rPr>
              <a:t>A</a:t>
            </a:r>
            <a:r>
              <a:rPr lang="en-US" altLang="zh-CN" b="1" dirty="0" smtClean="0">
                <a:solidFill>
                  <a:srgbClr val="000000"/>
                </a:solidFill>
              </a:rPr>
              <a:t>=N</a:t>
            </a:r>
            <a:r>
              <a:rPr lang="en-US" altLang="zh-CN" b="1" baseline="-25000" dirty="0" smtClean="0">
                <a:solidFill>
                  <a:srgbClr val="000000"/>
                </a:solidFill>
              </a:rPr>
              <a:t>B</a:t>
            </a:r>
            <a:r>
              <a:rPr lang="zh-CN" altLang="en-US" b="1" dirty="0" smtClean="0">
                <a:solidFill>
                  <a:srgbClr val="000000"/>
                </a:solidFill>
              </a:rPr>
              <a:t>。则通过两个平面的电通量之间的关系正确的是：</a:t>
            </a:r>
            <a:endParaRPr lang="en-US" altLang="zh-CN" b="1" dirty="0" smtClean="0">
              <a:solidFill>
                <a:srgbClr val="000000"/>
              </a:solidFill>
            </a:endParaRPr>
          </a:p>
          <a:p>
            <a:pPr marL="0" marR="0" indent="0" algn="l" defTabSz="584200" rtl="0" fontAlgn="auto" latinLnBrk="1" hangingPunct="0">
              <a:lnSpc>
                <a:spcPct val="125000"/>
              </a:lnSpc>
              <a:spcBef>
                <a:spcPts val="0"/>
              </a:spcBef>
              <a:spcAft>
                <a:spcPts val="0"/>
              </a:spcAft>
              <a:buClrTx/>
              <a:buSzTx/>
              <a:buFontTx/>
              <a:buNone/>
              <a:tabLst/>
            </a:pPr>
            <a:r>
              <a:rPr kumimoji="0" lang="en-US" altLang="zh-CN" sz="3600" b="1" i="0" u="none" strike="noStrike" cap="none" spc="0" normalizeH="0" baseline="0" dirty="0" smtClean="0">
                <a:ln>
                  <a:noFill/>
                </a:ln>
                <a:solidFill>
                  <a:srgbClr val="000000"/>
                </a:solidFill>
                <a:effectLst/>
                <a:uFillTx/>
                <a:sym typeface="Helvetica Light"/>
              </a:rPr>
              <a:t>A. </a:t>
            </a:r>
          </a:p>
          <a:p>
            <a:pPr marL="0" marR="0" indent="0" algn="l" defTabSz="584200" rtl="0" fontAlgn="auto" latinLnBrk="1" hangingPunct="0">
              <a:lnSpc>
                <a:spcPct val="125000"/>
              </a:lnSpc>
              <a:spcBef>
                <a:spcPts val="0"/>
              </a:spcBef>
              <a:spcAft>
                <a:spcPts val="0"/>
              </a:spcAft>
              <a:buClrTx/>
              <a:buSzTx/>
              <a:buFontTx/>
              <a:buNone/>
              <a:tabLst/>
            </a:pPr>
            <a:r>
              <a:rPr lang="en-US" altLang="zh-CN" b="1" dirty="0" smtClean="0">
                <a:solidFill>
                  <a:srgbClr val="000000"/>
                </a:solidFill>
              </a:rPr>
              <a:t>B.</a:t>
            </a:r>
          </a:p>
          <a:p>
            <a:pPr marL="0" marR="0" indent="0" algn="l" defTabSz="584200" rtl="0" fontAlgn="auto" latinLnBrk="1" hangingPunct="0">
              <a:lnSpc>
                <a:spcPct val="125000"/>
              </a:lnSpc>
              <a:spcBef>
                <a:spcPts val="0"/>
              </a:spcBef>
              <a:spcAft>
                <a:spcPts val="0"/>
              </a:spcAft>
              <a:buClrTx/>
              <a:buSzTx/>
              <a:buFontTx/>
              <a:buNone/>
              <a:tabLst/>
            </a:pPr>
            <a:r>
              <a:rPr kumimoji="0" lang="en-US" altLang="zh-CN" sz="3600" b="1" i="0" u="none" strike="noStrike" cap="none" spc="0" normalizeH="0" baseline="0" dirty="0" smtClean="0">
                <a:ln>
                  <a:noFill/>
                </a:ln>
                <a:solidFill>
                  <a:srgbClr val="000000"/>
                </a:solidFill>
                <a:effectLst/>
                <a:uFillTx/>
                <a:sym typeface="Helvetica Light"/>
              </a:rPr>
              <a:t>C.</a:t>
            </a:r>
          </a:p>
          <a:p>
            <a:pPr marL="0" marR="0" indent="0" algn="l" defTabSz="584200" rtl="0" fontAlgn="auto" latinLnBrk="1" hangingPunct="0">
              <a:lnSpc>
                <a:spcPct val="125000"/>
              </a:lnSpc>
              <a:spcBef>
                <a:spcPts val="0"/>
              </a:spcBef>
              <a:spcAft>
                <a:spcPts val="0"/>
              </a:spcAft>
              <a:buClrTx/>
              <a:buSzTx/>
              <a:buFontTx/>
              <a:buNone/>
              <a:tabLst/>
            </a:pPr>
            <a:r>
              <a:rPr lang="en-US" altLang="zh-CN" b="1" dirty="0" smtClean="0">
                <a:solidFill>
                  <a:srgbClr val="000000"/>
                </a:solidFill>
              </a:rPr>
              <a:t>D.</a:t>
            </a:r>
            <a:r>
              <a:rPr lang="zh-CN" altLang="en-US" b="1" dirty="0" smtClean="0">
                <a:solidFill>
                  <a:srgbClr val="000000"/>
                </a:solidFill>
              </a:rPr>
              <a:t>无法确定</a:t>
            </a:r>
            <a:endParaRPr kumimoji="0" lang="zh-CN" altLang="en-US" sz="3600" b="1" i="0" u="none" strike="noStrike" cap="none" spc="0" normalizeH="0" baseline="0" dirty="0">
              <a:ln>
                <a:noFill/>
              </a:ln>
              <a:solidFill>
                <a:srgbClr val="000000"/>
              </a:solidFill>
              <a:effectLst/>
              <a:uFillTx/>
              <a:sym typeface="Helvetica Light"/>
            </a:endParaRPr>
          </a:p>
        </p:txBody>
      </p:sp>
      <p:graphicFrame>
        <p:nvGraphicFramePr>
          <p:cNvPr id="5" name="对象 4"/>
          <p:cNvGraphicFramePr>
            <a:graphicFrameLocks noChangeAspect="1"/>
          </p:cNvGraphicFramePr>
          <p:nvPr>
            <p:extLst>
              <p:ext uri="{D42A27DB-BD31-4B8C-83A1-F6EECF244321}">
                <p14:modId xmlns:p14="http://schemas.microsoft.com/office/powerpoint/2010/main" val="2532307017"/>
              </p:ext>
            </p:extLst>
          </p:nvPr>
        </p:nvGraphicFramePr>
        <p:xfrm>
          <a:off x="1644650" y="4333875"/>
          <a:ext cx="1690688" cy="647700"/>
        </p:xfrm>
        <a:graphic>
          <a:graphicData uri="http://schemas.openxmlformats.org/presentationml/2006/ole">
            <mc:AlternateContent xmlns:mc="http://schemas.openxmlformats.org/markup-compatibility/2006">
              <mc:Choice xmlns:v="urn:schemas-microsoft-com:vml" Requires="v">
                <p:oleObj spid="_x0000_s53569" name="Equation" r:id="rId4" imgW="596880" imgH="228600" progId="Equation.DSMT4">
                  <p:embed/>
                </p:oleObj>
              </mc:Choice>
              <mc:Fallback>
                <p:oleObj name="Equation" r:id="rId4" imgW="596880" imgH="228600" progId="Equation.DSMT4">
                  <p:embed/>
                  <p:pic>
                    <p:nvPicPr>
                      <p:cNvPr id="0" name=""/>
                      <p:cNvPicPr/>
                      <p:nvPr/>
                    </p:nvPicPr>
                    <p:blipFill>
                      <a:blip r:embed="rId5"/>
                      <a:stretch>
                        <a:fillRect/>
                      </a:stretch>
                    </p:blipFill>
                    <p:spPr>
                      <a:xfrm>
                        <a:off x="1644650" y="4333875"/>
                        <a:ext cx="1690688" cy="64770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517508927"/>
              </p:ext>
            </p:extLst>
          </p:nvPr>
        </p:nvGraphicFramePr>
        <p:xfrm>
          <a:off x="1587500" y="5668963"/>
          <a:ext cx="1655763" cy="647700"/>
        </p:xfrm>
        <a:graphic>
          <a:graphicData uri="http://schemas.openxmlformats.org/presentationml/2006/ole">
            <mc:AlternateContent xmlns:mc="http://schemas.openxmlformats.org/markup-compatibility/2006">
              <mc:Choice xmlns:v="urn:schemas-microsoft-com:vml" Requires="v">
                <p:oleObj spid="_x0000_s53570" name="Equation" r:id="rId6" imgW="583920" imgH="228600" progId="Equation.DSMT4">
                  <p:embed/>
                </p:oleObj>
              </mc:Choice>
              <mc:Fallback>
                <p:oleObj name="Equation" r:id="rId6" imgW="583920" imgH="228600" progId="Equation.DSMT4">
                  <p:embed/>
                  <p:pic>
                    <p:nvPicPr>
                      <p:cNvPr id="0" name="对象 4"/>
                      <p:cNvPicPr>
                        <a:picLocks noChangeAspect="1" noChangeArrowheads="1"/>
                      </p:cNvPicPr>
                      <p:nvPr/>
                    </p:nvPicPr>
                    <p:blipFill>
                      <a:blip r:embed="rId7"/>
                      <a:srcRect/>
                      <a:stretch>
                        <a:fillRect/>
                      </a:stretch>
                    </p:blipFill>
                    <p:spPr bwMode="auto">
                      <a:xfrm>
                        <a:off x="1587500" y="5668963"/>
                        <a:ext cx="1655763" cy="647700"/>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690761144"/>
              </p:ext>
            </p:extLst>
          </p:nvPr>
        </p:nvGraphicFramePr>
        <p:xfrm>
          <a:off x="1795463" y="4948238"/>
          <a:ext cx="1089025" cy="720725"/>
        </p:xfrm>
        <a:graphic>
          <a:graphicData uri="http://schemas.openxmlformats.org/presentationml/2006/ole">
            <mc:AlternateContent xmlns:mc="http://schemas.openxmlformats.org/markup-compatibility/2006">
              <mc:Choice xmlns:v="urn:schemas-microsoft-com:vml" Requires="v">
                <p:oleObj spid="_x0000_s53571" name="Equation" r:id="rId8" imgW="596880" imgH="228600" progId="Equation.DSMT4">
                  <p:embed/>
                </p:oleObj>
              </mc:Choice>
              <mc:Fallback>
                <p:oleObj name="Equation" r:id="rId8" imgW="596880" imgH="228600" progId="Equation.DSMT4">
                  <p:embed/>
                  <p:pic>
                    <p:nvPicPr>
                      <p:cNvPr id="0" name="对象 4"/>
                      <p:cNvPicPr>
                        <a:picLocks noChangeAspect="1" noChangeArrowheads="1"/>
                      </p:cNvPicPr>
                      <p:nvPr/>
                    </p:nvPicPr>
                    <p:blipFill>
                      <a:blip r:embed="rId9"/>
                      <a:srcRect/>
                      <a:stretch>
                        <a:fillRect/>
                      </a:stretch>
                    </p:blipFill>
                    <p:spPr bwMode="auto">
                      <a:xfrm>
                        <a:off x="1795463" y="4948238"/>
                        <a:ext cx="1089025" cy="720725"/>
                      </a:xfrm>
                      <a:prstGeom prst="rect">
                        <a:avLst/>
                      </a:prstGeom>
                      <a:noFill/>
                      <a:ln>
                        <a:noFill/>
                      </a:ln>
                    </p:spPr>
                  </p:pic>
                </p:oleObj>
              </mc:Fallback>
            </mc:AlternateContent>
          </a:graphicData>
        </a:graphic>
      </p:graphicFrame>
      <p:pic>
        <p:nvPicPr>
          <p:cNvPr id="53256" name="Picture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998344" y="4338638"/>
            <a:ext cx="5725077" cy="24103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p:cNvSpPr txBox="1"/>
          <p:nvPr/>
        </p:nvSpPr>
        <p:spPr>
          <a:xfrm>
            <a:off x="2757984" y="7860873"/>
            <a:ext cx="3240360"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smtClean="0">
                <a:ln>
                  <a:noFill/>
                </a:ln>
                <a:solidFill>
                  <a:srgbClr val="FF0000"/>
                </a:solidFill>
                <a:effectLst/>
                <a:uFillTx/>
                <a:latin typeface="+mn-lt"/>
                <a:ea typeface="+mn-ea"/>
                <a:cs typeface="+mn-cs"/>
                <a:sym typeface="Helvetica Light"/>
              </a:rPr>
              <a:t>电场必定不同</a:t>
            </a:r>
            <a:endParaRPr kumimoji="0" lang="zh-CN" altLang="en-US" sz="3600" b="1" i="0" u="none" strike="noStrike" cap="none" spc="0" normalizeH="0" baseline="0">
              <a:ln>
                <a:noFill/>
              </a:ln>
              <a:solidFill>
                <a:srgbClr val="FF0000"/>
              </a:solidFill>
              <a:effectLst/>
              <a:uFillTx/>
              <a:latin typeface="+mn-lt"/>
              <a:ea typeface="+mn-ea"/>
              <a:cs typeface="+mn-cs"/>
              <a:sym typeface="Helvetica Light"/>
            </a:endParaRPr>
          </a:p>
        </p:txBody>
      </p:sp>
    </p:spTree>
    <p:extLst>
      <p:ext uri="{BB962C8B-B14F-4D97-AF65-F5344CB8AC3E}">
        <p14:creationId xmlns:p14="http://schemas.microsoft.com/office/powerpoint/2010/main" val="4196015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9752" y="669559"/>
            <a:ext cx="9073008"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en-US" altLang="zh-CN" sz="4000" b="1" i="0" u="none" strike="noStrike" cap="none" spc="0" normalizeH="0" baseline="0" dirty="0" smtClean="0">
                <a:ln>
                  <a:noFill/>
                </a:ln>
                <a:solidFill>
                  <a:srgbClr val="0000FF"/>
                </a:solidFill>
                <a:effectLst/>
                <a:uFillTx/>
                <a:latin typeface="+mn-lt"/>
                <a:ea typeface="+mn-ea"/>
                <a:cs typeface="+mn-cs"/>
                <a:sym typeface="Helvetica Light"/>
              </a:rPr>
              <a:t>2.</a:t>
            </a:r>
            <a:r>
              <a:rPr kumimoji="0" lang="zh-CN" altLang="en-US" sz="4000" b="1" i="0" u="none" strike="noStrike" cap="none" spc="0" normalizeH="0" baseline="0" dirty="0" smtClean="0">
                <a:ln>
                  <a:noFill/>
                </a:ln>
                <a:solidFill>
                  <a:srgbClr val="0000FF"/>
                </a:solidFill>
                <a:effectLst/>
                <a:uFillTx/>
                <a:latin typeface="+mn-lt"/>
                <a:ea typeface="+mn-ea"/>
                <a:cs typeface="+mn-cs"/>
                <a:sym typeface="Helvetica Light"/>
              </a:rPr>
              <a:t>非均匀电场的电通量</a:t>
            </a:r>
            <a:endParaRPr kumimoji="0" lang="zh-CN" altLang="en-US" sz="4000" b="1" i="0" u="none" strike="noStrike" cap="none" spc="0" normalizeH="0" baseline="0" dirty="0">
              <a:ln>
                <a:noFill/>
              </a:ln>
              <a:solidFill>
                <a:srgbClr val="0000FF"/>
              </a:solidFill>
              <a:effectLst/>
              <a:uFillTx/>
              <a:latin typeface="+mn-lt"/>
              <a:ea typeface="+mn-ea"/>
              <a:cs typeface="+mn-cs"/>
              <a:sym typeface="Helvetica Light"/>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4154518392"/>
              </p:ext>
            </p:extLst>
          </p:nvPr>
        </p:nvGraphicFramePr>
        <p:xfrm>
          <a:off x="1029792" y="4516760"/>
          <a:ext cx="8004259" cy="1152128"/>
        </p:xfrm>
        <a:graphic>
          <a:graphicData uri="http://schemas.openxmlformats.org/presentationml/2006/ole">
            <mc:AlternateContent xmlns:mc="http://schemas.openxmlformats.org/markup-compatibility/2006">
              <mc:Choice xmlns:v="urn:schemas-microsoft-com:vml" Requires="v">
                <p:oleObj spid="_x0000_s46324" name="Equation" r:id="rId3" imgW="1676160" imgH="241200" progId="Equation.DSMT4">
                  <p:embed/>
                </p:oleObj>
              </mc:Choice>
              <mc:Fallback>
                <p:oleObj name="Equation" r:id="rId3" imgW="1676160" imgH="241200" progId="Equation.DSMT4">
                  <p:embed/>
                  <p:pic>
                    <p:nvPicPr>
                      <p:cNvPr id="0" name=""/>
                      <p:cNvPicPr/>
                      <p:nvPr/>
                    </p:nvPicPr>
                    <p:blipFill>
                      <a:blip r:embed="rId4"/>
                      <a:stretch>
                        <a:fillRect/>
                      </a:stretch>
                    </p:blipFill>
                    <p:spPr>
                      <a:xfrm>
                        <a:off x="1029792" y="4516760"/>
                        <a:ext cx="8004259" cy="1152128"/>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691006292"/>
              </p:ext>
            </p:extLst>
          </p:nvPr>
        </p:nvGraphicFramePr>
        <p:xfrm>
          <a:off x="1029792" y="6028928"/>
          <a:ext cx="8208912" cy="1417366"/>
        </p:xfrm>
        <a:graphic>
          <a:graphicData uri="http://schemas.openxmlformats.org/presentationml/2006/ole">
            <mc:AlternateContent xmlns:mc="http://schemas.openxmlformats.org/markup-compatibility/2006">
              <mc:Choice xmlns:v="urn:schemas-microsoft-com:vml" Requires="v">
                <p:oleObj spid="_x0000_s46325" name="Equation" r:id="rId5" imgW="1765080" imgH="304560" progId="Equation.DSMT4">
                  <p:embed/>
                </p:oleObj>
              </mc:Choice>
              <mc:Fallback>
                <p:oleObj name="Equation" r:id="rId5" imgW="1765080" imgH="304560" progId="Equation.DSMT4">
                  <p:embed/>
                  <p:pic>
                    <p:nvPicPr>
                      <p:cNvPr id="0" name=""/>
                      <p:cNvPicPr/>
                      <p:nvPr/>
                    </p:nvPicPr>
                    <p:blipFill>
                      <a:blip r:embed="rId6"/>
                      <a:stretch>
                        <a:fillRect/>
                      </a:stretch>
                    </p:blipFill>
                    <p:spPr>
                      <a:xfrm>
                        <a:off x="1029792" y="6028928"/>
                        <a:ext cx="8208912" cy="1417366"/>
                      </a:xfrm>
                      <a:prstGeom prst="rect">
                        <a:avLst/>
                      </a:prstGeom>
                    </p:spPr>
                  </p:pic>
                </p:oleObj>
              </mc:Fallback>
            </mc:AlternateContent>
          </a:graphicData>
        </a:graphic>
      </p:graphicFrame>
      <p:sp>
        <p:nvSpPr>
          <p:cNvPr id="5" name="TextBox 4"/>
          <p:cNvSpPr txBox="1"/>
          <p:nvPr/>
        </p:nvSpPr>
        <p:spPr>
          <a:xfrm>
            <a:off x="1029792" y="1762259"/>
            <a:ext cx="6192688" cy="176458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把曲面分成许多个面积元，每一面元处视为匀强电场。</a:t>
            </a:r>
            <a:endParaRPr kumimoji="0" lang="zh-CN" altLang="en-US" sz="3600" b="1" i="0" u="none" strike="noStrike" cap="none" spc="0" normalizeH="0" baseline="0" dirty="0">
              <a:ln>
                <a:noFill/>
              </a:ln>
              <a:solidFill>
                <a:srgbClr val="000000"/>
              </a:solidFill>
              <a:effectLst/>
              <a:uFillTx/>
              <a:latin typeface="宋体" pitchFamily="2" charset="-122"/>
              <a:ea typeface="宋体" pitchFamily="2" charset="-122"/>
              <a:sym typeface="Helvetica Light"/>
            </a:endParaRPr>
          </a:p>
        </p:txBody>
      </p:sp>
      <p:pic>
        <p:nvPicPr>
          <p:cNvPr id="46087"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772388" y="988368"/>
            <a:ext cx="4756521" cy="3312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9195470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9267" y="1189990"/>
            <a:ext cx="11751933" cy="564667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65022" tIns="65022" rIns="65022" bIns="65022" numCol="1" spcCol="54186" rtlCol="0" anchor="t">
            <a:spAutoFit/>
          </a:bodyPr>
          <a:lstStyle/>
          <a:p>
            <a:pPr algn="l" defTabSz="1463017" rtl="0" latinLnBrk="1" hangingPunct="0">
              <a:lnSpc>
                <a:spcPct val="150000"/>
              </a:lnSpc>
            </a:pPr>
            <a:r>
              <a:rPr lang="zh-CN" altLang="en-US" sz="4000" b="1" dirty="0">
                <a:solidFill>
                  <a:srgbClr val="000000"/>
                </a:solidFill>
                <a:sym typeface="Times New Roman"/>
              </a:rPr>
              <a:t>对非闭合曲面，面法线的正方向可以取曲面的任一侧，对</a:t>
            </a:r>
            <a:r>
              <a:rPr lang="zh-CN" altLang="en-US" sz="4000" b="1" dirty="0">
                <a:solidFill>
                  <a:srgbClr val="FF0000"/>
                </a:solidFill>
                <a:sym typeface="Times New Roman"/>
              </a:rPr>
              <a:t>闭合曲面</a:t>
            </a:r>
            <a:r>
              <a:rPr lang="zh-CN" altLang="en-US" sz="4000" b="1" dirty="0">
                <a:solidFill>
                  <a:srgbClr val="000000"/>
                </a:solidFill>
                <a:sym typeface="Times New Roman"/>
              </a:rPr>
              <a:t>来说，通常规定</a:t>
            </a:r>
            <a:r>
              <a:rPr lang="zh-CN" altLang="en-US" sz="4000" b="1" dirty="0">
                <a:solidFill>
                  <a:srgbClr val="FF0000"/>
                </a:solidFill>
                <a:sym typeface="Times New Roman"/>
              </a:rPr>
              <a:t>自内向外的方向为面元法线的正方向。</a:t>
            </a:r>
            <a:endParaRPr lang="en-US" altLang="zh-CN" sz="4000" b="1" dirty="0">
              <a:solidFill>
                <a:srgbClr val="FF0000"/>
              </a:solidFill>
              <a:sym typeface="Times New Roman"/>
            </a:endParaRPr>
          </a:p>
          <a:p>
            <a:pPr algn="l" defTabSz="1463017" rtl="0" latinLnBrk="1" hangingPunct="0">
              <a:lnSpc>
                <a:spcPct val="150000"/>
              </a:lnSpc>
            </a:pPr>
            <a:r>
              <a:rPr lang="zh-CN" altLang="en-US" sz="4000" b="1" dirty="0">
                <a:solidFill>
                  <a:srgbClr val="000000"/>
                </a:solidFill>
                <a:sym typeface="Times New Roman"/>
              </a:rPr>
              <a:t>所以</a:t>
            </a:r>
            <a:r>
              <a:rPr lang="zh-CN" altLang="en-US" sz="4000" b="1" dirty="0">
                <a:solidFill>
                  <a:srgbClr val="000000"/>
                </a:solidFill>
              </a:rPr>
              <a:t>，对闭合曲面来说，在</a:t>
            </a:r>
            <a:r>
              <a:rPr lang="zh-CN" altLang="en-US" sz="4000" b="1" dirty="0">
                <a:solidFill>
                  <a:srgbClr val="000000"/>
                </a:solidFill>
                <a:sym typeface="Times New Roman"/>
              </a:rPr>
              <a:t>电场线从曲面之内向外穿出时</a:t>
            </a:r>
            <a:r>
              <a:rPr lang="en-US" altLang="zh-CN" sz="4000" b="1" i="1" dirty="0">
                <a:solidFill>
                  <a:srgbClr val="000000"/>
                </a:solidFill>
                <a:sym typeface="Times New Roman"/>
              </a:rPr>
              <a:t>E</a:t>
            </a:r>
            <a:r>
              <a:rPr lang="zh-CN" altLang="en-US" sz="4000" b="1" dirty="0">
                <a:solidFill>
                  <a:srgbClr val="000000"/>
                </a:solidFill>
                <a:sym typeface="Times New Roman"/>
              </a:rPr>
              <a:t>通量为正；反之，在电场线从外部传入曲面时，</a:t>
            </a:r>
            <a:r>
              <a:rPr lang="en-US" altLang="zh-CN" sz="4000" b="1" i="1" dirty="0">
                <a:solidFill>
                  <a:srgbClr val="000000"/>
                </a:solidFill>
                <a:sym typeface="Times New Roman"/>
              </a:rPr>
              <a:t>E</a:t>
            </a:r>
            <a:r>
              <a:rPr lang="zh-CN" altLang="en-US" sz="4000" b="1" dirty="0">
                <a:solidFill>
                  <a:srgbClr val="000000"/>
                </a:solidFill>
                <a:sym typeface="Times New Roman"/>
              </a:rPr>
              <a:t>通量则为负。</a:t>
            </a:r>
          </a:p>
        </p:txBody>
      </p:sp>
    </p:spTree>
    <p:extLst>
      <p:ext uri="{BB962C8B-B14F-4D97-AF65-F5344CB8AC3E}">
        <p14:creationId xmlns:p14="http://schemas.microsoft.com/office/powerpoint/2010/main" val="12970557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46131" y="871838"/>
            <a:ext cx="8784976"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smtClean="0">
                <a:ln>
                  <a:noFill/>
                </a:ln>
                <a:solidFill>
                  <a:srgbClr val="0000FF"/>
                </a:solidFill>
                <a:effectLst/>
                <a:uFillTx/>
                <a:latin typeface="宋体" pitchFamily="2" charset="-122"/>
                <a:ea typeface="宋体" pitchFamily="2" charset="-122"/>
                <a:sym typeface="Helvetica Light"/>
              </a:rPr>
              <a:t>通过封闭曲面的电通量</a:t>
            </a:r>
            <a:endParaRPr kumimoji="0" lang="zh-CN" altLang="en-US" sz="3600" b="1" i="0" u="none" strike="noStrike" cap="none" spc="0" normalizeH="0" baseline="0">
              <a:ln>
                <a:noFill/>
              </a:ln>
              <a:solidFill>
                <a:srgbClr val="0000FF"/>
              </a:solidFill>
              <a:effectLst/>
              <a:uFillTx/>
              <a:latin typeface="宋体" pitchFamily="2" charset="-122"/>
              <a:ea typeface="宋体" pitchFamily="2" charset="-122"/>
              <a:sym typeface="Helvetica Light"/>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477225345"/>
              </p:ext>
            </p:extLst>
          </p:nvPr>
        </p:nvGraphicFramePr>
        <p:xfrm>
          <a:off x="1605856" y="2572544"/>
          <a:ext cx="3834428" cy="1296144"/>
        </p:xfrm>
        <a:graphic>
          <a:graphicData uri="http://schemas.openxmlformats.org/presentationml/2006/ole">
            <mc:AlternateContent xmlns:mc="http://schemas.openxmlformats.org/markup-compatibility/2006">
              <mc:Choice xmlns:v="urn:schemas-microsoft-com:vml" Requires="v">
                <p:oleObj spid="_x0000_s47343" name="Equation" r:id="rId3" imgW="901440" imgH="304560" progId="Equation.DSMT4">
                  <p:embed/>
                </p:oleObj>
              </mc:Choice>
              <mc:Fallback>
                <p:oleObj name="Equation" r:id="rId3" imgW="901440" imgH="304560" progId="Equation.DSMT4">
                  <p:embed/>
                  <p:pic>
                    <p:nvPicPr>
                      <p:cNvPr id="0" name=""/>
                      <p:cNvPicPr/>
                      <p:nvPr/>
                    </p:nvPicPr>
                    <p:blipFill>
                      <a:blip r:embed="rId4"/>
                      <a:stretch>
                        <a:fillRect/>
                      </a:stretch>
                    </p:blipFill>
                    <p:spPr>
                      <a:xfrm>
                        <a:off x="1605856" y="2572544"/>
                        <a:ext cx="3834428" cy="1296144"/>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199765801"/>
              </p:ext>
            </p:extLst>
          </p:nvPr>
        </p:nvGraphicFramePr>
        <p:xfrm>
          <a:off x="957784" y="4913247"/>
          <a:ext cx="9750877" cy="2376264"/>
        </p:xfrm>
        <a:graphic>
          <a:graphicData uri="http://schemas.openxmlformats.org/presentationml/2006/ole">
            <mc:AlternateContent xmlns:mc="http://schemas.openxmlformats.org/markup-compatibility/2006">
              <mc:Choice xmlns:v="urn:schemas-microsoft-com:vml" Requires="v">
                <p:oleObj spid="_x0000_s47344" name="Equation" r:id="rId5" imgW="3022560" imgH="736560" progId="Equation.DSMT4">
                  <p:embed/>
                </p:oleObj>
              </mc:Choice>
              <mc:Fallback>
                <p:oleObj name="Equation" r:id="rId5" imgW="3022560" imgH="736560" progId="Equation.DSMT4">
                  <p:embed/>
                  <p:pic>
                    <p:nvPicPr>
                      <p:cNvPr id="0" name=""/>
                      <p:cNvPicPr/>
                      <p:nvPr/>
                    </p:nvPicPr>
                    <p:blipFill>
                      <a:blip r:embed="rId6"/>
                      <a:stretch>
                        <a:fillRect/>
                      </a:stretch>
                    </p:blipFill>
                    <p:spPr>
                      <a:xfrm>
                        <a:off x="957784" y="4913247"/>
                        <a:ext cx="9750877" cy="2376264"/>
                      </a:xfrm>
                      <a:prstGeom prst="rect">
                        <a:avLst/>
                      </a:prstGeom>
                    </p:spPr>
                  </p:pic>
                </p:oleObj>
              </mc:Fallback>
            </mc:AlternateContent>
          </a:graphicData>
        </a:graphic>
      </p:graphicFrame>
      <p:pic>
        <p:nvPicPr>
          <p:cNvPr id="47107"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078464" y="866175"/>
            <a:ext cx="4248472" cy="401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957784" y="7973144"/>
            <a:ext cx="11256869"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几何意义：通过闭合曲面的电场线的净条数。</a:t>
            </a:r>
            <a:endParaRPr kumimoji="0" lang="zh-CN" altLang="en-US" sz="3600" b="1" i="0" u="none" strike="noStrike" cap="none" spc="0" normalizeH="0" baseline="0">
              <a:ln>
                <a:noFill/>
              </a:ln>
              <a:solidFill>
                <a:srgbClr val="000000"/>
              </a:solidFill>
              <a:effectLst/>
              <a:uFillTx/>
              <a:latin typeface="宋体" pitchFamily="2" charset="-122"/>
              <a:ea typeface="宋体" pitchFamily="2" charset="-122"/>
              <a:sym typeface="Helvetica Light"/>
            </a:endParaRPr>
          </a:p>
        </p:txBody>
      </p:sp>
    </p:spTree>
    <p:extLst>
      <p:ext uri="{BB962C8B-B14F-4D97-AF65-F5344CB8AC3E}">
        <p14:creationId xmlns:p14="http://schemas.microsoft.com/office/powerpoint/2010/main" val="32786103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p:cNvSpPr txBox="1"/>
              <p:nvPr/>
            </p:nvSpPr>
            <p:spPr>
              <a:xfrm>
                <a:off x="1317824" y="1748718"/>
                <a:ext cx="10729192" cy="269657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50000"/>
                  </a:lnSpc>
                </a:pPr>
                <a:r>
                  <a:rPr lang="zh-CN" altLang="en-US" b="1" dirty="0" smtClean="0">
                    <a:solidFill>
                      <a:srgbClr val="000000"/>
                    </a:solidFill>
                    <a:latin typeface="宋体" pitchFamily="2" charset="-122"/>
                    <a:ea typeface="宋体" pitchFamily="2" charset="-122"/>
                  </a:rPr>
                  <a:t>一电场强度为</a:t>
                </a:r>
                <a14:m>
                  <m:oMath xmlns:m="http://schemas.openxmlformats.org/officeDocument/2006/math">
                    <m:acc>
                      <m:accPr>
                        <m:chr m:val="⃑"/>
                        <m:ctrlPr>
                          <a:rPr lang="zh-CN" altLang="en-US" b="1" i="1" smtClean="0">
                            <a:solidFill>
                              <a:srgbClr val="000000"/>
                            </a:solidFill>
                            <a:latin typeface="Cambria Math" panose="02040503050406030204" pitchFamily="18" charset="0"/>
                          </a:rPr>
                        </m:ctrlPr>
                      </m:accPr>
                      <m:e>
                        <m:r>
                          <a:rPr lang="en-US" altLang="zh-CN" b="1" i="1" smtClean="0">
                            <a:solidFill>
                              <a:srgbClr val="000000"/>
                            </a:solidFill>
                            <a:latin typeface="Cambria Math"/>
                          </a:rPr>
                          <m:t>𝑬</m:t>
                        </m:r>
                      </m:e>
                    </m:acc>
                  </m:oMath>
                </a14:m>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的均匀电场，</a:t>
                </a:r>
                <a14:m>
                  <m:oMath xmlns:m="http://schemas.openxmlformats.org/officeDocument/2006/math">
                    <m:acc>
                      <m:accPr>
                        <m:chr m:val="⃑"/>
                        <m:ctrlPr>
                          <a:rPr lang="en-US" altLang="zh-CN" b="1" i="1" smtClean="0">
                            <a:solidFill>
                              <a:srgbClr val="000000"/>
                            </a:solidFill>
                            <a:latin typeface="Cambria Math" panose="02040503050406030204" pitchFamily="18" charset="0"/>
                          </a:rPr>
                        </m:ctrlPr>
                      </m:accPr>
                      <m:e>
                        <m:r>
                          <a:rPr lang="en-US" altLang="zh-CN" b="1" i="1" smtClean="0">
                            <a:solidFill>
                              <a:srgbClr val="000000"/>
                            </a:solidFill>
                            <a:latin typeface="Cambria Math"/>
                          </a:rPr>
                          <m:t>𝑬</m:t>
                        </m:r>
                      </m:e>
                    </m:acc>
                  </m:oMath>
                </a14:m>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的方向与</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X</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轴正方向平行，如图所示。则通过图中一半径为</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R</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的半球面的电场强度通量为多少？</a:t>
                </a:r>
                <a:endParaRPr kumimoji="0" lang="zh-CN" altLang="en-US" sz="3600" b="1" i="0" u="none" strike="noStrike" cap="none" spc="0" normalizeH="0" baseline="0" dirty="0">
                  <a:ln>
                    <a:noFill/>
                  </a:ln>
                  <a:solidFill>
                    <a:srgbClr val="000000"/>
                  </a:solidFill>
                  <a:effectLst/>
                  <a:uFillTx/>
                  <a:latin typeface="宋体" pitchFamily="2" charset="-122"/>
                  <a:ea typeface="宋体" pitchFamily="2" charset="-122"/>
                  <a:sym typeface="Helvetica Light"/>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1317824" y="1748718"/>
                <a:ext cx="10729192" cy="2696572"/>
              </a:xfrm>
              <a:prstGeom prst="rect">
                <a:avLst/>
              </a:prstGeom>
              <a:blipFill>
                <a:blip r:embed="rId3"/>
                <a:stretch>
                  <a:fillRect l="-2102" r="-739" b="-3394"/>
                </a:stretch>
              </a:blipFill>
              <a:ln w="12700" cap="flat">
                <a:noFill/>
                <a:miter lim="400000"/>
              </a:ln>
              <a:effectLst/>
            </p:spPr>
            <p:txBody>
              <a:bodyPr/>
              <a:lstStyle/>
              <a:p>
                <a:r>
                  <a:rPr lang="zh-CN" altLang="en-US">
                    <a:noFill/>
                  </a:rPr>
                  <a:t> </a:t>
                </a:r>
              </a:p>
            </p:txBody>
          </p:sp>
        </mc:Fallback>
      </mc:AlternateContent>
      <p:pic>
        <p:nvPicPr>
          <p:cNvPr id="5427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8264" y="4452984"/>
            <a:ext cx="3393709" cy="21822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extBox 4"/>
          <p:cNvSpPr txBox="1"/>
          <p:nvPr/>
        </p:nvSpPr>
        <p:spPr>
          <a:xfrm>
            <a:off x="1029792" y="624069"/>
            <a:ext cx="3456384"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smtClean="0">
                <a:ln>
                  <a:noFill/>
                </a:ln>
                <a:solidFill>
                  <a:srgbClr val="0000FF"/>
                </a:solidFill>
                <a:effectLst/>
                <a:uFillTx/>
                <a:latin typeface="+mn-lt"/>
                <a:ea typeface="+mn-ea"/>
                <a:cs typeface="+mn-cs"/>
                <a:sym typeface="Helvetica Light"/>
              </a:rPr>
              <a:t>思考题</a:t>
            </a:r>
            <a:r>
              <a:rPr kumimoji="0" lang="en-US" altLang="zh-CN" sz="3600" b="1" i="0" u="none" strike="noStrike" cap="none" spc="0" normalizeH="0" baseline="0" smtClean="0">
                <a:ln>
                  <a:noFill/>
                </a:ln>
                <a:solidFill>
                  <a:srgbClr val="0000FF"/>
                </a:solidFill>
                <a:effectLst/>
                <a:uFillTx/>
                <a:latin typeface="+mn-lt"/>
                <a:ea typeface="+mn-ea"/>
                <a:cs typeface="+mn-cs"/>
                <a:sym typeface="Helvetica Light"/>
              </a:rPr>
              <a:t>:</a:t>
            </a:r>
            <a:endParaRPr kumimoji="0" lang="zh-CN" altLang="en-US" sz="3600" b="1" i="0" u="none" strike="noStrike" cap="none" spc="0" normalizeH="0" baseline="0">
              <a:ln>
                <a:noFill/>
              </a:ln>
              <a:solidFill>
                <a:srgbClr val="0000FF"/>
              </a:solidFill>
              <a:effectLst/>
              <a:uFillTx/>
              <a:latin typeface="+mn-lt"/>
              <a:ea typeface="+mn-ea"/>
              <a:cs typeface="+mn-cs"/>
              <a:sym typeface="Helvetica Light"/>
            </a:endParaRPr>
          </a:p>
        </p:txBody>
      </p:sp>
    </p:spTree>
    <p:extLst>
      <p:ext uri="{BB962C8B-B14F-4D97-AF65-F5344CB8AC3E}">
        <p14:creationId xmlns:p14="http://schemas.microsoft.com/office/powerpoint/2010/main" val="142749125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 name="Shape 139"/>
          <p:cNvSpPr>
            <a:spLocks noGrp="1"/>
          </p:cNvSpPr>
          <p:nvPr>
            <p:ph type="sldNum" sz="quarter" idx="2"/>
          </p:nvPr>
        </p:nvSpPr>
        <p:spPr>
          <a:xfrm>
            <a:off x="9320107" y="8886613"/>
            <a:ext cx="2709334" cy="408315"/>
          </a:xfrm>
          <a:prstGeom prst="rect">
            <a:avLst/>
          </a:prstGeom>
          <a:extLst>
            <a:ext uri="{C572A759-6A51-4108-AA02-DFA0A04FC94B}">
              <ma14:wrappingTextBoxFlag xmlns="" xmlns:ma14="http://schemas.microsoft.com/office/mac/drawingml/2011/main" val="1"/>
            </a:ext>
          </a:extLst>
        </p:spPr>
        <p:txBody>
          <a:bodyPr/>
          <a:lstStyle/>
          <a:p>
            <a:pPr lvl="0"/>
            <a:fld id="{86CB4B4D-7CA3-9044-876B-883B54F8677D}" type="slidenum">
              <a:rPr>
                <a:latin typeface="黑体" pitchFamily="49" charset="-122"/>
                <a:ea typeface="黑体" pitchFamily="49" charset="-122"/>
              </a:rPr>
              <a:pPr lvl="0"/>
              <a:t>10</a:t>
            </a:fld>
            <a:endParaRPr>
              <a:latin typeface="黑体" pitchFamily="49" charset="-122"/>
              <a:ea typeface="黑体" pitchFamily="49" charset="-122"/>
            </a:endParaRPr>
          </a:p>
        </p:txBody>
      </p:sp>
      <p:sp>
        <p:nvSpPr>
          <p:cNvPr id="140" name="Shape 140"/>
          <p:cNvSpPr/>
          <p:nvPr/>
        </p:nvSpPr>
        <p:spPr>
          <a:xfrm>
            <a:off x="4270152" y="295036"/>
            <a:ext cx="3770264" cy="779701"/>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lvl1pPr>
              <a:defRPr sz="4400"/>
            </a:lvl1pPr>
          </a:lstStyle>
          <a:p>
            <a:pPr lvl="0">
              <a:defRPr sz="1800"/>
            </a:pPr>
            <a:r>
              <a:rPr sz="4400" b="1" dirty="0" smtClean="0">
                <a:solidFill>
                  <a:srgbClr val="0000FF"/>
                </a:solidFill>
                <a:latin typeface="Times New Roman" pitchFamily="18" charset="0"/>
                <a:ea typeface="黑体" pitchFamily="49" charset="-122"/>
                <a:cs typeface="Times New Roman" pitchFamily="18" charset="0"/>
              </a:rPr>
              <a:t>1</a:t>
            </a:r>
            <a:r>
              <a:rPr lang="en-US" sz="4400" b="1" dirty="0" smtClean="0">
                <a:solidFill>
                  <a:srgbClr val="0000FF"/>
                </a:solidFill>
                <a:latin typeface="Times New Roman" pitchFamily="18" charset="0"/>
                <a:ea typeface="黑体" pitchFamily="49" charset="-122"/>
                <a:cs typeface="Times New Roman" pitchFamily="18" charset="0"/>
              </a:rPr>
              <a:t>6</a:t>
            </a:r>
            <a:r>
              <a:rPr sz="4400" b="1" dirty="0" smtClean="0">
                <a:solidFill>
                  <a:srgbClr val="0000FF"/>
                </a:solidFill>
                <a:latin typeface="Times New Roman" pitchFamily="18" charset="0"/>
                <a:ea typeface="黑体" pitchFamily="49" charset="-122"/>
                <a:cs typeface="Times New Roman" pitchFamily="18" charset="0"/>
              </a:rPr>
              <a:t>.7</a:t>
            </a:r>
            <a:r>
              <a:rPr sz="4400" b="1" dirty="0" smtClean="0">
                <a:solidFill>
                  <a:srgbClr val="0000FF"/>
                </a:solidFill>
                <a:latin typeface="黑体" pitchFamily="49" charset="-122"/>
                <a:ea typeface="黑体" pitchFamily="49" charset="-122"/>
              </a:rPr>
              <a:t> </a:t>
            </a:r>
            <a:r>
              <a:rPr sz="4400" b="1" dirty="0" err="1">
                <a:solidFill>
                  <a:srgbClr val="0000FF"/>
                </a:solidFill>
                <a:latin typeface="黑体" pitchFamily="49" charset="-122"/>
                <a:ea typeface="黑体" pitchFamily="49" charset="-122"/>
              </a:rPr>
              <a:t>高斯定理</a:t>
            </a:r>
            <a:endParaRPr sz="4400" b="1" dirty="0">
              <a:solidFill>
                <a:srgbClr val="0000FF"/>
              </a:solidFill>
              <a:latin typeface="黑体" pitchFamily="49" charset="-122"/>
              <a:ea typeface="黑体" pitchFamily="49" charset="-122"/>
            </a:endParaRPr>
          </a:p>
        </p:txBody>
      </p:sp>
      <p:sp>
        <p:nvSpPr>
          <p:cNvPr id="141" name="Shape 141"/>
          <p:cNvSpPr/>
          <p:nvPr/>
        </p:nvSpPr>
        <p:spPr>
          <a:xfrm>
            <a:off x="453728" y="6378428"/>
            <a:ext cx="11953328" cy="1284454"/>
          </a:xfrm>
          <a:prstGeom prst="rect">
            <a:avLst/>
          </a:prstGeom>
          <a:ln w="12700">
            <a:miter lim="400000"/>
          </a:ln>
          <a:extLst>
            <a:ext uri="{C572A759-6A51-4108-AA02-DFA0A04FC94B}">
              <ma14:wrappingTextBoxFlag xmlns="" xmlns:ma14="http://schemas.microsoft.com/office/mac/drawingml/2011/main" val="1"/>
            </a:ext>
          </a:extLst>
        </p:spPr>
        <p:txBody>
          <a:bodyPr wrap="square" lIns="50800" tIns="50800" rIns="50800" bIns="50800" anchor="ctr">
            <a:spAutoFit/>
          </a:bodyPr>
          <a:lstStyle/>
          <a:p>
            <a:pPr lvl="5" indent="0" algn="just">
              <a:lnSpc>
                <a:spcPct val="120000"/>
              </a:lnSpc>
              <a:defRPr sz="1800"/>
            </a:pPr>
            <a:r>
              <a:rPr lang="zh-CN" altLang="en-US" sz="3200" b="1" dirty="0" smtClean="0">
                <a:latin typeface="宋体" panose="02010600030101010101" pitchFamily="2" charset="-122"/>
                <a:ea typeface="宋体" panose="02010600030101010101" pitchFamily="2" charset="-122"/>
              </a:rPr>
              <a:t>   该定理将一任意闭合曲面上的电场和闭合曲面内所包围的净电荷联系起来。静电场是有源场。</a:t>
            </a:r>
            <a:endParaRPr sz="3200" b="1" dirty="0">
              <a:latin typeface="宋体" panose="02010600030101010101" pitchFamily="2" charset="-122"/>
              <a:ea typeface="宋体" panose="02010600030101010101" pitchFamily="2" charset="-122"/>
            </a:endParaRPr>
          </a:p>
        </p:txBody>
      </p:sp>
      <p:sp>
        <p:nvSpPr>
          <p:cNvPr id="35" name="Shape 292"/>
          <p:cNvSpPr/>
          <p:nvPr/>
        </p:nvSpPr>
        <p:spPr>
          <a:xfrm>
            <a:off x="237704" y="1276400"/>
            <a:ext cx="12601400" cy="1794224"/>
          </a:xfrm>
          <a:prstGeom prst="rect">
            <a:avLst/>
          </a:prstGeom>
          <a:ln w="12700">
            <a:miter lim="400000"/>
          </a:ln>
          <a:extLst>
            <a:ext uri="{C572A759-6A51-4108-AA02-DFA0A04FC94B}">
              <ma14:wrappingTextBoxFlag xmlns="" xmlns:ma14="http://schemas.microsoft.com/office/mac/drawingml/2011/main" val="1"/>
            </a:ext>
          </a:extLst>
        </p:spPr>
        <p:txBody>
          <a:bodyPr wrap="square" lIns="65476" tIns="65476" rIns="65476" bIns="65476">
            <a:spAutoFit/>
          </a:bodyPr>
          <a:lstStyle/>
          <a:p>
            <a:pPr lvl="0" algn="l" defTabSz="762000">
              <a:lnSpc>
                <a:spcPct val="150000"/>
              </a:lnSpc>
              <a:spcBef>
                <a:spcPts val="1900"/>
              </a:spcBef>
              <a:defRPr sz="1800"/>
            </a:pPr>
            <a:r>
              <a:rPr sz="4000" b="1" dirty="0">
                <a:solidFill>
                  <a:srgbClr val="0000FF"/>
                </a:solidFill>
                <a:latin typeface="宋体" pitchFamily="2" charset="-122"/>
                <a:ea typeface="宋体" pitchFamily="2" charset="-122"/>
                <a:cs typeface="Arial Unicode MS" pitchFamily="34" charset="-122"/>
                <a:sym typeface="Times New Roman"/>
              </a:rPr>
              <a:t> </a:t>
            </a:r>
            <a:r>
              <a:rPr lang="en-US" sz="4000" b="1" dirty="0" smtClean="0">
                <a:solidFill>
                  <a:srgbClr val="0000FF"/>
                </a:solidFill>
                <a:latin typeface="宋体" pitchFamily="2" charset="-122"/>
                <a:ea typeface="宋体" pitchFamily="2" charset="-122"/>
                <a:cs typeface="Arial Unicode MS" pitchFamily="34" charset="-122"/>
                <a:sym typeface="Times New Roman"/>
              </a:rPr>
              <a:t>  </a:t>
            </a:r>
            <a:r>
              <a:rPr sz="3200" b="1" dirty="0" err="1" smtClean="0">
                <a:solidFill>
                  <a:schemeClr val="tx1"/>
                </a:solidFill>
                <a:latin typeface="宋体" pitchFamily="2" charset="-122"/>
                <a:ea typeface="宋体" pitchFamily="2" charset="-122"/>
                <a:cs typeface="Times New Roman" pitchFamily="18" charset="0"/>
                <a:sym typeface="楷体_GB2312"/>
              </a:rPr>
              <a:t>静电场的高斯定理</a:t>
            </a:r>
            <a:r>
              <a:rPr sz="3200" b="1" dirty="0">
                <a:solidFill>
                  <a:schemeClr val="tx1"/>
                </a:solidFill>
                <a:latin typeface="宋体" pitchFamily="2" charset="-122"/>
                <a:ea typeface="宋体" pitchFamily="2" charset="-122"/>
                <a:cs typeface="Times New Roman" pitchFamily="18" charset="0"/>
                <a:sym typeface="Times New Roman"/>
              </a:rPr>
              <a:t>(Gauss’s law</a:t>
            </a:r>
            <a:r>
              <a:rPr sz="3200" b="1" dirty="0" smtClean="0">
                <a:solidFill>
                  <a:schemeClr val="tx1"/>
                </a:solidFill>
                <a:latin typeface="宋体" pitchFamily="2" charset="-122"/>
                <a:ea typeface="宋体" pitchFamily="2" charset="-122"/>
                <a:cs typeface="Times New Roman" pitchFamily="18" charset="0"/>
                <a:sym typeface="Times New Roman"/>
              </a:rPr>
              <a:t>)</a:t>
            </a:r>
            <a:r>
              <a:rPr sz="3200" b="1" dirty="0" err="1" smtClean="0">
                <a:solidFill>
                  <a:schemeClr val="tx1"/>
                </a:solidFill>
                <a:latin typeface="宋体" pitchFamily="2" charset="-122"/>
                <a:ea typeface="宋体" pitchFamily="2" charset="-122"/>
                <a:cs typeface="Arial Unicode MS" pitchFamily="34" charset="-122"/>
                <a:sym typeface="Times New Roman"/>
              </a:rPr>
              <a:t>的</a:t>
            </a:r>
            <a:r>
              <a:rPr sz="3200" b="1" dirty="0" err="1" smtClean="0">
                <a:solidFill>
                  <a:schemeClr val="tx1"/>
                </a:solidFill>
                <a:latin typeface="宋体" pitchFamily="2" charset="-122"/>
                <a:ea typeface="宋体" pitchFamily="2" charset="-122"/>
                <a:cs typeface="Arial Unicode MS" pitchFamily="34" charset="-122"/>
                <a:sym typeface="楷体_GB2312"/>
              </a:rPr>
              <a:t>表述</a:t>
            </a:r>
            <a:r>
              <a:rPr lang="zh-CN" altLang="en-US" sz="3200" b="1" dirty="0" smtClean="0">
                <a:solidFill>
                  <a:schemeClr val="tx1"/>
                </a:solidFill>
                <a:latin typeface="宋体" pitchFamily="2" charset="-122"/>
                <a:ea typeface="宋体" pitchFamily="2" charset="-122"/>
                <a:cs typeface="Arial Unicode MS" pitchFamily="34" charset="-122"/>
                <a:sym typeface="楷体_GB2312"/>
              </a:rPr>
              <a:t>：</a:t>
            </a:r>
            <a:r>
              <a:rPr sz="3200" b="1" dirty="0" err="1" smtClean="0">
                <a:solidFill>
                  <a:schemeClr val="tx1"/>
                </a:solidFill>
                <a:latin typeface="宋体" pitchFamily="2" charset="-122"/>
                <a:ea typeface="宋体" pitchFamily="2" charset="-122"/>
                <a:cs typeface="Arial Unicode MS" pitchFamily="34" charset="-122"/>
                <a:sym typeface="楷体_GB2312"/>
              </a:rPr>
              <a:t>在静电场内</a:t>
            </a:r>
            <a:r>
              <a:rPr lang="en-US" sz="3200" b="1" dirty="0" err="1" smtClean="0">
                <a:solidFill>
                  <a:schemeClr val="tx1"/>
                </a:solidFill>
                <a:latin typeface="宋体" pitchFamily="2" charset="-122"/>
                <a:ea typeface="宋体" pitchFamily="2" charset="-122"/>
                <a:cs typeface="Arial Unicode MS" pitchFamily="34" charset="-122"/>
                <a:sym typeface="楷体_GB2312"/>
              </a:rPr>
              <a:t>,</a:t>
            </a:r>
            <a:r>
              <a:rPr sz="3200" b="1" dirty="0" err="1" smtClean="0">
                <a:solidFill>
                  <a:schemeClr val="tx1"/>
                </a:solidFill>
                <a:latin typeface="宋体" pitchFamily="2" charset="-122"/>
                <a:ea typeface="宋体" pitchFamily="2" charset="-122"/>
                <a:cs typeface="Arial Unicode MS" pitchFamily="34" charset="-122"/>
                <a:sym typeface="楷体_GB2312"/>
              </a:rPr>
              <a:t>任一闭合面的电通量等于这</a:t>
            </a:r>
            <a:r>
              <a:rPr sz="3200" b="1" dirty="0" err="1" smtClean="0">
                <a:solidFill>
                  <a:srgbClr val="FF0000"/>
                </a:solidFill>
                <a:latin typeface="宋体" pitchFamily="2" charset="-122"/>
                <a:ea typeface="宋体" pitchFamily="2" charset="-122"/>
                <a:cs typeface="Arial Unicode MS" pitchFamily="34" charset="-122"/>
                <a:sym typeface="楷体_GB2312"/>
              </a:rPr>
              <a:t>闭合面所包围的电量</a:t>
            </a:r>
            <a:r>
              <a:rPr sz="3200" b="1" dirty="0" err="1" smtClean="0">
                <a:solidFill>
                  <a:schemeClr val="tx1"/>
                </a:solidFill>
                <a:latin typeface="宋体" pitchFamily="2" charset="-122"/>
                <a:ea typeface="宋体" pitchFamily="2" charset="-122"/>
                <a:cs typeface="Arial Unicode MS" pitchFamily="34" charset="-122"/>
                <a:sym typeface="楷体_GB2312"/>
              </a:rPr>
              <a:t>的代数和</a:t>
            </a:r>
            <a:r>
              <a:rPr sz="3200" b="1" dirty="0">
                <a:solidFill>
                  <a:schemeClr val="tx1"/>
                </a:solidFill>
                <a:latin typeface="宋体" pitchFamily="2" charset="-122"/>
                <a:ea typeface="宋体" pitchFamily="2" charset="-122"/>
                <a:cs typeface="Arial Unicode MS" pitchFamily="34" charset="-122"/>
                <a:sym typeface="Times New Roman"/>
              </a:rPr>
              <a:t>(</a:t>
            </a:r>
            <a:r>
              <a:rPr sz="3200" b="1" dirty="0" err="1">
                <a:solidFill>
                  <a:schemeClr val="tx1"/>
                </a:solidFill>
                <a:latin typeface="宋体" pitchFamily="2" charset="-122"/>
                <a:ea typeface="宋体" pitchFamily="2" charset="-122"/>
                <a:cs typeface="Arial Unicode MS" pitchFamily="34" charset="-122"/>
                <a:sym typeface="楷体_GB2312"/>
              </a:rPr>
              <a:t>净电荷</a:t>
            </a:r>
            <a:r>
              <a:rPr sz="3200" b="1" dirty="0">
                <a:solidFill>
                  <a:schemeClr val="tx1"/>
                </a:solidFill>
                <a:latin typeface="宋体" pitchFamily="2" charset="-122"/>
                <a:ea typeface="宋体" pitchFamily="2" charset="-122"/>
                <a:cs typeface="Arial Unicode MS" pitchFamily="34" charset="-122"/>
                <a:sym typeface="Times New Roman"/>
              </a:rPr>
              <a:t>)</a:t>
            </a:r>
            <a:r>
              <a:rPr sz="3200" b="1" dirty="0" err="1" smtClean="0">
                <a:solidFill>
                  <a:schemeClr val="tx1"/>
                </a:solidFill>
                <a:latin typeface="宋体" pitchFamily="2" charset="-122"/>
                <a:ea typeface="宋体" pitchFamily="2" charset="-122"/>
                <a:cs typeface="Arial Unicode MS" pitchFamily="34" charset="-122"/>
                <a:sym typeface="楷体_GB2312"/>
              </a:rPr>
              <a:t>除以</a:t>
            </a:r>
            <a:r>
              <a:rPr lang="el-GR" sz="3200" dirty="0" smtClean="0">
                <a:solidFill>
                  <a:schemeClr val="tx1"/>
                </a:solidFill>
                <a:latin typeface="Arial Unicode MS" pitchFamily="34" charset="-122"/>
                <a:ea typeface="宋体" pitchFamily="2" charset="-122"/>
                <a:cs typeface="Arial Unicode MS" pitchFamily="34" charset="-122"/>
                <a:sym typeface="Symbol"/>
              </a:rPr>
              <a:t>ε</a:t>
            </a:r>
            <a:r>
              <a:rPr sz="3200" b="1" baseline="-21199" dirty="0" smtClean="0">
                <a:solidFill>
                  <a:schemeClr val="tx1"/>
                </a:solidFill>
                <a:latin typeface="宋体" pitchFamily="2" charset="-122"/>
                <a:ea typeface="宋体" pitchFamily="2" charset="-122"/>
                <a:cs typeface="Arial Unicode MS" pitchFamily="34" charset="-122"/>
                <a:sym typeface="Times New Roman"/>
              </a:rPr>
              <a:t>0</a:t>
            </a:r>
            <a:r>
              <a:rPr sz="3200" b="1" dirty="0" smtClean="0">
                <a:solidFill>
                  <a:schemeClr val="tx1"/>
                </a:solidFill>
                <a:latin typeface="宋体" pitchFamily="2" charset="-122"/>
                <a:ea typeface="宋体" pitchFamily="2" charset="-122"/>
                <a:cs typeface="Arial Unicode MS" pitchFamily="34" charset="-122"/>
                <a:sym typeface="Times New Roman"/>
              </a:rPr>
              <a:t> </a:t>
            </a:r>
            <a:r>
              <a:rPr lang="zh-CN" altLang="en-US" sz="3200" b="1" dirty="0" smtClean="0">
                <a:solidFill>
                  <a:schemeClr val="tx1"/>
                </a:solidFill>
                <a:latin typeface="宋体" pitchFamily="2" charset="-122"/>
                <a:ea typeface="宋体" pitchFamily="2" charset="-122"/>
                <a:cs typeface="Arial Unicode MS" pitchFamily="34" charset="-122"/>
                <a:sym typeface="Times New Roman"/>
              </a:rPr>
              <a:t>。</a:t>
            </a:r>
            <a:endParaRPr sz="3200" b="1" dirty="0">
              <a:solidFill>
                <a:schemeClr val="tx1"/>
              </a:solidFill>
              <a:latin typeface="宋体" pitchFamily="2" charset="-122"/>
              <a:ea typeface="宋体" pitchFamily="2" charset="-122"/>
              <a:cs typeface="Arial Unicode MS" pitchFamily="34" charset="-122"/>
              <a:sym typeface="Times New Roman"/>
            </a:endParaRPr>
          </a:p>
        </p:txBody>
      </p:sp>
      <p:pic>
        <p:nvPicPr>
          <p:cNvPr id="4113" name="Picture 1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34048" y="4640742"/>
            <a:ext cx="5143500" cy="169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22079" y="3417010"/>
            <a:ext cx="4882079" cy="7397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矩形 31"/>
          <p:cNvSpPr/>
          <p:nvPr/>
        </p:nvSpPr>
        <p:spPr>
          <a:xfrm>
            <a:off x="2681602" y="235710"/>
            <a:ext cx="9221397" cy="1507045"/>
          </a:xfrm>
          <a:prstGeom prst="rect">
            <a:avLst/>
          </a:prstGeom>
          <a:noFill/>
          <a:ln w="12700" cap="flat">
            <a:solidFill>
              <a:srgbClr val="FF0000"/>
            </a:solid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31" name="矩形 30"/>
          <p:cNvSpPr/>
          <p:nvPr/>
        </p:nvSpPr>
        <p:spPr>
          <a:xfrm>
            <a:off x="3190032" y="716402"/>
            <a:ext cx="7848872" cy="471924"/>
          </a:xfrm>
          <a:prstGeom prst="rect">
            <a:avLst/>
          </a:prstGeom>
          <a:no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solidFill>
                  <a:schemeClr val="accent5">
                    <a:lumMod val="60000"/>
                    <a:lumOff val="40000"/>
                  </a:schemeClr>
                </a:solidFill>
              </a:ln>
              <a:solidFill>
                <a:srgbClr val="FFFFFF"/>
              </a:solidFill>
              <a:effectLst/>
              <a:uFillTx/>
              <a:latin typeface="+mn-lt"/>
              <a:ea typeface="+mn-ea"/>
              <a:cs typeface="+mn-cs"/>
              <a:sym typeface="Helvetica Light"/>
            </a:endParaRPr>
          </a:p>
        </p:txBody>
      </p:sp>
      <p:grpSp>
        <p:nvGrpSpPr>
          <p:cNvPr id="296" name="Group 296"/>
          <p:cNvGrpSpPr/>
          <p:nvPr/>
        </p:nvGrpSpPr>
        <p:grpSpPr>
          <a:xfrm>
            <a:off x="47413" y="196280"/>
            <a:ext cx="2998603" cy="1408856"/>
            <a:chOff x="0" y="0"/>
            <a:chExt cx="2998602" cy="1408854"/>
          </a:xfrm>
        </p:grpSpPr>
        <p:sp>
          <p:nvSpPr>
            <p:cNvPr id="294" name="Shape 294"/>
            <p:cNvSpPr/>
            <p:nvPr/>
          </p:nvSpPr>
          <p:spPr>
            <a:xfrm>
              <a:off x="0" y="0"/>
              <a:ext cx="2600961" cy="1408854"/>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00FF99"/>
            </a:solidFill>
            <a:ln w="12700" cap="flat">
              <a:solidFill>
                <a:srgbClr val="000000"/>
              </a:solidFill>
              <a:prstDash val="solid"/>
              <a:round/>
            </a:ln>
            <a:effectLst/>
          </p:spPr>
          <p:txBody>
            <a:bodyPr wrap="square" lIns="65023" tIns="65023" rIns="65023" bIns="65023" numCol="1" anchor="ctr">
              <a:noAutofit/>
            </a:bodyPr>
            <a:lstStyle/>
            <a:p>
              <a:pPr lvl="0" defTabSz="914400">
                <a:defRPr sz="3400">
                  <a:latin typeface="Times New Roman"/>
                  <a:ea typeface="Times New Roman"/>
                  <a:cs typeface="Times New Roman"/>
                  <a:sym typeface="Times New Roman"/>
                </a:defRPr>
              </a:pPr>
              <a:endParaRPr sz="3200">
                <a:latin typeface="黑体" pitchFamily="49" charset="-122"/>
                <a:ea typeface="黑体" pitchFamily="49" charset="-122"/>
              </a:endParaRPr>
            </a:p>
          </p:txBody>
        </p:sp>
        <p:sp>
          <p:nvSpPr>
            <p:cNvPr id="295" name="Shape 295"/>
            <p:cNvSpPr/>
            <p:nvPr/>
          </p:nvSpPr>
          <p:spPr>
            <a:xfrm>
              <a:off x="916930" y="325120"/>
              <a:ext cx="2081672" cy="62375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65023" tIns="65023" rIns="65023" bIns="65023" numCol="1" anchor="t">
              <a:spAutoFit/>
            </a:bodyPr>
            <a:lstStyle>
              <a:lvl1pPr algn="l" defTabSz="762000">
                <a:spcBef>
                  <a:spcPts val="1900"/>
                </a:spcBef>
                <a:defRPr sz="4400" b="1">
                  <a:solidFill>
                    <a:srgbClr val="FF0000"/>
                  </a:solidFill>
                  <a:latin typeface="楷体_GB2312"/>
                  <a:ea typeface="楷体_GB2312"/>
                  <a:cs typeface="楷体_GB2312"/>
                  <a:sym typeface="楷体_GB2312"/>
                </a:defRPr>
              </a:lvl1pPr>
            </a:lstStyle>
            <a:p>
              <a:pPr lvl="0">
                <a:defRPr sz="1800" b="0">
                  <a:solidFill>
                    <a:srgbClr val="000000"/>
                  </a:solidFill>
                </a:defRPr>
              </a:pPr>
              <a:r>
                <a:rPr sz="3200" b="1" dirty="0" err="1">
                  <a:solidFill>
                    <a:srgbClr val="FF0000"/>
                  </a:solidFill>
                  <a:latin typeface="黑体" pitchFamily="49" charset="-122"/>
                  <a:ea typeface="黑体" pitchFamily="49" charset="-122"/>
                </a:rPr>
                <a:t>讨论</a:t>
              </a:r>
              <a:endParaRPr sz="3200" b="1" dirty="0">
                <a:solidFill>
                  <a:srgbClr val="FF0000"/>
                </a:solidFill>
                <a:latin typeface="黑体" pitchFamily="49" charset="-122"/>
                <a:ea typeface="黑体" pitchFamily="49" charset="-122"/>
              </a:endParaRPr>
            </a:p>
          </p:txBody>
        </p:sp>
      </p:grpSp>
      <p:sp>
        <p:nvSpPr>
          <p:cNvPr id="297" name="Shape 297"/>
          <p:cNvSpPr/>
          <p:nvPr/>
        </p:nvSpPr>
        <p:spPr>
          <a:xfrm>
            <a:off x="562186" y="5884912"/>
            <a:ext cx="11700854" cy="1277784"/>
          </a:xfrm>
          <a:prstGeom prst="rect">
            <a:avLst/>
          </a:prstGeom>
          <a:ln w="12700">
            <a:miter lim="400000"/>
          </a:ln>
          <a:extLst>
            <a:ext uri="{C572A759-6A51-4108-AA02-DFA0A04FC94B}">
              <ma14:wrappingTextBoxFlag xmlns="" xmlns:ma14="http://schemas.microsoft.com/office/mac/drawingml/2011/main" val="1"/>
            </a:ext>
          </a:extLst>
        </p:spPr>
        <p:txBody>
          <a:bodyPr wrap="square" lIns="65023" tIns="65023" rIns="65023" bIns="65023">
            <a:spAutoFit/>
          </a:bodyPr>
          <a:lstStyle/>
          <a:p>
            <a:pPr marL="361950" lvl="0" indent="-361950" algn="l" defTabSz="762000">
              <a:lnSpc>
                <a:spcPct val="125000"/>
              </a:lnSpc>
              <a:spcBef>
                <a:spcPts val="1600"/>
              </a:spcBef>
              <a:defRPr sz="1800"/>
            </a:pPr>
            <a:r>
              <a:rPr sz="3200" b="1" dirty="0">
                <a:solidFill>
                  <a:schemeClr val="tx1"/>
                </a:solidFill>
                <a:latin typeface="宋体" pitchFamily="2" charset="-122"/>
                <a:ea typeface="宋体" pitchFamily="2" charset="-122"/>
                <a:cs typeface="Times New Roman"/>
                <a:sym typeface="Times New Roman"/>
              </a:rPr>
              <a:t>3</a:t>
            </a:r>
            <a:r>
              <a:rPr sz="3200" b="1" dirty="0">
                <a:solidFill>
                  <a:schemeClr val="tx1"/>
                </a:solidFill>
                <a:latin typeface="宋体" pitchFamily="2" charset="-122"/>
                <a:ea typeface="宋体" pitchFamily="2" charset="-122"/>
                <a:cs typeface="楷体_GB2312"/>
                <a:sym typeface="楷体_GB2312"/>
              </a:rPr>
              <a:t>)</a:t>
            </a:r>
            <a:r>
              <a:rPr sz="3200" b="1" dirty="0" err="1">
                <a:solidFill>
                  <a:schemeClr val="tx1"/>
                </a:solidFill>
                <a:latin typeface="宋体" pitchFamily="2" charset="-122"/>
                <a:ea typeface="宋体" pitchFamily="2" charset="-122"/>
                <a:cs typeface="楷体_GB2312"/>
                <a:sym typeface="楷体_GB2312"/>
              </a:rPr>
              <a:t>高斯定理是静电场的基本性质方程之一</a:t>
            </a:r>
            <a:r>
              <a:rPr sz="3200" b="1" dirty="0">
                <a:solidFill>
                  <a:schemeClr val="tx1"/>
                </a:solidFill>
                <a:latin typeface="宋体" pitchFamily="2" charset="-122"/>
                <a:ea typeface="宋体" pitchFamily="2" charset="-122"/>
                <a:cs typeface="楷体_GB2312"/>
                <a:sym typeface="楷体_GB2312"/>
              </a:rPr>
              <a:t>, </a:t>
            </a:r>
            <a:r>
              <a:rPr sz="3200" b="1" dirty="0" err="1">
                <a:solidFill>
                  <a:schemeClr val="tx1"/>
                </a:solidFill>
                <a:latin typeface="宋体" pitchFamily="2" charset="-122"/>
                <a:ea typeface="宋体" pitchFamily="2" charset="-122"/>
                <a:cs typeface="楷体_GB2312"/>
                <a:sym typeface="楷体_GB2312"/>
              </a:rPr>
              <a:t>它表明静电场是</a:t>
            </a:r>
            <a:r>
              <a:rPr sz="3200" b="1" dirty="0" err="1">
                <a:solidFill>
                  <a:srgbClr val="FF0000"/>
                </a:solidFill>
                <a:latin typeface="宋体" pitchFamily="2" charset="-122"/>
                <a:ea typeface="宋体" pitchFamily="2" charset="-122"/>
                <a:cs typeface="楷体_GB2312"/>
                <a:sym typeface="楷体_GB2312"/>
              </a:rPr>
              <a:t>有源场</a:t>
            </a:r>
            <a:r>
              <a:rPr sz="3200" b="1" dirty="0">
                <a:solidFill>
                  <a:schemeClr val="tx1"/>
                </a:solidFill>
                <a:latin typeface="宋体" pitchFamily="2" charset="-122"/>
                <a:ea typeface="宋体" pitchFamily="2" charset="-122"/>
                <a:cs typeface="Times New Roman"/>
                <a:sym typeface="Times New Roman"/>
              </a:rPr>
              <a:t>, </a:t>
            </a:r>
            <a:r>
              <a:rPr sz="3200" b="1" dirty="0" err="1">
                <a:solidFill>
                  <a:schemeClr val="tx1"/>
                </a:solidFill>
                <a:latin typeface="宋体" pitchFamily="2" charset="-122"/>
                <a:ea typeface="宋体" pitchFamily="2" charset="-122"/>
                <a:cs typeface="楷体_GB2312"/>
                <a:sym typeface="楷体_GB2312"/>
              </a:rPr>
              <a:t>它要求电场线在无电荷处不能中断</a:t>
            </a:r>
            <a:r>
              <a:rPr sz="3200" b="1" dirty="0">
                <a:solidFill>
                  <a:schemeClr val="tx1"/>
                </a:solidFill>
                <a:latin typeface="宋体" pitchFamily="2" charset="-122"/>
                <a:ea typeface="宋体" pitchFamily="2" charset="-122"/>
                <a:cs typeface="Times New Roman"/>
                <a:sym typeface="Times New Roman"/>
              </a:rPr>
              <a:t>.</a:t>
            </a:r>
          </a:p>
        </p:txBody>
      </p:sp>
      <p:sp>
        <p:nvSpPr>
          <p:cNvPr id="303" name="Shape 303"/>
          <p:cNvSpPr/>
          <p:nvPr/>
        </p:nvSpPr>
        <p:spPr>
          <a:xfrm>
            <a:off x="525736" y="7343432"/>
            <a:ext cx="11915022" cy="1277784"/>
          </a:xfrm>
          <a:prstGeom prst="rect">
            <a:avLst/>
          </a:prstGeom>
          <a:ln w="12700">
            <a:miter lim="400000"/>
          </a:ln>
          <a:extLst>
            <a:ext uri="{C572A759-6A51-4108-AA02-DFA0A04FC94B}">
              <ma14:wrappingTextBoxFlag xmlns="" xmlns:ma14="http://schemas.microsoft.com/office/mac/drawingml/2011/main" val="1"/>
            </a:ext>
          </a:extLst>
        </p:spPr>
        <p:txBody>
          <a:bodyPr wrap="square" lIns="65023" tIns="65023" rIns="65023" bIns="65023">
            <a:spAutoFit/>
          </a:bodyPr>
          <a:lstStyle/>
          <a:p>
            <a:pPr marL="450850" lvl="0" indent="-450850" algn="l" defTabSz="914400">
              <a:lnSpc>
                <a:spcPct val="125000"/>
              </a:lnSpc>
              <a:spcBef>
                <a:spcPts val="1600"/>
              </a:spcBef>
              <a:defRPr sz="1800"/>
            </a:pPr>
            <a:r>
              <a:rPr sz="3200" b="1" dirty="0">
                <a:latin typeface="宋体" pitchFamily="2" charset="-122"/>
                <a:ea typeface="宋体" pitchFamily="2" charset="-122"/>
                <a:cs typeface="Times New Roman"/>
                <a:sym typeface="Times New Roman"/>
              </a:rPr>
              <a:t>4</a:t>
            </a:r>
            <a:r>
              <a:rPr sz="3200" b="1" dirty="0">
                <a:latin typeface="宋体" pitchFamily="2" charset="-122"/>
                <a:ea typeface="宋体" pitchFamily="2" charset="-122"/>
                <a:cs typeface="楷体_GB2312"/>
                <a:sym typeface="楷体_GB2312"/>
              </a:rPr>
              <a:t>)</a:t>
            </a:r>
            <a:r>
              <a:rPr sz="3200" b="1" dirty="0" err="1">
                <a:latin typeface="宋体" pitchFamily="2" charset="-122"/>
                <a:ea typeface="宋体" pitchFamily="2" charset="-122"/>
                <a:cs typeface="楷体_GB2312"/>
                <a:sym typeface="楷体_GB2312"/>
              </a:rPr>
              <a:t>对于运动电荷产生的电场及迅变电磁场，库仑定律不再成立，但高斯定理仍然成立</a:t>
            </a:r>
            <a:r>
              <a:rPr sz="3200" b="1" dirty="0">
                <a:latin typeface="宋体" pitchFamily="2" charset="-122"/>
                <a:ea typeface="宋体" pitchFamily="2" charset="-122"/>
                <a:cs typeface="楷体_GB2312"/>
                <a:sym typeface="楷体_GB2312"/>
              </a:rPr>
              <a:t>.</a:t>
            </a:r>
          </a:p>
        </p:txBody>
      </p:sp>
      <p:sp>
        <p:nvSpPr>
          <p:cNvPr id="311" name="Shape 311"/>
          <p:cNvSpPr/>
          <p:nvPr/>
        </p:nvSpPr>
        <p:spPr>
          <a:xfrm>
            <a:off x="93688" y="8717538"/>
            <a:ext cx="5583637" cy="623758"/>
          </a:xfrm>
          <a:prstGeom prst="rect">
            <a:avLst/>
          </a:prstGeom>
          <a:ln w="12700">
            <a:miter lim="400000"/>
          </a:ln>
          <a:extLst>
            <a:ext uri="{C572A759-6A51-4108-AA02-DFA0A04FC94B}">
              <ma14:wrappingTextBoxFlag xmlns="" xmlns:ma14="http://schemas.microsoft.com/office/mac/drawingml/2011/main" val="1"/>
            </a:ext>
          </a:extLst>
        </p:spPr>
        <p:txBody>
          <a:bodyPr wrap="square" lIns="65023" tIns="65023" rIns="65023" bIns="65023">
            <a:spAutoFit/>
          </a:bodyPr>
          <a:lstStyle/>
          <a:p>
            <a:pPr lvl="0" defTabSz="914400">
              <a:spcBef>
                <a:spcPts val="1600"/>
              </a:spcBef>
              <a:defRPr sz="1800"/>
            </a:pPr>
            <a:r>
              <a:rPr sz="3200" b="1" dirty="0">
                <a:latin typeface="宋体" pitchFamily="2" charset="-122"/>
                <a:ea typeface="宋体" pitchFamily="2" charset="-122"/>
                <a:cs typeface="SimHei"/>
                <a:sym typeface="SimHei"/>
              </a:rPr>
              <a:t>5)</a:t>
            </a:r>
            <a:r>
              <a:rPr sz="3200" b="1" dirty="0" err="1">
                <a:solidFill>
                  <a:srgbClr val="FF0000"/>
                </a:solidFill>
                <a:latin typeface="宋体" pitchFamily="2" charset="-122"/>
                <a:ea typeface="宋体" pitchFamily="2" charset="-122"/>
                <a:cs typeface="SimHei"/>
                <a:sym typeface="SimHei"/>
              </a:rPr>
              <a:t>高斯面</a:t>
            </a:r>
            <a:r>
              <a:rPr sz="3200" b="1" dirty="0" err="1">
                <a:latin typeface="宋体" pitchFamily="2" charset="-122"/>
                <a:ea typeface="宋体" pitchFamily="2" charset="-122"/>
                <a:cs typeface="SimHei"/>
                <a:sym typeface="SimHei"/>
              </a:rPr>
              <a:t>为</a:t>
            </a:r>
            <a:r>
              <a:rPr sz="3200" b="1" dirty="0" err="1">
                <a:solidFill>
                  <a:srgbClr val="FF0000"/>
                </a:solidFill>
                <a:latin typeface="宋体" pitchFamily="2" charset="-122"/>
                <a:ea typeface="宋体" pitchFamily="2" charset="-122"/>
                <a:cs typeface="SimHei"/>
                <a:sym typeface="SimHei"/>
              </a:rPr>
              <a:t>任意</a:t>
            </a:r>
            <a:r>
              <a:rPr sz="3200" b="1" dirty="0" err="1">
                <a:latin typeface="宋体" pitchFamily="2" charset="-122"/>
                <a:ea typeface="宋体" pitchFamily="2" charset="-122"/>
                <a:cs typeface="SimHei"/>
                <a:sym typeface="SimHei"/>
              </a:rPr>
              <a:t>封闭曲面</a:t>
            </a:r>
            <a:endParaRPr sz="3200" b="1" dirty="0">
              <a:latin typeface="宋体" pitchFamily="2" charset="-122"/>
              <a:ea typeface="宋体" pitchFamily="2" charset="-122"/>
              <a:cs typeface="SimHei"/>
              <a:sym typeface="SimHei"/>
            </a:endParaRPr>
          </a:p>
        </p:txBody>
      </p:sp>
      <p:grpSp>
        <p:nvGrpSpPr>
          <p:cNvPr id="302" name="Group 302"/>
          <p:cNvGrpSpPr/>
          <p:nvPr/>
        </p:nvGrpSpPr>
        <p:grpSpPr>
          <a:xfrm>
            <a:off x="525736" y="1924472"/>
            <a:ext cx="10053245" cy="629432"/>
            <a:chOff x="-207450" y="50770"/>
            <a:chExt cx="9654259" cy="629431"/>
          </a:xfrm>
        </p:grpSpPr>
        <p:sp>
          <p:nvSpPr>
            <p:cNvPr id="298" name="Shape 298"/>
            <p:cNvSpPr/>
            <p:nvPr/>
          </p:nvSpPr>
          <p:spPr>
            <a:xfrm>
              <a:off x="-207450" y="56444"/>
              <a:ext cx="9654259" cy="623757"/>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65023" tIns="65023" rIns="65023" bIns="65023" numCol="1" anchor="t">
              <a:spAutoFit/>
            </a:bodyPr>
            <a:lstStyle/>
            <a:p>
              <a:pPr lvl="0" algn="l" defTabSz="762000">
                <a:spcBef>
                  <a:spcPts val="1600"/>
                </a:spcBef>
                <a:defRPr sz="1800"/>
              </a:pPr>
              <a:r>
                <a:rPr sz="3200" b="1" dirty="0" smtClean="0">
                  <a:latin typeface="宋体" pitchFamily="2" charset="-122"/>
                  <a:ea typeface="宋体" pitchFamily="2" charset="-122"/>
                  <a:cs typeface="Times New Roman"/>
                  <a:sym typeface="Times New Roman"/>
                </a:rPr>
                <a:t>1</a:t>
              </a:r>
              <a:r>
                <a:rPr sz="3200" b="1" dirty="0">
                  <a:latin typeface="宋体" pitchFamily="2" charset="-122"/>
                  <a:ea typeface="宋体" pitchFamily="2" charset="-122"/>
                  <a:cs typeface="楷体_GB2312"/>
                  <a:sym typeface="楷体_GB2312"/>
                </a:rPr>
                <a:t>)       </a:t>
              </a:r>
              <a:r>
                <a:rPr lang="en-US" sz="3200" b="1" dirty="0" smtClean="0">
                  <a:latin typeface="宋体" pitchFamily="2" charset="-122"/>
                  <a:ea typeface="宋体" pitchFamily="2" charset="-122"/>
                  <a:cs typeface="楷体_GB2312"/>
                  <a:sym typeface="楷体_GB2312"/>
                </a:rPr>
                <a:t>   </a:t>
              </a:r>
              <a:r>
                <a:rPr sz="3200" b="1" dirty="0" smtClean="0">
                  <a:latin typeface="宋体" pitchFamily="2" charset="-122"/>
                  <a:ea typeface="宋体" pitchFamily="2" charset="-122"/>
                  <a:cs typeface="楷体_GB2312"/>
                  <a:sym typeface="楷体_GB2312"/>
                </a:rPr>
                <a:t>中</a:t>
              </a:r>
              <a:r>
                <a:rPr sz="3200" b="1" dirty="0">
                  <a:latin typeface="宋体" pitchFamily="2" charset="-122"/>
                  <a:ea typeface="宋体" pitchFamily="2" charset="-122"/>
                  <a:cs typeface="楷体_GB2312"/>
                  <a:sym typeface="楷体_GB2312"/>
                </a:rPr>
                <a:t>,  </a:t>
              </a:r>
              <a:r>
                <a:rPr lang="en-US" sz="3200" b="1" dirty="0" smtClean="0">
                  <a:latin typeface="宋体" pitchFamily="2" charset="-122"/>
                  <a:ea typeface="宋体" pitchFamily="2" charset="-122"/>
                  <a:cs typeface="楷体_GB2312"/>
                  <a:sym typeface="楷体_GB2312"/>
                </a:rPr>
                <a:t> </a:t>
              </a:r>
              <a:r>
                <a:rPr sz="3200" b="1" dirty="0" err="1" smtClean="0">
                  <a:latin typeface="宋体" pitchFamily="2" charset="-122"/>
                  <a:ea typeface="宋体" pitchFamily="2" charset="-122"/>
                  <a:cs typeface="楷体_GB2312"/>
                  <a:sym typeface="楷体_GB2312"/>
                </a:rPr>
                <a:t>是面元</a:t>
              </a:r>
              <a:r>
                <a:rPr lang="en-US" sz="3200" b="1" dirty="0" smtClean="0">
                  <a:latin typeface="宋体" pitchFamily="2" charset="-122"/>
                  <a:ea typeface="宋体" pitchFamily="2" charset="-122"/>
                  <a:cs typeface="楷体_GB2312"/>
                  <a:sym typeface="楷体_GB2312"/>
                </a:rPr>
                <a:t>  </a:t>
              </a:r>
              <a:r>
                <a:rPr sz="3200" b="1" dirty="0" smtClean="0">
                  <a:latin typeface="宋体" pitchFamily="2" charset="-122"/>
                  <a:ea typeface="宋体" pitchFamily="2" charset="-122"/>
                  <a:cs typeface="楷体_GB2312"/>
                  <a:sym typeface="楷体_GB2312"/>
                </a:rPr>
                <a:t>  </a:t>
              </a:r>
              <a:r>
                <a:rPr sz="3200" b="1" dirty="0" err="1" smtClean="0">
                  <a:latin typeface="宋体" pitchFamily="2" charset="-122"/>
                  <a:ea typeface="宋体" pitchFamily="2" charset="-122"/>
                  <a:cs typeface="楷体_GB2312"/>
                  <a:sym typeface="楷体_GB2312"/>
                </a:rPr>
                <a:t>所在处的场强</a:t>
              </a:r>
              <a:r>
                <a:rPr sz="3200" b="1" dirty="0">
                  <a:latin typeface="黑体" pitchFamily="49" charset="-122"/>
                  <a:ea typeface="黑体" pitchFamily="49" charset="-122"/>
                  <a:cs typeface="楷体_GB2312"/>
                  <a:sym typeface="楷体_GB2312"/>
                </a:rPr>
                <a:t>.</a:t>
              </a:r>
            </a:p>
          </p:txBody>
        </p:sp>
        <p:pic>
          <p:nvPicPr>
            <p:cNvPr id="300" name="image.pdf"/>
            <p:cNvPicPr/>
            <p:nvPr/>
          </p:nvPicPr>
          <p:blipFill>
            <a:blip r:embed="rId2" cstate="print">
              <a:extLst/>
            </a:blip>
            <a:stretch>
              <a:fillRect/>
            </a:stretch>
          </p:blipFill>
          <p:spPr>
            <a:xfrm>
              <a:off x="2861592" y="50770"/>
              <a:ext cx="432047" cy="576063"/>
            </a:xfrm>
            <a:prstGeom prst="rect">
              <a:avLst/>
            </a:prstGeom>
            <a:ln w="12700" cap="flat">
              <a:noFill/>
              <a:miter lim="400000"/>
            </a:ln>
            <a:effectLst/>
          </p:spPr>
        </p:pic>
        <p:pic>
          <p:nvPicPr>
            <p:cNvPr id="301" name="image.pdf"/>
            <p:cNvPicPr/>
            <p:nvPr/>
          </p:nvPicPr>
          <p:blipFill>
            <a:blip r:embed="rId3" cstate="print">
              <a:extLst/>
            </a:blip>
            <a:stretch>
              <a:fillRect/>
            </a:stretch>
          </p:blipFill>
          <p:spPr>
            <a:xfrm>
              <a:off x="4659497" y="122778"/>
              <a:ext cx="592021" cy="520012"/>
            </a:xfrm>
            <a:prstGeom prst="rect">
              <a:avLst/>
            </a:prstGeom>
            <a:ln w="12700" cap="flat">
              <a:noFill/>
              <a:miter lim="400000"/>
            </a:ln>
            <a:effectLst/>
          </p:spPr>
        </p:pic>
      </p:grpSp>
      <p:grpSp>
        <p:nvGrpSpPr>
          <p:cNvPr id="307" name="Group 307"/>
          <p:cNvGrpSpPr/>
          <p:nvPr/>
        </p:nvGrpSpPr>
        <p:grpSpPr>
          <a:xfrm>
            <a:off x="562186" y="2860576"/>
            <a:ext cx="11882687" cy="1894252"/>
            <a:chOff x="0" y="889282"/>
            <a:chExt cx="11882685" cy="1894250"/>
          </a:xfrm>
        </p:grpSpPr>
        <p:sp>
          <p:nvSpPr>
            <p:cNvPr id="304" name="Shape 304"/>
            <p:cNvSpPr/>
            <p:nvPr/>
          </p:nvSpPr>
          <p:spPr>
            <a:xfrm>
              <a:off x="0" y="889282"/>
              <a:ext cx="11882685" cy="1894250"/>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65476" tIns="65476" rIns="65476" bIns="65476" numCol="1" anchor="t">
              <a:spAutoFit/>
            </a:bodyPr>
            <a:lstStyle/>
            <a:p>
              <a:pPr marL="450850" lvl="0" indent="-450850" algn="l" defTabSz="762000">
                <a:lnSpc>
                  <a:spcPct val="125000"/>
                </a:lnSpc>
                <a:spcBef>
                  <a:spcPts val="1600"/>
                </a:spcBef>
                <a:defRPr sz="1800"/>
              </a:pPr>
              <a:r>
                <a:rPr sz="3200" b="1" dirty="0">
                  <a:latin typeface="宋体" pitchFamily="2" charset="-122"/>
                  <a:ea typeface="宋体" pitchFamily="2" charset="-122"/>
                  <a:cs typeface="Times New Roman"/>
                  <a:sym typeface="Times New Roman"/>
                </a:rPr>
                <a:t>2</a:t>
              </a:r>
              <a:r>
                <a:rPr sz="3200" b="1" dirty="0">
                  <a:latin typeface="宋体" pitchFamily="2" charset="-122"/>
                  <a:ea typeface="宋体" pitchFamily="2" charset="-122"/>
                  <a:cs typeface="楷体_GB2312"/>
                  <a:sym typeface="楷体_GB2312"/>
                </a:rPr>
                <a:t>)  </a:t>
              </a:r>
              <a:r>
                <a:rPr sz="3200" b="1" dirty="0" err="1">
                  <a:latin typeface="宋体" pitchFamily="2" charset="-122"/>
                  <a:ea typeface="宋体" pitchFamily="2" charset="-122"/>
                  <a:cs typeface="楷体_GB2312"/>
                  <a:sym typeface="楷体_GB2312"/>
                </a:rPr>
                <a:t>并非只是由闭合面内的电荷产生，而是由空间所有电荷共同产生的，但是闭合面内、外的电荷对电通量</a:t>
              </a:r>
              <a:r>
                <a:rPr sz="3200" b="1" dirty="0">
                  <a:latin typeface="宋体" pitchFamily="2" charset="-122"/>
                  <a:ea typeface="宋体" pitchFamily="2" charset="-122"/>
                  <a:cs typeface="楷体_GB2312"/>
                  <a:sym typeface="楷体_GB2312"/>
                </a:rPr>
                <a:t>          </a:t>
              </a:r>
              <a:r>
                <a:rPr lang="en-US" sz="3200" b="1" dirty="0" smtClean="0">
                  <a:latin typeface="宋体" pitchFamily="2" charset="-122"/>
                  <a:ea typeface="宋体" pitchFamily="2" charset="-122"/>
                  <a:cs typeface="楷体_GB2312"/>
                  <a:sym typeface="楷体_GB2312"/>
                </a:rPr>
                <a:t>      </a:t>
              </a:r>
              <a:r>
                <a:rPr sz="3200" b="1" dirty="0" err="1" smtClean="0">
                  <a:latin typeface="宋体" pitchFamily="2" charset="-122"/>
                  <a:ea typeface="宋体" pitchFamily="2" charset="-122"/>
                  <a:cs typeface="楷体_GB2312"/>
                  <a:sym typeface="楷体_GB2312"/>
                </a:rPr>
                <a:t>的贡献不同</a:t>
              </a:r>
              <a:r>
                <a:rPr sz="3200" b="1" dirty="0">
                  <a:latin typeface="宋体" pitchFamily="2" charset="-122"/>
                  <a:ea typeface="宋体" pitchFamily="2" charset="-122"/>
                  <a:cs typeface="Times New Roman"/>
                  <a:sym typeface="Times New Roman"/>
                </a:rPr>
                <a:t>.</a:t>
              </a:r>
            </a:p>
          </p:txBody>
        </p:sp>
        <p:pic>
          <p:nvPicPr>
            <p:cNvPr id="305" name="image.pdf"/>
            <p:cNvPicPr/>
            <p:nvPr/>
          </p:nvPicPr>
          <p:blipFill>
            <a:blip r:embed="rId4" cstate="print">
              <a:extLst/>
            </a:blip>
            <a:stretch>
              <a:fillRect/>
            </a:stretch>
          </p:blipFill>
          <p:spPr>
            <a:xfrm>
              <a:off x="467606" y="945747"/>
              <a:ext cx="360040" cy="554273"/>
            </a:xfrm>
            <a:prstGeom prst="rect">
              <a:avLst/>
            </a:prstGeom>
            <a:ln w="12700" cap="flat">
              <a:noFill/>
              <a:miter lim="400000"/>
            </a:ln>
            <a:effectLst/>
          </p:spPr>
        </p:pic>
      </p:grpSp>
      <p:sp>
        <p:nvSpPr>
          <p:cNvPr id="308" name="Shape 308"/>
          <p:cNvSpPr/>
          <p:nvPr/>
        </p:nvSpPr>
        <p:spPr>
          <a:xfrm>
            <a:off x="1029792" y="4876800"/>
            <a:ext cx="11273087" cy="623758"/>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65023" tIns="65023" rIns="65023" bIns="65023" numCol="1" anchor="t">
            <a:spAutoFit/>
          </a:bodyPr>
          <a:lstStyle/>
          <a:p>
            <a:pPr lvl="0" algn="l" defTabSz="762000">
              <a:spcBef>
                <a:spcPts val="1600"/>
              </a:spcBef>
              <a:defRPr sz="1800"/>
            </a:pPr>
            <a:r>
              <a:rPr sz="3200" b="1" dirty="0" err="1">
                <a:solidFill>
                  <a:schemeClr val="tx1"/>
                </a:solidFill>
                <a:latin typeface="宋体" pitchFamily="2" charset="-122"/>
                <a:ea typeface="宋体" pitchFamily="2" charset="-122"/>
                <a:cs typeface="楷体_GB2312"/>
                <a:sym typeface="楷体_GB2312"/>
              </a:rPr>
              <a:t>只有</a:t>
            </a:r>
            <a:r>
              <a:rPr sz="3200" b="1" dirty="0" err="1">
                <a:solidFill>
                  <a:srgbClr val="FF0000"/>
                </a:solidFill>
                <a:latin typeface="宋体" pitchFamily="2" charset="-122"/>
                <a:ea typeface="宋体" pitchFamily="2" charset="-122"/>
                <a:cs typeface="楷体_GB2312"/>
                <a:sym typeface="楷体_GB2312"/>
              </a:rPr>
              <a:t>闭合面内的电荷</a:t>
            </a:r>
            <a:r>
              <a:rPr sz="3200" b="1" dirty="0" err="1">
                <a:solidFill>
                  <a:schemeClr val="tx1"/>
                </a:solidFill>
                <a:latin typeface="宋体" pitchFamily="2" charset="-122"/>
                <a:ea typeface="宋体" pitchFamily="2" charset="-122"/>
                <a:cs typeface="楷体_GB2312"/>
                <a:sym typeface="楷体_GB2312"/>
              </a:rPr>
              <a:t>对电通量</a:t>
            </a:r>
            <a:r>
              <a:rPr sz="3200" b="1" dirty="0">
                <a:solidFill>
                  <a:schemeClr val="tx1"/>
                </a:solidFill>
                <a:latin typeface="宋体" pitchFamily="2" charset="-122"/>
                <a:ea typeface="宋体" pitchFamily="2" charset="-122"/>
                <a:cs typeface="楷体_GB2312"/>
                <a:sym typeface="楷体_GB2312"/>
              </a:rPr>
              <a:t>        </a:t>
            </a:r>
            <a:r>
              <a:rPr lang="en-US" sz="3200" b="1" dirty="0" smtClean="0">
                <a:solidFill>
                  <a:schemeClr val="tx1"/>
                </a:solidFill>
                <a:latin typeface="宋体" pitchFamily="2" charset="-122"/>
                <a:ea typeface="宋体" pitchFamily="2" charset="-122"/>
                <a:cs typeface="楷体_GB2312"/>
                <a:sym typeface="楷体_GB2312"/>
              </a:rPr>
              <a:t>    </a:t>
            </a:r>
            <a:r>
              <a:rPr sz="3200" b="1" dirty="0" err="1" smtClean="0">
                <a:solidFill>
                  <a:schemeClr val="tx1"/>
                </a:solidFill>
                <a:latin typeface="宋体" pitchFamily="2" charset="-122"/>
                <a:ea typeface="宋体" pitchFamily="2" charset="-122"/>
                <a:cs typeface="楷体_GB2312"/>
                <a:sym typeface="楷体_GB2312"/>
              </a:rPr>
              <a:t>有贡献</a:t>
            </a:r>
            <a:r>
              <a:rPr sz="3200" b="1" dirty="0">
                <a:solidFill>
                  <a:schemeClr val="tx1"/>
                </a:solidFill>
                <a:latin typeface="宋体" pitchFamily="2" charset="-122"/>
                <a:ea typeface="宋体" pitchFamily="2" charset="-122"/>
                <a:cs typeface="Times New Roman"/>
                <a:sym typeface="Times New Roman"/>
              </a:rPr>
              <a:t>.</a:t>
            </a:r>
          </a:p>
        </p:txBody>
      </p:sp>
      <p:sp>
        <p:nvSpPr>
          <p:cNvPr id="28" name="矩形 27"/>
          <p:cNvSpPr/>
          <p:nvPr/>
        </p:nvSpPr>
        <p:spPr>
          <a:xfrm>
            <a:off x="7794282" y="629198"/>
            <a:ext cx="3890809" cy="646331"/>
          </a:xfrm>
          <a:prstGeom prst="rect">
            <a:avLst/>
          </a:prstGeom>
        </p:spPr>
        <p:txBody>
          <a:bodyPr wrap="none">
            <a:spAutoFit/>
          </a:bodyPr>
          <a:lstStyle/>
          <a:p>
            <a:r>
              <a:rPr lang="zh-CN" altLang="en-US" b="1" dirty="0" smtClean="0">
                <a:solidFill>
                  <a:schemeClr val="tx1"/>
                </a:solidFill>
                <a:latin typeface="Times New Roman" pitchFamily="18" charset="0"/>
                <a:ea typeface="宋体" pitchFamily="2" charset="-122"/>
                <a:cs typeface="Times New Roman" pitchFamily="18" charset="0"/>
                <a:sym typeface="楷体_GB2312"/>
              </a:rPr>
              <a:t>静电场的高斯定理</a:t>
            </a:r>
            <a:endParaRPr lang="zh-CN" altLang="en-US" dirty="0"/>
          </a:p>
        </p:txBody>
      </p:sp>
      <p:pic>
        <p:nvPicPr>
          <p:cNvPr id="36933" name="Picture 6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54626" y="258106"/>
            <a:ext cx="4508729" cy="1319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934" name="Picture 7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04036" y="1788179"/>
            <a:ext cx="1654175" cy="998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939" name="Picture 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46632" y="3491422"/>
            <a:ext cx="2229440" cy="9777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6940" name="Picture 7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75498" y="4733152"/>
            <a:ext cx="2237569" cy="981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5736" y="1033932"/>
            <a:ext cx="11089232"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FF"/>
                </a:solidFill>
                <a:effectLst/>
                <a:uFillTx/>
                <a:latin typeface="宋体" pitchFamily="2" charset="-122"/>
                <a:ea typeface="宋体" pitchFamily="2" charset="-122"/>
                <a:sym typeface="Helvetica Light"/>
              </a:rPr>
              <a:t>思考题：是否存在电荷</a:t>
            </a:r>
            <a:r>
              <a:rPr kumimoji="0" lang="en-US" altLang="zh-CN" sz="3600" b="1" i="0" u="none" strike="noStrike" cap="none" spc="0" normalizeH="0" baseline="0" dirty="0" smtClean="0">
                <a:ln>
                  <a:noFill/>
                </a:ln>
                <a:solidFill>
                  <a:srgbClr val="0000FF"/>
                </a:solidFill>
                <a:effectLst/>
                <a:uFillTx/>
                <a:latin typeface="宋体" pitchFamily="2" charset="-122"/>
                <a:ea typeface="宋体" pitchFamily="2" charset="-122"/>
                <a:sym typeface="Helvetica Light"/>
              </a:rPr>
              <a:t>Q</a:t>
            </a:r>
            <a:r>
              <a:rPr kumimoji="0" lang="zh-CN" altLang="en-US" sz="3600" b="1" i="0" u="none" strike="noStrike" cap="none" spc="0" normalizeH="0" baseline="0" dirty="0" smtClean="0">
                <a:ln>
                  <a:noFill/>
                </a:ln>
                <a:solidFill>
                  <a:srgbClr val="0000FF"/>
                </a:solidFill>
                <a:effectLst/>
                <a:uFillTx/>
                <a:latin typeface="宋体" pitchFamily="2" charset="-122"/>
                <a:ea typeface="宋体" pitchFamily="2" charset="-122"/>
                <a:sym typeface="Helvetica Light"/>
              </a:rPr>
              <a:t>恰好在高斯面上的情况呢？</a:t>
            </a:r>
            <a:endParaRPr kumimoji="0" lang="en-US" altLang="zh-CN" sz="3600" b="1" i="0" u="none" strike="noStrike" cap="none" spc="0" normalizeH="0" baseline="0" dirty="0" smtClean="0">
              <a:ln>
                <a:noFill/>
              </a:ln>
              <a:solidFill>
                <a:srgbClr val="0000FF"/>
              </a:solidFill>
              <a:effectLst/>
              <a:uFillTx/>
              <a:latin typeface="宋体" pitchFamily="2" charset="-122"/>
              <a:ea typeface="宋体" pitchFamily="2" charset="-122"/>
              <a:sym typeface="Helvetica Light"/>
            </a:endParaRPr>
          </a:p>
        </p:txBody>
      </p:sp>
      <p:sp>
        <p:nvSpPr>
          <p:cNvPr id="3" name="TextBox 2"/>
          <p:cNvSpPr txBox="1"/>
          <p:nvPr/>
        </p:nvSpPr>
        <p:spPr>
          <a:xfrm>
            <a:off x="885776" y="2572544"/>
            <a:ext cx="11521280" cy="287258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25000"/>
              </a:lnSpc>
            </a:pPr>
            <a:r>
              <a:rPr lang="zh-CN" altLang="en-US" b="1" dirty="0">
                <a:solidFill>
                  <a:srgbClr val="000000"/>
                </a:solidFill>
                <a:latin typeface="宋体" pitchFamily="2" charset="-122"/>
                <a:ea typeface="宋体" pitchFamily="2" charset="-122"/>
              </a:rPr>
              <a:t>高斯面是没有厚度的数学面，在其附近任何实际的带电体，均不能简化为点电荷，所以应用它时只能认为，只可能存在电荷</a:t>
            </a:r>
            <a:r>
              <a:rPr lang="en-US" altLang="zh-CN" b="1" dirty="0">
                <a:solidFill>
                  <a:srgbClr val="000000"/>
                </a:solidFill>
                <a:latin typeface="宋体" pitchFamily="2" charset="-122"/>
                <a:ea typeface="宋体" pitchFamily="2" charset="-122"/>
              </a:rPr>
              <a:t>Q</a:t>
            </a:r>
            <a:r>
              <a:rPr lang="zh-CN" altLang="en-US" b="1" dirty="0">
                <a:solidFill>
                  <a:srgbClr val="000000"/>
                </a:solidFill>
                <a:latin typeface="宋体" pitchFamily="2" charset="-122"/>
                <a:ea typeface="宋体" pitchFamily="2" charset="-122"/>
              </a:rPr>
              <a:t>在</a:t>
            </a:r>
            <a:r>
              <a:rPr lang="en-US" altLang="zh-CN" b="1" dirty="0">
                <a:solidFill>
                  <a:srgbClr val="000000"/>
                </a:solidFill>
                <a:latin typeface="宋体" pitchFamily="2" charset="-122"/>
                <a:ea typeface="宋体" pitchFamily="2" charset="-122"/>
              </a:rPr>
              <a:t>S</a:t>
            </a:r>
            <a:r>
              <a:rPr lang="zh-CN" altLang="en-US" b="1" dirty="0">
                <a:solidFill>
                  <a:srgbClr val="000000"/>
                </a:solidFill>
                <a:latin typeface="宋体" pitchFamily="2" charset="-122"/>
                <a:ea typeface="宋体" pitchFamily="2" charset="-122"/>
              </a:rPr>
              <a:t>外或在</a:t>
            </a:r>
            <a:r>
              <a:rPr lang="en-US" altLang="zh-CN" b="1" dirty="0">
                <a:solidFill>
                  <a:srgbClr val="000000"/>
                </a:solidFill>
                <a:latin typeface="宋体" pitchFamily="2" charset="-122"/>
                <a:ea typeface="宋体" pitchFamily="2" charset="-122"/>
              </a:rPr>
              <a:t>S</a:t>
            </a:r>
            <a:r>
              <a:rPr lang="zh-CN" altLang="en-US" b="1" dirty="0">
                <a:solidFill>
                  <a:srgbClr val="000000"/>
                </a:solidFill>
                <a:latin typeface="宋体" pitchFamily="2" charset="-122"/>
                <a:ea typeface="宋体" pitchFamily="2" charset="-122"/>
              </a:rPr>
              <a:t>内，或一部分在</a:t>
            </a:r>
            <a:r>
              <a:rPr lang="en-US" altLang="zh-CN" b="1" dirty="0">
                <a:solidFill>
                  <a:srgbClr val="000000"/>
                </a:solidFill>
                <a:latin typeface="宋体" pitchFamily="2" charset="-122"/>
                <a:ea typeface="宋体" pitchFamily="2" charset="-122"/>
              </a:rPr>
              <a:t>S</a:t>
            </a:r>
            <a:r>
              <a:rPr lang="zh-CN" altLang="en-US" b="1" dirty="0">
                <a:solidFill>
                  <a:srgbClr val="000000"/>
                </a:solidFill>
                <a:latin typeface="宋体" pitchFamily="2" charset="-122"/>
                <a:ea typeface="宋体" pitchFamily="2" charset="-122"/>
              </a:rPr>
              <a:t>内，一部分在</a:t>
            </a:r>
            <a:r>
              <a:rPr lang="en-US" altLang="zh-CN" b="1" dirty="0">
                <a:solidFill>
                  <a:srgbClr val="000000"/>
                </a:solidFill>
                <a:latin typeface="宋体" pitchFamily="2" charset="-122"/>
                <a:ea typeface="宋体" pitchFamily="2" charset="-122"/>
              </a:rPr>
              <a:t>S</a:t>
            </a:r>
            <a:r>
              <a:rPr lang="zh-CN" altLang="en-US" b="1" dirty="0">
                <a:solidFill>
                  <a:srgbClr val="000000"/>
                </a:solidFill>
                <a:latin typeface="宋体" pitchFamily="2" charset="-122"/>
                <a:ea typeface="宋体" pitchFamily="2" charset="-122"/>
              </a:rPr>
              <a:t>外的情况，而没有</a:t>
            </a:r>
            <a:r>
              <a:rPr lang="en-US" altLang="zh-CN" b="1" dirty="0">
                <a:solidFill>
                  <a:srgbClr val="000000"/>
                </a:solidFill>
                <a:latin typeface="宋体" pitchFamily="2" charset="-122"/>
                <a:ea typeface="宋体" pitchFamily="2" charset="-122"/>
              </a:rPr>
              <a:t>Q</a:t>
            </a:r>
            <a:r>
              <a:rPr lang="zh-CN" altLang="en-US" b="1" dirty="0">
                <a:solidFill>
                  <a:srgbClr val="000000"/>
                </a:solidFill>
                <a:latin typeface="宋体" pitchFamily="2" charset="-122"/>
                <a:ea typeface="宋体" pitchFamily="2" charset="-122"/>
              </a:rPr>
              <a:t>恰好在</a:t>
            </a:r>
            <a:r>
              <a:rPr lang="en-US" altLang="zh-CN" b="1" dirty="0">
                <a:solidFill>
                  <a:srgbClr val="000000"/>
                </a:solidFill>
                <a:latin typeface="宋体" pitchFamily="2" charset="-122"/>
                <a:ea typeface="宋体" pitchFamily="2" charset="-122"/>
              </a:rPr>
              <a:t>S</a:t>
            </a:r>
            <a:r>
              <a:rPr lang="zh-CN" altLang="en-US" b="1" dirty="0">
                <a:solidFill>
                  <a:srgbClr val="000000"/>
                </a:solidFill>
                <a:latin typeface="宋体" pitchFamily="2" charset="-122"/>
                <a:ea typeface="宋体" pitchFamily="2" charset="-122"/>
              </a:rPr>
              <a:t>面的情况。</a:t>
            </a:r>
          </a:p>
        </p:txBody>
      </p:sp>
    </p:spTree>
    <p:extLst>
      <p:ext uri="{BB962C8B-B14F-4D97-AF65-F5344CB8AC3E}">
        <p14:creationId xmlns:p14="http://schemas.microsoft.com/office/powerpoint/2010/main" val="311737397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extLst>
              <p:ext uri="{D42A27DB-BD31-4B8C-83A1-F6EECF244321}">
                <p14:modId xmlns:p14="http://schemas.microsoft.com/office/powerpoint/2010/main" val="1496614209"/>
              </p:ext>
            </p:extLst>
          </p:nvPr>
        </p:nvGraphicFramePr>
        <p:xfrm>
          <a:off x="1896044" y="1420416"/>
          <a:ext cx="9286876" cy="1889125"/>
        </p:xfrm>
        <a:graphic>
          <a:graphicData uri="http://schemas.openxmlformats.org/presentationml/2006/ole">
            <mc:AlternateContent xmlns:mc="http://schemas.openxmlformats.org/markup-compatibility/2006">
              <mc:Choice xmlns:v="urn:schemas-microsoft-com:vml" Requires="v">
                <p:oleObj spid="_x0000_s48247" name="Equation" r:id="rId3" imgW="2184120" imgH="444240" progId="Equation.DSMT4">
                  <p:embed/>
                </p:oleObj>
              </mc:Choice>
              <mc:Fallback>
                <p:oleObj name="Equation" r:id="rId3" imgW="2184120" imgH="444240" progId="Equation.DSMT4">
                  <p:embed/>
                  <p:pic>
                    <p:nvPicPr>
                      <p:cNvPr id="0" name="对象 2"/>
                      <p:cNvPicPr>
                        <a:picLocks noChangeAspect="1" noChangeArrowheads="1"/>
                      </p:cNvPicPr>
                      <p:nvPr/>
                    </p:nvPicPr>
                    <p:blipFill>
                      <a:blip r:embed="rId4"/>
                      <a:srcRect/>
                      <a:stretch>
                        <a:fillRect/>
                      </a:stretch>
                    </p:blipFill>
                    <p:spPr bwMode="auto">
                      <a:xfrm>
                        <a:off x="1896044" y="1420416"/>
                        <a:ext cx="9286876" cy="188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p:nvPr/>
        </p:nvSpPr>
        <p:spPr>
          <a:xfrm>
            <a:off x="1955106" y="4156720"/>
            <a:ext cx="10081120" cy="259558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黑体" pitchFamily="49" charset="-122"/>
                <a:ea typeface="黑体" pitchFamily="49" charset="-122"/>
                <a:sym typeface="Helvetica Light"/>
              </a:rPr>
              <a:t>高斯定理可从库仑定律严格导出，它是平方反比规律的必然结果。它源于库仑定律，高于库仑定律（适用运动电荷的电场）</a:t>
            </a:r>
            <a:endParaRPr kumimoji="0" lang="zh-CN" altLang="en-US" sz="3600" b="1" i="0" u="none" strike="noStrike" cap="none" spc="0" normalizeH="0" baseline="0" dirty="0">
              <a:ln>
                <a:noFill/>
              </a:ln>
              <a:solidFill>
                <a:srgbClr val="000000"/>
              </a:solidFill>
              <a:effectLst/>
              <a:uFillTx/>
              <a:latin typeface="黑体" pitchFamily="49" charset="-122"/>
              <a:ea typeface="黑体" pitchFamily="49" charset="-122"/>
              <a:sym typeface="Helvetica Light"/>
            </a:endParaRPr>
          </a:p>
        </p:txBody>
      </p:sp>
    </p:spTree>
    <p:extLst>
      <p:ext uri="{BB962C8B-B14F-4D97-AF65-F5344CB8AC3E}">
        <p14:creationId xmlns:p14="http://schemas.microsoft.com/office/powerpoint/2010/main" val="1050274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461840" y="1952055"/>
            <a:ext cx="10369152" cy="425757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50000"/>
              </a:lnSpc>
            </a:pPr>
            <a:r>
              <a:rPr lang="zh-CN" altLang="en-US" b="1" dirty="0" smtClean="0">
                <a:solidFill>
                  <a:srgbClr val="000000"/>
                </a:solidFill>
                <a:latin typeface="宋体" pitchFamily="2" charset="-122"/>
                <a:ea typeface="宋体" pitchFamily="2" charset="-122"/>
              </a:rPr>
              <a:t>电场</a:t>
            </a:r>
            <a:r>
              <a:rPr lang="zh-CN" altLang="en-US" b="1" dirty="0">
                <a:solidFill>
                  <a:srgbClr val="000000"/>
                </a:solidFill>
                <a:latin typeface="宋体" pitchFamily="2" charset="-122"/>
                <a:ea typeface="宋体" pitchFamily="2" charset="-122"/>
              </a:rPr>
              <a:t>中任意高斯面上各点的电场强度是由：</a:t>
            </a:r>
          </a:p>
          <a:p>
            <a:pPr algn="l" rtl="0" latinLnBrk="1" hangingPunct="0">
              <a:lnSpc>
                <a:spcPct val="150000"/>
              </a:lnSpc>
            </a:pPr>
            <a:r>
              <a:rPr lang="en-US" altLang="zh-CN" b="1" dirty="0">
                <a:solidFill>
                  <a:srgbClr val="000000"/>
                </a:solidFill>
                <a:latin typeface="宋体" pitchFamily="2" charset="-122"/>
                <a:ea typeface="宋体" pitchFamily="2" charset="-122"/>
              </a:rPr>
              <a:t>A</a:t>
            </a:r>
            <a:r>
              <a:rPr lang="en-US" altLang="zh-CN" b="1" dirty="0" smtClean="0">
                <a:solidFill>
                  <a:srgbClr val="000000"/>
                </a:solidFill>
                <a:latin typeface="宋体" pitchFamily="2" charset="-122"/>
                <a:ea typeface="宋体" pitchFamily="2" charset="-122"/>
              </a:rPr>
              <a:t>. </a:t>
            </a:r>
            <a:r>
              <a:rPr lang="zh-CN" altLang="en-US" b="1" dirty="0" smtClean="0">
                <a:solidFill>
                  <a:srgbClr val="000000"/>
                </a:solidFill>
                <a:latin typeface="宋体" pitchFamily="2" charset="-122"/>
                <a:ea typeface="宋体" pitchFamily="2" charset="-122"/>
              </a:rPr>
              <a:t>分布</a:t>
            </a:r>
            <a:r>
              <a:rPr lang="zh-CN" altLang="en-US" b="1" dirty="0">
                <a:solidFill>
                  <a:srgbClr val="000000"/>
                </a:solidFill>
                <a:latin typeface="宋体" pitchFamily="2" charset="-122"/>
                <a:ea typeface="宋体" pitchFamily="2" charset="-122"/>
              </a:rPr>
              <a:t>在高斯面内的电荷决定的。</a:t>
            </a:r>
          </a:p>
          <a:p>
            <a:pPr algn="l" rtl="0" latinLnBrk="1" hangingPunct="0">
              <a:lnSpc>
                <a:spcPct val="150000"/>
              </a:lnSpc>
            </a:pPr>
            <a:r>
              <a:rPr lang="en-US" altLang="zh-CN" b="1" dirty="0">
                <a:solidFill>
                  <a:srgbClr val="000000"/>
                </a:solidFill>
                <a:latin typeface="宋体" pitchFamily="2" charset="-122"/>
                <a:ea typeface="宋体" pitchFamily="2" charset="-122"/>
              </a:rPr>
              <a:t>B. </a:t>
            </a:r>
            <a:r>
              <a:rPr lang="zh-CN" altLang="en-US" b="1" dirty="0">
                <a:solidFill>
                  <a:srgbClr val="000000"/>
                </a:solidFill>
                <a:latin typeface="宋体" pitchFamily="2" charset="-122"/>
                <a:ea typeface="宋体" pitchFamily="2" charset="-122"/>
              </a:rPr>
              <a:t>分布在高斯面外的电荷决定的。</a:t>
            </a:r>
          </a:p>
          <a:p>
            <a:pPr algn="l" rtl="0" latinLnBrk="1" hangingPunct="0">
              <a:lnSpc>
                <a:spcPct val="150000"/>
              </a:lnSpc>
            </a:pPr>
            <a:r>
              <a:rPr lang="en-US" altLang="zh-CN" b="1" dirty="0">
                <a:solidFill>
                  <a:srgbClr val="000000"/>
                </a:solidFill>
                <a:latin typeface="宋体" pitchFamily="2" charset="-122"/>
                <a:ea typeface="宋体" pitchFamily="2" charset="-122"/>
              </a:rPr>
              <a:t>C. </a:t>
            </a:r>
            <a:r>
              <a:rPr lang="zh-CN" altLang="en-US" b="1" dirty="0">
                <a:solidFill>
                  <a:srgbClr val="000000"/>
                </a:solidFill>
                <a:latin typeface="宋体" pitchFamily="2" charset="-122"/>
                <a:ea typeface="宋体" pitchFamily="2" charset="-122"/>
              </a:rPr>
              <a:t>空间所有电荷决定的。</a:t>
            </a:r>
          </a:p>
          <a:p>
            <a:pPr algn="l" rtl="0" latinLnBrk="1" hangingPunct="0">
              <a:lnSpc>
                <a:spcPct val="150000"/>
              </a:lnSpc>
            </a:pPr>
            <a:r>
              <a:rPr lang="en-US" altLang="zh-CN" b="1" dirty="0">
                <a:solidFill>
                  <a:srgbClr val="000000"/>
                </a:solidFill>
                <a:latin typeface="宋体" pitchFamily="2" charset="-122"/>
                <a:ea typeface="宋体" pitchFamily="2" charset="-122"/>
              </a:rPr>
              <a:t>D. </a:t>
            </a:r>
            <a:r>
              <a:rPr lang="zh-CN" altLang="en-US" b="1" dirty="0">
                <a:solidFill>
                  <a:srgbClr val="000000"/>
                </a:solidFill>
                <a:latin typeface="宋体" pitchFamily="2" charset="-122"/>
                <a:ea typeface="宋体" pitchFamily="2" charset="-122"/>
              </a:rPr>
              <a:t>高斯面内电荷的代数和决定的。</a:t>
            </a:r>
          </a:p>
        </p:txBody>
      </p:sp>
      <p:sp>
        <p:nvSpPr>
          <p:cNvPr id="3" name="TextBox 2"/>
          <p:cNvSpPr txBox="1"/>
          <p:nvPr/>
        </p:nvSpPr>
        <p:spPr>
          <a:xfrm>
            <a:off x="1029792" y="593292"/>
            <a:ext cx="3456384" cy="71814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4000" b="1" i="0" u="none" strike="noStrike" cap="none" spc="0" normalizeH="0" baseline="0" dirty="0" smtClean="0">
                <a:ln>
                  <a:noFill/>
                </a:ln>
                <a:solidFill>
                  <a:srgbClr val="0000FF"/>
                </a:solidFill>
                <a:effectLst/>
                <a:uFillTx/>
                <a:latin typeface="+mn-lt"/>
                <a:ea typeface="+mn-ea"/>
                <a:cs typeface="+mn-cs"/>
                <a:sym typeface="Helvetica Light"/>
              </a:rPr>
              <a:t>单项选择题</a:t>
            </a:r>
            <a:r>
              <a:rPr kumimoji="0" lang="en-US" altLang="zh-CN" sz="4000" b="1" i="0" u="none" strike="noStrike" cap="none" spc="0" normalizeH="0" baseline="0" dirty="0" smtClean="0">
                <a:ln>
                  <a:noFill/>
                </a:ln>
                <a:solidFill>
                  <a:srgbClr val="0000FF"/>
                </a:solidFill>
                <a:effectLst/>
                <a:uFillTx/>
                <a:latin typeface="+mn-lt"/>
                <a:ea typeface="+mn-ea"/>
                <a:cs typeface="+mn-cs"/>
                <a:sym typeface="Helvetica Light"/>
              </a:rPr>
              <a:t>:</a:t>
            </a:r>
            <a:endParaRPr kumimoji="0" lang="zh-CN" altLang="en-US" sz="4000" b="1" i="0" u="none" strike="noStrike" cap="none" spc="0" normalizeH="0" baseline="0" dirty="0">
              <a:ln>
                <a:noFill/>
              </a:ln>
              <a:solidFill>
                <a:srgbClr val="0000FF"/>
              </a:solidFill>
              <a:effectLst/>
              <a:uFillTx/>
              <a:latin typeface="+mn-lt"/>
              <a:ea typeface="+mn-ea"/>
              <a:cs typeface="+mn-cs"/>
              <a:sym typeface="Helvetica Light"/>
            </a:endParaRPr>
          </a:p>
        </p:txBody>
      </p:sp>
    </p:spTree>
    <p:extLst>
      <p:ext uri="{BB962C8B-B14F-4D97-AF65-F5344CB8AC3E}">
        <p14:creationId xmlns:p14="http://schemas.microsoft.com/office/powerpoint/2010/main" val="110166880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300480" y="635000"/>
            <a:ext cx="10403840" cy="304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b="1" dirty="0">
                <a:solidFill>
                  <a:srgbClr val="000000"/>
                </a:solidFill>
                <a:latin typeface="宋体" pitchFamily="2" charset="-122"/>
                <a:ea typeface="宋体" pitchFamily="2" charset="-122"/>
              </a:rPr>
              <a:t>电场中任意高斯面上各点的电场强度是由：</a:t>
            </a:r>
          </a:p>
        </p:txBody>
      </p:sp>
      <p:sp>
        <p:nvSpPr>
          <p:cNvPr id="4" name="文本框 3"/>
          <p:cNvSpPr txBox="1"/>
          <p:nvPr>
            <p:custDataLst>
              <p:tags r:id="rId3"/>
            </p:custDataLst>
          </p:nvPr>
        </p:nvSpPr>
        <p:spPr>
          <a:xfrm>
            <a:off x="2600960" y="39624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latin typeface="宋体" pitchFamily="2" charset="-122"/>
                <a:ea typeface="宋体" pitchFamily="2" charset="-122"/>
              </a:rPr>
              <a:t>分布在高斯面内的电荷决定的。</a:t>
            </a:r>
          </a:p>
        </p:txBody>
      </p:sp>
      <p:sp>
        <p:nvSpPr>
          <p:cNvPr id="5" name="文本框 4"/>
          <p:cNvSpPr txBox="1"/>
          <p:nvPr>
            <p:custDataLst>
              <p:tags r:id="rId4"/>
            </p:custDataLst>
          </p:nvPr>
        </p:nvSpPr>
        <p:spPr>
          <a:xfrm>
            <a:off x="2600960" y="51816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latin typeface="宋体" pitchFamily="2" charset="-122"/>
                <a:ea typeface="宋体" pitchFamily="2" charset="-122"/>
              </a:rPr>
              <a:t>分布在高斯面外的电荷决定的。</a:t>
            </a:r>
          </a:p>
        </p:txBody>
      </p:sp>
      <p:sp>
        <p:nvSpPr>
          <p:cNvPr id="6" name="文本框 5"/>
          <p:cNvSpPr txBox="1"/>
          <p:nvPr>
            <p:custDataLst>
              <p:tags r:id="rId5"/>
            </p:custDataLst>
          </p:nvPr>
        </p:nvSpPr>
        <p:spPr>
          <a:xfrm>
            <a:off x="2600960" y="64008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latin typeface="宋体" pitchFamily="2" charset="-122"/>
                <a:ea typeface="宋体" pitchFamily="2" charset="-122"/>
              </a:rPr>
              <a:t>空间所有电荷决定的。</a:t>
            </a:r>
          </a:p>
        </p:txBody>
      </p:sp>
      <p:sp>
        <p:nvSpPr>
          <p:cNvPr id="7" name="文本框 6"/>
          <p:cNvSpPr txBox="1"/>
          <p:nvPr>
            <p:custDataLst>
              <p:tags r:id="rId6"/>
            </p:custDataLst>
          </p:nvPr>
        </p:nvSpPr>
        <p:spPr>
          <a:xfrm>
            <a:off x="2600960" y="76200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latin typeface="宋体" pitchFamily="2" charset="-122"/>
                <a:ea typeface="宋体" pitchFamily="2" charset="-122"/>
              </a:rPr>
              <a:t>高斯面内电荷的代数和决定的。</a:t>
            </a:r>
          </a:p>
        </p:txBody>
      </p:sp>
      <p:sp>
        <p:nvSpPr>
          <p:cNvPr id="8" name="椭圆 7"/>
          <p:cNvSpPr>
            <a:spLocks noChangeAspect="1"/>
          </p:cNvSpPr>
          <p:nvPr>
            <p:custDataLst>
              <p:tags r:id="rId7"/>
            </p:custDataLst>
          </p:nvPr>
        </p:nvSpPr>
        <p:spPr>
          <a:xfrm>
            <a:off x="1584960" y="40538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8"/>
            </p:custDataLst>
          </p:nvPr>
        </p:nvSpPr>
        <p:spPr>
          <a:xfrm>
            <a:off x="1584960" y="52730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椭圆 9"/>
          <p:cNvSpPr>
            <a:spLocks noChangeAspect="1"/>
          </p:cNvSpPr>
          <p:nvPr>
            <p:custDataLst>
              <p:tags r:id="rId9"/>
            </p:custDataLst>
          </p:nvPr>
        </p:nvSpPr>
        <p:spPr>
          <a:xfrm>
            <a:off x="1584960" y="6492240"/>
            <a:ext cx="731520" cy="731520"/>
          </a:xfrm>
          <a:prstGeom prst="ellipse">
            <a:avLst/>
          </a:prstGeom>
          <a:solidFill>
            <a:srgbClr val="00FF00"/>
          </a:solidFill>
          <a:ln w="254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椭圆 10"/>
          <p:cNvSpPr>
            <a:spLocks noChangeAspect="1"/>
          </p:cNvSpPr>
          <p:nvPr>
            <p:custDataLst>
              <p:tags r:id="rId10"/>
            </p:custDataLst>
          </p:nvPr>
        </p:nvSpPr>
        <p:spPr>
          <a:xfrm>
            <a:off x="1584960" y="77114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a:xfrm>
            <a:off x="8778240" y="8839200"/>
            <a:ext cx="2194560" cy="585216"/>
          </a:xfrm>
          <a:prstGeom prst="roundRect">
            <a:avLst/>
          </a:prstGeom>
          <a:solidFill>
            <a:srgbClr val="808080"/>
          </a:solidFill>
          <a:ln w="381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7" name="组合 16"/>
          <p:cNvGrpSpPr/>
          <p:nvPr>
            <p:custDataLst>
              <p:tags r:id="rId12"/>
            </p:custDataLst>
          </p:nvPr>
        </p:nvGrpSpPr>
        <p:grpSpPr>
          <a:xfrm>
            <a:off x="0" y="0"/>
            <a:ext cx="13004800" cy="635000"/>
            <a:chOff x="0" y="0"/>
            <a:chExt cx="13004800" cy="635000"/>
          </a:xfrm>
        </p:grpSpPr>
        <p:sp>
          <p:nvSpPr>
            <p:cNvPr id="13" name="TitleBackground"/>
            <p:cNvSpPr/>
            <p:nvPr>
              <p:custDataLst>
                <p:tags r:id="rId14"/>
              </p:custDataLst>
            </p:nvPr>
          </p:nvSpPr>
          <p:spPr>
            <a:xfrm>
              <a:off x="0" y="0"/>
              <a:ext cx="13004800" cy="635000"/>
            </a:xfrm>
            <a:prstGeom prst="rect">
              <a:avLst/>
            </a:prstGeom>
            <a:solidFill>
              <a:srgbClr val="F6F7F8"/>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4" name="ColorBlock"/>
            <p:cNvSpPr/>
            <p:nvPr>
              <p:custDataLst>
                <p:tags r:id="rId15"/>
              </p:custDataLst>
            </p:nvPr>
          </p:nvSpPr>
          <p:spPr>
            <a:xfrm>
              <a:off x="0" y="0"/>
              <a:ext cx="190500" cy="635000"/>
            </a:xfrm>
            <a:prstGeom prst="rect">
              <a:avLst/>
            </a:prstGeom>
            <a:solidFill>
              <a:srgbClr val="639EF4"/>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5" name="TypeText"/>
            <p:cNvSpPr txBox="1"/>
            <p:nvPr>
              <p:custDataLst>
                <p:tags r:id="rId16"/>
              </p:custDataLst>
            </p:nvPr>
          </p:nvSpPr>
          <p:spPr>
            <a:xfrm>
              <a:off x="254000" y="0"/>
              <a:ext cx="1905000" cy="635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zh-CN" altLang="en-US" sz="2600" b="0" i="0" u="none" strike="noStrike" cap="none" spc="0" normalizeH="0" baseline="0" smtClean="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endParaRPr kumimoji="0" lang="zh-CN" altLang="en-US" sz="2600" b="0" i="0" u="none" strike="noStrike" cap="none" spc="0" normalizeH="0" baseline="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6" name="TipText"/>
            <p:cNvSpPr txBox="1"/>
            <p:nvPr>
              <p:custDataLst>
                <p:tags r:id="rId17"/>
              </p:custDataLst>
            </p:nvPr>
          </p:nvSpPr>
          <p:spPr>
            <a:xfrm>
              <a:off x="1444625" y="109220"/>
              <a:ext cx="228600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en-US" altLang="zh-CN"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endParaRPr kumimoji="0" lang="zh-CN" altLang="en-US" sz="2000" b="0"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1455400" y="63500"/>
            <a:ext cx="1422400" cy="508000"/>
          </a:xfrm>
          <a:prstGeom prst="rect">
            <a:avLst/>
          </a:prstGeom>
        </p:spPr>
      </p:pic>
    </p:spTree>
    <p:custDataLst>
      <p:tags r:id="rId1"/>
    </p:custDataLst>
    <p:extLst>
      <p:ext uri="{BB962C8B-B14F-4D97-AF65-F5344CB8AC3E}">
        <p14:creationId xmlns:p14="http://schemas.microsoft.com/office/powerpoint/2010/main" val="26735425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533848" y="2188498"/>
            <a:ext cx="10945216" cy="5088573"/>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50000"/>
              </a:lnSpc>
            </a:pPr>
            <a:r>
              <a:rPr lang="zh-CN" altLang="en-US" b="1" dirty="0">
                <a:solidFill>
                  <a:srgbClr val="000000"/>
                </a:solidFill>
                <a:latin typeface="宋体" pitchFamily="2" charset="-122"/>
                <a:ea typeface="宋体" pitchFamily="2" charset="-122"/>
              </a:rPr>
              <a:t>一点电荷，放在球形高斯面的中心处。下列哪一种情况，通过高斯面的电通量发生变化：</a:t>
            </a:r>
          </a:p>
          <a:p>
            <a:pPr algn="l" rtl="0" latinLnBrk="1" hangingPunct="0">
              <a:lnSpc>
                <a:spcPct val="150000"/>
              </a:lnSpc>
            </a:pPr>
            <a:r>
              <a:rPr lang="en-US" altLang="zh-CN" b="1" dirty="0">
                <a:solidFill>
                  <a:srgbClr val="000000"/>
                </a:solidFill>
                <a:latin typeface="宋体" pitchFamily="2" charset="-122"/>
                <a:ea typeface="宋体" pitchFamily="2" charset="-122"/>
              </a:rPr>
              <a:t>A</a:t>
            </a:r>
            <a:r>
              <a:rPr lang="en-US" altLang="zh-CN" b="1" dirty="0" smtClean="0">
                <a:solidFill>
                  <a:srgbClr val="000000"/>
                </a:solidFill>
                <a:latin typeface="宋体" pitchFamily="2" charset="-122"/>
                <a:ea typeface="宋体" pitchFamily="2" charset="-122"/>
              </a:rPr>
              <a:t>. </a:t>
            </a:r>
            <a:r>
              <a:rPr lang="zh-CN" altLang="en-US" b="1" dirty="0" smtClean="0">
                <a:solidFill>
                  <a:srgbClr val="000000"/>
                </a:solidFill>
                <a:latin typeface="宋体" pitchFamily="2" charset="-122"/>
                <a:ea typeface="宋体" pitchFamily="2" charset="-122"/>
              </a:rPr>
              <a:t>将</a:t>
            </a:r>
            <a:r>
              <a:rPr lang="zh-CN" altLang="en-US" b="1" dirty="0">
                <a:solidFill>
                  <a:srgbClr val="000000"/>
                </a:solidFill>
                <a:latin typeface="宋体" pitchFamily="2" charset="-122"/>
                <a:ea typeface="宋体" pitchFamily="2" charset="-122"/>
              </a:rPr>
              <a:t>另一点电荷放在高斯面外。</a:t>
            </a:r>
          </a:p>
          <a:p>
            <a:pPr algn="l" rtl="0" latinLnBrk="1" hangingPunct="0">
              <a:lnSpc>
                <a:spcPct val="150000"/>
              </a:lnSpc>
            </a:pPr>
            <a:r>
              <a:rPr lang="en-US" altLang="zh-CN" b="1" dirty="0">
                <a:solidFill>
                  <a:srgbClr val="000000"/>
                </a:solidFill>
                <a:latin typeface="宋体" pitchFamily="2" charset="-122"/>
                <a:ea typeface="宋体" pitchFamily="2" charset="-122"/>
              </a:rPr>
              <a:t>B. </a:t>
            </a:r>
            <a:r>
              <a:rPr lang="zh-CN" altLang="en-US" b="1" dirty="0">
                <a:solidFill>
                  <a:srgbClr val="000000"/>
                </a:solidFill>
                <a:latin typeface="宋体" pitchFamily="2" charset="-122"/>
                <a:ea typeface="宋体" pitchFamily="2" charset="-122"/>
              </a:rPr>
              <a:t>将另一点电荷放在高斯面内。</a:t>
            </a:r>
          </a:p>
          <a:p>
            <a:pPr algn="l" rtl="0" latinLnBrk="1" hangingPunct="0">
              <a:lnSpc>
                <a:spcPct val="150000"/>
              </a:lnSpc>
            </a:pPr>
            <a:r>
              <a:rPr lang="en-US" altLang="zh-CN" b="1" dirty="0">
                <a:solidFill>
                  <a:srgbClr val="000000"/>
                </a:solidFill>
                <a:latin typeface="宋体" pitchFamily="2" charset="-122"/>
                <a:ea typeface="宋体" pitchFamily="2" charset="-122"/>
              </a:rPr>
              <a:t>C. </a:t>
            </a:r>
            <a:r>
              <a:rPr lang="zh-CN" altLang="en-US" b="1" dirty="0">
                <a:solidFill>
                  <a:srgbClr val="000000"/>
                </a:solidFill>
                <a:latin typeface="宋体" pitchFamily="2" charset="-122"/>
                <a:ea typeface="宋体" pitchFamily="2" charset="-122"/>
              </a:rPr>
              <a:t>将球心处的点电荷移开，但仍在高斯面内。</a:t>
            </a:r>
          </a:p>
          <a:p>
            <a:pPr algn="l" rtl="0" latinLnBrk="1" hangingPunct="0">
              <a:lnSpc>
                <a:spcPct val="150000"/>
              </a:lnSpc>
            </a:pPr>
            <a:r>
              <a:rPr lang="en-US" altLang="zh-CN" b="1" dirty="0">
                <a:solidFill>
                  <a:srgbClr val="000000"/>
                </a:solidFill>
                <a:latin typeface="宋体" pitchFamily="2" charset="-122"/>
                <a:ea typeface="宋体" pitchFamily="2" charset="-122"/>
              </a:rPr>
              <a:t>D. </a:t>
            </a:r>
            <a:r>
              <a:rPr lang="zh-CN" altLang="en-US" b="1" dirty="0">
                <a:solidFill>
                  <a:srgbClr val="000000"/>
                </a:solidFill>
                <a:latin typeface="宋体" pitchFamily="2" charset="-122"/>
                <a:ea typeface="宋体" pitchFamily="2" charset="-122"/>
              </a:rPr>
              <a:t>将高斯面半径缩小。</a:t>
            </a:r>
          </a:p>
        </p:txBody>
      </p:sp>
      <p:sp>
        <p:nvSpPr>
          <p:cNvPr id="3" name="TextBox 2"/>
          <p:cNvSpPr txBox="1"/>
          <p:nvPr/>
        </p:nvSpPr>
        <p:spPr>
          <a:xfrm>
            <a:off x="1029792" y="624069"/>
            <a:ext cx="3456384"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smtClean="0">
                <a:ln>
                  <a:noFill/>
                </a:ln>
                <a:solidFill>
                  <a:srgbClr val="0000FF"/>
                </a:solidFill>
                <a:effectLst/>
                <a:uFillTx/>
                <a:latin typeface="+mn-lt"/>
                <a:ea typeface="+mn-ea"/>
                <a:cs typeface="+mn-cs"/>
                <a:sym typeface="Helvetica Light"/>
              </a:rPr>
              <a:t>单项选择题</a:t>
            </a:r>
            <a:r>
              <a:rPr kumimoji="0" lang="en-US" altLang="zh-CN" sz="3600" b="1" i="0" u="none" strike="noStrike" cap="none" spc="0" normalizeH="0" baseline="0" smtClean="0">
                <a:ln>
                  <a:noFill/>
                </a:ln>
                <a:solidFill>
                  <a:srgbClr val="0000FF"/>
                </a:solidFill>
                <a:effectLst/>
                <a:uFillTx/>
                <a:latin typeface="+mn-lt"/>
                <a:ea typeface="+mn-ea"/>
                <a:cs typeface="+mn-cs"/>
                <a:sym typeface="Helvetica Light"/>
              </a:rPr>
              <a:t>:</a:t>
            </a:r>
            <a:endParaRPr kumimoji="0" lang="zh-CN" altLang="en-US" sz="3600" b="1" i="0" u="none" strike="noStrike" cap="none" spc="0" normalizeH="0" baseline="0">
              <a:ln>
                <a:noFill/>
              </a:ln>
              <a:solidFill>
                <a:srgbClr val="0000FF"/>
              </a:solidFill>
              <a:effectLst/>
              <a:uFillTx/>
              <a:latin typeface="+mn-lt"/>
              <a:ea typeface="+mn-ea"/>
              <a:cs typeface="+mn-cs"/>
              <a:sym typeface="Helvetica Light"/>
            </a:endParaRPr>
          </a:p>
        </p:txBody>
      </p:sp>
    </p:spTree>
    <p:extLst>
      <p:ext uri="{BB962C8B-B14F-4D97-AF65-F5344CB8AC3E}">
        <p14:creationId xmlns:p14="http://schemas.microsoft.com/office/powerpoint/2010/main" val="2133859856"/>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1300480" y="635000"/>
            <a:ext cx="10403840" cy="304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b="1" dirty="0">
                <a:solidFill>
                  <a:srgbClr val="000000"/>
                </a:solidFill>
                <a:latin typeface="宋体" pitchFamily="2" charset="-122"/>
                <a:ea typeface="宋体" pitchFamily="2" charset="-122"/>
              </a:rPr>
              <a:t>一点电荷，放在球形高斯面的中心处。下列哪一种情况，通过高斯面的电通量发生变化：</a:t>
            </a:r>
          </a:p>
        </p:txBody>
      </p:sp>
      <p:sp>
        <p:nvSpPr>
          <p:cNvPr id="4" name="文本框 3"/>
          <p:cNvSpPr txBox="1"/>
          <p:nvPr>
            <p:custDataLst>
              <p:tags r:id="rId3"/>
            </p:custDataLst>
          </p:nvPr>
        </p:nvSpPr>
        <p:spPr>
          <a:xfrm>
            <a:off x="2600960" y="39624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latin typeface="宋体" pitchFamily="2" charset="-122"/>
                <a:ea typeface="宋体" pitchFamily="2" charset="-122"/>
              </a:rPr>
              <a:t>将另一点电荷放在高斯面外。</a:t>
            </a:r>
          </a:p>
        </p:txBody>
      </p:sp>
      <p:sp>
        <p:nvSpPr>
          <p:cNvPr id="5" name="文本框 4"/>
          <p:cNvSpPr txBox="1"/>
          <p:nvPr>
            <p:custDataLst>
              <p:tags r:id="rId4"/>
            </p:custDataLst>
          </p:nvPr>
        </p:nvSpPr>
        <p:spPr>
          <a:xfrm>
            <a:off x="2600960" y="51816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latin typeface="宋体" pitchFamily="2" charset="-122"/>
                <a:ea typeface="宋体" pitchFamily="2" charset="-122"/>
              </a:rPr>
              <a:t>将另一点电荷放在高斯面内。</a:t>
            </a:r>
          </a:p>
        </p:txBody>
      </p:sp>
      <p:sp>
        <p:nvSpPr>
          <p:cNvPr id="6" name="文本框 5"/>
          <p:cNvSpPr txBox="1"/>
          <p:nvPr>
            <p:custDataLst>
              <p:tags r:id="rId5"/>
            </p:custDataLst>
          </p:nvPr>
        </p:nvSpPr>
        <p:spPr>
          <a:xfrm>
            <a:off x="2600960" y="64008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latin typeface="宋体" pitchFamily="2" charset="-122"/>
                <a:ea typeface="宋体" pitchFamily="2" charset="-122"/>
              </a:rPr>
              <a:t>将球心处的点电荷移开，但仍在高斯面内。</a:t>
            </a:r>
          </a:p>
        </p:txBody>
      </p:sp>
      <p:sp>
        <p:nvSpPr>
          <p:cNvPr id="7" name="文本框 6"/>
          <p:cNvSpPr txBox="1"/>
          <p:nvPr>
            <p:custDataLst>
              <p:tags r:id="rId6"/>
            </p:custDataLst>
          </p:nvPr>
        </p:nvSpPr>
        <p:spPr>
          <a:xfrm>
            <a:off x="2600960" y="7620000"/>
            <a:ext cx="9103360" cy="9144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0">
            <a:noAutofit/>
          </a:bodyPr>
          <a:lstStyle/>
          <a:p>
            <a:pPr algn="l" rtl="0" latinLnBrk="1" hangingPunct="0">
              <a:lnSpc>
                <a:spcPct val="150000"/>
              </a:lnSpc>
            </a:pPr>
            <a:r>
              <a:rPr lang="zh-CN" altLang="en-US" sz="3200" b="1" dirty="0">
                <a:solidFill>
                  <a:srgbClr val="000000"/>
                </a:solidFill>
                <a:latin typeface="宋体" pitchFamily="2" charset="-122"/>
                <a:ea typeface="宋体" pitchFamily="2" charset="-122"/>
              </a:rPr>
              <a:t>将高斯面半径缩小。</a:t>
            </a:r>
          </a:p>
        </p:txBody>
      </p:sp>
      <p:sp>
        <p:nvSpPr>
          <p:cNvPr id="8" name="椭圆 7"/>
          <p:cNvSpPr>
            <a:spLocks noChangeAspect="1"/>
          </p:cNvSpPr>
          <p:nvPr>
            <p:custDataLst>
              <p:tags r:id="rId7"/>
            </p:custDataLst>
          </p:nvPr>
        </p:nvSpPr>
        <p:spPr>
          <a:xfrm>
            <a:off x="1584960" y="40538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8"/>
            </p:custDataLst>
          </p:nvPr>
        </p:nvSpPr>
        <p:spPr>
          <a:xfrm>
            <a:off x="1584960" y="5273040"/>
            <a:ext cx="731520" cy="731520"/>
          </a:xfrm>
          <a:prstGeom prst="ellipse">
            <a:avLst/>
          </a:prstGeom>
          <a:solidFill>
            <a:srgbClr val="00FF00"/>
          </a:solidFill>
          <a:ln w="254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椭圆 9"/>
          <p:cNvSpPr>
            <a:spLocks noChangeAspect="1"/>
          </p:cNvSpPr>
          <p:nvPr>
            <p:custDataLst>
              <p:tags r:id="rId9"/>
            </p:custDataLst>
          </p:nvPr>
        </p:nvSpPr>
        <p:spPr>
          <a:xfrm>
            <a:off x="1584960" y="64922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椭圆 10"/>
          <p:cNvSpPr>
            <a:spLocks noChangeAspect="1"/>
          </p:cNvSpPr>
          <p:nvPr>
            <p:custDataLst>
              <p:tags r:id="rId10"/>
            </p:custDataLst>
          </p:nvPr>
        </p:nvSpPr>
        <p:spPr>
          <a:xfrm>
            <a:off x="1584960" y="7711440"/>
            <a:ext cx="731520" cy="731520"/>
          </a:xfrm>
          <a:prstGeom prst="ellipse">
            <a:avLst/>
          </a:prstGeom>
          <a:solidFill>
            <a:srgbClr val="808080"/>
          </a:solidFill>
          <a:ln w="127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en-US" altLang="zh-CN"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a:xfrm>
            <a:off x="8778240" y="8839200"/>
            <a:ext cx="2194560" cy="585216"/>
          </a:xfrm>
          <a:prstGeom prst="roundRect">
            <a:avLst/>
          </a:prstGeom>
          <a:solidFill>
            <a:srgbClr val="808080"/>
          </a:solidFill>
          <a:ln w="38100" cap="flat" cmpd="sng">
            <a:solidFill>
              <a:srgbClr val="000000"/>
            </a:solidFill>
            <a:prstDash val="solid"/>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chorCtr="1">
            <a:no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1600" b="0" i="0" u="none" strike="noStrike" cap="none" spc="0" normalizeH="0" baseline="0" smtClean="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endParaRPr kumimoji="0" lang="zh-CN" altLang="en-US" sz="1600" b="0" i="0" u="none" strike="noStrike" cap="none" spc="0" normalizeH="0" baseline="0">
              <a:ln>
                <a:noFill/>
              </a:ln>
              <a:solidFill>
                <a:srgbClr val="FFFFFF"/>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7" name="组合 16"/>
          <p:cNvGrpSpPr/>
          <p:nvPr>
            <p:custDataLst>
              <p:tags r:id="rId12"/>
            </p:custDataLst>
          </p:nvPr>
        </p:nvGrpSpPr>
        <p:grpSpPr>
          <a:xfrm>
            <a:off x="0" y="0"/>
            <a:ext cx="13004800" cy="635000"/>
            <a:chOff x="0" y="0"/>
            <a:chExt cx="13004800" cy="635000"/>
          </a:xfrm>
        </p:grpSpPr>
        <p:sp>
          <p:nvSpPr>
            <p:cNvPr id="13" name="TitleBackground"/>
            <p:cNvSpPr/>
            <p:nvPr>
              <p:custDataLst>
                <p:tags r:id="rId14"/>
              </p:custDataLst>
            </p:nvPr>
          </p:nvSpPr>
          <p:spPr>
            <a:xfrm>
              <a:off x="0" y="0"/>
              <a:ext cx="13004800" cy="635000"/>
            </a:xfrm>
            <a:prstGeom prst="rect">
              <a:avLst/>
            </a:prstGeom>
            <a:solidFill>
              <a:srgbClr val="F6F7F8"/>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4" name="ColorBlock"/>
            <p:cNvSpPr/>
            <p:nvPr>
              <p:custDataLst>
                <p:tags r:id="rId15"/>
              </p:custDataLst>
            </p:nvPr>
          </p:nvSpPr>
          <p:spPr>
            <a:xfrm>
              <a:off x="0" y="0"/>
              <a:ext cx="190500" cy="635000"/>
            </a:xfrm>
            <a:prstGeom prst="rect">
              <a:avLst/>
            </a:prstGeom>
            <a:solidFill>
              <a:srgbClr val="639EF4"/>
            </a:solid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sp>
          <p:nvSpPr>
            <p:cNvPr id="15" name="TypeText"/>
            <p:cNvSpPr txBox="1"/>
            <p:nvPr>
              <p:custDataLst>
                <p:tags r:id="rId16"/>
              </p:custDataLst>
            </p:nvPr>
          </p:nvSpPr>
          <p:spPr>
            <a:xfrm>
              <a:off x="254000" y="0"/>
              <a:ext cx="1905000" cy="635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zh-CN" altLang="en-US" sz="2600" b="0" i="0" u="none" strike="noStrike" cap="none" spc="0" normalizeH="0" baseline="0" smtClean="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endParaRPr kumimoji="0" lang="zh-CN" altLang="en-US" sz="2600" b="0" i="0" u="none" strike="noStrike" cap="none" spc="0" normalizeH="0" baseline="0">
                <a:ln>
                  <a:noFill/>
                </a:ln>
                <a:solidFill>
                  <a:srgbClr val="00000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6" name="TipText"/>
            <p:cNvSpPr txBox="1"/>
            <p:nvPr>
              <p:custDataLst>
                <p:tags r:id="rId17"/>
              </p:custDataLst>
            </p:nvPr>
          </p:nvSpPr>
          <p:spPr>
            <a:xfrm>
              <a:off x="1444625" y="109220"/>
              <a:ext cx="2286000" cy="50800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ctr" anchorCtr="0">
              <a:noAutofit/>
            </a:bodyPr>
            <a:lstStyle/>
            <a:p>
              <a:pPr algn="l" rtl="0" latinLnBrk="1" hangingPunct="0"/>
              <a:r>
                <a:rPr kumimoji="0" lang="en-US" altLang="zh-CN"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cap="none" spc="0" normalizeH="0" baseline="0" smtClean="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endParaRPr kumimoji="0" lang="zh-CN" altLang="en-US" sz="2000" b="0" i="0" u="none" strike="noStrike" cap="none" spc="0" normalizeH="0" baseline="0">
                <a:ln>
                  <a:noFill/>
                </a:ln>
                <a:solidFill>
                  <a:srgbClr val="808080"/>
                </a:solidFill>
                <a:effectLst/>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pic>
        <p:nvPicPr>
          <p:cNvPr id="2" name="图片 1"/>
          <p:cNvPicPr>
            <a:picLocks/>
          </p:cNvPicPr>
          <p:nvPr>
            <p:custDataLst>
              <p:tags r:id="rId13"/>
            </p:custDataLst>
          </p:nvPr>
        </p:nvPicPr>
        <p:blipFill>
          <a:blip r:embed="rId19">
            <a:extLst>
              <a:ext uri="{28A0092B-C50C-407E-A947-70E740481C1C}">
                <a14:useLocalDpi xmlns:a14="http://schemas.microsoft.com/office/drawing/2010/main" val="0"/>
              </a:ext>
            </a:extLst>
          </a:blip>
          <a:stretch>
            <a:fillRect/>
          </a:stretch>
        </p:blipFill>
        <p:spPr>
          <a:xfrm>
            <a:off x="11455400" y="63500"/>
            <a:ext cx="1422400" cy="508000"/>
          </a:xfrm>
          <a:prstGeom prst="rect">
            <a:avLst/>
          </a:prstGeom>
        </p:spPr>
      </p:pic>
    </p:spTree>
    <p:custDataLst>
      <p:tags r:id="rId1"/>
    </p:custDataLst>
    <p:extLst>
      <p:ext uri="{BB962C8B-B14F-4D97-AF65-F5344CB8AC3E}">
        <p14:creationId xmlns:p14="http://schemas.microsoft.com/office/powerpoint/2010/main" val="151903040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9752" y="412304"/>
            <a:ext cx="6984776" cy="77970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4400" b="1" i="0" u="none" strike="noStrike" cap="none" spc="0" normalizeH="0" baseline="0" dirty="0" smtClean="0">
                <a:ln>
                  <a:noFill/>
                </a:ln>
                <a:solidFill>
                  <a:srgbClr val="0000FF"/>
                </a:solidFill>
                <a:effectLst/>
                <a:uFillTx/>
                <a:latin typeface="宋体" pitchFamily="2" charset="-122"/>
                <a:ea typeface="宋体" pitchFamily="2" charset="-122"/>
                <a:sym typeface="Helvetica Light"/>
              </a:rPr>
              <a:t>例</a:t>
            </a:r>
            <a:r>
              <a:rPr kumimoji="0" lang="en-US" altLang="zh-CN" sz="4400" b="1" i="0" u="none" strike="noStrike" cap="none" spc="0" normalizeH="0" baseline="0" dirty="0" smtClean="0">
                <a:ln>
                  <a:noFill/>
                </a:ln>
                <a:solidFill>
                  <a:srgbClr val="0000FF"/>
                </a:solidFill>
                <a:effectLst/>
                <a:uFillTx/>
                <a:latin typeface="宋体" pitchFamily="2" charset="-122"/>
                <a:ea typeface="宋体" pitchFamily="2" charset="-122"/>
                <a:sym typeface="Helvetica Light"/>
              </a:rPr>
              <a:t>16.7</a:t>
            </a:r>
            <a:r>
              <a:rPr kumimoji="0" lang="zh-CN" altLang="en-US" sz="4400" b="1" i="0" u="none" strike="noStrike" cap="none" spc="0" normalizeH="0" baseline="0" dirty="0" smtClean="0">
                <a:ln>
                  <a:noFill/>
                </a:ln>
                <a:solidFill>
                  <a:srgbClr val="0000FF"/>
                </a:solidFill>
                <a:effectLst/>
                <a:uFillTx/>
                <a:latin typeface="宋体" pitchFamily="2" charset="-122"/>
                <a:ea typeface="宋体" pitchFamily="2" charset="-122"/>
                <a:sym typeface="Helvetica Light"/>
              </a:rPr>
              <a:t>：穿过球面的通量</a:t>
            </a:r>
            <a:endParaRPr kumimoji="0" lang="zh-CN" altLang="en-US" sz="4400" b="1" i="0" u="none" strike="noStrike" cap="none" spc="0" normalizeH="0" baseline="0" dirty="0">
              <a:ln>
                <a:noFill/>
              </a:ln>
              <a:solidFill>
                <a:srgbClr val="0000FF"/>
              </a:solidFill>
              <a:effectLst/>
              <a:uFillTx/>
              <a:latin typeface="宋体" pitchFamily="2" charset="-122"/>
              <a:ea typeface="宋体" pitchFamily="2" charset="-122"/>
              <a:sym typeface="Helvetica Light"/>
            </a:endParaRPr>
          </a:p>
        </p:txBody>
      </p:sp>
      <p:sp>
        <p:nvSpPr>
          <p:cNvPr id="3" name="TextBox 2"/>
          <p:cNvSpPr txBox="1"/>
          <p:nvPr/>
        </p:nvSpPr>
        <p:spPr>
          <a:xfrm>
            <a:off x="381720" y="1348408"/>
            <a:ext cx="12097344" cy="176458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一个球面半径为</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r=5.0cm,</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其球心处放置一点电荷</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q=-2.0uC,</a:t>
            </a:r>
            <a:r>
              <a:rPr lang="zh-CN" altLang="en-US" b="1" dirty="0" smtClean="0">
                <a:solidFill>
                  <a:srgbClr val="000000"/>
                </a:solidFill>
                <a:latin typeface="宋体" pitchFamily="2" charset="-122"/>
                <a:ea typeface="宋体" pitchFamily="2" charset="-122"/>
              </a:rPr>
              <a:t>求穿过此球面的通量为多少？</a:t>
            </a:r>
            <a:endParaRPr kumimoji="0" lang="zh-CN" altLang="en-US" sz="3600" b="1" i="0" u="none" strike="noStrike" cap="none" spc="0" normalizeH="0" baseline="0" dirty="0">
              <a:ln>
                <a:noFill/>
              </a:ln>
              <a:solidFill>
                <a:srgbClr val="000000"/>
              </a:solidFill>
              <a:effectLst/>
              <a:uFillTx/>
              <a:latin typeface="宋体" pitchFamily="2" charset="-122"/>
              <a:ea typeface="宋体" pitchFamily="2" charset="-122"/>
              <a:sym typeface="Helvetica Light"/>
            </a:endParaRPr>
          </a:p>
        </p:txBody>
      </p:sp>
      <p:sp>
        <p:nvSpPr>
          <p:cNvPr id="4" name="TextBox 3"/>
          <p:cNvSpPr txBox="1"/>
          <p:nvPr/>
        </p:nvSpPr>
        <p:spPr>
          <a:xfrm>
            <a:off x="676780" y="3112994"/>
            <a:ext cx="11449272" cy="259558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sym typeface="Helvetica Light"/>
              </a:rPr>
              <a:t>分析：点电荷所产生的电场具有球对称性；</a:t>
            </a:r>
            <a:endParaRPr kumimoji="0" lang="en-US" altLang="zh-CN" sz="3600" b="1" i="0" u="none" strike="noStrike" cap="none" spc="0" normalizeH="0" baseline="0" dirty="0" smtClean="0">
              <a:ln>
                <a:noFill/>
              </a:ln>
              <a:solidFill>
                <a:srgbClr val="000000"/>
              </a:solidFill>
              <a:effectLst/>
              <a:uFillTx/>
              <a:sym typeface="Helvetica Light"/>
            </a:endParaRPr>
          </a:p>
          <a:p>
            <a:pPr algn="l" rtl="0" latinLnBrk="1" hangingPunct="0">
              <a:lnSpc>
                <a:spcPct val="150000"/>
              </a:lnSpc>
            </a:pPr>
            <a:r>
              <a:rPr lang="zh-CN" altLang="en-US" b="1" dirty="0" smtClean="0">
                <a:solidFill>
                  <a:srgbClr val="000000"/>
                </a:solidFill>
              </a:rPr>
              <a:t>以点电荷为球心，取一半径为</a:t>
            </a:r>
            <a:r>
              <a:rPr lang="en-US" altLang="zh-CN" b="1" dirty="0" smtClean="0">
                <a:solidFill>
                  <a:srgbClr val="000000"/>
                </a:solidFill>
              </a:rPr>
              <a:t>r</a:t>
            </a:r>
            <a:r>
              <a:rPr lang="zh-CN" altLang="en-US" b="1" dirty="0" smtClean="0">
                <a:solidFill>
                  <a:srgbClr val="000000"/>
                </a:solidFill>
              </a:rPr>
              <a:t>的球面，球面上电场大小</a:t>
            </a:r>
            <a:r>
              <a:rPr lang="zh-CN" altLang="en-US" b="1" dirty="0">
                <a:solidFill>
                  <a:srgbClr val="000000"/>
                </a:solidFill>
              </a:rPr>
              <a:t>处处</a:t>
            </a:r>
            <a:r>
              <a:rPr lang="zh-CN" altLang="en-US" b="1" dirty="0" smtClean="0">
                <a:solidFill>
                  <a:srgbClr val="000000"/>
                </a:solidFill>
              </a:rPr>
              <a:t>相等，电场处处与球面垂直；</a:t>
            </a:r>
            <a:endParaRPr kumimoji="0" lang="zh-CN" altLang="en-US" sz="3600" b="1" i="0" u="none" strike="noStrike" cap="none" spc="0" normalizeH="0" baseline="0" dirty="0">
              <a:ln>
                <a:noFill/>
              </a:ln>
              <a:solidFill>
                <a:srgbClr val="000000"/>
              </a:solidFill>
              <a:effectLst/>
              <a:uFillTx/>
              <a:sym typeface="Helvetica Light"/>
            </a:endParaRPr>
          </a:p>
        </p:txBody>
      </p:sp>
      <p:grpSp>
        <p:nvGrpSpPr>
          <p:cNvPr id="6" name="组合 5"/>
          <p:cNvGrpSpPr/>
          <p:nvPr/>
        </p:nvGrpSpPr>
        <p:grpSpPr>
          <a:xfrm>
            <a:off x="9620425" y="5452864"/>
            <a:ext cx="3384375" cy="3384376"/>
            <a:chOff x="9511115" y="5452864"/>
            <a:chExt cx="2592288" cy="2793115"/>
          </a:xfrm>
        </p:grpSpPr>
        <p:pic>
          <p:nvPicPr>
            <p:cNvPr id="4915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11115" y="5452864"/>
              <a:ext cx="2592288" cy="27931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椭圆 4"/>
            <p:cNvSpPr/>
            <p:nvPr/>
          </p:nvSpPr>
          <p:spPr>
            <a:xfrm>
              <a:off x="9757106" y="6107547"/>
              <a:ext cx="1656184" cy="1656184"/>
            </a:xfrm>
            <a:prstGeom prst="ellipse">
              <a:avLst/>
            </a:prstGeom>
            <a:noFill/>
            <a:ln w="28575" cap="flat">
              <a:solidFill>
                <a:schemeClr val="tx1"/>
              </a:solid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grpSp>
      <p:graphicFrame>
        <p:nvGraphicFramePr>
          <p:cNvPr id="7" name="对象 6"/>
          <p:cNvGraphicFramePr>
            <a:graphicFrameLocks noChangeAspect="1"/>
          </p:cNvGraphicFramePr>
          <p:nvPr>
            <p:extLst>
              <p:ext uri="{D42A27DB-BD31-4B8C-83A1-F6EECF244321}">
                <p14:modId xmlns:p14="http://schemas.microsoft.com/office/powerpoint/2010/main" val="2613980319"/>
              </p:ext>
            </p:extLst>
          </p:nvPr>
        </p:nvGraphicFramePr>
        <p:xfrm>
          <a:off x="669752" y="5656852"/>
          <a:ext cx="7829509" cy="1592669"/>
        </p:xfrm>
        <a:graphic>
          <a:graphicData uri="http://schemas.openxmlformats.org/presentationml/2006/ole">
            <mc:AlternateContent xmlns:mc="http://schemas.openxmlformats.org/markup-compatibility/2006">
              <mc:Choice xmlns:v="urn:schemas-microsoft-com:vml" Requires="v">
                <p:oleObj spid="_x0000_s49269" name="Equation" r:id="rId4" imgW="2184120" imgH="444240" progId="Equation.DSMT4">
                  <p:embed/>
                </p:oleObj>
              </mc:Choice>
              <mc:Fallback>
                <p:oleObj name="Equation" r:id="rId4" imgW="2184120" imgH="444240" progId="Equation.DSMT4">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69752" y="5656852"/>
                        <a:ext cx="7829509" cy="1592669"/>
                      </a:xfrm>
                      <a:prstGeom prst="rect">
                        <a:avLst/>
                      </a:prstGeom>
                      <a:noFill/>
                      <a:ln>
                        <a:noFill/>
                      </a:ln>
                    </p:spPr>
                  </p:pic>
                </p:oleObj>
              </mc:Fallback>
            </mc:AlternateContent>
          </a:graphicData>
        </a:graphic>
      </p:graphicFrame>
      <p:sp>
        <p:nvSpPr>
          <p:cNvPr id="8" name="TextBox 7"/>
          <p:cNvSpPr txBox="1"/>
          <p:nvPr/>
        </p:nvSpPr>
        <p:spPr>
          <a:xfrm>
            <a:off x="237704" y="7162866"/>
            <a:ext cx="9382721" cy="218008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25000"/>
              </a:lnSpc>
              <a:spcBef>
                <a:spcPts val="0"/>
              </a:spcBef>
              <a:spcAft>
                <a:spcPts val="0"/>
              </a:spcAft>
              <a:buClrTx/>
              <a:buSzTx/>
              <a:buFontTx/>
              <a:buNone/>
              <a:tabLst/>
            </a:pPr>
            <a:r>
              <a:rPr lang="zh-CN" altLang="en-US" b="1" dirty="0" smtClean="0">
                <a:solidFill>
                  <a:srgbClr val="000000"/>
                </a:solidFill>
                <a:latin typeface="宋体" pitchFamily="2" charset="-122"/>
                <a:ea typeface="宋体" pitchFamily="2" charset="-122"/>
              </a:rPr>
              <a:t>由高斯定理可以得到穿过任意闭合曲面的通量，只要闭合曲面包含了同一电荷，不管它的形状和大小如何变化，通量的大小一定不变。</a:t>
            </a:r>
            <a:endParaRPr kumimoji="0" lang="zh-CN" altLang="en-US" sz="3600" b="1" i="0" u="none" strike="noStrike" cap="none" spc="0" normalizeH="0" baseline="0" dirty="0">
              <a:ln>
                <a:noFill/>
              </a:ln>
              <a:solidFill>
                <a:srgbClr val="000000"/>
              </a:solidFill>
              <a:effectLst/>
              <a:uFillTx/>
              <a:latin typeface="宋体" pitchFamily="2" charset="-122"/>
              <a:ea typeface="宋体" pitchFamily="2" charset="-122"/>
              <a:sym typeface="Helvetica Light"/>
            </a:endParaRPr>
          </a:p>
        </p:txBody>
      </p:sp>
    </p:spTree>
    <p:extLst>
      <p:ext uri="{BB962C8B-B14F-4D97-AF65-F5344CB8AC3E}">
        <p14:creationId xmlns:p14="http://schemas.microsoft.com/office/powerpoint/2010/main" val="35674880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 name="Shape 263"/>
          <p:cNvSpPr>
            <a:spLocks noGrp="1"/>
          </p:cNvSpPr>
          <p:nvPr>
            <p:ph type="sldNum" sz="quarter" idx="2"/>
          </p:nvPr>
        </p:nvSpPr>
        <p:spPr>
          <a:prstGeom prst="rect">
            <a:avLst/>
          </a:prstGeom>
          <a:extLst>
            <a:ext uri="{C572A759-6A51-4108-AA02-DFA0A04FC94B}">
              <ma14:wrappingTextBoxFlag xmlns="" xmlns:ma14="http://schemas.microsoft.com/office/mac/drawingml/2011/main" val="1"/>
            </a:ext>
          </a:extLst>
        </p:spPr>
        <p:txBody>
          <a:bodyPr/>
          <a:lstStyle/>
          <a:p>
            <a:pPr lvl="0"/>
            <a:fld id="{86CB4B4D-7CA3-9044-876B-883B54F8677D}" type="slidenum">
              <a:rPr/>
              <a:pPr lvl="0"/>
              <a:t>19</a:t>
            </a:fld>
            <a:endParaRPr/>
          </a:p>
        </p:txBody>
      </p:sp>
      <p:sp>
        <p:nvSpPr>
          <p:cNvPr id="5" name="Shape 264"/>
          <p:cNvSpPr/>
          <p:nvPr/>
        </p:nvSpPr>
        <p:spPr>
          <a:xfrm>
            <a:off x="739550" y="844352"/>
            <a:ext cx="1641475" cy="718145"/>
          </a:xfrm>
          <a:prstGeom prst="rect">
            <a:avLst/>
          </a:prstGeom>
          <a:ln w="12700">
            <a:miter lim="400000"/>
          </a:ln>
          <a:extLst>
            <a:ext uri="{C572A759-6A51-4108-AA02-DFA0A04FC94B}">
              <ma14:wrappingTextBoxFlag xmlns="" xmlns:ma14="http://schemas.microsoft.com/office/mac/drawingml/2011/main" val="1"/>
            </a:ext>
          </a:extLst>
        </p:spPr>
        <p:txBody>
          <a:bodyPr wrap="none" lIns="50800" tIns="50800" rIns="50800" bIns="50800" anchor="ctr">
            <a:spAutoFit/>
          </a:bodyPr>
          <a:lstStyle/>
          <a:p>
            <a:pPr lvl="0">
              <a:defRPr sz="1800"/>
            </a:pPr>
            <a:r>
              <a:rPr lang="zh-CN" altLang="en-US" sz="4000" dirty="0" smtClean="0">
                <a:latin typeface="Arial Unicode MS" pitchFamily="34" charset="-122"/>
                <a:ea typeface="Arial Unicode MS" pitchFamily="34" charset="-122"/>
                <a:cs typeface="Arial Unicode MS" pitchFamily="34" charset="-122"/>
              </a:rPr>
              <a:t>练习题</a:t>
            </a:r>
            <a:endParaRPr sz="4000" dirty="0">
              <a:latin typeface="Arial Unicode MS" pitchFamily="34" charset="-122"/>
              <a:ea typeface="Arial Unicode MS" pitchFamily="34" charset="-122"/>
              <a:cs typeface="Arial Unicode MS" pitchFamily="34" charset="-122"/>
            </a:endParaRPr>
          </a:p>
        </p:txBody>
      </p:sp>
      <p:sp>
        <p:nvSpPr>
          <p:cNvPr id="2" name="TextBox 1"/>
          <p:cNvSpPr txBox="1"/>
          <p:nvPr/>
        </p:nvSpPr>
        <p:spPr>
          <a:xfrm>
            <a:off x="739550" y="1692123"/>
            <a:ext cx="11235458" cy="176458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50000"/>
              </a:lnSpc>
              <a:spcBef>
                <a:spcPts val="0"/>
              </a:spcBef>
              <a:spcAft>
                <a:spcPts val="0"/>
              </a:spcAft>
              <a:buClrTx/>
              <a:buSzTx/>
              <a:buFontTx/>
              <a:buNone/>
              <a:tabLst/>
            </a:pPr>
            <a:r>
              <a:rPr lang="zh-CN" altLang="en-US" b="1" dirty="0">
                <a:latin typeface="宋体" pitchFamily="2" charset="-122"/>
                <a:ea typeface="宋体" pitchFamily="2" charset="-122"/>
                <a:cs typeface="Times New Roman" pitchFamily="18" charset="0"/>
              </a:rPr>
              <a:t>一点电荷</a:t>
            </a:r>
            <a:r>
              <a:rPr lang="en-US" altLang="zh-CN" b="1" dirty="0">
                <a:latin typeface="宋体" pitchFamily="2" charset="-122"/>
                <a:ea typeface="宋体" pitchFamily="2" charset="-122"/>
                <a:cs typeface="Times New Roman" pitchFamily="18" charset="0"/>
              </a:rPr>
              <a:t>q</a:t>
            </a:r>
            <a:r>
              <a:rPr lang="zh-CN" altLang="en-US" b="1" dirty="0">
                <a:latin typeface="宋体" pitchFamily="2" charset="-122"/>
                <a:ea typeface="宋体" pitchFamily="2" charset="-122"/>
                <a:cs typeface="Times New Roman" pitchFamily="18" charset="0"/>
              </a:rPr>
              <a:t>位于一立方体的中心，立方体边长为</a:t>
            </a:r>
            <a:r>
              <a:rPr lang="en-US" altLang="zh-CN" b="1" dirty="0">
                <a:latin typeface="宋体" pitchFamily="2" charset="-122"/>
                <a:ea typeface="宋体" pitchFamily="2" charset="-122"/>
                <a:cs typeface="Times New Roman" pitchFamily="18" charset="0"/>
              </a:rPr>
              <a:t>L</a:t>
            </a:r>
            <a:r>
              <a:rPr lang="zh-CN" altLang="en-US" b="1" dirty="0">
                <a:latin typeface="宋体" pitchFamily="2" charset="-122"/>
                <a:ea typeface="宋体" pitchFamily="2" charset="-122"/>
                <a:cs typeface="Times New Roman" pitchFamily="18" charset="0"/>
              </a:rPr>
              <a:t>，试问通过立方体一面的电通量是多少？</a:t>
            </a:r>
          </a:p>
        </p:txBody>
      </p:sp>
      <p:pic>
        <p:nvPicPr>
          <p:cNvPr id="512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66496" y="4372744"/>
            <a:ext cx="1800200" cy="1927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4" name="TextBox 3"/>
              <p:cNvSpPr txBox="1"/>
              <p:nvPr/>
            </p:nvSpPr>
            <p:spPr>
              <a:xfrm>
                <a:off x="1560287" y="4967861"/>
                <a:ext cx="2277817"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altLang="zh-CN" b="1" dirty="0"/>
                  <a:t>q/(6</a:t>
                </a:r>
                <a14:m>
                  <m:oMath xmlns:m="http://schemas.openxmlformats.org/officeDocument/2006/math">
                    <m:sSub>
                      <m:sSubPr>
                        <m:ctrlPr>
                          <a:rPr lang="en-US" altLang="zh-CN" b="1" i="1">
                            <a:latin typeface="Cambria Math" panose="02040503050406030204" pitchFamily="18" charset="0"/>
                          </a:rPr>
                        </m:ctrlPr>
                      </m:sSubPr>
                      <m:e>
                        <m:r>
                          <a:rPr lang="zh-CN" altLang="en-US" b="1" i="1">
                            <a:latin typeface="Cambria Math"/>
                          </a:rPr>
                          <m:t>𝜺</m:t>
                        </m:r>
                      </m:e>
                      <m:sub>
                        <m:r>
                          <a:rPr lang="en-US" altLang="zh-CN" b="1" i="1">
                            <a:latin typeface="Cambria Math"/>
                          </a:rPr>
                          <m:t>𝟎</m:t>
                        </m:r>
                      </m:sub>
                    </m:sSub>
                  </m:oMath>
                </a14:m>
                <a:r>
                  <a:rPr lang="en-US" altLang="zh-CN" b="1" dirty="0"/>
                  <a:t>)</a:t>
                </a:r>
                <a:endParaRPr lang="zh-CN" altLang="en-US" b="1" dirty="0"/>
              </a:p>
            </p:txBody>
          </p:sp>
        </mc:Choice>
        <mc:Fallback xmlns="">
          <p:sp>
            <p:nvSpPr>
              <p:cNvPr id="4" name="TextBox 3"/>
              <p:cNvSpPr txBox="1">
                <a:spLocks noRot="1" noChangeAspect="1" noMove="1" noResize="1" noEditPoints="1" noAdjustHandles="1" noChangeArrowheads="1" noChangeShapeType="1" noTextEdit="1"/>
              </p:cNvSpPr>
              <p:nvPr/>
            </p:nvSpPr>
            <p:spPr>
              <a:xfrm>
                <a:off x="1560287" y="4967861"/>
                <a:ext cx="2277817" cy="656590"/>
              </a:xfrm>
              <a:prstGeom prst="rect">
                <a:avLst/>
              </a:prstGeom>
              <a:blipFill rotWithShape="1">
                <a:blip r:embed="rId4"/>
                <a:stretch>
                  <a:fillRect t="-15741" b="-30556"/>
                </a:stretch>
              </a:blipFill>
              <a:ln w="12700" cap="flat">
                <a:noFill/>
                <a:miter lim="400000"/>
              </a:ln>
              <a:effectLst/>
            </p:spPr>
            <p:txBody>
              <a:bodyPr/>
              <a:lstStyle/>
              <a:p>
                <a:r>
                  <a:rPr lang="zh-CN" altLang="en-US">
                    <a:noFill/>
                  </a:rPr>
                  <a:t> </a:t>
                </a:r>
              </a:p>
            </p:txBody>
          </p:sp>
        </mc:Fallback>
      </mc:AlternateContent>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Shape 313"/>
          <p:cNvSpPr/>
          <p:nvPr/>
        </p:nvSpPr>
        <p:spPr>
          <a:xfrm>
            <a:off x="1842346" y="4588768"/>
            <a:ext cx="9844630" cy="624673"/>
          </a:xfrm>
          <a:prstGeom prst="rect">
            <a:avLst/>
          </a:prstGeom>
          <a:ln w="12700">
            <a:miter lim="400000"/>
          </a:ln>
          <a:extLst>
            <a:ext uri="{C572A759-6A51-4108-AA02-DFA0A04FC94B}">
              <ma14:wrappingTextBoxFlag xmlns="" xmlns:ma14="http://schemas.microsoft.com/office/mac/drawingml/2011/main" val="1"/>
            </a:ext>
          </a:extLst>
        </p:spPr>
        <p:txBody>
          <a:bodyPr wrap="square" lIns="65476" tIns="65476" rIns="65476" bIns="65476">
            <a:spAutoFit/>
          </a:bodyPr>
          <a:lstStyle/>
          <a:p>
            <a:pPr lvl="0" algn="l" defTabSz="762000">
              <a:spcBef>
                <a:spcPts val="1900"/>
              </a:spcBef>
              <a:defRPr sz="1800"/>
            </a:pPr>
            <a:r>
              <a:rPr lang="zh-CN" altLang="en-US" sz="3200" b="1" dirty="0" smtClean="0">
                <a:solidFill>
                  <a:schemeClr val="tx1"/>
                </a:solidFill>
                <a:latin typeface="宋体" pitchFamily="2" charset="-122"/>
                <a:ea typeface="宋体" pitchFamily="2" charset="-122"/>
                <a:cs typeface="Times New Roman"/>
                <a:sym typeface="楷体_GB2312"/>
              </a:rPr>
              <a:t>球对称</a:t>
            </a:r>
            <a:r>
              <a:rPr sz="3200" b="1" dirty="0" smtClean="0">
                <a:latin typeface="黑体" pitchFamily="49" charset="-122"/>
                <a:ea typeface="黑体" pitchFamily="49" charset="-122"/>
                <a:cs typeface="楷体_GB2312"/>
                <a:sym typeface="楷体_GB2312"/>
              </a:rPr>
              <a:t>        </a:t>
            </a:r>
            <a:r>
              <a:rPr lang="zh-CN" altLang="en-US" sz="3200" b="1" dirty="0" smtClean="0">
                <a:solidFill>
                  <a:schemeClr val="tx1"/>
                </a:solidFill>
                <a:latin typeface="宋体" pitchFamily="2" charset="-122"/>
                <a:ea typeface="宋体" pitchFamily="2" charset="-122"/>
                <a:cs typeface="Times New Roman"/>
                <a:sym typeface="楷体_GB2312"/>
              </a:rPr>
              <a:t>柱对称</a:t>
            </a:r>
            <a:r>
              <a:rPr sz="3200" b="1" dirty="0" smtClean="0">
                <a:latin typeface="黑体" pitchFamily="49" charset="-122"/>
                <a:ea typeface="黑体" pitchFamily="49" charset="-122"/>
                <a:cs typeface="楷体_GB2312"/>
                <a:sym typeface="楷体_GB2312"/>
              </a:rPr>
              <a:t>     </a:t>
            </a:r>
            <a:r>
              <a:rPr lang="en-US" sz="3200" b="1" dirty="0" smtClean="0">
                <a:latin typeface="黑体" pitchFamily="49" charset="-122"/>
                <a:ea typeface="黑体" pitchFamily="49" charset="-122"/>
                <a:cs typeface="楷体_GB2312"/>
                <a:sym typeface="楷体_GB2312"/>
              </a:rPr>
              <a:t>         </a:t>
            </a:r>
            <a:r>
              <a:rPr lang="zh-CN" altLang="en-US" sz="3200" b="1" dirty="0" smtClean="0">
                <a:solidFill>
                  <a:schemeClr val="tx1"/>
                </a:solidFill>
                <a:latin typeface="宋体" pitchFamily="2" charset="-122"/>
                <a:ea typeface="宋体" pitchFamily="2" charset="-122"/>
                <a:cs typeface="Times New Roman"/>
                <a:sym typeface="楷体_GB2312"/>
              </a:rPr>
              <a:t>面对称</a:t>
            </a:r>
            <a:endParaRPr lang="zh-CN" altLang="en-US" sz="3200" b="1" dirty="0">
              <a:solidFill>
                <a:schemeClr val="tx1"/>
              </a:solidFill>
              <a:latin typeface="宋体" pitchFamily="2" charset="-122"/>
              <a:ea typeface="宋体" pitchFamily="2" charset="-122"/>
              <a:cs typeface="Times New Roman"/>
              <a:sym typeface="楷体_GB2312"/>
            </a:endParaRPr>
          </a:p>
        </p:txBody>
      </p:sp>
      <p:sp>
        <p:nvSpPr>
          <p:cNvPr id="314" name="Shape 314"/>
          <p:cNvSpPr/>
          <p:nvPr/>
        </p:nvSpPr>
        <p:spPr>
          <a:xfrm>
            <a:off x="442010" y="5906346"/>
            <a:ext cx="1300481" cy="1609558"/>
          </a:xfrm>
          <a:prstGeom prst="rect">
            <a:avLst/>
          </a:prstGeom>
          <a:ln w="12700">
            <a:miter lim="400000"/>
          </a:ln>
          <a:extLst>
            <a:ext uri="{C572A759-6A51-4108-AA02-DFA0A04FC94B}">
              <ma14:wrappingTextBoxFlag xmlns="" xmlns:ma14="http://schemas.microsoft.com/office/mac/drawingml/2011/main" val="1"/>
            </a:ext>
          </a:extLst>
        </p:spPr>
        <p:txBody>
          <a:bodyPr lIns="65476" tIns="65476" rIns="65476" bIns="65476">
            <a:spAutoFit/>
          </a:bodyPr>
          <a:lstStyle>
            <a:lvl1pPr algn="l" defTabSz="762000">
              <a:spcBef>
                <a:spcPts val="1900"/>
              </a:spcBef>
              <a:defRPr sz="4400" b="1">
                <a:solidFill>
                  <a:srgbClr val="0000FF"/>
                </a:solidFill>
                <a:latin typeface="楷体_GB2312"/>
                <a:ea typeface="楷体_GB2312"/>
                <a:cs typeface="楷体_GB2312"/>
                <a:sym typeface="楷体_GB2312"/>
              </a:defRPr>
            </a:lvl1pPr>
          </a:lstStyle>
          <a:p>
            <a:pPr lvl="0">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rPr>
              <a:t>均匀带电的</a:t>
            </a:r>
            <a:endParaRPr lang="zh-CN" altLang="en-US" sz="3200" dirty="0">
              <a:solidFill>
                <a:schemeClr val="tx1"/>
              </a:solidFill>
              <a:latin typeface="宋体" pitchFamily="2" charset="-122"/>
              <a:ea typeface="宋体" pitchFamily="2" charset="-122"/>
              <a:cs typeface="Times New Roman"/>
            </a:endParaRPr>
          </a:p>
        </p:txBody>
      </p:sp>
      <p:sp>
        <p:nvSpPr>
          <p:cNvPr id="315" name="Shape 315"/>
          <p:cNvSpPr/>
          <p:nvPr/>
        </p:nvSpPr>
        <p:spPr>
          <a:xfrm>
            <a:off x="1842346" y="5852159"/>
            <a:ext cx="2709334" cy="2096871"/>
          </a:xfrm>
          <a:prstGeom prst="rect">
            <a:avLst/>
          </a:prstGeom>
          <a:ln w="12700">
            <a:miter lim="400000"/>
          </a:ln>
          <a:extLst>
            <a:ext uri="{C572A759-6A51-4108-AA02-DFA0A04FC94B}">
              <ma14:wrappingTextBoxFlag xmlns="" xmlns:ma14="http://schemas.microsoft.com/office/mac/drawingml/2011/main" val="1"/>
            </a:ext>
          </a:extLst>
        </p:spPr>
        <p:txBody>
          <a:bodyPr lIns="65476" tIns="65476" rIns="65476" bIns="65476">
            <a:spAutoFit/>
          </a:bodyPr>
          <a:lstStyle/>
          <a:p>
            <a:pPr algn="l" defTabSz="762000">
              <a:spcBef>
                <a:spcPts val="1900"/>
              </a:spcBef>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sym typeface="楷体_GB2312"/>
              </a:rPr>
              <a:t>球体</a:t>
            </a:r>
            <a:endParaRPr lang="zh-CN" altLang="en-US" sz="3200" dirty="0" smtClean="0">
              <a:solidFill>
                <a:schemeClr val="tx1"/>
              </a:solidFill>
              <a:latin typeface="宋体" pitchFamily="2" charset="-122"/>
              <a:ea typeface="宋体" pitchFamily="2" charset="-122"/>
              <a:cs typeface="Times New Roman"/>
              <a:sym typeface="Times New Roman"/>
            </a:endParaRPr>
          </a:p>
          <a:p>
            <a:pPr algn="l" defTabSz="762000">
              <a:spcBef>
                <a:spcPts val="1900"/>
              </a:spcBef>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sym typeface="楷体_GB2312"/>
              </a:rPr>
              <a:t>球面</a:t>
            </a:r>
            <a:endParaRPr lang="zh-CN" altLang="en-US" sz="3200" dirty="0" smtClean="0">
              <a:solidFill>
                <a:schemeClr val="tx1"/>
              </a:solidFill>
              <a:latin typeface="宋体" pitchFamily="2" charset="-122"/>
              <a:ea typeface="宋体" pitchFamily="2" charset="-122"/>
              <a:cs typeface="Times New Roman"/>
              <a:sym typeface="Times New Roman"/>
            </a:endParaRPr>
          </a:p>
          <a:p>
            <a:pPr algn="l" defTabSz="762000">
              <a:spcBef>
                <a:spcPts val="1900"/>
              </a:spcBef>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sym typeface="Times New Roman"/>
              </a:rPr>
              <a:t>(</a:t>
            </a:r>
            <a:r>
              <a:rPr lang="zh-CN" altLang="en-US" sz="3200" dirty="0" smtClean="0">
                <a:solidFill>
                  <a:schemeClr val="tx1"/>
                </a:solidFill>
                <a:latin typeface="宋体" pitchFamily="2" charset="-122"/>
                <a:ea typeface="宋体" pitchFamily="2" charset="-122"/>
                <a:cs typeface="Times New Roman"/>
                <a:sym typeface="楷体_GB2312"/>
              </a:rPr>
              <a:t>点电荷</a:t>
            </a:r>
            <a:r>
              <a:rPr lang="zh-CN" altLang="en-US" sz="3200" dirty="0" smtClean="0">
                <a:solidFill>
                  <a:schemeClr val="tx1"/>
                </a:solidFill>
                <a:latin typeface="宋体" pitchFamily="2" charset="-122"/>
                <a:ea typeface="宋体" pitchFamily="2" charset="-122"/>
                <a:cs typeface="Times New Roman"/>
                <a:sym typeface="Times New Roman"/>
              </a:rPr>
              <a:t>)</a:t>
            </a:r>
            <a:endParaRPr lang="zh-CN" altLang="en-US" sz="3200" dirty="0">
              <a:solidFill>
                <a:schemeClr val="tx1"/>
              </a:solidFill>
              <a:latin typeface="宋体" pitchFamily="2" charset="-122"/>
              <a:ea typeface="宋体" pitchFamily="2" charset="-122"/>
              <a:cs typeface="Times New Roman"/>
              <a:sym typeface="Times New Roman"/>
            </a:endParaRPr>
          </a:p>
        </p:txBody>
      </p:sp>
      <p:sp>
        <p:nvSpPr>
          <p:cNvPr id="316" name="Shape 316"/>
          <p:cNvSpPr/>
          <p:nvPr/>
        </p:nvSpPr>
        <p:spPr>
          <a:xfrm>
            <a:off x="5201920" y="5418666"/>
            <a:ext cx="2817707" cy="2832970"/>
          </a:xfrm>
          <a:prstGeom prst="rect">
            <a:avLst/>
          </a:prstGeom>
          <a:ln w="12700">
            <a:miter lim="400000"/>
          </a:ln>
          <a:extLst>
            <a:ext uri="{C572A759-6A51-4108-AA02-DFA0A04FC94B}">
              <ma14:wrappingTextBoxFlag xmlns="" xmlns:ma14="http://schemas.microsoft.com/office/mac/drawingml/2011/main" val="1"/>
            </a:ext>
          </a:extLst>
        </p:spPr>
        <p:txBody>
          <a:bodyPr lIns="65476" tIns="65476" rIns="65476" bIns="65476">
            <a:spAutoFit/>
          </a:bodyPr>
          <a:lstStyle/>
          <a:p>
            <a:pPr lvl="0" algn="l" defTabSz="762000">
              <a:spcBef>
                <a:spcPts val="1900"/>
              </a:spcBef>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sym typeface="楷体_GB2312"/>
              </a:rPr>
              <a:t>无限长的</a:t>
            </a:r>
            <a:endParaRPr lang="zh-CN" altLang="en-US" sz="3200" dirty="0" smtClean="0">
              <a:solidFill>
                <a:schemeClr val="tx1"/>
              </a:solidFill>
              <a:latin typeface="宋体" pitchFamily="2" charset="-122"/>
              <a:ea typeface="宋体" pitchFamily="2" charset="-122"/>
              <a:cs typeface="Times New Roman"/>
              <a:sym typeface="Times New Roman"/>
            </a:endParaRPr>
          </a:p>
          <a:p>
            <a:pPr lvl="0" algn="l" defTabSz="762000">
              <a:spcBef>
                <a:spcPts val="1900"/>
              </a:spcBef>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sym typeface="楷体_GB2312"/>
              </a:rPr>
              <a:t>柱体</a:t>
            </a:r>
            <a:endParaRPr lang="zh-CN" altLang="en-US" sz="3200" dirty="0" smtClean="0">
              <a:solidFill>
                <a:schemeClr val="tx1"/>
              </a:solidFill>
              <a:latin typeface="宋体" pitchFamily="2" charset="-122"/>
              <a:ea typeface="宋体" pitchFamily="2" charset="-122"/>
              <a:cs typeface="Times New Roman"/>
              <a:sym typeface="Times New Roman"/>
            </a:endParaRPr>
          </a:p>
          <a:p>
            <a:pPr lvl="0" algn="l" defTabSz="762000">
              <a:spcBef>
                <a:spcPts val="1900"/>
              </a:spcBef>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sym typeface="楷体_GB2312"/>
              </a:rPr>
              <a:t>柱面</a:t>
            </a:r>
            <a:endParaRPr lang="zh-CN" altLang="en-US" sz="3200" dirty="0" smtClean="0">
              <a:solidFill>
                <a:schemeClr val="tx1"/>
              </a:solidFill>
              <a:latin typeface="宋体" pitchFamily="2" charset="-122"/>
              <a:ea typeface="宋体" pitchFamily="2" charset="-122"/>
              <a:cs typeface="Times New Roman"/>
              <a:sym typeface="Times New Roman"/>
            </a:endParaRPr>
          </a:p>
          <a:p>
            <a:pPr lvl="0" algn="l" defTabSz="762000">
              <a:spcBef>
                <a:spcPts val="1900"/>
              </a:spcBef>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sym typeface="楷体_GB2312"/>
              </a:rPr>
              <a:t>带电线</a:t>
            </a:r>
            <a:endParaRPr lang="zh-CN" altLang="en-US" sz="3200" dirty="0">
              <a:solidFill>
                <a:schemeClr val="tx1"/>
              </a:solidFill>
              <a:latin typeface="宋体" pitchFamily="2" charset="-122"/>
              <a:ea typeface="宋体" pitchFamily="2" charset="-122"/>
              <a:cs typeface="Times New Roman"/>
              <a:sym typeface="楷体_GB2312"/>
            </a:endParaRPr>
          </a:p>
        </p:txBody>
      </p:sp>
      <p:sp>
        <p:nvSpPr>
          <p:cNvPr id="317" name="Shape 317"/>
          <p:cNvSpPr/>
          <p:nvPr/>
        </p:nvSpPr>
        <p:spPr>
          <a:xfrm>
            <a:off x="9211733" y="5418666"/>
            <a:ext cx="2709334" cy="2096871"/>
          </a:xfrm>
          <a:prstGeom prst="rect">
            <a:avLst/>
          </a:prstGeom>
          <a:ln w="12700">
            <a:miter lim="400000"/>
          </a:ln>
          <a:extLst>
            <a:ext uri="{C572A759-6A51-4108-AA02-DFA0A04FC94B}">
              <ma14:wrappingTextBoxFlag xmlns="" xmlns:ma14="http://schemas.microsoft.com/office/mac/drawingml/2011/main" val="1"/>
            </a:ext>
          </a:extLst>
        </p:spPr>
        <p:txBody>
          <a:bodyPr lIns="65476" tIns="65476" rIns="65476" bIns="65476">
            <a:spAutoFit/>
          </a:bodyPr>
          <a:lstStyle/>
          <a:p>
            <a:pPr algn="l" defTabSz="762000">
              <a:spcBef>
                <a:spcPts val="1900"/>
              </a:spcBef>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sym typeface="楷体_GB2312"/>
              </a:rPr>
              <a:t>无限大的</a:t>
            </a:r>
            <a:endParaRPr lang="zh-CN" altLang="en-US" sz="3200" dirty="0" smtClean="0">
              <a:solidFill>
                <a:schemeClr val="tx1"/>
              </a:solidFill>
              <a:latin typeface="宋体" pitchFamily="2" charset="-122"/>
              <a:ea typeface="宋体" pitchFamily="2" charset="-122"/>
              <a:cs typeface="Times New Roman"/>
              <a:sym typeface="Times New Roman"/>
            </a:endParaRPr>
          </a:p>
          <a:p>
            <a:pPr algn="l" defTabSz="762000">
              <a:spcBef>
                <a:spcPts val="1900"/>
              </a:spcBef>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sym typeface="楷体_GB2312"/>
              </a:rPr>
              <a:t>平板</a:t>
            </a:r>
            <a:endParaRPr lang="zh-CN" altLang="en-US" sz="3200" dirty="0" smtClean="0">
              <a:solidFill>
                <a:schemeClr val="tx1"/>
              </a:solidFill>
              <a:latin typeface="宋体" pitchFamily="2" charset="-122"/>
              <a:ea typeface="宋体" pitchFamily="2" charset="-122"/>
              <a:cs typeface="Times New Roman"/>
              <a:sym typeface="Times New Roman"/>
            </a:endParaRPr>
          </a:p>
          <a:p>
            <a:pPr algn="l" defTabSz="762000">
              <a:spcBef>
                <a:spcPts val="1900"/>
              </a:spcBef>
              <a:defRPr sz="1800" b="0">
                <a:solidFill>
                  <a:srgbClr val="000000"/>
                </a:solidFill>
              </a:defRPr>
            </a:pPr>
            <a:r>
              <a:rPr lang="zh-CN" altLang="en-US" sz="3200" dirty="0" smtClean="0">
                <a:solidFill>
                  <a:schemeClr val="tx1"/>
                </a:solidFill>
                <a:latin typeface="宋体" pitchFamily="2" charset="-122"/>
                <a:ea typeface="宋体" pitchFamily="2" charset="-122"/>
                <a:cs typeface="Times New Roman"/>
                <a:sym typeface="楷体_GB2312"/>
              </a:rPr>
              <a:t>平面</a:t>
            </a:r>
            <a:endParaRPr lang="zh-CN" altLang="en-US" sz="3200" dirty="0">
              <a:solidFill>
                <a:schemeClr val="tx1"/>
              </a:solidFill>
              <a:latin typeface="宋体" pitchFamily="2" charset="-122"/>
              <a:ea typeface="宋体" pitchFamily="2" charset="-122"/>
              <a:cs typeface="Times New Roman"/>
              <a:sym typeface="楷体_GB2312"/>
            </a:endParaRPr>
          </a:p>
        </p:txBody>
      </p:sp>
      <p:grpSp>
        <p:nvGrpSpPr>
          <p:cNvPr id="324" name="Group 324"/>
          <p:cNvGrpSpPr/>
          <p:nvPr/>
        </p:nvGrpSpPr>
        <p:grpSpPr>
          <a:xfrm>
            <a:off x="237704" y="412304"/>
            <a:ext cx="11828012" cy="2611518"/>
            <a:chOff x="0" y="0"/>
            <a:chExt cx="11828010" cy="2611516"/>
          </a:xfrm>
        </p:grpSpPr>
        <p:sp>
          <p:nvSpPr>
            <p:cNvPr id="318" name="Shape 318"/>
            <p:cNvSpPr/>
            <p:nvPr/>
          </p:nvSpPr>
          <p:spPr>
            <a:xfrm>
              <a:off x="0" y="0"/>
              <a:ext cx="9970348" cy="62467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65476" tIns="65476" rIns="65476" bIns="65476" numCol="1" anchor="t">
              <a:spAutoFit/>
            </a:bodyPr>
            <a:lstStyle/>
            <a:p>
              <a:pPr lvl="0" algn="l" defTabSz="762000">
                <a:spcBef>
                  <a:spcPts val="1900"/>
                </a:spcBef>
                <a:defRPr sz="1800"/>
              </a:pPr>
              <a:r>
                <a:rPr sz="3200" b="1" dirty="0">
                  <a:solidFill>
                    <a:schemeClr val="tx1"/>
                  </a:solidFill>
                  <a:latin typeface="宋体" pitchFamily="2" charset="-122"/>
                  <a:ea typeface="宋体" pitchFamily="2" charset="-122"/>
                  <a:cs typeface="Times New Roman"/>
                  <a:sym typeface="Times New Roman"/>
                </a:rPr>
                <a:t>4.  </a:t>
              </a:r>
              <a:r>
                <a:rPr sz="3200" b="1" dirty="0" err="1">
                  <a:solidFill>
                    <a:schemeClr val="tx1"/>
                  </a:solidFill>
                  <a:latin typeface="宋体" pitchFamily="2" charset="-122"/>
                  <a:ea typeface="宋体" pitchFamily="2" charset="-122"/>
                  <a:cs typeface="楷体_GB2312"/>
                  <a:sym typeface="楷体_GB2312"/>
                </a:rPr>
                <a:t>高斯定理在求解</a:t>
              </a:r>
              <a:r>
                <a:rPr sz="3200" b="1" dirty="0" err="1">
                  <a:solidFill>
                    <a:srgbClr val="FF0000"/>
                  </a:solidFill>
                  <a:latin typeface="宋体" pitchFamily="2" charset="-122"/>
                  <a:ea typeface="宋体" pitchFamily="2" charset="-122"/>
                  <a:cs typeface="楷体_GB2312"/>
                  <a:sym typeface="楷体_GB2312"/>
                </a:rPr>
                <a:t>场强</a:t>
              </a:r>
              <a:r>
                <a:rPr sz="3200" b="1" dirty="0" err="1">
                  <a:solidFill>
                    <a:schemeClr val="tx1"/>
                  </a:solidFill>
                  <a:latin typeface="宋体" pitchFamily="2" charset="-122"/>
                  <a:ea typeface="宋体" pitchFamily="2" charset="-122"/>
                  <a:cs typeface="楷体_GB2312"/>
                  <a:sym typeface="楷体_GB2312"/>
                </a:rPr>
                <a:t>方面的应用</a:t>
              </a:r>
              <a:endParaRPr sz="3200" b="1" dirty="0">
                <a:solidFill>
                  <a:schemeClr val="tx1"/>
                </a:solidFill>
                <a:latin typeface="宋体" pitchFamily="2" charset="-122"/>
                <a:ea typeface="宋体" pitchFamily="2" charset="-122"/>
                <a:cs typeface="楷体_GB2312"/>
                <a:sym typeface="楷体_GB2312"/>
              </a:endParaRPr>
            </a:p>
          </p:txBody>
        </p:sp>
        <p:grpSp>
          <p:nvGrpSpPr>
            <p:cNvPr id="322" name="Group 322"/>
            <p:cNvGrpSpPr/>
            <p:nvPr/>
          </p:nvGrpSpPr>
          <p:grpSpPr>
            <a:xfrm>
              <a:off x="806026" y="1023289"/>
              <a:ext cx="11021984" cy="1588227"/>
              <a:chOff x="0" y="-963554"/>
              <a:chExt cx="11021981" cy="1588225"/>
            </a:xfrm>
          </p:grpSpPr>
          <p:sp>
            <p:nvSpPr>
              <p:cNvPr id="319" name="Shape 319"/>
              <p:cNvSpPr/>
              <p:nvPr/>
            </p:nvSpPr>
            <p:spPr>
              <a:xfrm>
                <a:off x="0" y="0"/>
                <a:ext cx="5201921" cy="62467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65476" tIns="65476" rIns="65476" bIns="65476" numCol="1" anchor="t">
                <a:spAutoFit/>
              </a:bodyPr>
              <a:lstStyle>
                <a:lvl1pPr algn="l" defTabSz="762000">
                  <a:spcBef>
                    <a:spcPts val="1900"/>
                  </a:spcBef>
                  <a:defRPr sz="4400" b="1">
                    <a:latin typeface="楷体_GB2312"/>
                    <a:ea typeface="楷体_GB2312"/>
                    <a:cs typeface="楷体_GB2312"/>
                    <a:sym typeface="楷体_GB2312"/>
                  </a:defRPr>
                </a:lvl1pPr>
              </a:lstStyle>
              <a:p>
                <a:pPr lvl="0">
                  <a:defRPr sz="1800"/>
                </a:pPr>
                <a:endParaRPr sz="3200" dirty="0" err="1">
                  <a:solidFill>
                    <a:schemeClr val="tx1"/>
                  </a:solidFill>
                  <a:latin typeface="宋体" pitchFamily="2" charset="-122"/>
                  <a:ea typeface="宋体" pitchFamily="2" charset="-122"/>
                </a:endParaRPr>
              </a:p>
            </p:txBody>
          </p:sp>
          <p:pic>
            <p:nvPicPr>
              <p:cNvPr id="320" name="image.pdf"/>
              <p:cNvPicPr/>
              <p:nvPr/>
            </p:nvPicPr>
            <p:blipFill>
              <a:blip r:embed="rId2" cstate="print">
                <a:extLst/>
              </a:blip>
              <a:stretch>
                <a:fillRect/>
              </a:stretch>
            </p:blipFill>
            <p:spPr>
              <a:xfrm>
                <a:off x="10301901" y="-963554"/>
                <a:ext cx="720080" cy="578234"/>
              </a:xfrm>
              <a:prstGeom prst="rect">
                <a:avLst/>
              </a:prstGeom>
              <a:ln w="12700" cap="flat">
                <a:noFill/>
                <a:miter lim="400000"/>
              </a:ln>
              <a:effectLst/>
            </p:spPr>
          </p:pic>
          <p:sp>
            <p:nvSpPr>
              <p:cNvPr id="321" name="Shape 321"/>
              <p:cNvSpPr/>
              <p:nvPr/>
            </p:nvSpPr>
            <p:spPr>
              <a:xfrm>
                <a:off x="5310293" y="0"/>
                <a:ext cx="3034454" cy="624671"/>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65476" tIns="65476" rIns="65476" bIns="65476" numCol="1" anchor="t">
                <a:spAutoFit/>
              </a:bodyPr>
              <a:lstStyle>
                <a:lvl1pPr algn="l" defTabSz="762000">
                  <a:spcBef>
                    <a:spcPts val="1900"/>
                  </a:spcBef>
                  <a:defRPr sz="4400" b="1">
                    <a:latin typeface="楷体_GB2312"/>
                    <a:ea typeface="楷体_GB2312"/>
                    <a:cs typeface="楷体_GB2312"/>
                    <a:sym typeface="楷体_GB2312"/>
                  </a:defRPr>
                </a:lvl1pPr>
              </a:lstStyle>
              <a:p>
                <a:pPr>
                  <a:defRPr sz="1800"/>
                </a:pPr>
                <a:endParaRPr sz="3200" dirty="0" err="1">
                  <a:solidFill>
                    <a:schemeClr val="tx1"/>
                  </a:solidFill>
                  <a:latin typeface="宋体" pitchFamily="2" charset="-122"/>
                  <a:ea typeface="宋体" pitchFamily="2" charset="-122"/>
                </a:endParaRPr>
              </a:p>
            </p:txBody>
          </p:sp>
        </p:grpSp>
        <mc:AlternateContent xmlns:mc="http://schemas.openxmlformats.org/markup-compatibility/2006" xmlns:a14="http://schemas.microsoft.com/office/drawing/2010/main">
          <mc:Choice Requires="a14">
            <p:sp>
              <p:nvSpPr>
                <p:cNvPr id="323" name="Shape 323"/>
                <p:cNvSpPr/>
                <p:nvPr/>
              </p:nvSpPr>
              <p:spPr>
                <a:xfrm>
                  <a:off x="794737" y="975360"/>
                  <a:ext cx="10673233" cy="146631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65476" tIns="65476" rIns="65476" bIns="65476" numCol="1" anchor="t">
                  <a:spAutoFit/>
                </a:bodyPr>
                <a:lstStyle/>
                <a:p>
                  <a:pPr lvl="0" algn="l" defTabSz="762000">
                    <a:spcBef>
                      <a:spcPts val="1900"/>
                    </a:spcBef>
                    <a:defRPr sz="1800"/>
                  </a:pPr>
                  <a:r>
                    <a:rPr lang="zh-CN" altLang="en-US" sz="3200" b="1" dirty="0" smtClean="0">
                      <a:solidFill>
                        <a:schemeClr val="tx1"/>
                      </a:solidFill>
                      <a:latin typeface="宋体" pitchFamily="2" charset="-122"/>
                      <a:ea typeface="宋体" pitchFamily="2" charset="-122"/>
                      <a:cs typeface="Times New Roman"/>
                      <a:sym typeface="楷体_GB2312"/>
                    </a:rPr>
                    <a:t>对电量的分布具有很好的对称性情况下</a:t>
                  </a:r>
                  <a:r>
                    <a:rPr lang="en-US" altLang="zh-CN" sz="3200" b="1" dirty="0" smtClean="0">
                      <a:solidFill>
                        <a:schemeClr val="tx1"/>
                      </a:solidFill>
                      <a:latin typeface="宋体" pitchFamily="2" charset="-122"/>
                      <a:ea typeface="宋体" pitchFamily="2" charset="-122"/>
                      <a:cs typeface="Times New Roman"/>
                      <a:sym typeface="楷体_GB2312"/>
                    </a:rPr>
                    <a:t>,</a:t>
                  </a:r>
                  <a:r>
                    <a:rPr lang="zh-CN" altLang="en-US" sz="3200" b="1" dirty="0" smtClean="0">
                      <a:solidFill>
                        <a:schemeClr val="tx1"/>
                      </a:solidFill>
                      <a:latin typeface="宋体" pitchFamily="2" charset="-122"/>
                      <a:ea typeface="宋体" pitchFamily="2" charset="-122"/>
                    </a:rPr>
                    <a:t>利用高斯定理求解</a:t>
                  </a:r>
                </a:p>
                <a:p>
                  <a:pPr algn="l" defTabSz="762000">
                    <a:spcBef>
                      <a:spcPts val="1900"/>
                    </a:spcBef>
                    <a:defRPr sz="1800"/>
                  </a:pPr>
                  <a:r>
                    <a:rPr lang="zh-CN" altLang="en-US" sz="3200" b="1" dirty="0" smtClean="0">
                      <a:solidFill>
                        <a:schemeClr val="tx1"/>
                      </a:solidFill>
                      <a:latin typeface="宋体" pitchFamily="2" charset="-122"/>
                      <a:ea typeface="宋体" pitchFamily="2" charset="-122"/>
                    </a:rPr>
                    <a:t>较为方便</a:t>
                  </a:r>
                  <a:r>
                    <a:rPr lang="en-US" altLang="zh-CN" sz="3200" b="1" dirty="0" smtClean="0">
                      <a:solidFill>
                        <a:schemeClr val="tx1"/>
                      </a:solidFill>
                      <a:latin typeface="宋体" pitchFamily="2" charset="-122"/>
                      <a:ea typeface="宋体" pitchFamily="2" charset="-122"/>
                    </a:rPr>
                    <a:t>.</a:t>
                  </a:r>
                  <a:r>
                    <a:rPr lang="zh-CN" altLang="en-US" sz="3200" b="1" dirty="0" smtClean="0">
                      <a:solidFill>
                        <a:schemeClr val="tx1"/>
                      </a:solidFill>
                      <a:latin typeface="宋体" pitchFamily="2" charset="-122"/>
                      <a:ea typeface="宋体" pitchFamily="2" charset="-122"/>
                    </a:rPr>
                    <a:t>以便将高斯定理中面积分下的</a:t>
                  </a:r>
                  <a14:m>
                    <m:oMath xmlns:m="http://schemas.openxmlformats.org/officeDocument/2006/math">
                      <m:acc>
                        <m:accPr>
                          <m:chr m:val="⃑"/>
                          <m:ctrlPr>
                            <a:rPr lang="zh-CN" altLang="en-US" sz="3200" b="1" i="1" smtClean="0">
                              <a:solidFill>
                                <a:schemeClr val="tx1"/>
                              </a:solidFill>
                              <a:latin typeface="Cambria Math" panose="02040503050406030204" pitchFamily="18" charset="0"/>
                              <a:ea typeface="宋体" pitchFamily="2" charset="-122"/>
                            </a:rPr>
                          </m:ctrlPr>
                        </m:accPr>
                        <m:e>
                          <m:r>
                            <a:rPr lang="zh-CN" altLang="en-US" sz="3200" b="1" i="1" smtClean="0">
                              <a:solidFill>
                                <a:schemeClr val="tx1"/>
                              </a:solidFill>
                              <a:latin typeface="Cambria Math"/>
                              <a:ea typeface="宋体" pitchFamily="2" charset="-122"/>
                            </a:rPr>
                            <m:t>𝑬</m:t>
                          </m:r>
                        </m:e>
                      </m:acc>
                      <m:r>
                        <a:rPr lang="zh-CN" altLang="en-US" sz="3200" b="1" i="1">
                          <a:solidFill>
                            <a:schemeClr val="tx1"/>
                          </a:solidFill>
                          <a:latin typeface="Cambria Math"/>
                          <a:ea typeface="宋体" pitchFamily="2" charset="-122"/>
                          <a:sym typeface="楷体_GB2312"/>
                        </a:rPr>
                        <m:t>提到</m:t>
                      </m:r>
                      <m:r>
                        <a:rPr lang="zh-CN" altLang="en-US" sz="3200" b="1" i="1" smtClean="0">
                          <a:solidFill>
                            <a:schemeClr val="tx1"/>
                          </a:solidFill>
                          <a:latin typeface="Cambria Math"/>
                          <a:ea typeface="宋体" pitchFamily="2" charset="-122"/>
                          <a:sym typeface="楷体_GB2312"/>
                        </a:rPr>
                        <m:t>积分号外。</m:t>
                      </m:r>
                    </m:oMath>
                  </a14:m>
                  <a:endParaRPr sz="3200" b="1" dirty="0">
                    <a:solidFill>
                      <a:schemeClr val="tx1"/>
                    </a:solidFill>
                    <a:latin typeface="宋体" pitchFamily="2" charset="-122"/>
                    <a:ea typeface="宋体" pitchFamily="2" charset="-122"/>
                    <a:cs typeface="Times New Roman"/>
                    <a:sym typeface="楷体_GB2312"/>
                  </a:endParaRPr>
                </a:p>
              </p:txBody>
            </p:sp>
          </mc:Choice>
          <mc:Fallback xmlns="">
            <p:sp>
              <p:nvSpPr>
                <p:cNvPr id="323" name="Shape 323"/>
                <p:cNvSpPr>
                  <a:spLocks noRot="1" noChangeAspect="1" noMove="1" noResize="1" noEditPoints="1" noAdjustHandles="1" noChangeArrowheads="1" noChangeShapeType="1" noTextEdit="1"/>
                </p:cNvSpPr>
                <p:nvPr/>
              </p:nvSpPr>
              <p:spPr>
                <a:xfrm>
                  <a:off x="794737" y="975360"/>
                  <a:ext cx="10673233" cy="1466313"/>
                </a:xfrm>
                <a:prstGeom prst="rect">
                  <a:avLst/>
                </a:prstGeom>
                <a:blipFill rotWithShape="1">
                  <a:blip r:embed="rId3"/>
                  <a:stretch>
                    <a:fillRect l="-1656" t="-4167" r="-228" b="-7083"/>
                  </a:stretch>
                </a:blipFill>
                <a:ln w="12700" cap="flat">
                  <a:noFill/>
                  <a:miter lim="400000"/>
                </a:ln>
                <a:effectLst/>
                <a:extLst>
                  <a:ext uri="{C572A759-6A51-4108-AA02-DFA0A04FC94B}">
                    <ma14:wrappingTextBoxFlag xmlns="" xmlns:ma14="http://schemas.microsoft.com/office/mac/drawingml/2011/main" val="1"/>
                  </a:ext>
                </a:extLst>
              </p:spPr>
              <p:txBody>
                <a:bodyPr/>
                <a:lstStyle/>
                <a:p>
                  <a:r>
                    <a:rPr lang="zh-CN" altLang="en-US">
                      <a:noFill/>
                    </a:rPr>
                    <a:t> </a:t>
                  </a:r>
                </a:p>
              </p:txBody>
            </p:sp>
          </mc:Fallback>
        </mc:AlternateContent>
      </p:grpSp>
      <p:sp>
        <p:nvSpPr>
          <p:cNvPr id="325" name="Shape 325"/>
          <p:cNvSpPr/>
          <p:nvPr/>
        </p:nvSpPr>
        <p:spPr>
          <a:xfrm>
            <a:off x="433493" y="4372744"/>
            <a:ext cx="11812694" cy="4985175"/>
          </a:xfrm>
          <a:prstGeom prst="rect">
            <a:avLst/>
          </a:prstGeom>
          <a:ln w="38100">
            <a:solidFill>
              <a:srgbClr val="FF00CC"/>
            </a:solidFill>
            <a:round/>
          </a:ln>
        </p:spPr>
        <p:txBody>
          <a:bodyPr lIns="65023" tIns="65023" rIns="65023" bIns="65023" anchor="ctr"/>
          <a:lstStyle/>
          <a:p>
            <a:pPr lvl="0" defTabSz="914400">
              <a:defRPr sz="3400">
                <a:latin typeface="Times New Roman"/>
                <a:ea typeface="Times New Roman"/>
                <a:cs typeface="Times New Roman"/>
                <a:sym typeface="Times New Roman"/>
              </a:defRPr>
            </a:pPr>
            <a:endParaRPr sz="3200">
              <a:latin typeface="黑体" pitchFamily="49" charset="-122"/>
              <a:ea typeface="黑体" pitchFamily="49" charset="-122"/>
            </a:endParaRPr>
          </a:p>
        </p:txBody>
      </p:sp>
      <p:sp>
        <p:nvSpPr>
          <p:cNvPr id="326" name="Shape 326"/>
          <p:cNvSpPr/>
          <p:nvPr/>
        </p:nvSpPr>
        <p:spPr>
          <a:xfrm>
            <a:off x="433493" y="5418666"/>
            <a:ext cx="11812694" cy="1"/>
          </a:xfrm>
          <a:prstGeom prst="line">
            <a:avLst/>
          </a:prstGeom>
          <a:ln w="25400">
            <a:solidFill>
              <a:srgbClr val="FF00CC"/>
            </a:solidFill>
            <a:round/>
          </a:ln>
        </p:spPr>
        <p:txBody>
          <a:bodyPr lIns="65023" tIns="65023" rIns="65023" bIns="65023"/>
          <a:lstStyle/>
          <a:p>
            <a:pPr lvl="0" algn="l" defTabSz="457200">
              <a:defRPr sz="1600">
                <a:latin typeface="Helvetica"/>
                <a:ea typeface="Helvetica"/>
                <a:cs typeface="Helvetica"/>
                <a:sym typeface="Helvetica"/>
              </a:defRPr>
            </a:pPr>
            <a:endParaRPr sz="3200">
              <a:latin typeface="黑体" pitchFamily="49" charset="-122"/>
              <a:ea typeface="黑体" pitchFamily="49" charset="-122"/>
            </a:endParaRPr>
          </a:p>
        </p:txBody>
      </p:sp>
      <p:sp>
        <p:nvSpPr>
          <p:cNvPr id="327" name="Shape 327"/>
          <p:cNvSpPr/>
          <p:nvPr/>
        </p:nvSpPr>
        <p:spPr>
          <a:xfrm flipH="1">
            <a:off x="4660053" y="4334932"/>
            <a:ext cx="1" cy="4985175"/>
          </a:xfrm>
          <a:prstGeom prst="line">
            <a:avLst/>
          </a:prstGeom>
          <a:ln w="25400">
            <a:solidFill>
              <a:srgbClr val="FF00CC"/>
            </a:solidFill>
            <a:round/>
          </a:ln>
        </p:spPr>
        <p:txBody>
          <a:bodyPr lIns="65023" tIns="65023" rIns="65023" bIns="65023"/>
          <a:lstStyle/>
          <a:p>
            <a:pPr lvl="0" algn="l" defTabSz="457200">
              <a:defRPr sz="1600">
                <a:latin typeface="Helvetica"/>
                <a:ea typeface="Helvetica"/>
                <a:cs typeface="Helvetica"/>
                <a:sym typeface="Helvetica"/>
              </a:defRPr>
            </a:pPr>
            <a:endParaRPr sz="3200">
              <a:latin typeface="黑体" pitchFamily="49" charset="-122"/>
              <a:ea typeface="黑体" pitchFamily="49" charset="-122"/>
            </a:endParaRPr>
          </a:p>
        </p:txBody>
      </p:sp>
      <p:sp>
        <p:nvSpPr>
          <p:cNvPr id="328" name="Shape 328"/>
          <p:cNvSpPr/>
          <p:nvPr/>
        </p:nvSpPr>
        <p:spPr>
          <a:xfrm flipH="1">
            <a:off x="8669866" y="4334932"/>
            <a:ext cx="1" cy="4985175"/>
          </a:xfrm>
          <a:prstGeom prst="line">
            <a:avLst/>
          </a:prstGeom>
          <a:ln w="25400">
            <a:solidFill>
              <a:srgbClr val="FF00CC"/>
            </a:solidFill>
            <a:round/>
          </a:ln>
        </p:spPr>
        <p:txBody>
          <a:bodyPr lIns="65023" tIns="65023" rIns="65023" bIns="65023"/>
          <a:lstStyle/>
          <a:p>
            <a:pPr lvl="0" algn="l" defTabSz="457200">
              <a:defRPr sz="1600">
                <a:latin typeface="Helvetica"/>
                <a:ea typeface="Helvetica"/>
                <a:cs typeface="Helvetica"/>
                <a:sym typeface="Helvetica"/>
              </a:defRPr>
            </a:pPr>
            <a:endParaRPr sz="3200">
              <a:latin typeface="黑体" pitchFamily="49" charset="-122"/>
              <a:ea typeface="黑体" pitchFamily="49" charset="-122"/>
            </a:endParaRPr>
          </a:p>
        </p:txBody>
      </p:sp>
      <p:sp>
        <p:nvSpPr>
          <p:cNvPr id="329" name="Shape 329"/>
          <p:cNvSpPr/>
          <p:nvPr/>
        </p:nvSpPr>
        <p:spPr>
          <a:xfrm flipH="1">
            <a:off x="1625599" y="4356121"/>
            <a:ext cx="2" cy="4985175"/>
          </a:xfrm>
          <a:prstGeom prst="line">
            <a:avLst/>
          </a:prstGeom>
          <a:ln w="25400">
            <a:solidFill>
              <a:srgbClr val="FF00CC"/>
            </a:solidFill>
            <a:round/>
          </a:ln>
        </p:spPr>
        <p:txBody>
          <a:bodyPr lIns="65023" tIns="65023" rIns="65023" bIns="65023"/>
          <a:lstStyle/>
          <a:p>
            <a:pPr lvl="0" algn="l" defTabSz="457200">
              <a:defRPr sz="1600">
                <a:latin typeface="Helvetica"/>
                <a:ea typeface="Helvetica"/>
                <a:cs typeface="Helvetica"/>
                <a:sym typeface="Helvetica"/>
              </a:defRPr>
            </a:pPr>
            <a:endParaRPr sz="3200">
              <a:latin typeface="黑体" pitchFamily="49" charset="-122"/>
              <a:ea typeface="黑体" pitchFamily="49" charset="-122"/>
            </a:endParaRPr>
          </a:p>
        </p:txBody>
      </p:sp>
      <p:sp>
        <p:nvSpPr>
          <p:cNvPr id="2" name="矩形 1"/>
          <p:cNvSpPr/>
          <p:nvPr/>
        </p:nvSpPr>
        <p:spPr>
          <a:xfrm>
            <a:off x="3046016" y="3364632"/>
            <a:ext cx="6777817" cy="584775"/>
          </a:xfrm>
          <a:prstGeom prst="rect">
            <a:avLst/>
          </a:prstGeom>
        </p:spPr>
        <p:txBody>
          <a:bodyPr wrap="none">
            <a:spAutoFit/>
          </a:bodyPr>
          <a:lstStyle/>
          <a:p>
            <a:pPr lvl="0" algn="l" defTabSz="762000">
              <a:spcBef>
                <a:spcPts val="1900"/>
              </a:spcBef>
              <a:defRPr sz="1800"/>
            </a:pPr>
            <a:r>
              <a:rPr lang="zh-CN" altLang="en-US" sz="3200" b="1" dirty="0">
                <a:solidFill>
                  <a:srgbClr val="000099"/>
                </a:solidFill>
                <a:latin typeface="黑体" pitchFamily="49" charset="-122"/>
                <a:ea typeface="黑体" pitchFamily="49" charset="-122"/>
                <a:cs typeface="Times New Roman"/>
                <a:sym typeface="Times New Roman"/>
              </a:rPr>
              <a:t> </a:t>
            </a:r>
            <a:r>
              <a:rPr lang="zh-CN" altLang="en-US" sz="3200" b="1" dirty="0">
                <a:solidFill>
                  <a:schemeClr val="tx1"/>
                </a:solidFill>
                <a:latin typeface="宋体" pitchFamily="2" charset="-122"/>
                <a:ea typeface="宋体" pitchFamily="2" charset="-122"/>
                <a:cs typeface="Times New Roman"/>
                <a:sym typeface="楷体_GB2312"/>
              </a:rPr>
              <a:t>常见的电量分布的很好的对称性：</a:t>
            </a:r>
            <a:r>
              <a:rPr lang="zh-CN" altLang="en-US" sz="3200" b="1" dirty="0">
                <a:solidFill>
                  <a:schemeClr val="tx1"/>
                </a:solidFill>
                <a:latin typeface="黑体" pitchFamily="49" charset="-122"/>
                <a:ea typeface="黑体" pitchFamily="49" charset="-122"/>
                <a:cs typeface="Times New Roman"/>
                <a:sym typeface="Times New Roman"/>
              </a:rPr>
              <a:t> </a:t>
            </a:r>
          </a:p>
        </p:txBody>
      </p:sp>
      <p:pic>
        <p:nvPicPr>
          <p:cNvPr id="522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20667" y="385050"/>
            <a:ext cx="30480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fill="hold"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784" y="196280"/>
            <a:ext cx="11521280" cy="66250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545523" y="6758879"/>
            <a:ext cx="12292744" cy="256480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25000"/>
              </a:lnSpc>
              <a:spcBef>
                <a:spcPts val="0"/>
              </a:spcBef>
              <a:spcAft>
                <a:spcPts val="0"/>
              </a:spcAft>
              <a:buClrTx/>
              <a:buSzTx/>
              <a:buFontTx/>
              <a:buNone/>
              <a:tabLst/>
            </a:pPr>
            <a:r>
              <a:rPr kumimoji="0" lang="zh-CN" altLang="en-US" sz="3200" b="1" i="0" u="none" strike="noStrike" cap="none" spc="0" normalizeH="0" baseline="0" smtClean="0">
                <a:ln>
                  <a:noFill/>
                </a:ln>
                <a:solidFill>
                  <a:srgbClr val="000000"/>
                </a:solidFill>
                <a:effectLst/>
                <a:uFillTx/>
                <a:latin typeface="宋体" pitchFamily="2" charset="-122"/>
                <a:ea typeface="宋体" pitchFamily="2" charset="-122"/>
                <a:sym typeface="Helvetica Light"/>
              </a:rPr>
              <a:t>高斯定理计算场强的条件：</a:t>
            </a:r>
            <a:endParaRPr kumimoji="0" lang="en-US" altLang="zh-CN" sz="3200" b="1" i="0" u="none" strike="noStrike" cap="none" spc="0" normalizeH="0" baseline="0" smtClean="0">
              <a:ln>
                <a:noFill/>
              </a:ln>
              <a:solidFill>
                <a:srgbClr val="000000"/>
              </a:solidFill>
              <a:effectLst/>
              <a:uFillTx/>
              <a:latin typeface="宋体" pitchFamily="2" charset="-122"/>
              <a:ea typeface="宋体" pitchFamily="2" charset="-122"/>
              <a:sym typeface="Helvetica Light"/>
            </a:endParaRPr>
          </a:p>
          <a:p>
            <a:pPr marL="0" marR="0" indent="0" algn="l" defTabSz="584200" rtl="0" fontAlgn="auto" latinLnBrk="1" hangingPunct="0">
              <a:lnSpc>
                <a:spcPct val="125000"/>
              </a:lnSpc>
              <a:spcBef>
                <a:spcPts val="0"/>
              </a:spcBef>
              <a:spcAft>
                <a:spcPts val="0"/>
              </a:spcAft>
              <a:buClrTx/>
              <a:buSzTx/>
              <a:buFontTx/>
              <a:buNone/>
              <a:tabLst/>
            </a:pPr>
            <a:r>
              <a:rPr lang="zh-CN" altLang="en-US" sz="3200" b="1" smtClean="0">
                <a:solidFill>
                  <a:srgbClr val="000000"/>
                </a:solidFill>
                <a:latin typeface="宋体" pitchFamily="2" charset="-122"/>
                <a:ea typeface="宋体" pitchFamily="2" charset="-122"/>
              </a:rPr>
              <a:t>带电体的电场强度分布要具有高度的对称性。</a:t>
            </a:r>
            <a:endParaRPr lang="en-US" altLang="zh-CN" sz="3200" b="1" smtClean="0">
              <a:solidFill>
                <a:srgbClr val="000000"/>
              </a:solidFill>
              <a:latin typeface="宋体" pitchFamily="2" charset="-122"/>
              <a:ea typeface="宋体" pitchFamily="2" charset="-122"/>
            </a:endParaRPr>
          </a:p>
          <a:p>
            <a:pPr marL="0" marR="0" indent="0" algn="l" defTabSz="584200" rtl="0" fontAlgn="auto" latinLnBrk="1" hangingPunct="0">
              <a:lnSpc>
                <a:spcPct val="125000"/>
              </a:lnSpc>
              <a:spcBef>
                <a:spcPts val="0"/>
              </a:spcBef>
              <a:spcAft>
                <a:spcPts val="0"/>
              </a:spcAft>
              <a:buClrTx/>
              <a:buSzTx/>
              <a:buFontTx/>
              <a:buNone/>
              <a:tabLst/>
            </a:pPr>
            <a:r>
              <a:rPr kumimoji="0" lang="zh-CN" altLang="en-US" sz="3200" b="1" i="0" u="none" strike="noStrike" cap="none" spc="0" normalizeH="0" baseline="0" smtClean="0">
                <a:ln>
                  <a:noFill/>
                </a:ln>
                <a:solidFill>
                  <a:srgbClr val="000000"/>
                </a:solidFill>
                <a:effectLst/>
                <a:uFillTx/>
                <a:latin typeface="宋体" pitchFamily="2" charset="-122"/>
                <a:ea typeface="宋体" pitchFamily="2" charset="-122"/>
                <a:sym typeface="Helvetica Light"/>
              </a:rPr>
              <a:t>（</a:t>
            </a:r>
            <a:r>
              <a:rPr kumimoji="0" lang="en-US" altLang="zh-CN" sz="3200" b="1" i="0" u="none" strike="noStrike" cap="none" spc="0" normalizeH="0" baseline="0" smtClean="0">
                <a:ln>
                  <a:noFill/>
                </a:ln>
                <a:solidFill>
                  <a:srgbClr val="000000"/>
                </a:solidFill>
                <a:effectLst/>
                <a:uFillTx/>
                <a:latin typeface="宋体" pitchFamily="2" charset="-122"/>
                <a:ea typeface="宋体" pitchFamily="2" charset="-122"/>
                <a:sym typeface="Helvetica Light"/>
              </a:rPr>
              <a:t>1</a:t>
            </a:r>
            <a:r>
              <a:rPr kumimoji="0" lang="zh-CN" altLang="en-US" sz="3200" b="1" i="0" u="none" strike="noStrike" cap="none" spc="0" normalizeH="0" baseline="0" smtClean="0">
                <a:ln>
                  <a:noFill/>
                </a:ln>
                <a:solidFill>
                  <a:srgbClr val="000000"/>
                </a:solidFill>
                <a:effectLst/>
                <a:uFillTx/>
                <a:latin typeface="宋体" pitchFamily="2" charset="-122"/>
                <a:ea typeface="宋体" pitchFamily="2" charset="-122"/>
                <a:sym typeface="Helvetica Light"/>
              </a:rPr>
              <a:t>）高斯面上的电场强度大小处处相等；</a:t>
            </a:r>
            <a:endParaRPr kumimoji="0" lang="en-US" altLang="zh-CN" sz="3200" b="1" i="0" u="none" strike="noStrike" cap="none" spc="0" normalizeH="0" baseline="0" smtClean="0">
              <a:ln>
                <a:noFill/>
              </a:ln>
              <a:solidFill>
                <a:srgbClr val="000000"/>
              </a:solidFill>
              <a:effectLst/>
              <a:uFillTx/>
              <a:latin typeface="宋体" pitchFamily="2" charset="-122"/>
              <a:ea typeface="宋体" pitchFamily="2" charset="-122"/>
              <a:sym typeface="Helvetica Light"/>
            </a:endParaRPr>
          </a:p>
          <a:p>
            <a:pPr marL="0" marR="0" indent="0" algn="l" defTabSz="584200" rtl="0" fontAlgn="auto" latinLnBrk="1" hangingPunct="0">
              <a:lnSpc>
                <a:spcPct val="125000"/>
              </a:lnSpc>
              <a:spcBef>
                <a:spcPts val="0"/>
              </a:spcBef>
              <a:spcAft>
                <a:spcPts val="0"/>
              </a:spcAft>
              <a:buClrTx/>
              <a:buSzTx/>
              <a:buFontTx/>
              <a:buNone/>
              <a:tabLst/>
            </a:pPr>
            <a:r>
              <a:rPr lang="zh-CN" altLang="en-US" sz="3200" b="1" smtClean="0">
                <a:solidFill>
                  <a:srgbClr val="000000"/>
                </a:solidFill>
                <a:latin typeface="宋体" pitchFamily="2" charset="-122"/>
                <a:ea typeface="宋体" pitchFamily="2" charset="-122"/>
              </a:rPr>
              <a:t>（</a:t>
            </a:r>
            <a:r>
              <a:rPr lang="en-US" altLang="zh-CN" sz="3200" b="1" smtClean="0">
                <a:solidFill>
                  <a:srgbClr val="000000"/>
                </a:solidFill>
                <a:latin typeface="宋体" pitchFamily="2" charset="-122"/>
                <a:ea typeface="宋体" pitchFamily="2" charset="-122"/>
              </a:rPr>
              <a:t>2</a:t>
            </a:r>
            <a:r>
              <a:rPr lang="zh-CN" altLang="en-US" sz="3200" b="1" smtClean="0">
                <a:solidFill>
                  <a:srgbClr val="000000"/>
                </a:solidFill>
                <a:latin typeface="宋体" pitchFamily="2" charset="-122"/>
                <a:ea typeface="宋体" pitchFamily="2" charset="-122"/>
              </a:rPr>
              <a:t>）面积元</a:t>
            </a:r>
            <a:r>
              <a:rPr lang="en-US" altLang="zh-CN" sz="3200" b="1" smtClean="0">
                <a:solidFill>
                  <a:srgbClr val="000000"/>
                </a:solidFill>
                <a:latin typeface="宋体" pitchFamily="2" charset="-122"/>
                <a:ea typeface="宋体" pitchFamily="2" charset="-122"/>
              </a:rPr>
              <a:t>dS</a:t>
            </a:r>
            <a:r>
              <a:rPr lang="zh-CN" altLang="en-US" sz="3200" b="1" smtClean="0">
                <a:solidFill>
                  <a:srgbClr val="000000"/>
                </a:solidFill>
                <a:latin typeface="宋体" pitchFamily="2" charset="-122"/>
                <a:ea typeface="宋体" pitchFamily="2" charset="-122"/>
              </a:rPr>
              <a:t>的法线方向与该处的电场强度的方向一致或垂直；</a:t>
            </a:r>
            <a:endParaRPr kumimoji="0" lang="zh-CN" altLang="en-US" sz="3200" b="1" i="0" u="none" strike="noStrike" cap="none" spc="0" normalizeH="0" baseline="0">
              <a:ln>
                <a:noFill/>
              </a:ln>
              <a:solidFill>
                <a:srgbClr val="000000"/>
              </a:solidFill>
              <a:effectLst/>
              <a:uFillTx/>
              <a:latin typeface="宋体" pitchFamily="2" charset="-122"/>
              <a:ea typeface="宋体" pitchFamily="2" charset="-122"/>
              <a:sym typeface="Helvetica Light"/>
            </a:endParaRPr>
          </a:p>
        </p:txBody>
      </p:sp>
    </p:spTree>
    <p:extLst>
      <p:ext uri="{BB962C8B-B14F-4D97-AF65-F5344CB8AC3E}">
        <p14:creationId xmlns:p14="http://schemas.microsoft.com/office/powerpoint/2010/main" val="7123613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ChangeArrowheads="1"/>
          </p:cNvSpPr>
          <p:nvPr/>
        </p:nvSpPr>
        <p:spPr bwMode="auto">
          <a:xfrm>
            <a:off x="255130" y="5082258"/>
            <a:ext cx="2737890" cy="624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0949" tIns="65475" rIns="130949" bIns="65475">
            <a:spAutoFit/>
          </a:bodyPr>
          <a:lstStyle/>
          <a:p>
            <a:pPr algn="l" eaLnBrk="0" hangingPunct="0"/>
            <a:r>
              <a:rPr lang="en-US" altLang="zh-CN" sz="3200" b="1" smtClean="0">
                <a:solidFill>
                  <a:srgbClr val="FF0000"/>
                </a:solidFill>
                <a:latin typeface="宋体" pitchFamily="2" charset="-122"/>
                <a:ea typeface="宋体" pitchFamily="2" charset="-122"/>
                <a:cs typeface="Times New Roman"/>
                <a:sym typeface="楷体_GB2312"/>
              </a:rPr>
              <a:t>2.</a:t>
            </a:r>
            <a:r>
              <a:rPr lang="zh-CN" altLang="en-US" sz="3200" b="1" smtClean="0">
                <a:solidFill>
                  <a:srgbClr val="FF0000"/>
                </a:solidFill>
                <a:latin typeface="宋体" pitchFamily="2" charset="-122"/>
                <a:ea typeface="宋体" pitchFamily="2" charset="-122"/>
                <a:cs typeface="Times New Roman"/>
                <a:sym typeface="楷体_GB2312"/>
              </a:rPr>
              <a:t>电荷</a:t>
            </a:r>
            <a:r>
              <a:rPr lang="zh-CN" altLang="en-US" sz="3200" b="1" dirty="0">
                <a:solidFill>
                  <a:srgbClr val="FF0000"/>
                </a:solidFill>
                <a:latin typeface="宋体" pitchFamily="2" charset="-122"/>
                <a:ea typeface="宋体" pitchFamily="2" charset="-122"/>
                <a:cs typeface="Times New Roman"/>
                <a:sym typeface="楷体_GB2312"/>
              </a:rPr>
              <a:t>面分布</a:t>
            </a:r>
          </a:p>
        </p:txBody>
      </p:sp>
      <p:sp>
        <p:nvSpPr>
          <p:cNvPr id="596995" name="Rectangle 3"/>
          <p:cNvSpPr>
            <a:spLocks noChangeArrowheads="1"/>
          </p:cNvSpPr>
          <p:nvPr/>
        </p:nvSpPr>
        <p:spPr bwMode="auto">
          <a:xfrm>
            <a:off x="7321975" y="1291450"/>
            <a:ext cx="2737890" cy="624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0949" tIns="65475" rIns="130949" bIns="65475">
            <a:spAutoFit/>
          </a:bodyPr>
          <a:lstStyle/>
          <a:p>
            <a:pPr algn="l" eaLnBrk="0" hangingPunct="0"/>
            <a:r>
              <a:rPr lang="en-US" altLang="zh-CN" sz="3200" b="1" smtClean="0">
                <a:solidFill>
                  <a:srgbClr val="FF0000"/>
                </a:solidFill>
                <a:latin typeface="宋体" pitchFamily="2" charset="-122"/>
                <a:ea typeface="宋体" pitchFamily="2" charset="-122"/>
                <a:cs typeface="Times New Roman"/>
                <a:sym typeface="楷体_GB2312"/>
              </a:rPr>
              <a:t>3.</a:t>
            </a:r>
            <a:r>
              <a:rPr lang="zh-CN" altLang="en-US" sz="3200" b="1" smtClean="0">
                <a:solidFill>
                  <a:srgbClr val="FF0000"/>
                </a:solidFill>
                <a:latin typeface="宋体" pitchFamily="2" charset="-122"/>
                <a:ea typeface="宋体" pitchFamily="2" charset="-122"/>
                <a:cs typeface="Times New Roman"/>
                <a:sym typeface="楷体_GB2312"/>
              </a:rPr>
              <a:t>电荷</a:t>
            </a:r>
            <a:r>
              <a:rPr lang="zh-CN" altLang="en-US" sz="3200" b="1" dirty="0">
                <a:solidFill>
                  <a:srgbClr val="FF0000"/>
                </a:solidFill>
                <a:latin typeface="宋体" pitchFamily="2" charset="-122"/>
                <a:ea typeface="宋体" pitchFamily="2" charset="-122"/>
                <a:cs typeface="Times New Roman"/>
                <a:sym typeface="楷体_GB2312"/>
              </a:rPr>
              <a:t>体分布</a:t>
            </a:r>
          </a:p>
        </p:txBody>
      </p:sp>
      <p:sp>
        <p:nvSpPr>
          <p:cNvPr id="596996" name="Rectangle 4"/>
          <p:cNvSpPr>
            <a:spLocks noChangeArrowheads="1"/>
          </p:cNvSpPr>
          <p:nvPr/>
        </p:nvSpPr>
        <p:spPr bwMode="auto">
          <a:xfrm>
            <a:off x="654756" y="2492587"/>
            <a:ext cx="2737890" cy="624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30949" tIns="65475" rIns="130949" bIns="65475">
            <a:spAutoFit/>
          </a:bodyPr>
          <a:lstStyle/>
          <a:p>
            <a:pPr algn="l" eaLnBrk="0" hangingPunct="0"/>
            <a:r>
              <a:rPr lang="en-US" altLang="zh-CN" sz="3200" b="1" smtClean="0">
                <a:solidFill>
                  <a:srgbClr val="FF0000"/>
                </a:solidFill>
                <a:latin typeface="宋体" pitchFamily="2" charset="-122"/>
                <a:ea typeface="宋体" pitchFamily="2" charset="-122"/>
                <a:cs typeface="Times New Roman"/>
                <a:sym typeface="楷体_GB2312"/>
              </a:rPr>
              <a:t>1.</a:t>
            </a:r>
            <a:r>
              <a:rPr lang="zh-CN" altLang="en-US" sz="3200" b="1" smtClean="0">
                <a:solidFill>
                  <a:srgbClr val="FF0000"/>
                </a:solidFill>
                <a:latin typeface="宋体" pitchFamily="2" charset="-122"/>
                <a:ea typeface="宋体" pitchFamily="2" charset="-122"/>
                <a:cs typeface="Times New Roman"/>
                <a:sym typeface="楷体_GB2312"/>
              </a:rPr>
              <a:t>电荷</a:t>
            </a:r>
            <a:r>
              <a:rPr lang="zh-CN" altLang="en-US" sz="3200" b="1" dirty="0">
                <a:solidFill>
                  <a:srgbClr val="FF0000"/>
                </a:solidFill>
                <a:latin typeface="宋体" pitchFamily="2" charset="-122"/>
                <a:ea typeface="宋体" pitchFamily="2" charset="-122"/>
                <a:cs typeface="Times New Roman"/>
                <a:sym typeface="楷体_GB2312"/>
              </a:rPr>
              <a:t>线分布</a:t>
            </a:r>
          </a:p>
        </p:txBody>
      </p:sp>
      <p:sp>
        <p:nvSpPr>
          <p:cNvPr id="596998" name="Freeform 6"/>
          <p:cNvSpPr>
            <a:spLocks/>
          </p:cNvSpPr>
          <p:nvPr/>
        </p:nvSpPr>
        <p:spPr bwMode="auto">
          <a:xfrm>
            <a:off x="1381761" y="6310490"/>
            <a:ext cx="2162951" cy="1873956"/>
          </a:xfrm>
          <a:custGeom>
            <a:avLst/>
            <a:gdLst/>
            <a:ahLst/>
            <a:cxnLst>
              <a:cxn ang="0">
                <a:pos x="65" y="113"/>
              </a:cxn>
              <a:cxn ang="0">
                <a:pos x="129" y="57"/>
              </a:cxn>
              <a:cxn ang="0">
                <a:pos x="172" y="29"/>
              </a:cxn>
              <a:cxn ang="0">
                <a:pos x="215" y="0"/>
              </a:cxn>
              <a:cxn ang="0">
                <a:pos x="257" y="0"/>
              </a:cxn>
              <a:cxn ang="0">
                <a:pos x="315" y="0"/>
              </a:cxn>
              <a:cxn ang="0">
                <a:pos x="357" y="0"/>
              </a:cxn>
              <a:cxn ang="0">
                <a:pos x="400" y="0"/>
              </a:cxn>
              <a:cxn ang="0">
                <a:pos x="443" y="0"/>
              </a:cxn>
              <a:cxn ang="0">
                <a:pos x="486" y="0"/>
              </a:cxn>
              <a:cxn ang="0">
                <a:pos x="543" y="15"/>
              </a:cxn>
              <a:cxn ang="0">
                <a:pos x="629" y="29"/>
              </a:cxn>
              <a:cxn ang="0">
                <a:pos x="714" y="29"/>
              </a:cxn>
              <a:cxn ang="0">
                <a:pos x="800" y="43"/>
              </a:cxn>
              <a:cxn ang="0">
                <a:pos x="843" y="57"/>
              </a:cxn>
              <a:cxn ang="0">
                <a:pos x="886" y="86"/>
              </a:cxn>
              <a:cxn ang="0">
                <a:pos x="914" y="143"/>
              </a:cxn>
              <a:cxn ang="0">
                <a:pos x="943" y="186"/>
              </a:cxn>
              <a:cxn ang="0">
                <a:pos x="943" y="229"/>
              </a:cxn>
              <a:cxn ang="0">
                <a:pos x="957" y="272"/>
              </a:cxn>
              <a:cxn ang="0">
                <a:pos x="957" y="329"/>
              </a:cxn>
              <a:cxn ang="0">
                <a:pos x="957" y="372"/>
              </a:cxn>
              <a:cxn ang="0">
                <a:pos x="943" y="429"/>
              </a:cxn>
              <a:cxn ang="0">
                <a:pos x="929" y="486"/>
              </a:cxn>
              <a:cxn ang="0">
                <a:pos x="929" y="529"/>
              </a:cxn>
              <a:cxn ang="0">
                <a:pos x="914" y="572"/>
              </a:cxn>
              <a:cxn ang="0">
                <a:pos x="871" y="629"/>
              </a:cxn>
              <a:cxn ang="0">
                <a:pos x="843" y="672"/>
              </a:cxn>
              <a:cxn ang="0">
                <a:pos x="829" y="715"/>
              </a:cxn>
              <a:cxn ang="0">
                <a:pos x="772" y="743"/>
              </a:cxn>
              <a:cxn ang="0">
                <a:pos x="714" y="772"/>
              </a:cxn>
              <a:cxn ang="0">
                <a:pos x="600" y="800"/>
              </a:cxn>
              <a:cxn ang="0">
                <a:pos x="543" y="829"/>
              </a:cxn>
              <a:cxn ang="0">
                <a:pos x="486" y="829"/>
              </a:cxn>
              <a:cxn ang="0">
                <a:pos x="443" y="829"/>
              </a:cxn>
              <a:cxn ang="0">
                <a:pos x="329" y="829"/>
              </a:cxn>
              <a:cxn ang="0">
                <a:pos x="272" y="829"/>
              </a:cxn>
              <a:cxn ang="0">
                <a:pos x="229" y="800"/>
              </a:cxn>
              <a:cxn ang="0">
                <a:pos x="186" y="772"/>
              </a:cxn>
              <a:cxn ang="0">
                <a:pos x="143" y="743"/>
              </a:cxn>
              <a:cxn ang="0">
                <a:pos x="115" y="700"/>
              </a:cxn>
              <a:cxn ang="0">
                <a:pos x="57" y="672"/>
              </a:cxn>
              <a:cxn ang="0">
                <a:pos x="29" y="629"/>
              </a:cxn>
              <a:cxn ang="0">
                <a:pos x="15" y="586"/>
              </a:cxn>
              <a:cxn ang="0">
                <a:pos x="0" y="543"/>
              </a:cxn>
              <a:cxn ang="0">
                <a:pos x="0" y="500"/>
              </a:cxn>
              <a:cxn ang="0">
                <a:pos x="0" y="457"/>
              </a:cxn>
              <a:cxn ang="0">
                <a:pos x="0" y="415"/>
              </a:cxn>
              <a:cxn ang="0">
                <a:pos x="0" y="372"/>
              </a:cxn>
              <a:cxn ang="0">
                <a:pos x="15" y="329"/>
              </a:cxn>
              <a:cxn ang="0">
                <a:pos x="15" y="286"/>
              </a:cxn>
              <a:cxn ang="0">
                <a:pos x="29" y="243"/>
              </a:cxn>
              <a:cxn ang="0">
                <a:pos x="29" y="200"/>
              </a:cxn>
              <a:cxn ang="0">
                <a:pos x="65" y="113"/>
              </a:cxn>
              <a:cxn ang="0">
                <a:pos x="129" y="100"/>
              </a:cxn>
              <a:cxn ang="0">
                <a:pos x="65" y="113"/>
              </a:cxn>
              <a:cxn ang="0">
                <a:pos x="65" y="113"/>
              </a:cxn>
            </a:cxnLst>
            <a:rect l="0" t="0" r="r" b="b"/>
            <a:pathLst>
              <a:path w="958" h="830">
                <a:moveTo>
                  <a:pt x="65" y="113"/>
                </a:moveTo>
                <a:lnTo>
                  <a:pt x="129" y="57"/>
                </a:lnTo>
                <a:lnTo>
                  <a:pt x="172" y="29"/>
                </a:lnTo>
                <a:lnTo>
                  <a:pt x="215" y="0"/>
                </a:lnTo>
                <a:lnTo>
                  <a:pt x="257" y="0"/>
                </a:lnTo>
                <a:lnTo>
                  <a:pt x="315" y="0"/>
                </a:lnTo>
                <a:lnTo>
                  <a:pt x="357" y="0"/>
                </a:lnTo>
                <a:lnTo>
                  <a:pt x="400" y="0"/>
                </a:lnTo>
                <a:lnTo>
                  <a:pt x="443" y="0"/>
                </a:lnTo>
                <a:lnTo>
                  <a:pt x="486" y="0"/>
                </a:lnTo>
                <a:lnTo>
                  <a:pt x="543" y="15"/>
                </a:lnTo>
                <a:lnTo>
                  <a:pt x="629" y="29"/>
                </a:lnTo>
                <a:lnTo>
                  <a:pt x="714" y="29"/>
                </a:lnTo>
                <a:lnTo>
                  <a:pt x="800" y="43"/>
                </a:lnTo>
                <a:lnTo>
                  <a:pt x="843" y="57"/>
                </a:lnTo>
                <a:lnTo>
                  <a:pt x="886" y="86"/>
                </a:lnTo>
                <a:lnTo>
                  <a:pt x="914" y="143"/>
                </a:lnTo>
                <a:lnTo>
                  <a:pt x="943" y="186"/>
                </a:lnTo>
                <a:lnTo>
                  <a:pt x="943" y="229"/>
                </a:lnTo>
                <a:lnTo>
                  <a:pt x="957" y="272"/>
                </a:lnTo>
                <a:lnTo>
                  <a:pt x="957" y="329"/>
                </a:lnTo>
                <a:lnTo>
                  <a:pt x="957" y="372"/>
                </a:lnTo>
                <a:lnTo>
                  <a:pt x="943" y="429"/>
                </a:lnTo>
                <a:lnTo>
                  <a:pt x="929" y="486"/>
                </a:lnTo>
                <a:lnTo>
                  <a:pt x="929" y="529"/>
                </a:lnTo>
                <a:lnTo>
                  <a:pt x="914" y="572"/>
                </a:lnTo>
                <a:lnTo>
                  <a:pt x="871" y="629"/>
                </a:lnTo>
                <a:lnTo>
                  <a:pt x="843" y="672"/>
                </a:lnTo>
                <a:lnTo>
                  <a:pt x="829" y="715"/>
                </a:lnTo>
                <a:lnTo>
                  <a:pt x="772" y="743"/>
                </a:lnTo>
                <a:lnTo>
                  <a:pt x="714" y="772"/>
                </a:lnTo>
                <a:lnTo>
                  <a:pt x="600" y="800"/>
                </a:lnTo>
                <a:lnTo>
                  <a:pt x="543" y="829"/>
                </a:lnTo>
                <a:lnTo>
                  <a:pt x="486" y="829"/>
                </a:lnTo>
                <a:lnTo>
                  <a:pt x="443" y="829"/>
                </a:lnTo>
                <a:lnTo>
                  <a:pt x="329" y="829"/>
                </a:lnTo>
                <a:lnTo>
                  <a:pt x="272" y="829"/>
                </a:lnTo>
                <a:lnTo>
                  <a:pt x="229" y="800"/>
                </a:lnTo>
                <a:lnTo>
                  <a:pt x="186" y="772"/>
                </a:lnTo>
                <a:lnTo>
                  <a:pt x="143" y="743"/>
                </a:lnTo>
                <a:lnTo>
                  <a:pt x="115" y="700"/>
                </a:lnTo>
                <a:lnTo>
                  <a:pt x="57" y="672"/>
                </a:lnTo>
                <a:lnTo>
                  <a:pt x="29" y="629"/>
                </a:lnTo>
                <a:lnTo>
                  <a:pt x="15" y="586"/>
                </a:lnTo>
                <a:lnTo>
                  <a:pt x="0" y="543"/>
                </a:lnTo>
                <a:lnTo>
                  <a:pt x="0" y="500"/>
                </a:lnTo>
                <a:lnTo>
                  <a:pt x="0" y="457"/>
                </a:lnTo>
                <a:lnTo>
                  <a:pt x="0" y="415"/>
                </a:lnTo>
                <a:lnTo>
                  <a:pt x="0" y="372"/>
                </a:lnTo>
                <a:lnTo>
                  <a:pt x="15" y="329"/>
                </a:lnTo>
                <a:lnTo>
                  <a:pt x="15" y="286"/>
                </a:lnTo>
                <a:lnTo>
                  <a:pt x="29" y="243"/>
                </a:lnTo>
                <a:lnTo>
                  <a:pt x="29" y="200"/>
                </a:lnTo>
                <a:lnTo>
                  <a:pt x="65" y="113"/>
                </a:lnTo>
                <a:lnTo>
                  <a:pt x="129" y="100"/>
                </a:lnTo>
                <a:lnTo>
                  <a:pt x="65" y="113"/>
                </a:lnTo>
                <a:lnTo>
                  <a:pt x="65" y="113"/>
                </a:lnTo>
              </a:path>
            </a:pathLst>
          </a:custGeom>
          <a:gradFill rotWithShape="0">
            <a:gsLst>
              <a:gs pos="0">
                <a:schemeClr val="accent1"/>
              </a:gs>
              <a:gs pos="100000">
                <a:schemeClr val="accent1">
                  <a:gamma/>
                  <a:shade val="46275"/>
                  <a:invGamma/>
                </a:schemeClr>
              </a:gs>
            </a:gsLst>
            <a:path path="rect">
              <a:fillToRect l="100000" b="100000"/>
            </a:path>
          </a:gradFill>
          <a:ln w="12700" cap="rnd" cmpd="sng">
            <a:solidFill>
              <a:schemeClr val="tx1"/>
            </a:solidFill>
            <a:prstDash val="solid"/>
            <a:round/>
            <a:headEnd/>
            <a:tailEnd/>
          </a:ln>
          <a:effectLst/>
        </p:spPr>
        <p:txBody>
          <a:bodyPr lIns="130046" tIns="65023" rIns="130046" bIns="65023"/>
          <a:lstStyle/>
          <a:p>
            <a:pPr>
              <a:defRPr/>
            </a:pPr>
            <a:endParaRPr lang="zh-CN" altLang="en-US">
              <a:latin typeface="黑体" pitchFamily="49" charset="-122"/>
              <a:ea typeface="黑体" pitchFamily="49" charset="-122"/>
            </a:endParaRPr>
          </a:p>
        </p:txBody>
      </p:sp>
      <p:grpSp>
        <p:nvGrpSpPr>
          <p:cNvPr id="2" name="Group 39"/>
          <p:cNvGrpSpPr>
            <a:grpSpLocks/>
          </p:cNvGrpSpPr>
          <p:nvPr/>
        </p:nvGrpSpPr>
        <p:grpSpPr bwMode="auto">
          <a:xfrm>
            <a:off x="1894277" y="6823007"/>
            <a:ext cx="1329830" cy="647983"/>
            <a:chOff x="1202" y="3249"/>
            <a:chExt cx="589" cy="287"/>
          </a:xfrm>
        </p:grpSpPr>
        <p:sp>
          <p:nvSpPr>
            <p:cNvPr id="15399" name="Oval 8"/>
            <p:cNvSpPr>
              <a:spLocks noChangeArrowheads="1"/>
            </p:cNvSpPr>
            <p:nvPr/>
          </p:nvSpPr>
          <p:spPr bwMode="auto">
            <a:xfrm>
              <a:off x="1202" y="3339"/>
              <a:ext cx="169" cy="184"/>
            </a:xfrm>
            <a:prstGeom prst="ellipse">
              <a:avLst/>
            </a:prstGeom>
            <a:solidFill>
              <a:srgbClr val="FF0066"/>
            </a:solidFill>
            <a:ln w="12700">
              <a:solidFill>
                <a:srgbClr val="FFFF00"/>
              </a:solidFill>
              <a:round/>
              <a:headEnd/>
              <a:tailEnd/>
            </a:ln>
          </p:spPr>
          <p:txBody>
            <a:bodyPr wrap="none" anchor="ctr"/>
            <a:lstStyle/>
            <a:p>
              <a:endParaRPr lang="zh-CN" altLang="en-US">
                <a:latin typeface="黑体" pitchFamily="49" charset="-122"/>
                <a:ea typeface="黑体" pitchFamily="49" charset="-122"/>
              </a:endParaRPr>
            </a:p>
          </p:txBody>
        </p:sp>
        <p:sp>
          <p:nvSpPr>
            <p:cNvPr id="15400" name="Rectangle 9"/>
            <p:cNvSpPr>
              <a:spLocks noChangeArrowheads="1"/>
            </p:cNvSpPr>
            <p:nvPr/>
          </p:nvSpPr>
          <p:spPr bwMode="auto">
            <a:xfrm>
              <a:off x="1366" y="3249"/>
              <a:ext cx="42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l" eaLnBrk="0" hangingPunct="0"/>
              <a:r>
                <a:rPr lang="en-US" altLang="zh-CN" dirty="0" err="1">
                  <a:solidFill>
                    <a:schemeClr val="bg1"/>
                  </a:solidFill>
                  <a:latin typeface="Times New Roman" pitchFamily="18" charset="0"/>
                  <a:ea typeface="黑体" pitchFamily="49" charset="-122"/>
                  <a:cs typeface="Times New Roman" pitchFamily="18" charset="0"/>
                </a:rPr>
                <a:t>d</a:t>
              </a:r>
              <a:r>
                <a:rPr lang="en-US" altLang="zh-CN" i="1" dirty="0" err="1">
                  <a:solidFill>
                    <a:schemeClr val="bg1"/>
                  </a:solidFill>
                  <a:latin typeface="Times New Roman" pitchFamily="18" charset="0"/>
                  <a:ea typeface="黑体" pitchFamily="49" charset="-122"/>
                  <a:cs typeface="Times New Roman" pitchFamily="18" charset="0"/>
                </a:rPr>
                <a:t>S</a:t>
              </a:r>
              <a:endParaRPr lang="en-US" altLang="zh-CN" i="1" dirty="0">
                <a:solidFill>
                  <a:schemeClr val="bg1"/>
                </a:solidFill>
                <a:latin typeface="Times New Roman" pitchFamily="18" charset="0"/>
                <a:ea typeface="黑体" pitchFamily="49" charset="-122"/>
                <a:cs typeface="Times New Roman" pitchFamily="18" charset="0"/>
              </a:endParaRPr>
            </a:p>
          </p:txBody>
        </p:sp>
      </p:grpSp>
      <p:sp>
        <p:nvSpPr>
          <p:cNvPr id="597002" name="Oval 10"/>
          <p:cNvSpPr>
            <a:spLocks noChangeArrowheads="1"/>
          </p:cNvSpPr>
          <p:nvPr/>
        </p:nvSpPr>
        <p:spPr bwMode="auto">
          <a:xfrm>
            <a:off x="10078720" y="2384213"/>
            <a:ext cx="2492587" cy="2492587"/>
          </a:xfrm>
          <a:prstGeom prst="ellipse">
            <a:avLst/>
          </a:prstGeom>
          <a:gradFill rotWithShape="0">
            <a:gsLst>
              <a:gs pos="0">
                <a:schemeClr val="accent1"/>
              </a:gs>
              <a:gs pos="100000">
                <a:schemeClr val="accent1">
                  <a:gamma/>
                  <a:shade val="46275"/>
                  <a:invGamma/>
                </a:schemeClr>
              </a:gs>
            </a:gsLst>
            <a:path path="shape">
              <a:fillToRect l="50000" t="50000" r="50000" b="50000"/>
            </a:path>
          </a:gradFill>
          <a:ln w="12700">
            <a:solidFill>
              <a:schemeClr val="tx1"/>
            </a:solidFill>
            <a:round/>
            <a:headEnd/>
            <a:tailEnd/>
          </a:ln>
          <a:effectLst/>
        </p:spPr>
        <p:txBody>
          <a:bodyPr wrap="none" lIns="130046" tIns="65023" rIns="130046" bIns="65023" anchor="ctr"/>
          <a:lstStyle/>
          <a:p>
            <a:pPr>
              <a:defRPr/>
            </a:pPr>
            <a:endParaRPr lang="zh-CN" altLang="en-US">
              <a:latin typeface="黑体" pitchFamily="49" charset="-122"/>
              <a:ea typeface="黑体" pitchFamily="49" charset="-122"/>
            </a:endParaRPr>
          </a:p>
        </p:txBody>
      </p:sp>
      <p:grpSp>
        <p:nvGrpSpPr>
          <p:cNvPr id="3" name="Group 11"/>
          <p:cNvGrpSpPr>
            <a:grpSpLocks/>
          </p:cNvGrpSpPr>
          <p:nvPr/>
        </p:nvGrpSpPr>
        <p:grpSpPr bwMode="auto">
          <a:xfrm>
            <a:off x="11063112" y="3034453"/>
            <a:ext cx="1422400" cy="749582"/>
            <a:chOff x="4900" y="1344"/>
            <a:chExt cx="630" cy="332"/>
          </a:xfrm>
        </p:grpSpPr>
        <p:sp>
          <p:nvSpPr>
            <p:cNvPr id="15397" name="AutoShape 12"/>
            <p:cNvSpPr>
              <a:spLocks noChangeArrowheads="1"/>
            </p:cNvSpPr>
            <p:nvPr/>
          </p:nvSpPr>
          <p:spPr bwMode="auto">
            <a:xfrm>
              <a:off x="4900" y="1444"/>
              <a:ext cx="232" cy="232"/>
            </a:xfrm>
            <a:prstGeom prst="cube">
              <a:avLst>
                <a:gd name="adj" fmla="val 39093"/>
              </a:avLst>
            </a:prstGeom>
            <a:solidFill>
              <a:srgbClr val="FF0066"/>
            </a:solidFill>
            <a:ln w="12700">
              <a:solidFill>
                <a:srgbClr val="FFFF00"/>
              </a:solidFill>
              <a:miter lim="800000"/>
              <a:headEnd/>
              <a:tailEnd/>
            </a:ln>
          </p:spPr>
          <p:txBody>
            <a:bodyPr wrap="none" anchor="ctr"/>
            <a:lstStyle/>
            <a:p>
              <a:endParaRPr lang="zh-CN" altLang="en-US">
                <a:latin typeface="黑体" pitchFamily="49" charset="-122"/>
                <a:ea typeface="黑体" pitchFamily="49" charset="-122"/>
              </a:endParaRPr>
            </a:p>
          </p:txBody>
        </p:sp>
        <p:sp>
          <p:nvSpPr>
            <p:cNvPr id="15398" name="Rectangle 13"/>
            <p:cNvSpPr>
              <a:spLocks noChangeArrowheads="1"/>
            </p:cNvSpPr>
            <p:nvPr/>
          </p:nvSpPr>
          <p:spPr bwMode="auto">
            <a:xfrm>
              <a:off x="5088" y="1344"/>
              <a:ext cx="44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p>
              <a:pPr algn="l" eaLnBrk="0" hangingPunct="0"/>
              <a:r>
                <a:rPr lang="en-US" altLang="zh-CN">
                  <a:solidFill>
                    <a:schemeClr val="bg1"/>
                  </a:solidFill>
                  <a:latin typeface="黑体" pitchFamily="49" charset="-122"/>
                  <a:ea typeface="黑体" pitchFamily="49" charset="-122"/>
                </a:rPr>
                <a:t>d</a:t>
              </a:r>
              <a:r>
                <a:rPr lang="en-US" altLang="zh-CN" i="1">
                  <a:solidFill>
                    <a:schemeClr val="bg1"/>
                  </a:solidFill>
                  <a:latin typeface="黑体" pitchFamily="49" charset="-122"/>
                  <a:ea typeface="黑体" pitchFamily="49" charset="-122"/>
                </a:rPr>
                <a:t>V</a:t>
              </a:r>
            </a:p>
          </p:txBody>
        </p:sp>
      </p:grpSp>
      <p:grpSp>
        <p:nvGrpSpPr>
          <p:cNvPr id="5" name="Group 40"/>
          <p:cNvGrpSpPr>
            <a:grpSpLocks/>
          </p:cNvGrpSpPr>
          <p:nvPr/>
        </p:nvGrpSpPr>
        <p:grpSpPr bwMode="auto">
          <a:xfrm>
            <a:off x="1381761" y="3034454"/>
            <a:ext cx="3492783" cy="1790418"/>
            <a:chOff x="431" y="2233"/>
            <a:chExt cx="1547" cy="793"/>
          </a:xfrm>
        </p:grpSpPr>
        <p:sp>
          <p:nvSpPr>
            <p:cNvPr id="15389" name="Arc 5"/>
            <p:cNvSpPr>
              <a:spLocks/>
            </p:cNvSpPr>
            <p:nvPr/>
          </p:nvSpPr>
          <p:spPr bwMode="auto">
            <a:xfrm>
              <a:off x="431" y="2523"/>
              <a:ext cx="1488" cy="480"/>
            </a:xfrm>
            <a:custGeom>
              <a:avLst/>
              <a:gdLst>
                <a:gd name="T0" fmla="*/ 0 w 21600"/>
                <a:gd name="T1" fmla="*/ 0 h 21600"/>
                <a:gd name="T2" fmla="*/ 7 w 21600"/>
                <a:gd name="T3" fmla="*/ 0 h 21600"/>
                <a:gd name="T4" fmla="*/ 7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0" y="21600"/>
                  </a:moveTo>
                  <a:cubicBezTo>
                    <a:pt x="0" y="9676"/>
                    <a:pt x="9661" y="8"/>
                    <a:pt x="21585" y="0"/>
                  </a:cubicBezTo>
                </a:path>
                <a:path w="21600" h="21600" stroke="0" extrusionOk="0">
                  <a:moveTo>
                    <a:pt x="0" y="21600"/>
                  </a:moveTo>
                  <a:cubicBezTo>
                    <a:pt x="0" y="9676"/>
                    <a:pt x="9661" y="8"/>
                    <a:pt x="21585" y="0"/>
                  </a:cubicBezTo>
                  <a:lnTo>
                    <a:pt x="21600" y="21600"/>
                  </a:lnTo>
                  <a:lnTo>
                    <a:pt x="0" y="21600"/>
                  </a:lnTo>
                  <a:close/>
                </a:path>
              </a:pathLst>
            </a:custGeom>
            <a:noFill/>
            <a:ln w="31750" cap="rnd">
              <a:solidFill>
                <a:srgbClr val="00808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49" charset="-122"/>
                <a:ea typeface="黑体" pitchFamily="49" charset="-122"/>
              </a:endParaRPr>
            </a:p>
          </p:txBody>
        </p:sp>
        <p:grpSp>
          <p:nvGrpSpPr>
            <p:cNvPr id="15390" name="Group 20"/>
            <p:cNvGrpSpPr>
              <a:grpSpLocks/>
            </p:cNvGrpSpPr>
            <p:nvPr/>
          </p:nvGrpSpPr>
          <p:grpSpPr bwMode="auto">
            <a:xfrm>
              <a:off x="1072" y="2233"/>
              <a:ext cx="906" cy="793"/>
              <a:chOff x="4038" y="288"/>
              <a:chExt cx="906" cy="793"/>
            </a:xfrm>
          </p:grpSpPr>
          <p:grpSp>
            <p:nvGrpSpPr>
              <p:cNvPr id="15391" name="Group 21"/>
              <p:cNvGrpSpPr>
                <a:grpSpLocks/>
              </p:cNvGrpSpPr>
              <p:nvPr/>
            </p:nvGrpSpPr>
            <p:grpSpPr bwMode="auto">
              <a:xfrm>
                <a:off x="4038" y="288"/>
                <a:ext cx="241" cy="402"/>
                <a:chOff x="3990" y="288"/>
                <a:chExt cx="241" cy="402"/>
              </a:xfrm>
            </p:grpSpPr>
            <p:sp>
              <p:nvSpPr>
                <p:cNvPr id="15393" name="Rectangle 22"/>
                <p:cNvSpPr>
                  <a:spLocks noChangeArrowheads="1"/>
                </p:cNvSpPr>
                <p:nvPr/>
              </p:nvSpPr>
              <p:spPr bwMode="auto">
                <a:xfrm>
                  <a:off x="4128" y="288"/>
                  <a:ext cx="82"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endParaRPr lang="en-US" altLang="zh-CN" i="1" dirty="0">
                    <a:latin typeface="黑体" pitchFamily="49" charset="-122"/>
                    <a:ea typeface="黑体" pitchFamily="49" charset="-122"/>
                  </a:endParaRPr>
                </a:p>
              </p:txBody>
            </p:sp>
            <p:sp>
              <p:nvSpPr>
                <p:cNvPr id="15394" name="Rectangle 23"/>
                <p:cNvSpPr>
                  <a:spLocks noChangeArrowheads="1"/>
                </p:cNvSpPr>
                <p:nvPr/>
              </p:nvSpPr>
              <p:spPr bwMode="auto">
                <a:xfrm>
                  <a:off x="3990" y="403"/>
                  <a:ext cx="241"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r>
                    <a:rPr lang="en-US" altLang="zh-CN" dirty="0" smtClean="0">
                      <a:latin typeface="Times New Roman" pitchFamily="18" charset="0"/>
                      <a:ea typeface="黑体" pitchFamily="49" charset="-122"/>
                      <a:cs typeface="Times New Roman" pitchFamily="18" charset="0"/>
                    </a:rPr>
                    <a:t>d</a:t>
                  </a:r>
                  <a:r>
                    <a:rPr lang="en-US" altLang="zh-CN" i="1" dirty="0" smtClean="0">
                      <a:latin typeface="Times New Roman" pitchFamily="18" charset="0"/>
                      <a:ea typeface="黑体" pitchFamily="49" charset="-122"/>
                      <a:cs typeface="Times New Roman" pitchFamily="18" charset="0"/>
                    </a:rPr>
                    <a:t>l</a:t>
                  </a:r>
                  <a:endParaRPr lang="en-US" altLang="zh-CN" i="1" dirty="0">
                    <a:latin typeface="Times New Roman" pitchFamily="18" charset="0"/>
                    <a:ea typeface="黑体" pitchFamily="49" charset="-122"/>
                    <a:cs typeface="Times New Roman" pitchFamily="18" charset="0"/>
                  </a:endParaRPr>
                </a:p>
              </p:txBody>
            </p:sp>
          </p:grpSp>
          <p:sp>
            <p:nvSpPr>
              <p:cNvPr id="15392" name="Arc 24"/>
              <p:cNvSpPr>
                <a:spLocks/>
              </p:cNvSpPr>
              <p:nvPr/>
            </p:nvSpPr>
            <p:spPr bwMode="auto">
              <a:xfrm>
                <a:off x="4128" y="624"/>
                <a:ext cx="816" cy="457"/>
              </a:xfrm>
              <a:custGeom>
                <a:avLst/>
                <a:gdLst>
                  <a:gd name="T0" fmla="*/ 0 w 9690"/>
                  <a:gd name="T1" fmla="*/ 0 h 19953"/>
                  <a:gd name="T2" fmla="*/ 1 w 9690"/>
                  <a:gd name="T3" fmla="*/ 0 h 19953"/>
                  <a:gd name="T4" fmla="*/ 6 w 9690"/>
                  <a:gd name="T5" fmla="*/ 0 h 19953"/>
                  <a:gd name="T6" fmla="*/ 0 60000 65536"/>
                  <a:gd name="T7" fmla="*/ 0 60000 65536"/>
                  <a:gd name="T8" fmla="*/ 0 60000 65536"/>
                  <a:gd name="T9" fmla="*/ 0 w 9690"/>
                  <a:gd name="T10" fmla="*/ 0 h 19953"/>
                  <a:gd name="T11" fmla="*/ 9690 w 9690"/>
                  <a:gd name="T12" fmla="*/ 19953 h 19953"/>
                </a:gdLst>
                <a:ahLst/>
                <a:cxnLst>
                  <a:cxn ang="T6">
                    <a:pos x="T0" y="T1"/>
                  </a:cxn>
                  <a:cxn ang="T7">
                    <a:pos x="T2" y="T3"/>
                  </a:cxn>
                  <a:cxn ang="T8">
                    <a:pos x="T4" y="T5"/>
                  </a:cxn>
                </a:cxnLst>
                <a:rect l="T9" t="T10" r="T11" b="T12"/>
                <a:pathLst>
                  <a:path w="9690" h="19953" fill="none" extrusionOk="0">
                    <a:moveTo>
                      <a:pt x="-1" y="648"/>
                    </a:moveTo>
                    <a:cubicBezTo>
                      <a:pt x="464" y="415"/>
                      <a:pt x="936" y="199"/>
                      <a:pt x="1417" y="0"/>
                    </a:cubicBezTo>
                  </a:path>
                  <a:path w="9690" h="19953" stroke="0" extrusionOk="0">
                    <a:moveTo>
                      <a:pt x="-1" y="648"/>
                    </a:moveTo>
                    <a:cubicBezTo>
                      <a:pt x="464" y="415"/>
                      <a:pt x="936" y="199"/>
                      <a:pt x="1417" y="0"/>
                    </a:cubicBezTo>
                    <a:lnTo>
                      <a:pt x="9690" y="19953"/>
                    </a:lnTo>
                    <a:lnTo>
                      <a:pt x="-1" y="648"/>
                    </a:lnTo>
                    <a:close/>
                  </a:path>
                </a:pathLst>
              </a:custGeom>
              <a:noFill/>
              <a:ln w="31750" cap="rnd">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p>
                <a:endParaRPr lang="zh-CN" altLang="en-US">
                  <a:latin typeface="黑体" pitchFamily="49" charset="-122"/>
                  <a:ea typeface="黑体" pitchFamily="49" charset="-122"/>
                </a:endParaRPr>
              </a:p>
            </p:txBody>
          </p:sp>
        </p:grpSp>
      </p:grpSp>
      <p:sp>
        <p:nvSpPr>
          <p:cNvPr id="597017" name="Rectangle 25"/>
          <p:cNvSpPr>
            <a:spLocks noChangeArrowheads="1"/>
          </p:cNvSpPr>
          <p:nvPr/>
        </p:nvSpPr>
        <p:spPr bwMode="auto">
          <a:xfrm>
            <a:off x="419948" y="337905"/>
            <a:ext cx="7066844" cy="747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949" tIns="65475" rIns="130949" bIns="65475">
            <a:spAutoFit/>
          </a:bodyPr>
          <a:lstStyle/>
          <a:p>
            <a:pPr algn="l" eaLnBrk="0" hangingPunct="0"/>
            <a:r>
              <a:rPr lang="zh-CN" altLang="en-US" sz="4000" b="1" smtClean="0">
                <a:solidFill>
                  <a:srgbClr val="0000FF"/>
                </a:solidFill>
                <a:latin typeface="宋体" pitchFamily="2" charset="-122"/>
                <a:ea typeface="宋体" pitchFamily="2" charset="-122"/>
                <a:cs typeface="Times New Roman"/>
                <a:sym typeface="楷体_GB2312"/>
              </a:rPr>
              <a:t>连续</a:t>
            </a:r>
            <a:r>
              <a:rPr lang="zh-CN" altLang="en-US" sz="4000" b="1" dirty="0">
                <a:solidFill>
                  <a:srgbClr val="0000FF"/>
                </a:solidFill>
                <a:latin typeface="宋体" pitchFamily="2" charset="-122"/>
                <a:ea typeface="宋体" pitchFamily="2" charset="-122"/>
                <a:cs typeface="Times New Roman"/>
                <a:sym typeface="楷体_GB2312"/>
              </a:rPr>
              <a:t>带电体的电场</a:t>
            </a:r>
          </a:p>
        </p:txBody>
      </p:sp>
      <p:graphicFrame>
        <p:nvGraphicFramePr>
          <p:cNvPr id="597018" name="Object 26"/>
          <p:cNvGraphicFramePr>
            <a:graphicFrameLocks noChangeAspect="1"/>
          </p:cNvGraphicFramePr>
          <p:nvPr>
            <p:extLst>
              <p:ext uri="{D42A27DB-BD31-4B8C-83A1-F6EECF244321}">
                <p14:modId xmlns:p14="http://schemas.microsoft.com/office/powerpoint/2010/main" val="2274103825"/>
              </p:ext>
            </p:extLst>
          </p:nvPr>
        </p:nvGraphicFramePr>
        <p:xfrm>
          <a:off x="4056063" y="2555875"/>
          <a:ext cx="1665287" cy="728663"/>
        </p:xfrm>
        <a:graphic>
          <a:graphicData uri="http://schemas.openxmlformats.org/presentationml/2006/ole">
            <mc:AlternateContent xmlns:mc="http://schemas.openxmlformats.org/markup-compatibility/2006">
              <mc:Choice xmlns:v="urn:schemas-microsoft-com:vml" Requires="v">
                <p:oleObj spid="_x0000_s59672" name="Equation" r:id="rId4" imgW="571320" imgH="203040" progId="Equation.DSMT4">
                  <p:embed/>
                </p:oleObj>
              </mc:Choice>
              <mc:Fallback>
                <p:oleObj name="Equation" r:id="rId4" imgW="571320" imgH="203040" progId="Equation.DSMT4">
                  <p:embed/>
                  <p:pic>
                    <p:nvPicPr>
                      <p:cNvPr id="0" name="Picture 2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56063" y="2555875"/>
                        <a:ext cx="1665287" cy="728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7019" name="Rectangle 27"/>
          <p:cNvSpPr>
            <a:spLocks noChangeArrowheads="1"/>
          </p:cNvSpPr>
          <p:nvPr/>
        </p:nvSpPr>
        <p:spPr bwMode="auto">
          <a:xfrm>
            <a:off x="650240" y="1625601"/>
            <a:ext cx="2926080" cy="624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30949" tIns="65475" rIns="130949" bIns="65475">
            <a:spAutoFit/>
          </a:bodyPr>
          <a:lstStyle/>
          <a:p>
            <a:pPr algn="l" eaLnBrk="0" hangingPunct="0"/>
            <a:r>
              <a:rPr lang="zh-CN" altLang="en-US" sz="3200" dirty="0">
                <a:solidFill>
                  <a:schemeClr val="tx1"/>
                </a:solidFill>
                <a:latin typeface="宋体" pitchFamily="2" charset="-122"/>
                <a:ea typeface="宋体" pitchFamily="2" charset="-122"/>
                <a:cs typeface="Times New Roman"/>
                <a:sym typeface="楷体_GB2312"/>
              </a:rPr>
              <a:t>电荷元：</a:t>
            </a:r>
          </a:p>
        </p:txBody>
      </p:sp>
      <p:graphicFrame>
        <p:nvGraphicFramePr>
          <p:cNvPr id="597020" name="Object 28"/>
          <p:cNvGraphicFramePr>
            <a:graphicFrameLocks noChangeAspect="1"/>
          </p:cNvGraphicFramePr>
          <p:nvPr>
            <p:extLst>
              <p:ext uri="{D42A27DB-BD31-4B8C-83A1-F6EECF244321}">
                <p14:modId xmlns:p14="http://schemas.microsoft.com/office/powerpoint/2010/main" val="2984673999"/>
              </p:ext>
            </p:extLst>
          </p:nvPr>
        </p:nvGraphicFramePr>
        <p:xfrm>
          <a:off x="2763838" y="1684338"/>
          <a:ext cx="630237" cy="631825"/>
        </p:xfrm>
        <a:graphic>
          <a:graphicData uri="http://schemas.openxmlformats.org/presentationml/2006/ole">
            <mc:AlternateContent xmlns:mc="http://schemas.openxmlformats.org/markup-compatibility/2006">
              <mc:Choice xmlns:v="urn:schemas-microsoft-com:vml" Requires="v">
                <p:oleObj spid="_x0000_s59673" name="Equation" r:id="rId6" imgW="203040" imgH="203040" progId="Equation.DSMT4">
                  <p:embed/>
                </p:oleObj>
              </mc:Choice>
              <mc:Fallback>
                <p:oleObj name="Equation" r:id="rId6" imgW="203040" imgH="203040" progId="Equation.DSMT4">
                  <p:embed/>
                  <p:pic>
                    <p:nvPicPr>
                      <p:cNvPr id="0" name="Picture 2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63838" y="1684338"/>
                        <a:ext cx="630237" cy="631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7021" name="Object 29"/>
          <p:cNvGraphicFramePr>
            <a:graphicFrameLocks noChangeAspect="1"/>
          </p:cNvGraphicFramePr>
          <p:nvPr>
            <p:extLst>
              <p:ext uri="{D42A27DB-BD31-4B8C-83A1-F6EECF244321}">
                <p14:modId xmlns:p14="http://schemas.microsoft.com/office/powerpoint/2010/main" val="1486557957"/>
              </p:ext>
            </p:extLst>
          </p:nvPr>
        </p:nvGraphicFramePr>
        <p:xfrm>
          <a:off x="3122507" y="5285459"/>
          <a:ext cx="2411307" cy="670559"/>
        </p:xfrm>
        <a:graphic>
          <a:graphicData uri="http://schemas.openxmlformats.org/presentationml/2006/ole">
            <mc:AlternateContent xmlns:mc="http://schemas.openxmlformats.org/markup-compatibility/2006">
              <mc:Choice xmlns:v="urn:schemas-microsoft-com:vml" Requires="v">
                <p:oleObj spid="_x0000_s59674" name="Equation" r:id="rId8" imgW="2157480" imgH="597960" progId="Equations">
                  <p:embed/>
                </p:oleObj>
              </mc:Choice>
              <mc:Fallback>
                <p:oleObj name="Equation" r:id="rId8" imgW="2157480" imgH="597960" progId="Equations">
                  <p:embed/>
                  <p:pic>
                    <p:nvPicPr>
                      <p:cNvPr id="0" name="Picture 22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22507" y="5285459"/>
                        <a:ext cx="2411307" cy="6705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97022" name="Object 30"/>
          <p:cNvGraphicFramePr>
            <a:graphicFrameLocks noChangeAspect="1"/>
          </p:cNvGraphicFramePr>
          <p:nvPr>
            <p:extLst>
              <p:ext uri="{D42A27DB-BD31-4B8C-83A1-F6EECF244321}">
                <p14:modId xmlns:p14="http://schemas.microsoft.com/office/powerpoint/2010/main" val="412168499"/>
              </p:ext>
            </p:extLst>
          </p:nvPr>
        </p:nvGraphicFramePr>
        <p:xfrm>
          <a:off x="10290951" y="1395307"/>
          <a:ext cx="2169725" cy="668302"/>
        </p:xfrm>
        <a:graphic>
          <a:graphicData uri="http://schemas.openxmlformats.org/presentationml/2006/ole">
            <mc:AlternateContent xmlns:mc="http://schemas.openxmlformats.org/markup-compatibility/2006">
              <mc:Choice xmlns:v="urn:schemas-microsoft-com:vml" Requires="v">
                <p:oleObj spid="_x0000_s59675" name="Equation" r:id="rId10" imgW="2309760" imgH="597960" progId="Equations">
                  <p:embed/>
                </p:oleObj>
              </mc:Choice>
              <mc:Fallback>
                <p:oleObj name="Equation" r:id="rId10" imgW="2309760" imgH="597960" progId="Equations">
                  <p:embed/>
                  <p:pic>
                    <p:nvPicPr>
                      <p:cNvPr id="0" name="Picture 2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290951" y="1395307"/>
                        <a:ext cx="2169725" cy="668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 name="组合 5"/>
          <p:cNvGrpSpPr/>
          <p:nvPr/>
        </p:nvGrpSpPr>
        <p:grpSpPr>
          <a:xfrm>
            <a:off x="10413845" y="5350926"/>
            <a:ext cx="2407663" cy="3659504"/>
            <a:chOff x="9179253" y="4673680"/>
            <a:chExt cx="2642472" cy="4050374"/>
          </a:xfrm>
        </p:grpSpPr>
        <p:grpSp>
          <p:nvGrpSpPr>
            <p:cNvPr id="4" name="Group 14"/>
            <p:cNvGrpSpPr>
              <a:grpSpLocks/>
            </p:cNvGrpSpPr>
            <p:nvPr/>
          </p:nvGrpSpPr>
          <p:grpSpPr bwMode="auto">
            <a:xfrm>
              <a:off x="9179253" y="4673680"/>
              <a:ext cx="964071" cy="749582"/>
              <a:chOff x="4228" y="2400"/>
              <a:chExt cx="427" cy="332"/>
            </a:xfrm>
          </p:grpSpPr>
          <p:sp>
            <p:nvSpPr>
              <p:cNvPr id="15395" name="Oval 15"/>
              <p:cNvSpPr>
                <a:spLocks noChangeArrowheads="1"/>
              </p:cNvSpPr>
              <p:nvPr/>
            </p:nvSpPr>
            <p:spPr bwMode="auto">
              <a:xfrm>
                <a:off x="4228" y="2548"/>
                <a:ext cx="184" cy="184"/>
              </a:xfrm>
              <a:prstGeom prst="ellipse">
                <a:avLst/>
              </a:prstGeom>
              <a:gradFill rotWithShape="0">
                <a:gsLst>
                  <a:gs pos="0">
                    <a:srgbClr val="FF0000"/>
                  </a:gs>
                  <a:gs pos="100000">
                    <a:srgbClr val="760000"/>
                  </a:gs>
                </a:gsLst>
                <a:path path="shape">
                  <a:fillToRect l="50000" t="50000" r="50000" b="50000"/>
                </a:path>
              </a:gra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zh-CN" altLang="en-US">
                  <a:latin typeface="黑体" pitchFamily="49" charset="-122"/>
                  <a:ea typeface="黑体" pitchFamily="49" charset="-122"/>
                </a:endParaRPr>
              </a:p>
            </p:txBody>
          </p:sp>
          <p:sp>
            <p:nvSpPr>
              <p:cNvPr id="15396" name="Rectangle 16"/>
              <p:cNvSpPr>
                <a:spLocks noChangeArrowheads="1"/>
              </p:cNvSpPr>
              <p:nvPr/>
            </p:nvSpPr>
            <p:spPr bwMode="auto">
              <a:xfrm>
                <a:off x="4368" y="2400"/>
                <a:ext cx="287"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r>
                  <a:rPr lang="en-US" altLang="zh-CN" dirty="0" err="1">
                    <a:latin typeface="Times New Roman" pitchFamily="18" charset="0"/>
                    <a:ea typeface="黑体" pitchFamily="49" charset="-122"/>
                    <a:cs typeface="Times New Roman" pitchFamily="18" charset="0"/>
                  </a:rPr>
                  <a:t>d</a:t>
                </a:r>
                <a:r>
                  <a:rPr lang="en-US" altLang="zh-CN" i="1" dirty="0" err="1">
                    <a:latin typeface="Times New Roman" pitchFamily="18" charset="0"/>
                    <a:ea typeface="黑体" pitchFamily="49" charset="-122"/>
                    <a:cs typeface="Times New Roman" pitchFamily="18" charset="0"/>
                  </a:rPr>
                  <a:t>q</a:t>
                </a:r>
                <a:endParaRPr lang="en-US" altLang="zh-CN" i="1" dirty="0">
                  <a:latin typeface="Times New Roman" pitchFamily="18" charset="0"/>
                  <a:ea typeface="黑体" pitchFamily="49" charset="-122"/>
                  <a:cs typeface="Times New Roman" pitchFamily="18" charset="0"/>
                </a:endParaRPr>
              </a:p>
            </p:txBody>
          </p:sp>
        </p:grpSp>
        <p:grpSp>
          <p:nvGrpSpPr>
            <p:cNvPr id="8" name="Group 33"/>
            <p:cNvGrpSpPr>
              <a:grpSpLocks/>
            </p:cNvGrpSpPr>
            <p:nvPr/>
          </p:nvGrpSpPr>
          <p:grpSpPr bwMode="auto">
            <a:xfrm>
              <a:off x="9419449" y="5310293"/>
              <a:ext cx="1517227" cy="2167467"/>
              <a:chOff x="4368" y="2688"/>
              <a:chExt cx="672" cy="960"/>
            </a:xfrm>
          </p:grpSpPr>
          <p:sp>
            <p:nvSpPr>
              <p:cNvPr id="15387" name="Line 34"/>
              <p:cNvSpPr>
                <a:spLocks noChangeShapeType="1"/>
              </p:cNvSpPr>
              <p:nvPr/>
            </p:nvSpPr>
            <p:spPr bwMode="auto">
              <a:xfrm>
                <a:off x="4368" y="2688"/>
                <a:ext cx="672" cy="96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latin typeface="黑体" pitchFamily="49" charset="-122"/>
                  <a:ea typeface="黑体" pitchFamily="49" charset="-122"/>
                </a:endParaRPr>
              </a:p>
            </p:txBody>
          </p:sp>
          <p:graphicFrame>
            <p:nvGraphicFramePr>
              <p:cNvPr id="15388" name="Object 35"/>
              <p:cNvGraphicFramePr>
                <a:graphicFrameLocks noChangeAspect="1"/>
              </p:cNvGraphicFramePr>
              <p:nvPr/>
            </p:nvGraphicFramePr>
            <p:xfrm>
              <a:off x="4560" y="3216"/>
              <a:ext cx="144" cy="160"/>
            </p:xfrm>
            <a:graphic>
              <a:graphicData uri="http://schemas.openxmlformats.org/presentationml/2006/ole">
                <mc:AlternateContent xmlns:mc="http://schemas.openxmlformats.org/markup-compatibility/2006">
                  <mc:Choice xmlns:v="urn:schemas-microsoft-com:vml" Requires="v">
                    <p:oleObj spid="_x0000_s59676" name="Equation" r:id="rId12" imgW="228501" imgH="253890" progId="Equations">
                      <p:embed/>
                    </p:oleObj>
                  </mc:Choice>
                  <mc:Fallback>
                    <p:oleObj name="Equation" r:id="rId12" imgW="228501" imgH="253890" progId="Equations">
                      <p:embed/>
                      <p:pic>
                        <p:nvPicPr>
                          <p:cNvPr id="0" name="Picture 23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60" y="3216"/>
                            <a:ext cx="144" cy="1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9" name="Group 46"/>
            <p:cNvGrpSpPr>
              <a:grpSpLocks/>
            </p:cNvGrpSpPr>
            <p:nvPr/>
          </p:nvGrpSpPr>
          <p:grpSpPr bwMode="auto">
            <a:xfrm>
              <a:off x="10252570" y="5956018"/>
              <a:ext cx="1569155" cy="2768036"/>
              <a:chOff x="4541" y="2638"/>
              <a:chExt cx="695" cy="1226"/>
            </a:xfrm>
          </p:grpSpPr>
          <p:grpSp>
            <p:nvGrpSpPr>
              <p:cNvPr id="15381" name="Group 17"/>
              <p:cNvGrpSpPr>
                <a:grpSpLocks/>
              </p:cNvGrpSpPr>
              <p:nvPr/>
            </p:nvGrpSpPr>
            <p:grpSpPr bwMode="auto">
              <a:xfrm>
                <a:off x="4541" y="2638"/>
                <a:ext cx="550" cy="818"/>
                <a:chOff x="4704" y="3024"/>
                <a:chExt cx="550" cy="818"/>
              </a:xfrm>
            </p:grpSpPr>
            <p:sp>
              <p:nvSpPr>
                <p:cNvPr id="15385" name="Rectangle 18"/>
                <p:cNvSpPr>
                  <a:spLocks noChangeArrowheads="1"/>
                </p:cNvSpPr>
                <p:nvPr/>
              </p:nvSpPr>
              <p:spPr bwMode="auto">
                <a:xfrm>
                  <a:off x="4704" y="3552"/>
                  <a:ext cx="185"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r>
                    <a:rPr lang="en-US" altLang="zh-CN" i="1">
                      <a:latin typeface="黑体" pitchFamily="49" charset="-122"/>
                      <a:ea typeface="黑体" pitchFamily="49" charset="-122"/>
                    </a:rPr>
                    <a:t>P</a:t>
                  </a:r>
                </a:p>
              </p:txBody>
            </p:sp>
            <p:sp>
              <p:nvSpPr>
                <p:cNvPr id="15386" name="Rectangle 19"/>
                <p:cNvSpPr>
                  <a:spLocks noChangeArrowheads="1"/>
                </p:cNvSpPr>
                <p:nvPr/>
              </p:nvSpPr>
              <p:spPr bwMode="auto">
                <a:xfrm>
                  <a:off x="4848" y="3024"/>
                  <a:ext cx="406" cy="8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p>
                  <a:pPr algn="l" eaLnBrk="0" hangingPunct="0"/>
                  <a:r>
                    <a:rPr lang="en-US" altLang="zh-CN" sz="11400">
                      <a:latin typeface="黑体" pitchFamily="49" charset="-122"/>
                      <a:ea typeface="黑体" pitchFamily="49" charset="-122"/>
                    </a:rPr>
                    <a:t>.</a:t>
                  </a:r>
                </a:p>
              </p:txBody>
            </p:sp>
          </p:grpSp>
          <p:grpSp>
            <p:nvGrpSpPr>
              <p:cNvPr id="15382" name="Group 44"/>
              <p:cNvGrpSpPr>
                <a:grpSpLocks/>
              </p:cNvGrpSpPr>
              <p:nvPr/>
            </p:nvGrpSpPr>
            <p:grpSpPr bwMode="auto">
              <a:xfrm>
                <a:off x="4844" y="3312"/>
                <a:ext cx="392" cy="552"/>
                <a:chOff x="4844" y="3312"/>
                <a:chExt cx="392" cy="552"/>
              </a:xfrm>
            </p:grpSpPr>
            <p:sp>
              <p:nvSpPr>
                <p:cNvPr id="15383" name="Line 37"/>
                <p:cNvSpPr>
                  <a:spLocks noChangeShapeType="1"/>
                </p:cNvSpPr>
                <p:nvPr/>
              </p:nvSpPr>
              <p:spPr bwMode="auto">
                <a:xfrm>
                  <a:off x="4844" y="3312"/>
                  <a:ext cx="192" cy="288"/>
                </a:xfrm>
                <a:prstGeom prst="line">
                  <a:avLst/>
                </a:prstGeom>
                <a:noFill/>
                <a:ln w="50800">
                  <a:solidFill>
                    <a:srgbClr val="FF0066"/>
                  </a:solidFill>
                  <a:round/>
                  <a:headEnd type="none" w="sm" len="sm"/>
                  <a:tailEnd type="stealth" w="med" len="lg"/>
                </a:ln>
                <a:extLst>
                  <a:ext uri="{909E8E84-426E-40DD-AFC4-6F175D3DCCD1}">
                    <a14:hiddenFill xmlns:a14="http://schemas.microsoft.com/office/drawing/2010/main">
                      <a:noFill/>
                    </a14:hiddenFill>
                  </a:ext>
                </a:extLst>
              </p:spPr>
              <p:txBody>
                <a:bodyPr/>
                <a:lstStyle/>
                <a:p>
                  <a:endParaRPr lang="zh-CN" altLang="en-US">
                    <a:latin typeface="黑体" pitchFamily="49" charset="-122"/>
                    <a:ea typeface="黑体" pitchFamily="49" charset="-122"/>
                  </a:endParaRPr>
                </a:p>
              </p:txBody>
            </p:sp>
            <p:graphicFrame>
              <p:nvGraphicFramePr>
                <p:cNvPr id="15384" name="Object 38"/>
                <p:cNvGraphicFramePr>
                  <a:graphicFrameLocks noChangeAspect="1"/>
                </p:cNvGraphicFramePr>
                <p:nvPr/>
              </p:nvGraphicFramePr>
              <p:xfrm>
                <a:off x="4921" y="3566"/>
                <a:ext cx="315" cy="298"/>
              </p:xfrm>
              <a:graphic>
                <a:graphicData uri="http://schemas.openxmlformats.org/presentationml/2006/ole">
                  <mc:AlternateContent xmlns:mc="http://schemas.openxmlformats.org/markup-compatibility/2006">
                    <mc:Choice xmlns:v="urn:schemas-microsoft-com:vml" Requires="v">
                      <p:oleObj spid="_x0000_s59677" name="公式" r:id="rId14" imgW="228501" imgH="215806" progId="Equations">
                        <p:embed/>
                      </p:oleObj>
                    </mc:Choice>
                    <mc:Fallback>
                      <p:oleObj name="公式" r:id="rId14" imgW="228501" imgH="215806" progId="Equations">
                        <p:embed/>
                        <p:pic>
                          <p:nvPicPr>
                            <p:cNvPr id="0" name="Picture 23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21" y="3566"/>
                              <a:ext cx="315" cy="2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grpSp>
        <p:nvGrpSpPr>
          <p:cNvPr id="7" name="组合 6"/>
          <p:cNvGrpSpPr/>
          <p:nvPr/>
        </p:nvGrpSpPr>
        <p:grpSpPr>
          <a:xfrm>
            <a:off x="6388100" y="6340950"/>
            <a:ext cx="3994501" cy="2415700"/>
            <a:chOff x="5068220" y="6412090"/>
            <a:chExt cx="3994501" cy="2415700"/>
          </a:xfrm>
        </p:grpSpPr>
        <p:sp>
          <p:nvSpPr>
            <p:cNvPr id="597035" name="Text Box 43"/>
            <p:cNvSpPr txBox="1">
              <a:spLocks noChangeArrowheads="1"/>
            </p:cNvSpPr>
            <p:nvPr/>
          </p:nvSpPr>
          <p:spPr bwMode="auto">
            <a:xfrm>
              <a:off x="5375771" y="6412090"/>
              <a:ext cx="3686950" cy="6237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lIns="130046" tIns="65023" rIns="130046" bIns="65023">
              <a:spAutoFit/>
            </a:bodyPr>
            <a:lstStyle>
              <a:lvl1pPr eaLnBrk="0" hangingPunct="0">
                <a:defRPr kumimoji="1" sz="2800">
                  <a:solidFill>
                    <a:schemeClr val="tx1"/>
                  </a:solidFill>
                  <a:latin typeface="Times New Roman" pitchFamily="18" charset="0"/>
                  <a:ea typeface="宋体" charset="-122"/>
                </a:defRPr>
              </a:lvl1pPr>
              <a:lvl2pPr marL="742950" indent="-285750" eaLnBrk="0" hangingPunct="0">
                <a:defRPr kumimoji="1" sz="2800">
                  <a:solidFill>
                    <a:schemeClr val="tx1"/>
                  </a:solidFill>
                  <a:latin typeface="Times New Roman" pitchFamily="18" charset="0"/>
                  <a:ea typeface="宋体" charset="-122"/>
                </a:defRPr>
              </a:lvl2pPr>
              <a:lvl3pPr marL="1143000" indent="-228600" eaLnBrk="0" hangingPunct="0">
                <a:defRPr kumimoji="1" sz="2800">
                  <a:solidFill>
                    <a:schemeClr val="tx1"/>
                  </a:solidFill>
                  <a:latin typeface="Times New Roman" pitchFamily="18" charset="0"/>
                  <a:ea typeface="宋体" charset="-122"/>
                </a:defRPr>
              </a:lvl3pPr>
              <a:lvl4pPr marL="1600200" indent="-228600" eaLnBrk="0" hangingPunct="0">
                <a:defRPr kumimoji="1" sz="2800">
                  <a:solidFill>
                    <a:schemeClr val="tx1"/>
                  </a:solidFill>
                  <a:latin typeface="Times New Roman" pitchFamily="18" charset="0"/>
                  <a:ea typeface="宋体" charset="-122"/>
                </a:defRPr>
              </a:lvl4pPr>
              <a:lvl5pPr marL="2057400" indent="-228600" eaLnBrk="0" hangingPunct="0">
                <a:defRPr kumimoji="1" sz="2800">
                  <a:solidFill>
                    <a:schemeClr val="tx1"/>
                  </a:solidFill>
                  <a:latin typeface="Times New Roman" pitchFamily="18" charset="0"/>
                  <a:ea typeface="宋体" charset="-122"/>
                </a:defRPr>
              </a:lvl5pPr>
              <a:lvl6pPr marL="2514600" indent="-228600" algn="ctr" eaLnBrk="0" fontAlgn="base" hangingPunct="0">
                <a:spcBef>
                  <a:spcPct val="0"/>
                </a:spcBef>
                <a:spcAft>
                  <a:spcPct val="0"/>
                </a:spcAft>
                <a:defRPr kumimoji="1" sz="2800">
                  <a:solidFill>
                    <a:schemeClr val="tx1"/>
                  </a:solidFill>
                  <a:latin typeface="Times New Roman" pitchFamily="18" charset="0"/>
                  <a:ea typeface="宋体" charset="-122"/>
                </a:defRPr>
              </a:lvl6pPr>
              <a:lvl7pPr marL="2971800" indent="-228600" algn="ctr" eaLnBrk="0" fontAlgn="base" hangingPunct="0">
                <a:spcBef>
                  <a:spcPct val="0"/>
                </a:spcBef>
                <a:spcAft>
                  <a:spcPct val="0"/>
                </a:spcAft>
                <a:defRPr kumimoji="1" sz="2800">
                  <a:solidFill>
                    <a:schemeClr val="tx1"/>
                  </a:solidFill>
                  <a:latin typeface="Times New Roman" pitchFamily="18" charset="0"/>
                  <a:ea typeface="宋体" charset="-122"/>
                </a:defRPr>
              </a:lvl7pPr>
              <a:lvl8pPr marL="3429000" indent="-228600" algn="ctr" eaLnBrk="0" fontAlgn="base" hangingPunct="0">
                <a:spcBef>
                  <a:spcPct val="0"/>
                </a:spcBef>
                <a:spcAft>
                  <a:spcPct val="0"/>
                </a:spcAft>
                <a:defRPr kumimoji="1" sz="2800">
                  <a:solidFill>
                    <a:schemeClr val="tx1"/>
                  </a:solidFill>
                  <a:latin typeface="Times New Roman" pitchFamily="18" charset="0"/>
                  <a:ea typeface="宋体" charset="-122"/>
                </a:defRPr>
              </a:lvl8pPr>
              <a:lvl9pPr marL="3886200" indent="-228600" algn="ctr" eaLnBrk="0" fontAlgn="base" hangingPunct="0">
                <a:spcBef>
                  <a:spcPct val="0"/>
                </a:spcBef>
                <a:spcAft>
                  <a:spcPct val="0"/>
                </a:spcAft>
                <a:defRPr kumimoji="1" sz="2800">
                  <a:solidFill>
                    <a:schemeClr val="tx1"/>
                  </a:solidFill>
                  <a:latin typeface="Times New Roman" pitchFamily="18" charset="0"/>
                  <a:ea typeface="宋体" charset="-122"/>
                </a:defRPr>
              </a:lvl9pPr>
            </a:lstStyle>
            <a:p>
              <a:pPr algn="l">
                <a:spcBef>
                  <a:spcPct val="50000"/>
                </a:spcBef>
              </a:pPr>
              <a:r>
                <a:rPr lang="zh-CN" altLang="en-US" sz="3200" dirty="0">
                  <a:latin typeface="宋体" pitchFamily="2" charset="-122"/>
                  <a:ea typeface="宋体" pitchFamily="2" charset="-122"/>
                  <a:cs typeface="Times New Roman"/>
                  <a:sym typeface="楷体_GB2312"/>
                </a:rPr>
                <a:t>电荷元场强</a:t>
              </a:r>
            </a:p>
          </p:txBody>
        </p:sp>
        <p:graphicFrame>
          <p:nvGraphicFramePr>
            <p:cNvPr id="597037" name="Object 45"/>
            <p:cNvGraphicFramePr>
              <a:graphicFrameLocks noChangeAspect="1"/>
            </p:cNvGraphicFramePr>
            <p:nvPr>
              <p:extLst>
                <p:ext uri="{D42A27DB-BD31-4B8C-83A1-F6EECF244321}">
                  <p14:modId xmlns:p14="http://schemas.microsoft.com/office/powerpoint/2010/main" val="2594343341"/>
                </p:ext>
              </p:extLst>
            </p:nvPr>
          </p:nvGraphicFramePr>
          <p:xfrm>
            <a:off x="5068220" y="7130753"/>
            <a:ext cx="3994150" cy="1697037"/>
          </p:xfrm>
          <a:graphic>
            <a:graphicData uri="http://schemas.openxmlformats.org/presentationml/2006/ole">
              <mc:AlternateContent xmlns:mc="http://schemas.openxmlformats.org/markup-compatibility/2006">
                <mc:Choice xmlns:v="urn:schemas-microsoft-com:vml" Requires="v">
                  <p:oleObj spid="_x0000_s59678" name="Equation" r:id="rId16" imgW="1016000" imgH="431800" progId="Equation.DSMT4">
                    <p:embed/>
                  </p:oleObj>
                </mc:Choice>
                <mc:Fallback>
                  <p:oleObj name="Equation" r:id="rId16" imgW="1016000" imgH="431800" progId="Equation.DSMT4">
                    <p:embed/>
                    <p:pic>
                      <p:nvPicPr>
                        <p:cNvPr id="0" name="Picture 23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68220" y="7130753"/>
                          <a:ext cx="3994150" cy="1697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Tree>
    <p:extLst>
      <p:ext uri="{BB962C8B-B14F-4D97-AF65-F5344CB8AC3E}">
        <p14:creationId xmlns:p14="http://schemas.microsoft.com/office/powerpoint/2010/main" val="63172054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598127" y="196280"/>
            <a:ext cx="10297144"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chemeClr val="tx1"/>
                </a:solidFill>
                <a:latin typeface="Arial" pitchFamily="34" charset="0"/>
                <a:ea typeface="宋体" pitchFamily="2" charset="-122"/>
              </a:defRPr>
            </a:lvl1pPr>
            <a:lvl2pPr marL="742950" indent="-285750">
              <a:defRPr sz="2800" b="1">
                <a:solidFill>
                  <a:schemeClr val="tx1"/>
                </a:solidFill>
                <a:latin typeface="Arial" pitchFamily="34" charset="0"/>
                <a:ea typeface="宋体" pitchFamily="2" charset="-122"/>
              </a:defRPr>
            </a:lvl2pPr>
            <a:lvl3pPr marL="1143000" indent="-228600">
              <a:defRPr sz="2800" b="1">
                <a:solidFill>
                  <a:schemeClr val="tx1"/>
                </a:solidFill>
                <a:latin typeface="Arial" pitchFamily="34" charset="0"/>
                <a:ea typeface="宋体" pitchFamily="2" charset="-122"/>
              </a:defRPr>
            </a:lvl3pPr>
            <a:lvl4pPr marL="1600200" indent="-228600">
              <a:defRPr sz="2800" b="1">
                <a:solidFill>
                  <a:schemeClr val="tx1"/>
                </a:solidFill>
                <a:latin typeface="Arial" pitchFamily="34" charset="0"/>
                <a:ea typeface="宋体" pitchFamily="2" charset="-122"/>
              </a:defRPr>
            </a:lvl4pPr>
            <a:lvl5pPr marL="2057400" indent="-228600">
              <a:defRPr sz="2800" b="1">
                <a:solidFill>
                  <a:schemeClr val="tx1"/>
                </a:solidFill>
                <a:latin typeface="Arial" pitchFamily="34" charset="0"/>
                <a:ea typeface="宋体" pitchFamily="2" charset="-122"/>
              </a:defRPr>
            </a:lvl5pPr>
            <a:lvl6pPr marL="2514600" indent="-228600" eaLnBrk="0" fontAlgn="base" hangingPunct="0">
              <a:spcBef>
                <a:spcPct val="0"/>
              </a:spcBef>
              <a:spcAft>
                <a:spcPct val="0"/>
              </a:spcAft>
              <a:defRPr sz="2800" b="1">
                <a:solidFill>
                  <a:schemeClr val="tx1"/>
                </a:solidFill>
                <a:latin typeface="Arial" pitchFamily="34" charset="0"/>
                <a:ea typeface="宋体" pitchFamily="2" charset="-122"/>
              </a:defRPr>
            </a:lvl6pPr>
            <a:lvl7pPr marL="2971800" indent="-228600" eaLnBrk="0" fontAlgn="base" hangingPunct="0">
              <a:spcBef>
                <a:spcPct val="0"/>
              </a:spcBef>
              <a:spcAft>
                <a:spcPct val="0"/>
              </a:spcAft>
              <a:defRPr sz="2800" b="1">
                <a:solidFill>
                  <a:schemeClr val="tx1"/>
                </a:solidFill>
                <a:latin typeface="Arial" pitchFamily="34" charset="0"/>
                <a:ea typeface="宋体" pitchFamily="2" charset="-122"/>
              </a:defRPr>
            </a:lvl7pPr>
            <a:lvl8pPr marL="3429000" indent="-228600" eaLnBrk="0" fontAlgn="base" hangingPunct="0">
              <a:spcBef>
                <a:spcPct val="0"/>
              </a:spcBef>
              <a:spcAft>
                <a:spcPct val="0"/>
              </a:spcAft>
              <a:defRPr sz="2800" b="1">
                <a:solidFill>
                  <a:schemeClr val="tx1"/>
                </a:solidFill>
                <a:latin typeface="Arial" pitchFamily="34" charset="0"/>
                <a:ea typeface="宋体" pitchFamily="2" charset="-122"/>
              </a:defRPr>
            </a:lvl8pPr>
            <a:lvl9pPr marL="3886200" indent="-228600" eaLnBrk="0" fontAlgn="base" hangingPunct="0">
              <a:spcBef>
                <a:spcPct val="0"/>
              </a:spcBef>
              <a:spcAft>
                <a:spcPct val="0"/>
              </a:spcAft>
              <a:defRPr sz="2800" b="1">
                <a:solidFill>
                  <a:schemeClr val="tx1"/>
                </a:solidFill>
                <a:latin typeface="Arial" pitchFamily="34" charset="0"/>
                <a:ea typeface="宋体" pitchFamily="2" charset="-122"/>
              </a:defRPr>
            </a:lvl9pPr>
          </a:lstStyle>
          <a:p>
            <a:pPr algn="l" eaLnBrk="1" hangingPunct="1">
              <a:lnSpc>
                <a:spcPct val="125000"/>
              </a:lnSpc>
            </a:pPr>
            <a:r>
              <a:rPr kumimoji="1" lang="zh-CN" altLang="en-US" sz="3600" smtClean="0">
                <a:solidFill>
                  <a:srgbClr val="0000CC"/>
                </a:solidFill>
                <a:latin typeface="宋体" pitchFamily="2" charset="-122"/>
              </a:rPr>
              <a:t>例：</a:t>
            </a:r>
            <a:r>
              <a:rPr kumimoji="1" lang="en-US" altLang="zh-CN" sz="3600" smtClean="0">
                <a:solidFill>
                  <a:srgbClr val="0000CC"/>
                </a:solidFill>
                <a:latin typeface="宋体" pitchFamily="2" charset="-122"/>
              </a:rPr>
              <a:t> </a:t>
            </a:r>
            <a:r>
              <a:rPr kumimoji="1" lang="zh-CN" altLang="en-US" sz="3600">
                <a:solidFill>
                  <a:srgbClr val="0000CC"/>
                </a:solidFill>
                <a:latin typeface="宋体" pitchFamily="2" charset="-122"/>
              </a:rPr>
              <a:t>求均匀带电</a:t>
            </a:r>
            <a:r>
              <a:rPr kumimoji="1" lang="zh-CN" altLang="en-US" sz="3600" smtClean="0">
                <a:solidFill>
                  <a:srgbClr val="0000CC"/>
                </a:solidFill>
                <a:latin typeface="宋体" pitchFamily="2" charset="-122"/>
              </a:rPr>
              <a:t>球面的</a:t>
            </a:r>
            <a:r>
              <a:rPr kumimoji="1" lang="zh-CN" altLang="en-US" sz="3600">
                <a:solidFill>
                  <a:srgbClr val="0000CC"/>
                </a:solidFill>
                <a:latin typeface="宋体" pitchFamily="2" charset="-122"/>
              </a:rPr>
              <a:t>电场</a:t>
            </a:r>
            <a:r>
              <a:rPr kumimoji="1" lang="zh-CN" altLang="en-US" sz="3600" smtClean="0">
                <a:solidFill>
                  <a:srgbClr val="0000CC"/>
                </a:solidFill>
                <a:latin typeface="宋体" pitchFamily="2" charset="-122"/>
              </a:rPr>
              <a:t>分布。设球面半径为</a:t>
            </a:r>
            <a:r>
              <a:rPr kumimoji="1" lang="en-US" altLang="zh-CN" sz="3600" smtClean="0">
                <a:solidFill>
                  <a:srgbClr val="0000CC"/>
                </a:solidFill>
                <a:latin typeface="宋体" pitchFamily="2" charset="-122"/>
              </a:rPr>
              <a:t>R</a:t>
            </a:r>
            <a:r>
              <a:rPr kumimoji="1" lang="zh-CN" altLang="en-US" sz="3600" smtClean="0">
                <a:solidFill>
                  <a:srgbClr val="0000CC"/>
                </a:solidFill>
                <a:latin typeface="宋体" pitchFamily="2" charset="-122"/>
              </a:rPr>
              <a:t>，球面上所带总电量为</a:t>
            </a:r>
            <a:r>
              <a:rPr kumimoji="1" lang="en-US" altLang="zh-CN" sz="3600" smtClean="0">
                <a:solidFill>
                  <a:srgbClr val="0000CC"/>
                </a:solidFill>
                <a:latin typeface="宋体" pitchFamily="2" charset="-122"/>
              </a:rPr>
              <a:t>q(q&gt;0)</a:t>
            </a:r>
            <a:r>
              <a:rPr kumimoji="1" lang="zh-CN" altLang="en-US" sz="3600" smtClean="0">
                <a:solidFill>
                  <a:srgbClr val="0000CC"/>
                </a:solidFill>
                <a:latin typeface="宋体" pitchFamily="2" charset="-122"/>
              </a:rPr>
              <a:t>。</a:t>
            </a:r>
            <a:endParaRPr kumimoji="1" lang="zh-CN" altLang="en-US" sz="3600">
              <a:solidFill>
                <a:srgbClr val="0000CC"/>
              </a:solidFill>
              <a:latin typeface="宋体" pitchFamily="2" charset="-122"/>
            </a:endParaRPr>
          </a:p>
        </p:txBody>
      </p:sp>
      <p:sp>
        <p:nvSpPr>
          <p:cNvPr id="3" name="TextBox 2"/>
          <p:cNvSpPr txBox="1"/>
          <p:nvPr/>
        </p:nvSpPr>
        <p:spPr>
          <a:xfrm>
            <a:off x="309712" y="1636312"/>
            <a:ext cx="11377264" cy="218008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25000"/>
              </a:lnSpc>
            </a:pP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解</a:t>
            </a:r>
            <a:r>
              <a:rPr kumimoji="0" lang="zh-CN" altLang="en-US" sz="3600" b="0" i="0" u="none" strike="noStrike" cap="none" spc="0" normalizeH="0" baseline="0" smtClean="0">
                <a:ln>
                  <a:noFill/>
                </a:ln>
                <a:solidFill>
                  <a:srgbClr val="000000"/>
                </a:solidFill>
                <a:effectLst/>
                <a:uFillTx/>
                <a:latin typeface="+mn-lt"/>
                <a:ea typeface="+mn-ea"/>
                <a:cs typeface="+mn-cs"/>
                <a:sym typeface="Helvetica Light"/>
              </a:rPr>
              <a:t>：</a:t>
            </a:r>
            <a:r>
              <a:rPr lang="zh-CN" altLang="en-US" b="1">
                <a:solidFill>
                  <a:srgbClr val="000000"/>
                </a:solidFill>
              </a:rPr>
              <a:t>分析：点电荷所产生的电场具有球对称性；</a:t>
            </a:r>
            <a:endParaRPr lang="en-US" altLang="zh-CN" b="1">
              <a:solidFill>
                <a:srgbClr val="000000"/>
              </a:solidFill>
            </a:endParaRPr>
          </a:p>
          <a:p>
            <a:pPr algn="l" rtl="0" latinLnBrk="1" hangingPunct="0">
              <a:lnSpc>
                <a:spcPct val="125000"/>
              </a:lnSpc>
            </a:pPr>
            <a:r>
              <a:rPr lang="zh-CN" altLang="en-US" b="1">
                <a:solidFill>
                  <a:srgbClr val="000000"/>
                </a:solidFill>
              </a:rPr>
              <a:t>以点电荷为球心</a:t>
            </a:r>
            <a:r>
              <a:rPr lang="zh-CN" altLang="en-US" b="1" smtClean="0">
                <a:solidFill>
                  <a:srgbClr val="000000"/>
                </a:solidFill>
              </a:rPr>
              <a:t>，通过</a:t>
            </a:r>
            <a:r>
              <a:rPr lang="en-US" altLang="zh-CN" b="1" smtClean="0">
                <a:solidFill>
                  <a:srgbClr val="000000"/>
                </a:solidFill>
              </a:rPr>
              <a:t>P</a:t>
            </a:r>
            <a:r>
              <a:rPr lang="zh-CN" altLang="en-US" b="1" smtClean="0">
                <a:solidFill>
                  <a:srgbClr val="000000"/>
                </a:solidFill>
              </a:rPr>
              <a:t>点作半径</a:t>
            </a:r>
            <a:r>
              <a:rPr lang="zh-CN" altLang="en-US" b="1">
                <a:solidFill>
                  <a:srgbClr val="000000"/>
                </a:solidFill>
              </a:rPr>
              <a:t>为</a:t>
            </a:r>
            <a:r>
              <a:rPr lang="en-US" altLang="zh-CN" b="1">
                <a:solidFill>
                  <a:srgbClr val="000000"/>
                </a:solidFill>
              </a:rPr>
              <a:t>r</a:t>
            </a:r>
            <a:r>
              <a:rPr lang="zh-CN" altLang="en-US" b="1">
                <a:solidFill>
                  <a:srgbClr val="000000"/>
                </a:solidFill>
              </a:rPr>
              <a:t>的</a:t>
            </a:r>
            <a:r>
              <a:rPr lang="zh-CN" altLang="en-US" b="1" smtClean="0">
                <a:solidFill>
                  <a:srgbClr val="000000"/>
                </a:solidFill>
              </a:rPr>
              <a:t>球面</a:t>
            </a:r>
            <a:r>
              <a:rPr lang="en-US" altLang="zh-CN" b="1" smtClean="0">
                <a:solidFill>
                  <a:srgbClr val="000000"/>
                </a:solidFill>
              </a:rPr>
              <a:t>S</a:t>
            </a:r>
            <a:r>
              <a:rPr lang="zh-CN" altLang="en-US" b="1" smtClean="0">
                <a:solidFill>
                  <a:srgbClr val="000000"/>
                </a:solidFill>
              </a:rPr>
              <a:t>，</a:t>
            </a:r>
            <a:r>
              <a:rPr lang="zh-CN" altLang="en-US" b="1">
                <a:solidFill>
                  <a:srgbClr val="000000"/>
                </a:solidFill>
              </a:rPr>
              <a:t>球面上电场大小处处相等，电场处处与球面垂直</a:t>
            </a:r>
            <a:r>
              <a:rPr lang="zh-CN" altLang="en-US" b="1" smtClean="0">
                <a:solidFill>
                  <a:srgbClr val="000000"/>
                </a:solidFill>
              </a:rPr>
              <a:t>；</a:t>
            </a:r>
            <a:endParaRPr lang="zh-CN" altLang="en-US" b="1">
              <a:solidFill>
                <a:srgbClr val="000000"/>
              </a:solidFill>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3809314634"/>
              </p:ext>
            </p:extLst>
          </p:nvPr>
        </p:nvGraphicFramePr>
        <p:xfrm>
          <a:off x="598127" y="3842684"/>
          <a:ext cx="3816041" cy="1395588"/>
        </p:xfrm>
        <a:graphic>
          <a:graphicData uri="http://schemas.openxmlformats.org/presentationml/2006/ole">
            <mc:AlternateContent xmlns:mc="http://schemas.openxmlformats.org/markup-compatibility/2006">
              <mc:Choice xmlns:v="urn:schemas-microsoft-com:vml" Requires="v">
                <p:oleObj spid="_x0000_s57801" name="Equation" r:id="rId3" imgW="1180800" imgH="431640" progId="Equation.DSMT4">
                  <p:embed/>
                </p:oleObj>
              </mc:Choice>
              <mc:Fallback>
                <p:oleObj name="Equation" r:id="rId3" imgW="1180800" imgH="431640" progId="Equation.DSMT4">
                  <p:embed/>
                  <p:pic>
                    <p:nvPicPr>
                      <p:cNvPr id="0" name="对象 6"/>
                      <p:cNvPicPr>
                        <a:picLocks noChangeAspect="1" noChangeArrowheads="1"/>
                      </p:cNvPicPr>
                      <p:nvPr/>
                    </p:nvPicPr>
                    <p:blipFill>
                      <a:blip r:embed="rId4"/>
                      <a:srcRect/>
                      <a:stretch>
                        <a:fillRect/>
                      </a:stretch>
                    </p:blipFill>
                    <p:spPr bwMode="auto">
                      <a:xfrm>
                        <a:off x="598127" y="3842684"/>
                        <a:ext cx="3816041" cy="1395588"/>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436950471"/>
              </p:ext>
            </p:extLst>
          </p:nvPr>
        </p:nvGraphicFramePr>
        <p:xfrm>
          <a:off x="4774208" y="3784780"/>
          <a:ext cx="4637088" cy="1384300"/>
        </p:xfrm>
        <a:graphic>
          <a:graphicData uri="http://schemas.openxmlformats.org/presentationml/2006/ole">
            <mc:AlternateContent xmlns:mc="http://schemas.openxmlformats.org/markup-compatibility/2006">
              <mc:Choice xmlns:v="urn:schemas-microsoft-com:vml" Requires="v">
                <p:oleObj spid="_x0000_s57802" name="Equation" r:id="rId5" imgW="1447560" imgH="431640" progId="Equation.DSMT4">
                  <p:embed/>
                </p:oleObj>
              </mc:Choice>
              <mc:Fallback>
                <p:oleObj name="Equation" r:id="rId5" imgW="1447560" imgH="431640" progId="Equation.DSMT4">
                  <p:embed/>
                  <p:pic>
                    <p:nvPicPr>
                      <p:cNvPr id="0" name="对象 3"/>
                      <p:cNvPicPr>
                        <a:picLocks noChangeAspect="1" noChangeArrowheads="1"/>
                      </p:cNvPicPr>
                      <p:nvPr/>
                    </p:nvPicPr>
                    <p:blipFill>
                      <a:blip r:embed="rId6"/>
                      <a:srcRect/>
                      <a:stretch>
                        <a:fillRect/>
                      </a:stretch>
                    </p:blipFill>
                    <p:spPr bwMode="auto">
                      <a:xfrm>
                        <a:off x="4774208" y="3784780"/>
                        <a:ext cx="4637088" cy="1384300"/>
                      </a:xfrm>
                      <a:prstGeom prst="rect">
                        <a:avLst/>
                      </a:prstGeom>
                      <a:noFill/>
                      <a:ln>
                        <a:noFill/>
                      </a:ln>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157908773"/>
              </p:ext>
            </p:extLst>
          </p:nvPr>
        </p:nvGraphicFramePr>
        <p:xfrm>
          <a:off x="680630" y="5308848"/>
          <a:ext cx="2808312" cy="1469728"/>
        </p:xfrm>
        <a:graphic>
          <a:graphicData uri="http://schemas.openxmlformats.org/presentationml/2006/ole">
            <mc:AlternateContent xmlns:mc="http://schemas.openxmlformats.org/markup-compatibility/2006">
              <mc:Choice xmlns:v="urn:schemas-microsoft-com:vml" Requires="v">
                <p:oleObj spid="_x0000_s57803" name="Equation" r:id="rId7" imgW="825480" imgH="431640" progId="Equation.DSMT4">
                  <p:embed/>
                </p:oleObj>
              </mc:Choice>
              <mc:Fallback>
                <p:oleObj name="Equation" r:id="rId7" imgW="825480" imgH="431640" progId="Equation.DSMT4">
                  <p:embed/>
                  <p:pic>
                    <p:nvPicPr>
                      <p:cNvPr id="0" name="对象 4"/>
                      <p:cNvPicPr>
                        <a:picLocks noChangeAspect="1" noChangeArrowheads="1"/>
                      </p:cNvPicPr>
                      <p:nvPr/>
                    </p:nvPicPr>
                    <p:blipFill>
                      <a:blip r:embed="rId8"/>
                      <a:srcRect/>
                      <a:stretch>
                        <a:fillRect/>
                      </a:stretch>
                    </p:blipFill>
                    <p:spPr bwMode="auto">
                      <a:xfrm>
                        <a:off x="680630" y="5308848"/>
                        <a:ext cx="2808312" cy="1469728"/>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501987961"/>
              </p:ext>
            </p:extLst>
          </p:nvPr>
        </p:nvGraphicFramePr>
        <p:xfrm>
          <a:off x="5062240" y="5308848"/>
          <a:ext cx="2964757" cy="1440996"/>
        </p:xfrm>
        <a:graphic>
          <a:graphicData uri="http://schemas.openxmlformats.org/presentationml/2006/ole">
            <mc:AlternateContent xmlns:mc="http://schemas.openxmlformats.org/markup-compatibility/2006">
              <mc:Choice xmlns:v="urn:schemas-microsoft-com:vml" Requires="v">
                <p:oleObj spid="_x0000_s57804" name="Equation" r:id="rId9" imgW="888840" imgH="431640" progId="Equation.DSMT4">
                  <p:embed/>
                </p:oleObj>
              </mc:Choice>
              <mc:Fallback>
                <p:oleObj name="Equation" r:id="rId9" imgW="888840" imgH="431640" progId="Equation.DSMT4">
                  <p:embed/>
                  <p:pic>
                    <p:nvPicPr>
                      <p:cNvPr id="0" name="对象 5"/>
                      <p:cNvPicPr>
                        <a:picLocks noChangeAspect="1" noChangeArrowheads="1"/>
                      </p:cNvPicPr>
                      <p:nvPr/>
                    </p:nvPicPr>
                    <p:blipFill>
                      <a:blip r:embed="rId10"/>
                      <a:srcRect/>
                      <a:stretch>
                        <a:fillRect/>
                      </a:stretch>
                    </p:blipFill>
                    <p:spPr bwMode="auto">
                      <a:xfrm>
                        <a:off x="5062240" y="5308848"/>
                        <a:ext cx="2964757" cy="1440996"/>
                      </a:xfrm>
                      <a:prstGeom prst="rect">
                        <a:avLst/>
                      </a:prstGeom>
                      <a:noFill/>
                      <a:ln>
                        <a:noFill/>
                      </a:ln>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208713851"/>
              </p:ext>
            </p:extLst>
          </p:nvPr>
        </p:nvGraphicFramePr>
        <p:xfrm>
          <a:off x="1173808" y="6775489"/>
          <a:ext cx="2376264" cy="1392982"/>
        </p:xfrm>
        <a:graphic>
          <a:graphicData uri="http://schemas.openxmlformats.org/presentationml/2006/ole">
            <mc:AlternateContent xmlns:mc="http://schemas.openxmlformats.org/markup-compatibility/2006">
              <mc:Choice xmlns:v="urn:schemas-microsoft-com:vml" Requires="v">
                <p:oleObj spid="_x0000_s57805" name="Equation" r:id="rId11" imgW="736560" imgH="431640" progId="Equation.DSMT4">
                  <p:embed/>
                </p:oleObj>
              </mc:Choice>
              <mc:Fallback>
                <p:oleObj name="Equation" r:id="rId11" imgW="736560" imgH="431640" progId="Equation.DSMT4">
                  <p:embed/>
                  <p:pic>
                    <p:nvPicPr>
                      <p:cNvPr id="0" name=""/>
                      <p:cNvPicPr/>
                      <p:nvPr/>
                    </p:nvPicPr>
                    <p:blipFill>
                      <a:blip r:embed="rId12"/>
                      <a:stretch>
                        <a:fillRect/>
                      </a:stretch>
                    </p:blipFill>
                    <p:spPr>
                      <a:xfrm>
                        <a:off x="1173808" y="6775489"/>
                        <a:ext cx="2376264" cy="139298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456333566"/>
              </p:ext>
            </p:extLst>
          </p:nvPr>
        </p:nvGraphicFramePr>
        <p:xfrm>
          <a:off x="4678306" y="7135562"/>
          <a:ext cx="1348886" cy="567952"/>
        </p:xfrm>
        <a:graphic>
          <a:graphicData uri="http://schemas.openxmlformats.org/presentationml/2006/ole">
            <mc:AlternateContent xmlns:mc="http://schemas.openxmlformats.org/markup-compatibility/2006">
              <mc:Choice xmlns:v="urn:schemas-microsoft-com:vml" Requires="v">
                <p:oleObj spid="_x0000_s57806" name="Equation" r:id="rId13" imgW="482400" imgH="203040" progId="Equation.DSMT4">
                  <p:embed/>
                </p:oleObj>
              </mc:Choice>
              <mc:Fallback>
                <p:oleObj name="Equation" r:id="rId13" imgW="482400" imgH="203040" progId="Equation.DSMT4">
                  <p:embed/>
                  <p:pic>
                    <p:nvPicPr>
                      <p:cNvPr id="0" name=""/>
                      <p:cNvPicPr/>
                      <p:nvPr/>
                    </p:nvPicPr>
                    <p:blipFill>
                      <a:blip r:embed="rId14"/>
                      <a:stretch>
                        <a:fillRect/>
                      </a:stretch>
                    </p:blipFill>
                    <p:spPr>
                      <a:xfrm>
                        <a:off x="4678306" y="7135562"/>
                        <a:ext cx="1348886" cy="567952"/>
                      </a:xfrm>
                      <a:prstGeom prst="rect">
                        <a:avLst/>
                      </a:prstGeom>
                    </p:spPr>
                  </p:pic>
                </p:oleObj>
              </mc:Fallback>
            </mc:AlternateContent>
          </a:graphicData>
        </a:graphic>
      </p:graphicFrame>
      <p:sp>
        <p:nvSpPr>
          <p:cNvPr id="10" name="TextBox 9"/>
          <p:cNvSpPr txBox="1"/>
          <p:nvPr/>
        </p:nvSpPr>
        <p:spPr>
          <a:xfrm>
            <a:off x="6430392" y="7104141"/>
            <a:ext cx="3672408"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方向沿矢径向外</a:t>
            </a:r>
            <a:endParaRPr kumimoji="0" lang="zh-CN" altLang="en-US" sz="3600" b="1" i="0" u="none" strike="noStrike" cap="none" spc="0" normalizeH="0" baseline="0">
              <a:ln>
                <a:noFill/>
              </a:ln>
              <a:solidFill>
                <a:srgbClr val="000000"/>
              </a:solidFill>
              <a:effectLst/>
              <a:uFillTx/>
              <a:latin typeface="宋体" pitchFamily="2" charset="-122"/>
              <a:ea typeface="宋体" pitchFamily="2" charset="-122"/>
              <a:sym typeface="Helvetica Light"/>
            </a:endParaRPr>
          </a:p>
        </p:txBody>
      </p:sp>
      <p:sp>
        <p:nvSpPr>
          <p:cNvPr id="11" name="TextBox 10"/>
          <p:cNvSpPr txBox="1"/>
          <p:nvPr/>
        </p:nvSpPr>
        <p:spPr>
          <a:xfrm>
            <a:off x="680630" y="8261176"/>
            <a:ext cx="10216457"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与整个球面的电量都集中在球心时的场强相同。</a:t>
            </a:r>
            <a:endParaRPr kumimoji="0" lang="zh-CN" altLang="en-US" sz="3600" b="1" i="0" u="none" strike="noStrike" cap="none" spc="0" normalizeH="0" baseline="0">
              <a:ln>
                <a:noFill/>
              </a:ln>
              <a:solidFill>
                <a:srgbClr val="000000"/>
              </a:solidFill>
              <a:effectLst/>
              <a:uFillTx/>
              <a:latin typeface="宋体" pitchFamily="2" charset="-122"/>
              <a:ea typeface="宋体" pitchFamily="2" charset="-122"/>
              <a:sym typeface="Helvetica Light"/>
            </a:endParaRPr>
          </a:p>
        </p:txBody>
      </p:sp>
      <p:pic>
        <p:nvPicPr>
          <p:cNvPr id="57374" name="Picture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454728" y="4032548"/>
            <a:ext cx="3369497" cy="22124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110432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29792" y="700336"/>
            <a:ext cx="8712968"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当 </a:t>
            </a:r>
            <a:r>
              <a:rPr kumimoji="0" lang="en-US" altLang="zh-CN" sz="3600" b="1" i="1" u="none" strike="noStrike" cap="none" spc="0" normalizeH="0" baseline="0" dirty="0" smtClean="0">
                <a:ln>
                  <a:noFill/>
                </a:ln>
                <a:solidFill>
                  <a:srgbClr val="FF0000"/>
                </a:solidFill>
                <a:effectLst/>
                <a:uFillTx/>
                <a:latin typeface="宋体" pitchFamily="2" charset="-122"/>
                <a:ea typeface="宋体" pitchFamily="2" charset="-122"/>
                <a:sym typeface="Helvetica Light"/>
              </a:rPr>
              <a:t>r&lt;R </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时，高斯面为</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S</a:t>
            </a:r>
            <a:r>
              <a:rPr lang="en-US" altLang="zh-CN" b="1" dirty="0" smtClean="0">
                <a:solidFill>
                  <a:srgbClr val="000000"/>
                </a:solidFill>
                <a:latin typeface="宋体" pitchFamily="2" charset="-122"/>
                <a:ea typeface="宋体" pitchFamily="2" charset="-122"/>
              </a:rPr>
              <a:t>’</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应用高斯定理：</a:t>
            </a:r>
            <a:endParaRPr kumimoji="0" lang="zh-CN" altLang="en-US" sz="3600" b="1" i="0" u="none" strike="noStrike" cap="none" spc="0" normalizeH="0" baseline="0" dirty="0">
              <a:ln>
                <a:noFill/>
              </a:ln>
              <a:solidFill>
                <a:srgbClr val="000000"/>
              </a:solidFill>
              <a:effectLst/>
              <a:uFillTx/>
              <a:latin typeface="宋体" pitchFamily="2" charset="-122"/>
              <a:ea typeface="宋体" pitchFamily="2" charset="-122"/>
              <a:sym typeface="Helvetica Light"/>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556292487"/>
              </p:ext>
            </p:extLst>
          </p:nvPr>
        </p:nvGraphicFramePr>
        <p:xfrm>
          <a:off x="1245817" y="1636440"/>
          <a:ext cx="3888432" cy="1422063"/>
        </p:xfrm>
        <a:graphic>
          <a:graphicData uri="http://schemas.openxmlformats.org/presentationml/2006/ole">
            <mc:AlternateContent xmlns:mc="http://schemas.openxmlformats.org/markup-compatibility/2006">
              <mc:Choice xmlns:v="urn:schemas-microsoft-com:vml" Requires="v">
                <p:oleObj spid="_x0000_s59088" name="Equation" r:id="rId3" imgW="1180800" imgH="431640" progId="Equation.DSMT4">
                  <p:embed/>
                </p:oleObj>
              </mc:Choice>
              <mc:Fallback>
                <p:oleObj name="Equation" r:id="rId3" imgW="1180800" imgH="431640" progId="Equation.DSMT4">
                  <p:embed/>
                  <p:pic>
                    <p:nvPicPr>
                      <p:cNvPr id="0" name="对象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45817" y="1636440"/>
                        <a:ext cx="3888432" cy="1422063"/>
                      </a:xfrm>
                      <a:prstGeom prst="rect">
                        <a:avLst/>
                      </a:prstGeom>
                      <a:noFill/>
                      <a:ln>
                        <a:noFill/>
                      </a:ln>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356726061"/>
              </p:ext>
            </p:extLst>
          </p:nvPr>
        </p:nvGraphicFramePr>
        <p:xfrm>
          <a:off x="6232748" y="1852464"/>
          <a:ext cx="2357884" cy="686718"/>
        </p:xfrm>
        <a:graphic>
          <a:graphicData uri="http://schemas.openxmlformats.org/presentationml/2006/ole">
            <mc:AlternateContent xmlns:mc="http://schemas.openxmlformats.org/markup-compatibility/2006">
              <mc:Choice xmlns:v="urn:schemas-microsoft-com:vml" Requires="v">
                <p:oleObj spid="_x0000_s59089" name="Equation" r:id="rId5" imgW="698400" imgH="203040" progId="Equation.DSMT4">
                  <p:embed/>
                </p:oleObj>
              </mc:Choice>
              <mc:Fallback>
                <p:oleObj name="Equation" r:id="rId5" imgW="698400" imgH="203040" progId="Equation.DSMT4">
                  <p:embed/>
                  <p:pic>
                    <p:nvPicPr>
                      <p:cNvPr id="0" name="对象 6"/>
                      <p:cNvPicPr>
                        <a:picLocks noChangeAspect="1" noChangeArrowheads="1"/>
                      </p:cNvPicPr>
                      <p:nvPr/>
                    </p:nvPicPr>
                    <p:blipFill>
                      <a:blip r:embed="rId6"/>
                      <a:srcRect/>
                      <a:stretch>
                        <a:fillRect/>
                      </a:stretch>
                    </p:blipFill>
                    <p:spPr bwMode="auto">
                      <a:xfrm>
                        <a:off x="6232748" y="1852464"/>
                        <a:ext cx="2357884" cy="686718"/>
                      </a:xfrm>
                      <a:prstGeom prst="rect">
                        <a:avLst/>
                      </a:prstGeom>
                      <a:noFill/>
                      <a:ln>
                        <a:noFill/>
                      </a:ln>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485865817"/>
              </p:ext>
            </p:extLst>
          </p:nvPr>
        </p:nvGraphicFramePr>
        <p:xfrm>
          <a:off x="2253928" y="3220616"/>
          <a:ext cx="1391568" cy="649398"/>
        </p:xfrm>
        <a:graphic>
          <a:graphicData uri="http://schemas.openxmlformats.org/presentationml/2006/ole">
            <mc:AlternateContent xmlns:mc="http://schemas.openxmlformats.org/markup-compatibility/2006">
              <mc:Choice xmlns:v="urn:schemas-microsoft-com:vml" Requires="v">
                <p:oleObj spid="_x0000_s59090" name="Equation" r:id="rId7" imgW="380880" imgH="177480" progId="Equation.DSMT4">
                  <p:embed/>
                </p:oleObj>
              </mc:Choice>
              <mc:Fallback>
                <p:oleObj name="Equation" r:id="rId7" imgW="380880" imgH="177480" progId="Equation.DSMT4">
                  <p:embed/>
                  <p:pic>
                    <p:nvPicPr>
                      <p:cNvPr id="0" name=""/>
                      <p:cNvPicPr/>
                      <p:nvPr/>
                    </p:nvPicPr>
                    <p:blipFill>
                      <a:blip r:embed="rId8"/>
                      <a:stretch>
                        <a:fillRect/>
                      </a:stretch>
                    </p:blipFill>
                    <p:spPr>
                      <a:xfrm>
                        <a:off x="2253928" y="3220616"/>
                        <a:ext cx="1391568" cy="649398"/>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035301244"/>
              </p:ext>
            </p:extLst>
          </p:nvPr>
        </p:nvGraphicFramePr>
        <p:xfrm>
          <a:off x="4846216" y="3220616"/>
          <a:ext cx="1349375" cy="566737"/>
        </p:xfrm>
        <a:graphic>
          <a:graphicData uri="http://schemas.openxmlformats.org/presentationml/2006/ole">
            <mc:AlternateContent xmlns:mc="http://schemas.openxmlformats.org/markup-compatibility/2006">
              <mc:Choice xmlns:v="urn:schemas-microsoft-com:vml" Requires="v">
                <p:oleObj spid="_x0000_s59091" name="Equation" r:id="rId9" imgW="482400" imgH="203040" progId="Equation.DSMT4">
                  <p:embed/>
                </p:oleObj>
              </mc:Choice>
              <mc:Fallback>
                <p:oleObj name="Equation" r:id="rId9" imgW="482400" imgH="203040" progId="Equation.DSMT4">
                  <p:embed/>
                  <p:pic>
                    <p:nvPicPr>
                      <p:cNvPr id="0" name="对象 8"/>
                      <p:cNvPicPr>
                        <a:picLocks noChangeAspect="1" noChangeArrowheads="1"/>
                      </p:cNvPicPr>
                      <p:nvPr/>
                    </p:nvPicPr>
                    <p:blipFill>
                      <a:blip r:embed="rId10"/>
                      <a:srcRect/>
                      <a:stretch>
                        <a:fillRect/>
                      </a:stretch>
                    </p:blipFill>
                    <p:spPr bwMode="auto">
                      <a:xfrm>
                        <a:off x="4846216" y="3220616"/>
                        <a:ext cx="1349375" cy="566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TextBox 6"/>
          <p:cNvSpPr txBox="1"/>
          <p:nvPr/>
        </p:nvSpPr>
        <p:spPr>
          <a:xfrm>
            <a:off x="1028944" y="4359967"/>
            <a:ext cx="7488832"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lang="zh-CN" altLang="en-US" b="1" dirty="0" smtClean="0">
                <a:solidFill>
                  <a:srgbClr val="0000FF"/>
                </a:solidFill>
                <a:latin typeface="宋体" pitchFamily="2" charset="-122"/>
                <a:ea typeface="宋体" pitchFamily="2" charset="-122"/>
              </a:rPr>
              <a:t>所以均匀带电球面场强分布：</a:t>
            </a:r>
            <a:endParaRPr kumimoji="0" lang="zh-CN" altLang="en-US" sz="3600" b="1" i="0" u="none" strike="noStrike" cap="none" spc="0" normalizeH="0" baseline="0" dirty="0">
              <a:ln>
                <a:noFill/>
              </a:ln>
              <a:solidFill>
                <a:srgbClr val="0000FF"/>
              </a:solidFill>
              <a:effectLst/>
              <a:uFillTx/>
              <a:latin typeface="宋体" pitchFamily="2" charset="-122"/>
              <a:ea typeface="宋体" pitchFamily="2" charset="-122"/>
              <a:sym typeface="Helvetica Light"/>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2730704127"/>
              </p:ext>
            </p:extLst>
          </p:nvPr>
        </p:nvGraphicFramePr>
        <p:xfrm>
          <a:off x="1677864" y="5236840"/>
          <a:ext cx="3095496" cy="2199545"/>
        </p:xfrm>
        <a:graphic>
          <a:graphicData uri="http://schemas.openxmlformats.org/presentationml/2006/ole">
            <mc:AlternateContent xmlns:mc="http://schemas.openxmlformats.org/markup-compatibility/2006">
              <mc:Choice xmlns:v="urn:schemas-microsoft-com:vml" Requires="v">
                <p:oleObj spid="_x0000_s59092" name="Equation" r:id="rId11" imgW="965160" imgH="685800" progId="Equation.DSMT4">
                  <p:embed/>
                </p:oleObj>
              </mc:Choice>
              <mc:Fallback>
                <p:oleObj name="Equation" r:id="rId11" imgW="965160" imgH="685800" progId="Equation.DSMT4">
                  <p:embed/>
                  <p:pic>
                    <p:nvPicPr>
                      <p:cNvPr id="0" name="对象 7"/>
                      <p:cNvPicPr>
                        <a:picLocks noChangeAspect="1" noChangeArrowheads="1"/>
                      </p:cNvPicPr>
                      <p:nvPr/>
                    </p:nvPicPr>
                    <p:blipFill>
                      <a:blip r:embed="rId12"/>
                      <a:srcRect/>
                      <a:stretch>
                        <a:fillRect/>
                      </a:stretch>
                    </p:blipFill>
                    <p:spPr bwMode="auto">
                      <a:xfrm>
                        <a:off x="1677864" y="5236840"/>
                        <a:ext cx="3095496" cy="2199545"/>
                      </a:xfrm>
                      <a:prstGeom prst="rect">
                        <a:avLst/>
                      </a:prstGeom>
                      <a:noFill/>
                      <a:ln>
                        <a:noFill/>
                      </a:ln>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3704956196"/>
              </p:ext>
            </p:extLst>
          </p:nvPr>
        </p:nvGraphicFramePr>
        <p:xfrm>
          <a:off x="5390715" y="5380856"/>
          <a:ext cx="2096675" cy="1872208"/>
        </p:xfrm>
        <a:graphic>
          <a:graphicData uri="http://schemas.openxmlformats.org/presentationml/2006/ole">
            <mc:AlternateContent xmlns:mc="http://schemas.openxmlformats.org/markup-compatibility/2006">
              <mc:Choice xmlns:v="urn:schemas-microsoft-com:vml" Requires="v">
                <p:oleObj spid="_x0000_s59093" name="Equation" r:id="rId13" imgW="482400" imgH="431640" progId="Equation.DSMT4">
                  <p:embed/>
                </p:oleObj>
              </mc:Choice>
              <mc:Fallback>
                <p:oleObj name="Equation" r:id="rId13" imgW="482400" imgH="431640" progId="Equation.DSMT4">
                  <p:embed/>
                  <p:pic>
                    <p:nvPicPr>
                      <p:cNvPr id="0" name="对象 5"/>
                      <p:cNvPicPr>
                        <a:picLocks noChangeAspect="1" noChangeArrowheads="1"/>
                      </p:cNvPicPr>
                      <p:nvPr/>
                    </p:nvPicPr>
                    <p:blipFill>
                      <a:blip r:embed="rId14"/>
                      <a:srcRect/>
                      <a:stretch>
                        <a:fillRect/>
                      </a:stretch>
                    </p:blipFill>
                    <p:spPr bwMode="auto">
                      <a:xfrm>
                        <a:off x="5390715" y="5380856"/>
                        <a:ext cx="2096675" cy="1872208"/>
                      </a:xfrm>
                      <a:prstGeom prst="rect">
                        <a:avLst/>
                      </a:prstGeom>
                      <a:noFill/>
                      <a:ln>
                        <a:noFill/>
                      </a:ln>
                    </p:spPr>
                  </p:pic>
                </p:oleObj>
              </mc:Fallback>
            </mc:AlternateContent>
          </a:graphicData>
        </a:graphic>
      </p:graphicFrame>
      <p:sp>
        <p:nvSpPr>
          <p:cNvPr id="10" name="TextBox 9"/>
          <p:cNvSpPr txBox="1"/>
          <p:nvPr/>
        </p:nvSpPr>
        <p:spPr>
          <a:xfrm>
            <a:off x="741760" y="7474605"/>
            <a:ext cx="10657184" cy="148758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25000"/>
              </a:lnSpc>
              <a:spcBef>
                <a:spcPts val="0"/>
              </a:spcBef>
              <a:spcAft>
                <a:spcPts val="0"/>
              </a:spcAft>
              <a:buClrTx/>
              <a:buSzTx/>
              <a:buFontTx/>
              <a:buNone/>
              <a:tabLst/>
            </a:pP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对于</a:t>
            </a:r>
            <a:r>
              <a:rPr kumimoji="0" lang="en-US" altLang="zh-CN"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q&lt;0</a:t>
            </a: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的情况，场强的大小与</a:t>
            </a:r>
            <a:r>
              <a:rPr kumimoji="0" lang="en-US" altLang="zh-CN"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q&gt;0</a:t>
            </a: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的情况一样，但球外场强的方向指向带电球面。</a:t>
            </a:r>
            <a:endParaRPr kumimoji="0" lang="zh-CN" altLang="en-US" sz="3600" b="1" i="0" u="none" strike="noStrike" cap="none" spc="0" normalizeH="0" baseline="0">
              <a:ln>
                <a:noFill/>
              </a:ln>
              <a:solidFill>
                <a:srgbClr val="000000"/>
              </a:solidFill>
              <a:effectLst/>
              <a:uFillTx/>
              <a:latin typeface="宋体" pitchFamily="2" charset="-122"/>
              <a:ea typeface="宋体" pitchFamily="2" charset="-122"/>
              <a:sym typeface="Helvetica Light"/>
            </a:endParaRPr>
          </a:p>
        </p:txBody>
      </p:sp>
      <p:pic>
        <p:nvPicPr>
          <p:cNvPr id="58387" name="Picture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82720" y="1132384"/>
            <a:ext cx="2712659" cy="2298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2" name="Group 24"/>
          <p:cNvGrpSpPr>
            <a:grpSpLocks/>
          </p:cNvGrpSpPr>
          <p:nvPr/>
        </p:nvGrpSpPr>
        <p:grpSpPr bwMode="auto">
          <a:xfrm>
            <a:off x="8691711" y="3962876"/>
            <a:ext cx="3755875" cy="2652762"/>
            <a:chOff x="2455" y="1346"/>
            <a:chExt cx="1529" cy="1006"/>
          </a:xfrm>
        </p:grpSpPr>
        <p:sp>
          <p:nvSpPr>
            <p:cNvPr id="13" name="Rectangle 15"/>
            <p:cNvSpPr>
              <a:spLocks noChangeArrowheads="1"/>
            </p:cNvSpPr>
            <p:nvPr/>
          </p:nvSpPr>
          <p:spPr bwMode="auto">
            <a:xfrm>
              <a:off x="2455" y="1346"/>
              <a:ext cx="1529" cy="1006"/>
            </a:xfrm>
            <a:prstGeom prst="rect">
              <a:avLst/>
            </a:prstGeom>
            <a:noFill/>
            <a:ln w="952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pPr eaLnBrk="1" hangingPunct="1"/>
              <a:endParaRPr lang="zh-CN" altLang="en-US"/>
            </a:p>
          </p:txBody>
        </p:sp>
        <p:sp>
          <p:nvSpPr>
            <p:cNvPr id="14" name="Line 16"/>
            <p:cNvSpPr>
              <a:spLocks noChangeShapeType="1"/>
            </p:cNvSpPr>
            <p:nvPr/>
          </p:nvSpPr>
          <p:spPr bwMode="auto">
            <a:xfrm>
              <a:off x="2562" y="2056"/>
              <a:ext cx="1386" cy="0"/>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17"/>
            <p:cNvSpPr>
              <a:spLocks noChangeShapeType="1"/>
            </p:cNvSpPr>
            <p:nvPr/>
          </p:nvSpPr>
          <p:spPr bwMode="auto">
            <a:xfrm flipV="1">
              <a:off x="2740" y="1435"/>
              <a:ext cx="0" cy="651"/>
            </a:xfrm>
            <a:prstGeom prst="line">
              <a:avLst/>
            </a:prstGeom>
            <a:noFill/>
            <a:ln w="28575">
              <a:solidFill>
                <a:srgbClr val="000000"/>
              </a:solidFill>
              <a:round/>
              <a:headEnd/>
              <a:tailEnd type="triangle" w="med"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6" name="Line 18"/>
            <p:cNvSpPr>
              <a:spLocks noChangeShapeType="1"/>
            </p:cNvSpPr>
            <p:nvPr/>
          </p:nvSpPr>
          <p:spPr bwMode="auto">
            <a:xfrm flipV="1">
              <a:off x="3237" y="1612"/>
              <a:ext cx="0" cy="444"/>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7" name="Freeform 19"/>
            <p:cNvSpPr>
              <a:spLocks/>
            </p:cNvSpPr>
            <p:nvPr/>
          </p:nvSpPr>
          <p:spPr bwMode="auto">
            <a:xfrm>
              <a:off x="3237" y="1612"/>
              <a:ext cx="569" cy="385"/>
            </a:xfrm>
            <a:custGeom>
              <a:avLst/>
              <a:gdLst>
                <a:gd name="T0" fmla="*/ 0 w 768"/>
                <a:gd name="T1" fmla="*/ 0 h 624"/>
                <a:gd name="T2" fmla="*/ 59 w 768"/>
                <a:gd name="T3" fmla="*/ 56 h 624"/>
                <a:gd name="T4" fmla="*/ 136 w 768"/>
                <a:gd name="T5" fmla="*/ 102 h 624"/>
                <a:gd name="T6" fmla="*/ 234 w 768"/>
                <a:gd name="T7" fmla="*/ 135 h 624"/>
                <a:gd name="T8" fmla="*/ 313 w 768"/>
                <a:gd name="T9" fmla="*/ 147 h 624"/>
                <a:gd name="T10" fmla="*/ 0 60000 65536"/>
                <a:gd name="T11" fmla="*/ 0 60000 65536"/>
                <a:gd name="T12" fmla="*/ 0 60000 65536"/>
                <a:gd name="T13" fmla="*/ 0 60000 65536"/>
                <a:gd name="T14" fmla="*/ 0 60000 65536"/>
                <a:gd name="T15" fmla="*/ 0 w 768"/>
                <a:gd name="T16" fmla="*/ 0 h 624"/>
                <a:gd name="T17" fmla="*/ 768 w 768"/>
                <a:gd name="T18" fmla="*/ 624 h 624"/>
              </a:gdLst>
              <a:ahLst/>
              <a:cxnLst>
                <a:cxn ang="T10">
                  <a:pos x="T0" y="T1"/>
                </a:cxn>
                <a:cxn ang="T11">
                  <a:pos x="T2" y="T3"/>
                </a:cxn>
                <a:cxn ang="T12">
                  <a:pos x="T4" y="T5"/>
                </a:cxn>
                <a:cxn ang="T13">
                  <a:pos x="T6" y="T7"/>
                </a:cxn>
                <a:cxn ang="T14">
                  <a:pos x="T8" y="T9"/>
                </a:cxn>
              </a:cxnLst>
              <a:rect l="T15" t="T16" r="T17" b="T18"/>
              <a:pathLst>
                <a:path w="768" h="624">
                  <a:moveTo>
                    <a:pt x="0" y="0"/>
                  </a:moveTo>
                  <a:cubicBezTo>
                    <a:pt x="44" y="84"/>
                    <a:pt x="88" y="168"/>
                    <a:pt x="144" y="240"/>
                  </a:cubicBezTo>
                  <a:cubicBezTo>
                    <a:pt x="200" y="312"/>
                    <a:pt x="264" y="376"/>
                    <a:pt x="336" y="432"/>
                  </a:cubicBezTo>
                  <a:cubicBezTo>
                    <a:pt x="408" y="488"/>
                    <a:pt x="504" y="544"/>
                    <a:pt x="576" y="576"/>
                  </a:cubicBezTo>
                  <a:cubicBezTo>
                    <a:pt x="648" y="608"/>
                    <a:pt x="708" y="616"/>
                    <a:pt x="768" y="624"/>
                  </a:cubicBezTo>
                </a:path>
              </a:pathLst>
            </a:custGeom>
            <a:solidFill>
              <a:schemeClr val="bg1"/>
            </a:solidFill>
            <a:ln w="38100">
              <a:solidFill>
                <a:srgbClr val="0000FF"/>
              </a:solidFill>
              <a:round/>
              <a:headEnd/>
              <a:tailEnd/>
            </a:ln>
          </p:spPr>
          <p:txBody>
            <a:bodyPr wrap="none" anchor="ctr"/>
            <a:lstStyle/>
            <a:p>
              <a:endParaRPr lang="zh-CN" altLang="en-US"/>
            </a:p>
          </p:txBody>
        </p:sp>
        <p:graphicFrame>
          <p:nvGraphicFramePr>
            <p:cNvPr id="18" name="Object 20"/>
            <p:cNvGraphicFramePr>
              <a:graphicFrameLocks noChangeAspect="1"/>
            </p:cNvGraphicFramePr>
            <p:nvPr/>
          </p:nvGraphicFramePr>
          <p:xfrm>
            <a:off x="2526" y="2086"/>
            <a:ext cx="1422" cy="164"/>
          </p:xfrm>
          <a:graphic>
            <a:graphicData uri="http://schemas.openxmlformats.org/presentationml/2006/ole">
              <mc:AlternateContent xmlns:mc="http://schemas.openxmlformats.org/markup-compatibility/2006">
                <mc:Choice xmlns:v="urn:schemas-microsoft-com:vml" Requires="v">
                  <p:oleObj spid="_x0000_s59094" name="Equation" r:id="rId16" imgW="609336" imgH="215806" progId="Equation.3">
                    <p:embed/>
                  </p:oleObj>
                </mc:Choice>
                <mc:Fallback>
                  <p:oleObj name="Equation" r:id="rId16" imgW="609336" imgH="215806"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526" y="2086"/>
                          <a:ext cx="1422" cy="164"/>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21"/>
            <p:cNvGraphicFramePr>
              <a:graphicFrameLocks noChangeAspect="1"/>
            </p:cNvGraphicFramePr>
            <p:nvPr/>
          </p:nvGraphicFramePr>
          <p:xfrm>
            <a:off x="2775" y="1405"/>
            <a:ext cx="137" cy="119"/>
          </p:xfrm>
          <a:graphic>
            <a:graphicData uri="http://schemas.openxmlformats.org/presentationml/2006/ole">
              <mc:AlternateContent xmlns:mc="http://schemas.openxmlformats.org/markup-compatibility/2006">
                <mc:Choice xmlns:v="urn:schemas-microsoft-com:vml" Requires="v">
                  <p:oleObj spid="_x0000_s59095" name="公式" r:id="rId18" imgW="330057" imgH="342751" progId="Equation.3">
                    <p:embed/>
                  </p:oleObj>
                </mc:Choice>
                <mc:Fallback>
                  <p:oleObj name="公式" r:id="rId18" imgW="330057" imgH="342751"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2775" y="1405"/>
                          <a:ext cx="137" cy="119"/>
                        </a:xfrm>
                        <a:prstGeom prst="rect">
                          <a:avLst/>
                        </a:prstGeom>
                        <a:solidFill>
                          <a:schemeClr val="bg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22"/>
            <p:cNvGraphicFramePr>
              <a:graphicFrameLocks noChangeAspect="1"/>
            </p:cNvGraphicFramePr>
            <p:nvPr/>
          </p:nvGraphicFramePr>
          <p:xfrm>
            <a:off x="3380" y="1612"/>
            <a:ext cx="491" cy="218"/>
          </p:xfrm>
          <a:graphic>
            <a:graphicData uri="http://schemas.openxmlformats.org/presentationml/2006/ole">
              <mc:AlternateContent xmlns:mc="http://schemas.openxmlformats.org/markup-compatibility/2006">
                <mc:Choice xmlns:v="urn:schemas-microsoft-com:vml" Requires="v">
                  <p:oleObj spid="_x0000_s59096" name="公式" r:id="rId20" imgW="431613" imgH="228501" progId="Equation.3">
                    <p:embed/>
                  </p:oleObj>
                </mc:Choice>
                <mc:Fallback>
                  <p:oleObj name="公式" r:id="rId20" imgW="431613" imgH="228501"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380" y="1612"/>
                          <a:ext cx="491" cy="218"/>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Line 23"/>
            <p:cNvSpPr>
              <a:spLocks noChangeShapeType="1"/>
            </p:cNvSpPr>
            <p:nvPr/>
          </p:nvSpPr>
          <p:spPr bwMode="auto">
            <a:xfrm>
              <a:off x="2740" y="2056"/>
              <a:ext cx="497"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22" name="Object 6"/>
          <p:cNvGraphicFramePr>
            <a:graphicFrameLocks noChangeAspect="1"/>
          </p:cNvGraphicFramePr>
          <p:nvPr>
            <p:extLst>
              <p:ext uri="{D42A27DB-BD31-4B8C-83A1-F6EECF244321}">
                <p14:modId xmlns:p14="http://schemas.microsoft.com/office/powerpoint/2010/main" val="1203760677"/>
              </p:ext>
            </p:extLst>
          </p:nvPr>
        </p:nvGraphicFramePr>
        <p:xfrm>
          <a:off x="10002214" y="6749008"/>
          <a:ext cx="1600751" cy="492876"/>
        </p:xfrm>
        <a:graphic>
          <a:graphicData uri="http://schemas.openxmlformats.org/presentationml/2006/ole">
            <mc:AlternateContent xmlns:mc="http://schemas.openxmlformats.org/markup-compatibility/2006">
              <mc:Choice xmlns:v="urn:schemas-microsoft-com:vml" Requires="v">
                <p:oleObj spid="_x0000_s59097" name="Equation" r:id="rId22" imgW="660240" imgH="203040" progId="Equation.DSMT4">
                  <p:embed/>
                </p:oleObj>
              </mc:Choice>
              <mc:Fallback>
                <p:oleObj name="Equation" r:id="rId22" imgW="660240" imgH="203040" progId="Equation.DSMT4">
                  <p:embed/>
                  <p:pic>
                    <p:nvPicPr>
                      <p:cNvPr id="0" name=""/>
                      <p:cNvPicPr>
                        <a:picLocks noChangeAspect="1" noChangeArrowheads="1"/>
                      </p:cNvPicPr>
                      <p:nvPr/>
                    </p:nvPicPr>
                    <p:blipFill>
                      <a:blip r:embed="rId23"/>
                      <a:srcRect/>
                      <a:stretch>
                        <a:fillRect/>
                      </a:stretch>
                    </p:blipFill>
                    <p:spPr bwMode="auto">
                      <a:xfrm>
                        <a:off x="10002214" y="6749008"/>
                        <a:ext cx="1600751" cy="492876"/>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223059374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25736" y="556320"/>
            <a:ext cx="9289032"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smtClean="0">
                <a:ln>
                  <a:noFill/>
                </a:ln>
                <a:solidFill>
                  <a:srgbClr val="0000FF"/>
                </a:solidFill>
                <a:effectLst/>
                <a:uFillTx/>
                <a:latin typeface="宋体" pitchFamily="2" charset="-122"/>
                <a:ea typeface="宋体" pitchFamily="2" charset="-122"/>
                <a:sym typeface="Helvetica Light"/>
              </a:rPr>
              <a:t>例</a:t>
            </a:r>
            <a:r>
              <a:rPr kumimoji="0" lang="en-US" altLang="zh-CN" sz="3600" b="1" i="0" u="none" strike="noStrike" cap="none" spc="0" normalizeH="0" baseline="0" smtClean="0">
                <a:ln>
                  <a:noFill/>
                </a:ln>
                <a:solidFill>
                  <a:srgbClr val="0000FF"/>
                </a:solidFill>
                <a:effectLst/>
                <a:uFillTx/>
                <a:latin typeface="宋体" pitchFamily="2" charset="-122"/>
                <a:ea typeface="宋体" pitchFamily="2" charset="-122"/>
                <a:sym typeface="Helvetica Light"/>
              </a:rPr>
              <a:t>16.8 </a:t>
            </a:r>
            <a:r>
              <a:rPr kumimoji="0" lang="zh-CN" altLang="en-US" sz="3600" b="1" i="0" u="none" strike="noStrike" cap="none" spc="0" normalizeH="0" baseline="0" smtClean="0">
                <a:ln>
                  <a:noFill/>
                </a:ln>
                <a:solidFill>
                  <a:srgbClr val="0000FF"/>
                </a:solidFill>
                <a:effectLst/>
                <a:uFillTx/>
                <a:latin typeface="宋体" pitchFamily="2" charset="-122"/>
                <a:ea typeface="宋体" pitchFamily="2" charset="-122"/>
                <a:sym typeface="Helvetica Light"/>
              </a:rPr>
              <a:t>长直带电细线附近的电场分布</a:t>
            </a:r>
            <a:endParaRPr kumimoji="0" lang="zh-CN" altLang="en-US" sz="3600" b="1" i="0" u="none" strike="noStrike" cap="none" spc="0" normalizeH="0" baseline="0">
              <a:ln>
                <a:noFill/>
              </a:ln>
              <a:solidFill>
                <a:srgbClr val="0000FF"/>
              </a:solidFill>
              <a:effectLst/>
              <a:uFillTx/>
              <a:latin typeface="宋体" pitchFamily="2" charset="-122"/>
              <a:ea typeface="宋体" pitchFamily="2" charset="-122"/>
              <a:sym typeface="Helvetica Light"/>
            </a:endParaRPr>
          </a:p>
        </p:txBody>
      </p:sp>
      <p:sp>
        <p:nvSpPr>
          <p:cNvPr id="3" name="TextBox 2"/>
          <p:cNvSpPr txBox="1"/>
          <p:nvPr/>
        </p:nvSpPr>
        <p:spPr>
          <a:xfrm>
            <a:off x="493125" y="1287433"/>
            <a:ext cx="11773308" cy="287258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lvl="0" algn="l" rtl="0" latinLnBrk="1" hangingPunct="0">
              <a:lnSpc>
                <a:spcPct val="125000"/>
              </a:lnSpc>
            </a:pP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电荷均匀分布在一条长直细线上。线上单位长度所带电荷恒定为</a:t>
            </a:r>
            <a:r>
              <a:rPr lang="el-GR" altLang="zh-CN" b="1" i="1">
                <a:solidFill>
                  <a:schemeClr val="tx1"/>
                </a:solidFill>
                <a:latin typeface="Times New Roman" pitchFamily="18" charset="0"/>
                <a:ea typeface="宋体" pitchFamily="2" charset="-122"/>
                <a:cs typeface="Times New Roman" pitchFamily="18" charset="0"/>
                <a:sym typeface="Times New Roman"/>
              </a:rPr>
              <a:t>λ(λ&gt;0</a:t>
            </a:r>
            <a:r>
              <a:rPr lang="el-GR" altLang="zh-CN" b="1" i="1" smtClean="0">
                <a:solidFill>
                  <a:schemeClr val="tx1"/>
                </a:solidFill>
                <a:latin typeface="Times New Roman" pitchFamily="18" charset="0"/>
                <a:ea typeface="宋体" pitchFamily="2" charset="-122"/>
                <a:cs typeface="Times New Roman" pitchFamily="18" charset="0"/>
                <a:sym typeface="Times New Roman"/>
              </a:rPr>
              <a:t>)</a:t>
            </a:r>
            <a:r>
              <a:rPr lang="zh-CN" altLang="en-US" b="1" i="1" smtClean="0">
                <a:solidFill>
                  <a:schemeClr val="tx1"/>
                </a:solidFill>
                <a:latin typeface="宋体" pitchFamily="2" charset="-122"/>
                <a:ea typeface="宋体" pitchFamily="2" charset="-122"/>
                <a:cs typeface="Times New Roman" pitchFamily="18" charset="0"/>
                <a:sym typeface="Times New Roman"/>
              </a:rPr>
              <a:t>。</a:t>
            </a:r>
            <a:r>
              <a:rPr lang="zh-CN" altLang="en-US" b="1" smtClean="0">
                <a:solidFill>
                  <a:schemeClr val="tx1"/>
                </a:solidFill>
                <a:latin typeface="宋体" pitchFamily="2" charset="-122"/>
                <a:ea typeface="宋体" pitchFamily="2" charset="-122"/>
                <a:cs typeface="Times New Roman" pitchFamily="18" charset="0"/>
                <a:sym typeface="Times New Roman"/>
              </a:rPr>
              <a:t>求距离细线</a:t>
            </a:r>
            <a:r>
              <a:rPr lang="en-US" altLang="zh-CN" b="1" smtClean="0">
                <a:solidFill>
                  <a:schemeClr val="tx1"/>
                </a:solidFill>
                <a:latin typeface="宋体" pitchFamily="2" charset="-122"/>
                <a:ea typeface="宋体" pitchFamily="2" charset="-122"/>
                <a:cs typeface="Times New Roman" pitchFamily="18" charset="0"/>
                <a:sym typeface="Times New Roman"/>
              </a:rPr>
              <a:t>r</a:t>
            </a:r>
            <a:r>
              <a:rPr lang="zh-CN" altLang="en-US" b="1" smtClean="0">
                <a:solidFill>
                  <a:schemeClr val="tx1"/>
                </a:solidFill>
                <a:latin typeface="宋体" pitchFamily="2" charset="-122"/>
                <a:ea typeface="宋体" pitchFamily="2" charset="-122"/>
                <a:cs typeface="Times New Roman" pitchFamily="18" charset="0"/>
                <a:sym typeface="Times New Roman"/>
              </a:rPr>
              <a:t>处电场的大小，假设此处与线的两端相距很远。</a:t>
            </a:r>
            <a:endParaRPr lang="el-GR" altLang="zh-CN" b="1">
              <a:solidFill>
                <a:schemeClr val="tx1"/>
              </a:solidFill>
              <a:latin typeface="Times New Roman" pitchFamily="18" charset="0"/>
              <a:ea typeface="宋体" pitchFamily="2" charset="-122"/>
              <a:cs typeface="Times New Roman" pitchFamily="18" charset="0"/>
              <a:sym typeface="Times New Roman"/>
            </a:endParaRPr>
          </a:p>
          <a:p>
            <a:pPr marL="0" marR="0" indent="0" algn="l" defTabSz="584200" rtl="0" fontAlgn="auto" latinLnBrk="1" hangingPunct="0">
              <a:lnSpc>
                <a:spcPct val="125000"/>
              </a:lnSpc>
              <a:spcBef>
                <a:spcPts val="0"/>
              </a:spcBef>
              <a:spcAft>
                <a:spcPts val="0"/>
              </a:spcAft>
              <a:buClrTx/>
              <a:buSzTx/>
              <a:buFontTx/>
              <a:buNone/>
              <a:tabLst/>
            </a:pPr>
            <a:endParaRPr kumimoji="0" lang="zh-CN" altLang="en-US" sz="3600" b="1" i="0" u="none" strike="noStrike" cap="none" spc="0" normalizeH="0" baseline="0">
              <a:ln>
                <a:noFill/>
              </a:ln>
              <a:solidFill>
                <a:srgbClr val="000000"/>
              </a:solidFill>
              <a:effectLst/>
              <a:uFillTx/>
              <a:latin typeface="宋体" pitchFamily="2" charset="-122"/>
              <a:ea typeface="宋体" pitchFamily="2" charset="-122"/>
              <a:sym typeface="Helvetica Light"/>
            </a:endParaRPr>
          </a:p>
        </p:txBody>
      </p:sp>
      <p:sp>
        <p:nvSpPr>
          <p:cNvPr id="4" name="TextBox 3"/>
          <p:cNvSpPr txBox="1"/>
          <p:nvPr/>
        </p:nvSpPr>
        <p:spPr>
          <a:xfrm>
            <a:off x="744557" y="3868307"/>
            <a:ext cx="2880320"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r>
              <a:rPr lang="zh-CN" altLang="en-US" b="1">
                <a:solidFill>
                  <a:srgbClr val="000000"/>
                </a:solidFill>
                <a:latin typeface="宋体" pitchFamily="2" charset="-122"/>
                <a:ea typeface="宋体" pitchFamily="2" charset="-122"/>
              </a:rPr>
              <a:t>分析过程：</a:t>
            </a:r>
            <a:endParaRPr lang="zh-CN" altLang="en-US" b="1" dirty="0">
              <a:solidFill>
                <a:srgbClr val="000000"/>
              </a:solidFill>
              <a:latin typeface="宋体" pitchFamily="2" charset="-122"/>
              <a:ea typeface="宋体" pitchFamily="2" charset="-122"/>
            </a:endParaRPr>
          </a:p>
        </p:txBody>
      </p:sp>
      <p:sp>
        <p:nvSpPr>
          <p:cNvPr id="5" name="Shape 616"/>
          <p:cNvSpPr/>
          <p:nvPr/>
        </p:nvSpPr>
        <p:spPr>
          <a:xfrm>
            <a:off x="3134550" y="3431081"/>
            <a:ext cx="7538771" cy="2588399"/>
          </a:xfrm>
          <a:prstGeom prst="rect">
            <a:avLst/>
          </a:prstGeom>
          <a:ln w="12700">
            <a:miter lim="400000"/>
          </a:ln>
          <a:extLst>
            <a:ext uri="{C572A759-6A51-4108-AA02-DFA0A04FC94B}">
              <ma14:wrappingTextBoxFlag xmlns:ma14="http://schemas.microsoft.com/office/mac/drawingml/2011/main" xmlns="" val="1"/>
            </a:ext>
          </a:extLst>
        </p:spPr>
        <p:txBody>
          <a:bodyPr wrap="square" lIns="65023" tIns="65023" rIns="65023" bIns="65023">
            <a:spAutoFit/>
          </a:bodyPr>
          <a:lstStyle>
            <a:lvl1pPr algn="l" defTabSz="762000">
              <a:spcBef>
                <a:spcPts val="1900"/>
              </a:spcBef>
              <a:buClr>
                <a:srgbClr val="0000FF"/>
              </a:buClr>
              <a:buSzPct val="100000"/>
              <a:buChar char="•"/>
              <a:defRPr sz="4400" b="1">
                <a:solidFill>
                  <a:srgbClr val="0000FF"/>
                </a:solidFill>
                <a:latin typeface="楷体_GB2312"/>
                <a:ea typeface="楷体_GB2312"/>
                <a:cs typeface="楷体_GB2312"/>
                <a:sym typeface="楷体_GB2312"/>
              </a:defRPr>
            </a:lvl1pPr>
          </a:lstStyle>
          <a:p>
            <a:pPr lvl="0">
              <a:buNone/>
              <a:defRPr sz="1800"/>
            </a:pPr>
            <a:r>
              <a:rPr lang="zh-CN" altLang="en-US" sz="3200" dirty="0" smtClean="0">
                <a:solidFill>
                  <a:schemeClr val="tx1"/>
                </a:solidFill>
                <a:latin typeface="宋体" pitchFamily="2" charset="-122"/>
                <a:ea typeface="宋体" pitchFamily="2" charset="-122"/>
                <a:cs typeface="Times New Roman"/>
              </a:rPr>
              <a:t>（</a:t>
            </a:r>
            <a:r>
              <a:rPr lang="en-US" altLang="zh-CN" sz="3200" dirty="0" smtClean="0">
                <a:solidFill>
                  <a:schemeClr val="tx1"/>
                </a:solidFill>
                <a:latin typeface="宋体" pitchFamily="2" charset="-122"/>
                <a:ea typeface="宋体" pitchFamily="2" charset="-122"/>
                <a:cs typeface="Times New Roman"/>
              </a:rPr>
              <a:t>1</a:t>
            </a:r>
            <a:r>
              <a:rPr lang="zh-CN" altLang="en-US" sz="3200" dirty="0" smtClean="0">
                <a:solidFill>
                  <a:schemeClr val="tx1"/>
                </a:solidFill>
                <a:latin typeface="宋体" pitchFamily="2" charset="-122"/>
                <a:ea typeface="宋体" pitchFamily="2" charset="-122"/>
                <a:cs typeface="Times New Roman"/>
              </a:rPr>
              <a:t>）</a:t>
            </a:r>
            <a:r>
              <a:rPr sz="3200" dirty="0" err="1" smtClean="0">
                <a:solidFill>
                  <a:schemeClr val="tx1"/>
                </a:solidFill>
                <a:latin typeface="宋体" pitchFamily="2" charset="-122"/>
                <a:ea typeface="宋体" pitchFamily="2" charset="-122"/>
                <a:cs typeface="Times New Roman"/>
              </a:rPr>
              <a:t>对称性的分析</a:t>
            </a:r>
            <a:r>
              <a:rPr lang="en-US" sz="3200" dirty="0" smtClean="0">
                <a:solidFill>
                  <a:schemeClr val="tx1"/>
                </a:solidFill>
                <a:latin typeface="宋体" pitchFamily="2" charset="-122"/>
                <a:ea typeface="宋体" pitchFamily="2" charset="-122"/>
                <a:cs typeface="Times New Roman"/>
              </a:rPr>
              <a:t>:</a:t>
            </a:r>
            <a:r>
              <a:rPr lang="zh-CN" altLang="en-US" sz="3200" dirty="0" smtClean="0">
                <a:solidFill>
                  <a:srgbClr val="FF0000"/>
                </a:solidFill>
                <a:latin typeface="宋体" pitchFamily="2" charset="-122"/>
                <a:ea typeface="宋体" pitchFamily="2" charset="-122"/>
                <a:cs typeface="Times New Roman"/>
              </a:rPr>
              <a:t>轴对称性</a:t>
            </a:r>
            <a:r>
              <a:rPr lang="zh-CN" altLang="en-US" sz="3200" dirty="0" smtClean="0">
                <a:solidFill>
                  <a:schemeClr val="tx1"/>
                </a:solidFill>
                <a:latin typeface="宋体" pitchFamily="2" charset="-122"/>
                <a:ea typeface="宋体" pitchFamily="2" charset="-122"/>
                <a:cs typeface="Times New Roman"/>
              </a:rPr>
              <a:t>；</a:t>
            </a:r>
            <a:endParaRPr lang="en-US" altLang="zh-CN" sz="3200" dirty="0" smtClean="0">
              <a:solidFill>
                <a:schemeClr val="tx1"/>
              </a:solidFill>
              <a:latin typeface="宋体" pitchFamily="2" charset="-122"/>
              <a:ea typeface="宋体" pitchFamily="2" charset="-122"/>
              <a:cs typeface="Times New Roman"/>
            </a:endParaRPr>
          </a:p>
          <a:p>
            <a:pPr lvl="0">
              <a:buNone/>
              <a:defRPr sz="1800"/>
            </a:pPr>
            <a:r>
              <a:rPr lang="zh-CN" altLang="en-US" sz="3200" dirty="0" smtClean="0">
                <a:solidFill>
                  <a:schemeClr val="tx1"/>
                </a:solidFill>
                <a:latin typeface="宋体" pitchFamily="2" charset="-122"/>
                <a:ea typeface="宋体" pitchFamily="2" charset="-122"/>
                <a:cs typeface="Times New Roman"/>
              </a:rPr>
              <a:t>（</a:t>
            </a:r>
            <a:r>
              <a:rPr lang="en-US" altLang="zh-CN" sz="3200" dirty="0" smtClean="0">
                <a:solidFill>
                  <a:schemeClr val="tx1"/>
                </a:solidFill>
                <a:latin typeface="宋体" pitchFamily="2" charset="-122"/>
                <a:ea typeface="宋体" pitchFamily="2" charset="-122"/>
                <a:cs typeface="Times New Roman"/>
              </a:rPr>
              <a:t>2</a:t>
            </a:r>
            <a:r>
              <a:rPr lang="zh-CN" altLang="en-US" sz="3200" dirty="0" smtClean="0">
                <a:solidFill>
                  <a:schemeClr val="tx1"/>
                </a:solidFill>
                <a:latin typeface="宋体" pitchFamily="2" charset="-122"/>
                <a:ea typeface="宋体" pitchFamily="2" charset="-122"/>
                <a:cs typeface="Times New Roman"/>
              </a:rPr>
              <a:t>）选取合适的高斯面：</a:t>
            </a:r>
            <a:r>
              <a:rPr lang="zh-CN" altLang="en-US" sz="3200" dirty="0" smtClean="0">
                <a:solidFill>
                  <a:srgbClr val="FF0000"/>
                </a:solidFill>
                <a:latin typeface="宋体" pitchFamily="2" charset="-122"/>
                <a:ea typeface="宋体" pitchFamily="2" charset="-122"/>
                <a:cs typeface="Times New Roman"/>
              </a:rPr>
              <a:t>以带电线为轴，半径为</a:t>
            </a:r>
            <a:r>
              <a:rPr lang="en-US" altLang="zh-CN" sz="3200" dirty="0" smtClean="0">
                <a:solidFill>
                  <a:srgbClr val="FF0000"/>
                </a:solidFill>
                <a:latin typeface="宋体" pitchFamily="2" charset="-122"/>
                <a:ea typeface="宋体" pitchFamily="2" charset="-122"/>
                <a:cs typeface="Times New Roman"/>
              </a:rPr>
              <a:t>r</a:t>
            </a:r>
            <a:r>
              <a:rPr lang="zh-CN" altLang="en-US" sz="3200" dirty="0" smtClean="0">
                <a:solidFill>
                  <a:srgbClr val="FF0000"/>
                </a:solidFill>
                <a:latin typeface="宋体" pitchFamily="2" charset="-122"/>
                <a:ea typeface="宋体" pitchFamily="2" charset="-122"/>
                <a:cs typeface="Times New Roman"/>
              </a:rPr>
              <a:t>做一圆柱体</a:t>
            </a:r>
            <a:r>
              <a:rPr lang="zh-CN" altLang="en-US" sz="3200" dirty="0" smtClean="0">
                <a:solidFill>
                  <a:schemeClr val="tx1"/>
                </a:solidFill>
                <a:latin typeface="宋体" pitchFamily="2" charset="-122"/>
                <a:ea typeface="宋体" pitchFamily="2" charset="-122"/>
                <a:cs typeface="Times New Roman"/>
              </a:rPr>
              <a:t>；</a:t>
            </a:r>
            <a:endParaRPr lang="en-US" altLang="zh-CN" sz="3200" dirty="0" smtClean="0">
              <a:solidFill>
                <a:schemeClr val="tx1"/>
              </a:solidFill>
              <a:latin typeface="宋体" pitchFamily="2" charset="-122"/>
              <a:ea typeface="宋体" pitchFamily="2" charset="-122"/>
              <a:cs typeface="Times New Roman"/>
            </a:endParaRPr>
          </a:p>
          <a:p>
            <a:pPr>
              <a:buNone/>
              <a:defRPr sz="1800"/>
            </a:pPr>
            <a:r>
              <a:rPr lang="zh-CN" altLang="en-US" sz="3200" dirty="0" smtClean="0">
                <a:solidFill>
                  <a:schemeClr val="tx1"/>
                </a:solidFill>
                <a:latin typeface="宋体" pitchFamily="2" charset="-122"/>
                <a:ea typeface="宋体" pitchFamily="2" charset="-122"/>
                <a:cs typeface="Times New Roman"/>
              </a:rPr>
              <a:t>（</a:t>
            </a:r>
            <a:r>
              <a:rPr lang="en-US" altLang="zh-CN" sz="3200" dirty="0" smtClean="0">
                <a:solidFill>
                  <a:schemeClr val="tx1"/>
                </a:solidFill>
                <a:latin typeface="宋体" pitchFamily="2" charset="-122"/>
                <a:ea typeface="宋体" pitchFamily="2" charset="-122"/>
                <a:cs typeface="Times New Roman"/>
              </a:rPr>
              <a:t>3</a:t>
            </a:r>
            <a:r>
              <a:rPr lang="zh-CN" altLang="en-US" sz="3200" dirty="0" smtClean="0">
                <a:solidFill>
                  <a:schemeClr val="tx1"/>
                </a:solidFill>
                <a:latin typeface="宋体" pitchFamily="2" charset="-122"/>
                <a:ea typeface="宋体" pitchFamily="2" charset="-122"/>
                <a:cs typeface="Times New Roman"/>
              </a:rPr>
              <a:t>）计算电通量。</a:t>
            </a:r>
            <a:endParaRPr sz="3200" dirty="0">
              <a:solidFill>
                <a:schemeClr val="tx1"/>
              </a:solidFill>
              <a:latin typeface="宋体" pitchFamily="2" charset="-122"/>
              <a:ea typeface="宋体" pitchFamily="2" charset="-122"/>
              <a:cs typeface="Times New Roman"/>
            </a:endParaRPr>
          </a:p>
        </p:txBody>
      </p:sp>
      <p:pic>
        <p:nvPicPr>
          <p:cNvPr id="6" name="Picture 5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23835" y="6315157"/>
            <a:ext cx="2356929" cy="237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62" name="组合 61"/>
          <p:cNvGrpSpPr/>
          <p:nvPr/>
        </p:nvGrpSpPr>
        <p:grpSpPr>
          <a:xfrm>
            <a:off x="7980115" y="5501267"/>
            <a:ext cx="3695985" cy="4183663"/>
            <a:chOff x="8141545" y="2456462"/>
            <a:chExt cx="3695985" cy="4183663"/>
          </a:xfrm>
        </p:grpSpPr>
        <p:pic>
          <p:nvPicPr>
            <p:cNvPr id="63" name="image.pdf"/>
            <p:cNvPicPr/>
            <p:nvPr/>
          </p:nvPicPr>
          <p:blipFill>
            <a:blip r:embed="rId3" cstate="print">
              <a:extLst/>
            </a:blip>
            <a:stretch>
              <a:fillRect/>
            </a:stretch>
          </p:blipFill>
          <p:spPr>
            <a:xfrm>
              <a:off x="8141546" y="5949244"/>
              <a:ext cx="645725" cy="690881"/>
            </a:xfrm>
            <a:prstGeom prst="rect">
              <a:avLst/>
            </a:prstGeom>
            <a:ln w="12700">
              <a:miter lim="400000"/>
            </a:ln>
          </p:spPr>
        </p:pic>
        <p:pic>
          <p:nvPicPr>
            <p:cNvPr id="64" name="image.pdf"/>
            <p:cNvPicPr/>
            <p:nvPr/>
          </p:nvPicPr>
          <p:blipFill>
            <a:blip r:embed="rId4" cstate="print">
              <a:extLst/>
            </a:blip>
            <a:stretch>
              <a:fillRect/>
            </a:stretch>
          </p:blipFill>
          <p:spPr>
            <a:xfrm>
              <a:off x="11227929" y="4949049"/>
              <a:ext cx="609601" cy="699912"/>
            </a:xfrm>
            <a:prstGeom prst="rect">
              <a:avLst/>
            </a:prstGeom>
            <a:ln w="12700">
              <a:miter lim="400000"/>
            </a:ln>
          </p:spPr>
        </p:pic>
        <p:grpSp>
          <p:nvGrpSpPr>
            <p:cNvPr id="65" name="组合 64"/>
            <p:cNvGrpSpPr/>
            <p:nvPr/>
          </p:nvGrpSpPr>
          <p:grpSpPr>
            <a:xfrm>
              <a:off x="8141545" y="2456462"/>
              <a:ext cx="3630510" cy="3908214"/>
              <a:chOff x="8141545" y="2456462"/>
              <a:chExt cx="3630510" cy="3908214"/>
            </a:xfrm>
          </p:grpSpPr>
          <p:grpSp>
            <p:nvGrpSpPr>
              <p:cNvPr id="67" name="Group 652"/>
              <p:cNvGrpSpPr/>
              <p:nvPr/>
            </p:nvGrpSpPr>
            <p:grpSpPr>
              <a:xfrm>
                <a:off x="9645226" y="2492586"/>
                <a:ext cx="406401" cy="3872090"/>
                <a:chOff x="0" y="0"/>
                <a:chExt cx="406400" cy="3872088"/>
              </a:xfrm>
            </p:grpSpPr>
            <p:sp>
              <p:nvSpPr>
                <p:cNvPr id="93" name="Shape 649"/>
                <p:cNvSpPr/>
                <p:nvPr/>
              </p:nvSpPr>
              <p:spPr>
                <a:xfrm>
                  <a:off x="-1" y="0"/>
                  <a:ext cx="406402" cy="3872089"/>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275"/>
                        <a:pt x="0" y="615"/>
                      </a:cubicBezTo>
                      <a:lnTo>
                        <a:pt x="0" y="20986"/>
                      </a:lnTo>
                      <a:cubicBezTo>
                        <a:pt x="0" y="21325"/>
                        <a:pt x="4835" y="21600"/>
                        <a:pt x="10800" y="21600"/>
                      </a:cubicBezTo>
                      <a:cubicBezTo>
                        <a:pt x="16765" y="21600"/>
                        <a:pt x="21600" y="21325"/>
                        <a:pt x="21600" y="20986"/>
                      </a:cubicBezTo>
                      <a:lnTo>
                        <a:pt x="21600" y="615"/>
                      </a:lnTo>
                      <a:cubicBezTo>
                        <a:pt x="21600" y="275"/>
                        <a:pt x="16765" y="0"/>
                        <a:pt x="10800" y="0"/>
                      </a:cubicBezTo>
                      <a:close/>
                    </a:path>
                  </a:pathLst>
                </a:custGeom>
                <a:gradFill flip="none" rotWithShape="1">
                  <a:gsLst>
                    <a:gs pos="0">
                      <a:srgbClr val="000000"/>
                    </a:gs>
                    <a:gs pos="100000">
                      <a:srgbClr val="008765"/>
                    </a:gs>
                  </a:gsLst>
                  <a:lin ang="10800000" scaled="0"/>
                </a:gradFill>
                <a:ln w="12700" cap="flat">
                  <a:solidFill>
                    <a:srgbClr val="000000"/>
                  </a:solidFill>
                  <a:prstDash val="solid"/>
                  <a:round/>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94" name="Shape 650"/>
                <p:cNvSpPr/>
                <p:nvPr/>
              </p:nvSpPr>
              <p:spPr>
                <a:xfrm>
                  <a:off x="-1" y="0"/>
                  <a:ext cx="406402" cy="22031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4839"/>
                        <a:pt x="0" y="10809"/>
                      </a:cubicBezTo>
                      <a:cubicBezTo>
                        <a:pt x="0" y="16769"/>
                        <a:pt x="4835" y="21600"/>
                        <a:pt x="10800" y="21600"/>
                      </a:cubicBezTo>
                      <a:cubicBezTo>
                        <a:pt x="16765" y="21600"/>
                        <a:pt x="21600" y="16769"/>
                        <a:pt x="21600" y="10809"/>
                      </a:cubicBezTo>
                      <a:cubicBezTo>
                        <a:pt x="21600" y="4839"/>
                        <a:pt x="16765" y="0"/>
                        <a:pt x="10800" y="0"/>
                      </a:cubicBezTo>
                      <a:close/>
                    </a:path>
                  </a:pathLst>
                </a:custGeom>
                <a:solidFill>
                  <a:srgbClr val="339F84"/>
                </a:solidFill>
                <a:ln w="12700" cap="flat">
                  <a:noFill/>
                  <a:miter lim="400000"/>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95" name="Shape 651"/>
                <p:cNvSpPr/>
                <p:nvPr/>
              </p:nvSpPr>
              <p:spPr>
                <a:xfrm>
                  <a:off x="-1" y="110246"/>
                  <a:ext cx="406402" cy="11006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cubicBezTo>
                        <a:pt x="0" y="11929"/>
                        <a:pt x="4835" y="21600"/>
                        <a:pt x="10800" y="21600"/>
                      </a:cubicBezTo>
                      <a:cubicBezTo>
                        <a:pt x="16765" y="21600"/>
                        <a:pt x="21600" y="11929"/>
                        <a:pt x="21600" y="0"/>
                      </a:cubicBezTo>
                    </a:path>
                  </a:pathLst>
                </a:custGeom>
                <a:noFill/>
                <a:ln w="12700" cap="flat">
                  <a:solidFill>
                    <a:srgbClr val="000000"/>
                  </a:solidFill>
                  <a:prstDash val="solid"/>
                  <a:round/>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grpSp>
          <p:grpSp>
            <p:nvGrpSpPr>
              <p:cNvPr id="68" name="Group 681"/>
              <p:cNvGrpSpPr/>
              <p:nvPr/>
            </p:nvGrpSpPr>
            <p:grpSpPr>
              <a:xfrm>
                <a:off x="8141545" y="2456462"/>
                <a:ext cx="3630510" cy="3492785"/>
                <a:chOff x="-1" y="0"/>
                <a:chExt cx="3630508" cy="3492784"/>
              </a:xfrm>
            </p:grpSpPr>
            <p:sp>
              <p:nvSpPr>
                <p:cNvPr id="71" name="Shape 659"/>
                <p:cNvSpPr/>
                <p:nvPr/>
              </p:nvSpPr>
              <p:spPr>
                <a:xfrm flipH="1">
                  <a:off x="-1" y="2300675"/>
                  <a:ext cx="1733975" cy="1192108"/>
                </a:xfrm>
                <a:prstGeom prst="line">
                  <a:avLst/>
                </a:prstGeom>
                <a:noFill/>
                <a:ln w="12700" cap="flat">
                  <a:solidFill>
                    <a:srgbClr val="00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72" name="Shape 660"/>
                <p:cNvSpPr/>
                <p:nvPr/>
              </p:nvSpPr>
              <p:spPr>
                <a:xfrm>
                  <a:off x="1733973" y="2300675"/>
                  <a:ext cx="1896534" cy="1"/>
                </a:xfrm>
                <a:prstGeom prst="line">
                  <a:avLst/>
                </a:prstGeom>
                <a:noFill/>
                <a:ln w="12700" cap="flat">
                  <a:solidFill>
                    <a:srgbClr val="00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grpSp>
              <p:nvGrpSpPr>
                <p:cNvPr id="73" name="Group 680"/>
                <p:cNvGrpSpPr/>
                <p:nvPr/>
              </p:nvGrpSpPr>
              <p:grpSpPr>
                <a:xfrm>
                  <a:off x="356728" y="0"/>
                  <a:ext cx="2600963" cy="3492784"/>
                  <a:chOff x="0" y="0"/>
                  <a:chExt cx="2600961" cy="3492783"/>
                </a:xfrm>
              </p:grpSpPr>
              <p:grpSp>
                <p:nvGrpSpPr>
                  <p:cNvPr id="74" name="Group 673"/>
                  <p:cNvGrpSpPr/>
                  <p:nvPr/>
                </p:nvGrpSpPr>
                <p:grpSpPr>
                  <a:xfrm>
                    <a:off x="0" y="241582"/>
                    <a:ext cx="2600961" cy="3251201"/>
                    <a:chOff x="0" y="0"/>
                    <a:chExt cx="2600960" cy="3251200"/>
                  </a:xfrm>
                </p:grpSpPr>
                <p:grpSp>
                  <p:nvGrpSpPr>
                    <p:cNvPr id="81" name="Group 664"/>
                    <p:cNvGrpSpPr/>
                    <p:nvPr/>
                  </p:nvGrpSpPr>
                  <p:grpSpPr>
                    <a:xfrm>
                      <a:off x="501226" y="365759"/>
                      <a:ext cx="1627859" cy="2885442"/>
                      <a:chOff x="0" y="0"/>
                      <a:chExt cx="1627857" cy="2885440"/>
                    </a:xfrm>
                  </p:grpSpPr>
                  <p:sp>
                    <p:nvSpPr>
                      <p:cNvPr id="90" name="Shape 661"/>
                      <p:cNvSpPr/>
                      <p:nvPr/>
                    </p:nvSpPr>
                    <p:spPr>
                      <a:xfrm>
                        <a:off x="0" y="0"/>
                        <a:ext cx="1627858" cy="288544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1209"/>
                              <a:pt x="0" y="2700"/>
                            </a:cubicBezTo>
                            <a:lnTo>
                              <a:pt x="0" y="18900"/>
                            </a:lnTo>
                            <a:cubicBezTo>
                              <a:pt x="0" y="20391"/>
                              <a:pt x="4835" y="21600"/>
                              <a:pt x="10800" y="21600"/>
                            </a:cubicBezTo>
                            <a:cubicBezTo>
                              <a:pt x="16765" y="21600"/>
                              <a:pt x="21600" y="20391"/>
                              <a:pt x="21600" y="18900"/>
                            </a:cubicBezTo>
                            <a:lnTo>
                              <a:pt x="21600" y="2700"/>
                            </a:lnTo>
                            <a:cubicBezTo>
                              <a:pt x="21600" y="1209"/>
                              <a:pt x="16765" y="0"/>
                              <a:pt x="10800" y="0"/>
                            </a:cubicBezTo>
                            <a:close/>
                          </a:path>
                        </a:pathLst>
                      </a:custGeom>
                      <a:solidFill>
                        <a:srgbClr val="EFC1EE">
                          <a:alpha val="50195"/>
                        </a:srgbClr>
                      </a:solidFill>
                      <a:ln w="12700" cap="flat">
                        <a:solidFill>
                          <a:srgbClr val="000000"/>
                        </a:solidFill>
                        <a:prstDash val="solid"/>
                        <a:round/>
                      </a:ln>
                      <a:effectLst/>
                    </p:spPr>
                    <p:txBody>
                      <a:bodyPr wrap="square" lIns="65023" tIns="65023" rIns="65023" bIns="65023" numCol="1" anchor="ctr">
                        <a:noAutofit/>
                      </a:bodyPr>
                      <a:lstStyle/>
                      <a:p>
                        <a:pPr lvl="0" defTabSz="914400">
                          <a:defRPr sz="3400">
                            <a:latin typeface="Arial"/>
                            <a:ea typeface="Arial"/>
                            <a:cs typeface="Arial"/>
                            <a:sym typeface="Arial"/>
                          </a:defRPr>
                        </a:pPr>
                        <a:endParaRPr>
                          <a:latin typeface="黑体" pitchFamily="49" charset="-122"/>
                          <a:ea typeface="黑体" pitchFamily="49" charset="-122"/>
                        </a:endParaRPr>
                      </a:p>
                    </p:txBody>
                  </p:sp>
                  <p:sp>
                    <p:nvSpPr>
                      <p:cNvPr id="91" name="Shape 662"/>
                      <p:cNvSpPr/>
                      <p:nvPr/>
                    </p:nvSpPr>
                    <p:spPr>
                      <a:xfrm>
                        <a:off x="0" y="0"/>
                        <a:ext cx="1627858" cy="72136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close/>
                          </a:path>
                        </a:pathLst>
                      </a:custGeom>
                      <a:solidFill>
                        <a:srgbClr val="F2CDF1">
                          <a:alpha val="50195"/>
                        </a:srgbClr>
                      </a:solidFill>
                      <a:ln w="12700" cap="flat">
                        <a:noFill/>
                        <a:miter lim="400000"/>
                      </a:ln>
                      <a:effectLst/>
                    </p:spPr>
                    <p:txBody>
                      <a:bodyPr wrap="square" lIns="65023" tIns="65023" rIns="65023" bIns="65023" numCol="1" anchor="ctr">
                        <a:noAutofit/>
                      </a:bodyPr>
                      <a:lstStyle/>
                      <a:p>
                        <a:pPr lvl="0" defTabSz="914400">
                          <a:defRPr sz="3400">
                            <a:latin typeface="Arial"/>
                            <a:ea typeface="Arial"/>
                            <a:cs typeface="Arial"/>
                            <a:sym typeface="Arial"/>
                          </a:defRPr>
                        </a:pPr>
                        <a:endParaRPr>
                          <a:latin typeface="黑体" pitchFamily="49" charset="-122"/>
                          <a:ea typeface="黑体" pitchFamily="49" charset="-122"/>
                        </a:endParaRPr>
                      </a:p>
                    </p:txBody>
                  </p:sp>
                  <p:sp>
                    <p:nvSpPr>
                      <p:cNvPr id="92" name="Shape 663"/>
                      <p:cNvSpPr/>
                      <p:nvPr/>
                    </p:nvSpPr>
                    <p:spPr>
                      <a:xfrm>
                        <a:off x="0" y="360680"/>
                        <a:ext cx="1627858" cy="36068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cubicBezTo>
                              <a:pt x="0" y="11929"/>
                              <a:pt x="4835" y="21600"/>
                              <a:pt x="10800" y="21600"/>
                            </a:cubicBezTo>
                            <a:cubicBezTo>
                              <a:pt x="16765" y="21600"/>
                              <a:pt x="21600" y="11929"/>
                              <a:pt x="21600" y="0"/>
                            </a:cubicBezTo>
                          </a:path>
                        </a:pathLst>
                      </a:custGeom>
                      <a:noFill/>
                      <a:ln w="12700" cap="flat">
                        <a:solidFill>
                          <a:srgbClr val="000000"/>
                        </a:solidFill>
                        <a:prstDash val="solid"/>
                        <a:round/>
                      </a:ln>
                      <a:effectLst/>
                    </p:spPr>
                    <p:txBody>
                      <a:bodyPr wrap="square" lIns="65023" tIns="65023" rIns="65023" bIns="65023" numCol="1" anchor="ctr">
                        <a:noAutofit/>
                      </a:bodyPr>
                      <a:lstStyle/>
                      <a:p>
                        <a:pPr lvl="0" defTabSz="914400">
                          <a:defRPr sz="3400">
                            <a:latin typeface="Arial"/>
                            <a:ea typeface="Arial"/>
                            <a:cs typeface="Arial"/>
                            <a:sym typeface="Arial"/>
                          </a:defRPr>
                        </a:pPr>
                        <a:endParaRPr>
                          <a:latin typeface="黑体" pitchFamily="49" charset="-122"/>
                          <a:ea typeface="黑体" pitchFamily="49" charset="-122"/>
                        </a:endParaRPr>
                      </a:p>
                    </p:txBody>
                  </p:sp>
                </p:grpSp>
                <p:sp>
                  <p:nvSpPr>
                    <p:cNvPr id="82" name="Shape 665"/>
                    <p:cNvSpPr/>
                    <p:nvPr/>
                  </p:nvSpPr>
                  <p:spPr>
                    <a:xfrm flipH="1">
                      <a:off x="494453" y="1408853"/>
                      <a:ext cx="774419" cy="650241"/>
                    </a:xfrm>
                    <a:prstGeom prst="line">
                      <a:avLst/>
                    </a:prstGeom>
                    <a:noFill/>
                    <a:ln w="50800" cap="flat">
                      <a:solidFill>
                        <a:srgbClr val="CC00CC"/>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grpSp>
                  <p:nvGrpSpPr>
                    <p:cNvPr id="83" name="Group 670"/>
                    <p:cNvGrpSpPr/>
                    <p:nvPr/>
                  </p:nvGrpSpPr>
                  <p:grpSpPr>
                    <a:xfrm>
                      <a:off x="0" y="-1"/>
                      <a:ext cx="2600961" cy="1476588"/>
                      <a:chOff x="0" y="0"/>
                      <a:chExt cx="2600960" cy="1476586"/>
                    </a:xfrm>
                  </p:grpSpPr>
                  <p:sp>
                    <p:nvSpPr>
                      <p:cNvPr id="86" name="Shape 666"/>
                      <p:cNvSpPr/>
                      <p:nvPr/>
                    </p:nvSpPr>
                    <p:spPr>
                      <a:xfrm>
                        <a:off x="697653" y="-1"/>
                        <a:ext cx="1253068" cy="1476588"/>
                      </a:xfrm>
                      <a:prstGeom prst="line">
                        <a:avLst/>
                      </a:prstGeom>
                      <a:noFill/>
                      <a:ln w="38100" cap="flat">
                        <a:solidFill>
                          <a:srgbClr val="FF0000"/>
                        </a:solidFill>
                        <a:prstDash val="solid"/>
                        <a:round/>
                        <a:headEnd type="triangle" w="med" len="me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87" name="Shape 667"/>
                      <p:cNvSpPr/>
                      <p:nvPr/>
                    </p:nvSpPr>
                    <p:spPr>
                      <a:xfrm flipH="1">
                        <a:off x="758613" y="9031"/>
                        <a:ext cx="1300481" cy="1467556"/>
                      </a:xfrm>
                      <a:prstGeom prst="line">
                        <a:avLst/>
                      </a:prstGeom>
                      <a:noFill/>
                      <a:ln w="38100" cap="flat">
                        <a:solidFill>
                          <a:srgbClr val="FF0000"/>
                        </a:solidFill>
                        <a:prstDash val="solid"/>
                        <a:round/>
                        <a:headEnd type="triangle" w="med" len="me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88" name="Shape 668"/>
                      <p:cNvSpPr/>
                      <p:nvPr/>
                    </p:nvSpPr>
                    <p:spPr>
                      <a:xfrm>
                        <a:off x="0" y="442524"/>
                        <a:ext cx="2600961" cy="650241"/>
                      </a:xfrm>
                      <a:prstGeom prst="line">
                        <a:avLst/>
                      </a:prstGeom>
                      <a:noFill/>
                      <a:ln w="38100" cap="flat">
                        <a:solidFill>
                          <a:srgbClr val="FF0000"/>
                        </a:solidFill>
                        <a:prstDash val="solid"/>
                        <a:round/>
                        <a:headEnd type="triangle" w="med" len="me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89" name="Shape 669"/>
                      <p:cNvSpPr/>
                      <p:nvPr/>
                    </p:nvSpPr>
                    <p:spPr>
                      <a:xfrm flipV="1">
                        <a:off x="108373" y="392853"/>
                        <a:ext cx="2492587" cy="720232"/>
                      </a:xfrm>
                      <a:prstGeom prst="line">
                        <a:avLst/>
                      </a:prstGeom>
                      <a:noFill/>
                      <a:ln w="38100" cap="flat">
                        <a:solidFill>
                          <a:srgbClr val="FF0000"/>
                        </a:solidFill>
                        <a:prstDash val="solid"/>
                        <a:round/>
                        <a:headEnd type="triangle" w="med" len="me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grpSp>
                <p:sp>
                  <p:nvSpPr>
                    <p:cNvPr id="84" name="Shape 671"/>
                    <p:cNvSpPr/>
                    <p:nvPr/>
                  </p:nvSpPr>
                  <p:spPr>
                    <a:xfrm>
                      <a:off x="510257" y="2600960"/>
                      <a:ext cx="650241" cy="3251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800" y="16200"/>
                            <a:pt x="3600" y="10800"/>
                            <a:pt x="7200" y="7200"/>
                          </a:cubicBezTo>
                          <a:cubicBezTo>
                            <a:pt x="10800" y="3600"/>
                            <a:pt x="16200" y="1800"/>
                            <a:pt x="21600" y="0"/>
                          </a:cubicBezTo>
                        </a:path>
                      </a:pathLst>
                    </a:custGeom>
                    <a:noFill/>
                    <a:ln w="12700" cap="flat">
                      <a:solidFill>
                        <a:srgbClr val="000000"/>
                      </a:solidFill>
                      <a:prstDash val="dash"/>
                      <a:round/>
                    </a:ln>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85" name="Shape 672"/>
                    <p:cNvSpPr/>
                    <p:nvPr/>
                  </p:nvSpPr>
                  <p:spPr>
                    <a:xfrm flipH="1">
                      <a:off x="1593991" y="2600960"/>
                      <a:ext cx="541867" cy="3251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800" y="16200"/>
                            <a:pt x="3600" y="10800"/>
                            <a:pt x="7200" y="7200"/>
                          </a:cubicBezTo>
                          <a:cubicBezTo>
                            <a:pt x="10800" y="3600"/>
                            <a:pt x="16200" y="1800"/>
                            <a:pt x="21600" y="0"/>
                          </a:cubicBezTo>
                        </a:path>
                      </a:pathLst>
                    </a:custGeom>
                    <a:noFill/>
                    <a:ln w="12700" cap="flat">
                      <a:solidFill>
                        <a:srgbClr val="000000"/>
                      </a:solidFill>
                      <a:prstDash val="dash"/>
                      <a:round/>
                    </a:ln>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latin typeface="黑体" pitchFamily="49" charset="-122"/>
                        <a:ea typeface="黑体" pitchFamily="49" charset="-122"/>
                      </a:endParaRPr>
                    </a:p>
                  </p:txBody>
                </p:sp>
              </p:grpSp>
              <p:grpSp>
                <p:nvGrpSpPr>
                  <p:cNvPr id="75" name="Group 679"/>
                  <p:cNvGrpSpPr/>
                  <p:nvPr/>
                </p:nvGrpSpPr>
                <p:grpSpPr>
                  <a:xfrm>
                    <a:off x="1140176" y="0"/>
                    <a:ext cx="428663" cy="1088250"/>
                    <a:chOff x="-1" y="0"/>
                    <a:chExt cx="428661" cy="1088249"/>
                  </a:xfrm>
                </p:grpSpPr>
                <p:grpSp>
                  <p:nvGrpSpPr>
                    <p:cNvPr id="76" name="Group 677"/>
                    <p:cNvGrpSpPr/>
                    <p:nvPr/>
                  </p:nvGrpSpPr>
                  <p:grpSpPr>
                    <a:xfrm>
                      <a:off x="-1" y="0"/>
                      <a:ext cx="406402" cy="1088249"/>
                      <a:chOff x="0" y="0"/>
                      <a:chExt cx="406400" cy="1088248"/>
                    </a:xfrm>
                  </p:grpSpPr>
                  <p:sp>
                    <p:nvSpPr>
                      <p:cNvPr id="78" name="Shape 674"/>
                      <p:cNvSpPr/>
                      <p:nvPr/>
                    </p:nvSpPr>
                    <p:spPr>
                      <a:xfrm>
                        <a:off x="-1" y="0"/>
                        <a:ext cx="406402" cy="1088249"/>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980"/>
                              <a:pt x="0" y="2189"/>
                            </a:cubicBezTo>
                            <a:lnTo>
                              <a:pt x="0" y="19412"/>
                            </a:lnTo>
                            <a:cubicBezTo>
                              <a:pt x="0" y="20620"/>
                              <a:pt x="4835" y="21600"/>
                              <a:pt x="10800" y="21600"/>
                            </a:cubicBezTo>
                            <a:cubicBezTo>
                              <a:pt x="16765" y="21600"/>
                              <a:pt x="21600" y="20620"/>
                              <a:pt x="21600" y="19412"/>
                            </a:cubicBezTo>
                            <a:lnTo>
                              <a:pt x="21600" y="2189"/>
                            </a:lnTo>
                            <a:cubicBezTo>
                              <a:pt x="21600" y="980"/>
                              <a:pt x="16765" y="0"/>
                              <a:pt x="10800" y="0"/>
                            </a:cubicBezTo>
                            <a:close/>
                          </a:path>
                        </a:pathLst>
                      </a:custGeom>
                      <a:gradFill flip="none" rotWithShape="1">
                        <a:gsLst>
                          <a:gs pos="0">
                            <a:srgbClr val="000000"/>
                          </a:gs>
                          <a:gs pos="100000">
                            <a:srgbClr val="008765"/>
                          </a:gs>
                        </a:gsLst>
                        <a:lin ang="10800000" scaled="0"/>
                      </a:gradFill>
                      <a:ln w="12700" cap="flat">
                        <a:solidFill>
                          <a:srgbClr val="000000"/>
                        </a:solidFill>
                        <a:prstDash val="solid"/>
                        <a:round/>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79" name="Shape 675"/>
                      <p:cNvSpPr/>
                      <p:nvPr/>
                    </p:nvSpPr>
                    <p:spPr>
                      <a:xfrm>
                        <a:off x="-1" y="0"/>
                        <a:ext cx="406402" cy="22052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4836"/>
                              <a:pt x="0" y="10802"/>
                            </a:cubicBezTo>
                            <a:cubicBezTo>
                              <a:pt x="0" y="16766"/>
                              <a:pt x="4835" y="21600"/>
                              <a:pt x="10800" y="21600"/>
                            </a:cubicBezTo>
                            <a:cubicBezTo>
                              <a:pt x="16765" y="21600"/>
                              <a:pt x="21600" y="16766"/>
                              <a:pt x="21600" y="10802"/>
                            </a:cubicBezTo>
                            <a:cubicBezTo>
                              <a:pt x="21600" y="4836"/>
                              <a:pt x="16765" y="0"/>
                              <a:pt x="10800" y="0"/>
                            </a:cubicBezTo>
                            <a:close/>
                          </a:path>
                        </a:pathLst>
                      </a:custGeom>
                      <a:solidFill>
                        <a:srgbClr val="339F84"/>
                      </a:solidFill>
                      <a:ln w="12700" cap="flat">
                        <a:noFill/>
                        <a:miter lim="400000"/>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80" name="Shape 676"/>
                      <p:cNvSpPr/>
                      <p:nvPr/>
                    </p:nvSpPr>
                    <p:spPr>
                      <a:xfrm>
                        <a:off x="-1" y="110285"/>
                        <a:ext cx="406402" cy="11023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cubicBezTo>
                              <a:pt x="0" y="11929"/>
                              <a:pt x="4835" y="21600"/>
                              <a:pt x="10800" y="21600"/>
                            </a:cubicBezTo>
                            <a:cubicBezTo>
                              <a:pt x="16765" y="21600"/>
                              <a:pt x="21600" y="11929"/>
                              <a:pt x="21600" y="0"/>
                            </a:cubicBezTo>
                          </a:path>
                        </a:pathLst>
                      </a:custGeom>
                      <a:noFill/>
                      <a:ln w="12700" cap="flat">
                        <a:solidFill>
                          <a:srgbClr val="000000"/>
                        </a:solidFill>
                        <a:prstDash val="solid"/>
                        <a:round/>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grpSp>
                <p:sp>
                  <p:nvSpPr>
                    <p:cNvPr id="77" name="Shape 678"/>
                    <p:cNvSpPr/>
                    <p:nvPr/>
                  </p:nvSpPr>
                  <p:spPr>
                    <a:xfrm>
                      <a:off x="79338" y="197863"/>
                      <a:ext cx="349322" cy="65453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defTabSz="914400">
                        <a:spcBef>
                          <a:spcPts val="1400"/>
                        </a:spcBef>
                        <a:defRPr sz="3400">
                          <a:solidFill>
                            <a:srgbClr val="FF0000"/>
                          </a:solidFill>
                          <a:latin typeface="Arial"/>
                          <a:ea typeface="Arial"/>
                          <a:cs typeface="Arial"/>
                          <a:sym typeface="Arial"/>
                        </a:defRPr>
                      </a:lvl1pPr>
                    </a:lstStyle>
                    <a:p>
                      <a:pPr lvl="0">
                        <a:defRPr sz="1800">
                          <a:solidFill>
                            <a:srgbClr val="000000"/>
                          </a:solidFill>
                        </a:defRPr>
                      </a:pPr>
                      <a:r>
                        <a:rPr sz="3400">
                          <a:solidFill>
                            <a:srgbClr val="FF0000"/>
                          </a:solidFill>
                          <a:latin typeface="黑体" pitchFamily="49" charset="-122"/>
                          <a:ea typeface="黑体" pitchFamily="49" charset="-122"/>
                        </a:rPr>
                        <a:t>+</a:t>
                      </a:r>
                    </a:p>
                  </p:txBody>
                </p:sp>
              </p:grpSp>
            </p:grpSp>
          </p:grpSp>
          <p:pic>
            <p:nvPicPr>
              <p:cNvPr id="69" name="image.pdf"/>
              <p:cNvPicPr/>
              <p:nvPr/>
            </p:nvPicPr>
            <p:blipFill>
              <a:blip r:embed="rId5" cstate="print">
                <a:extLst/>
              </a:blip>
              <a:stretch>
                <a:fillRect/>
              </a:stretch>
            </p:blipFill>
            <p:spPr>
              <a:xfrm>
                <a:off x="9995182" y="4181404"/>
                <a:ext cx="638952" cy="684108"/>
              </a:xfrm>
              <a:prstGeom prst="rect">
                <a:avLst/>
              </a:prstGeom>
              <a:ln w="12700">
                <a:miter lim="400000"/>
              </a:ln>
            </p:spPr>
          </p:pic>
          <p:pic>
            <p:nvPicPr>
              <p:cNvPr id="70" name="image.pdf"/>
              <p:cNvPicPr/>
              <p:nvPr/>
            </p:nvPicPr>
            <p:blipFill>
              <a:blip r:embed="rId6" cstate="print">
                <a:extLst/>
              </a:blip>
              <a:stretch>
                <a:fillRect/>
              </a:stretch>
            </p:blipFill>
            <p:spPr>
              <a:xfrm>
                <a:off x="9101102" y="4540391"/>
                <a:ext cx="602828" cy="650241"/>
              </a:xfrm>
              <a:prstGeom prst="rect">
                <a:avLst/>
              </a:prstGeom>
              <a:ln w="12700">
                <a:miter lim="400000"/>
              </a:ln>
            </p:spPr>
          </p:pic>
        </p:grpSp>
        <p:pic>
          <p:nvPicPr>
            <p:cNvPr id="66" name="image.pdf"/>
            <p:cNvPicPr/>
            <p:nvPr/>
          </p:nvPicPr>
          <p:blipFill>
            <a:blip r:embed="rId7" cstate="print">
              <a:extLst/>
            </a:blip>
            <a:stretch>
              <a:fillRect/>
            </a:stretch>
          </p:blipFill>
          <p:spPr>
            <a:xfrm>
              <a:off x="8629226" y="3917244"/>
              <a:ext cx="379308" cy="684107"/>
            </a:xfrm>
            <a:prstGeom prst="rect">
              <a:avLst/>
            </a:prstGeom>
            <a:ln w="12700">
              <a:miter lim="400000"/>
            </a:ln>
          </p:spPr>
        </p:pic>
      </p:grpSp>
      <p:sp>
        <p:nvSpPr>
          <p:cNvPr id="96" name="TextBox 95"/>
          <p:cNvSpPr txBox="1"/>
          <p:nvPr/>
        </p:nvSpPr>
        <p:spPr>
          <a:xfrm>
            <a:off x="545059" y="6234170"/>
            <a:ext cx="2589491" cy="207236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r>
              <a:rPr lang="zh-CN" altLang="en-US" sz="3200" b="1" dirty="0">
                <a:solidFill>
                  <a:srgbClr val="000000"/>
                </a:solidFill>
                <a:latin typeface="宋体" pitchFamily="2" charset="-122"/>
                <a:ea typeface="宋体" pitchFamily="2" charset="-122"/>
              </a:rPr>
              <a:t>均匀带电的无限长的</a:t>
            </a:r>
            <a:r>
              <a:rPr lang="zh-CN" altLang="en-US" sz="3200" b="1" dirty="0" smtClean="0">
                <a:solidFill>
                  <a:srgbClr val="000000"/>
                </a:solidFill>
                <a:latin typeface="宋体" pitchFamily="2" charset="-122"/>
                <a:ea typeface="宋体" pitchFamily="2" charset="-122"/>
              </a:rPr>
              <a:t>直线产生的电场具有轴对称性。</a:t>
            </a:r>
            <a:endParaRPr kumimoji="0" lang="zh-CN" altLang="en-US" sz="3200" b="1" i="0" u="none" strike="noStrike" cap="none" spc="0" normalizeH="0" baseline="0" dirty="0">
              <a:ln>
                <a:noFill/>
              </a:ln>
              <a:solidFill>
                <a:srgbClr val="000000"/>
              </a:solidFill>
              <a:effectLst/>
              <a:uFillTx/>
              <a:latin typeface="宋体" pitchFamily="2" charset="-122"/>
              <a:ea typeface="宋体" pitchFamily="2" charset="-122"/>
              <a:sym typeface="Helvetica Light"/>
            </a:endParaRPr>
          </a:p>
        </p:txBody>
      </p:sp>
    </p:spTree>
    <p:extLst>
      <p:ext uri="{BB962C8B-B14F-4D97-AF65-F5344CB8AC3E}">
        <p14:creationId xmlns:p14="http://schemas.microsoft.com/office/powerpoint/2010/main" val="24954450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8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5362" y="2580841"/>
            <a:ext cx="8375210" cy="13096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hape 647"/>
          <p:cNvSpPr/>
          <p:nvPr/>
        </p:nvSpPr>
        <p:spPr>
          <a:xfrm>
            <a:off x="1143929" y="4270788"/>
            <a:ext cx="5852161" cy="623758"/>
          </a:xfrm>
          <a:prstGeom prst="rect">
            <a:avLst/>
          </a:prstGeom>
          <a:ln w="12700">
            <a:miter lim="400000"/>
          </a:ln>
          <a:extLst>
            <a:ext uri="{C572A759-6A51-4108-AA02-DFA0A04FC94B}">
              <ma14:wrappingTextBoxFlag xmlns:ma14="http://schemas.microsoft.com/office/mac/drawingml/2011/main" xmlns="" val="1"/>
            </a:ext>
          </a:extLst>
        </p:spPr>
        <p:txBody>
          <a:bodyPr lIns="65023" tIns="65023" rIns="65023" bIns="65023">
            <a:spAutoFit/>
          </a:bodyPr>
          <a:lstStyle/>
          <a:p>
            <a:pPr lvl="0" algn="l" defTabSz="762000">
              <a:spcBef>
                <a:spcPts val="1900"/>
              </a:spcBef>
              <a:buClr>
                <a:srgbClr val="0000FF"/>
              </a:buClr>
              <a:buSzPct val="100000"/>
              <a:buFont typeface="Helvetica"/>
              <a:buChar char="•"/>
              <a:defRPr sz="1800"/>
            </a:pPr>
            <a:r>
              <a:rPr sz="3200" b="1" dirty="0">
                <a:solidFill>
                  <a:schemeClr val="tx1"/>
                </a:solidFill>
                <a:latin typeface="宋体" pitchFamily="2" charset="-122"/>
                <a:ea typeface="宋体" pitchFamily="2" charset="-122"/>
                <a:cs typeface="Times New Roman"/>
                <a:sym typeface="楷体_GB2312"/>
              </a:rPr>
              <a:t>利用高斯定理解出</a:t>
            </a:r>
            <a:r>
              <a:rPr sz="3200" b="1" i="1" dirty="0">
                <a:solidFill>
                  <a:schemeClr val="tx1"/>
                </a:solidFill>
                <a:latin typeface="Times New Roman" pitchFamily="18" charset="0"/>
                <a:ea typeface="宋体" pitchFamily="2" charset="-122"/>
                <a:cs typeface="Times New Roman" pitchFamily="18" charset="0"/>
                <a:sym typeface="Times New Roman"/>
              </a:rPr>
              <a:t>E</a:t>
            </a:r>
          </a:p>
        </p:txBody>
      </p:sp>
      <p:graphicFrame>
        <p:nvGraphicFramePr>
          <p:cNvPr id="4" name="对象 3"/>
          <p:cNvGraphicFramePr>
            <a:graphicFrameLocks noChangeAspect="1"/>
          </p:cNvGraphicFramePr>
          <p:nvPr>
            <p:extLst>
              <p:ext uri="{D42A27DB-BD31-4B8C-83A1-F6EECF244321}">
                <p14:modId xmlns:p14="http://schemas.microsoft.com/office/powerpoint/2010/main" val="2629623213"/>
              </p:ext>
            </p:extLst>
          </p:nvPr>
        </p:nvGraphicFramePr>
        <p:xfrm>
          <a:off x="1898215" y="5025420"/>
          <a:ext cx="2668587" cy="1512887"/>
        </p:xfrm>
        <a:graphic>
          <a:graphicData uri="http://schemas.openxmlformats.org/presentationml/2006/ole">
            <mc:AlternateContent xmlns:mc="http://schemas.openxmlformats.org/markup-compatibility/2006">
              <mc:Choice xmlns:v="urn:schemas-microsoft-com:vml" Requires="v">
                <p:oleObj spid="_x0000_s50521" name="Equation" r:id="rId4" imgW="761669" imgH="431613" progId="Equation.DSMT4">
                  <p:embed/>
                </p:oleObj>
              </mc:Choice>
              <mc:Fallback>
                <p:oleObj name="Equation" r:id="rId4" imgW="761669" imgH="431613" progId="Equation.DSMT4">
                  <p:embed/>
                  <p:pic>
                    <p:nvPicPr>
                      <p:cNvPr id="0" name="对象 7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98215" y="5025420"/>
                        <a:ext cx="2668587" cy="151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Group 622"/>
          <p:cNvGrpSpPr/>
          <p:nvPr/>
        </p:nvGrpSpPr>
        <p:grpSpPr>
          <a:xfrm>
            <a:off x="7161441" y="5527692"/>
            <a:ext cx="2384214" cy="2167467"/>
            <a:chOff x="0" y="0"/>
            <a:chExt cx="2384213" cy="2167466"/>
          </a:xfrm>
        </p:grpSpPr>
        <p:sp>
          <p:nvSpPr>
            <p:cNvPr id="8" name="Shape 617"/>
            <p:cNvSpPr/>
            <p:nvPr/>
          </p:nvSpPr>
          <p:spPr>
            <a:xfrm>
              <a:off x="650240" y="650240"/>
              <a:ext cx="1083734" cy="975361"/>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noFill/>
            <a:ln w="50800" cap="flat">
              <a:solidFill>
                <a:srgbClr val="000000"/>
              </a:solidFill>
              <a:prstDash val="sysDot"/>
              <a:round/>
            </a:ln>
            <a:effectLst/>
          </p:spPr>
          <p:txBody>
            <a:bodyPr wrap="square" lIns="65023" tIns="65023" rIns="65023" bIns="65023" numCol="1" anchor="ctr">
              <a:noAutofit/>
            </a:bodyPr>
            <a:lstStyle/>
            <a:p>
              <a:pPr lvl="0" defTabSz="914400">
                <a:defRPr sz="3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9" name="Shape 618"/>
            <p:cNvSpPr/>
            <p:nvPr/>
          </p:nvSpPr>
          <p:spPr>
            <a:xfrm>
              <a:off x="1733973" y="1083733"/>
              <a:ext cx="650241" cy="1"/>
            </a:xfrm>
            <a:prstGeom prst="line">
              <a:avLst/>
            </a:prstGeom>
            <a:noFill/>
            <a:ln w="50800" cap="flat">
              <a:solidFill>
                <a:srgbClr val="00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10" name="Shape 619"/>
            <p:cNvSpPr/>
            <p:nvPr/>
          </p:nvSpPr>
          <p:spPr>
            <a:xfrm>
              <a:off x="0" y="1192106"/>
              <a:ext cx="650241" cy="1"/>
            </a:xfrm>
            <a:prstGeom prst="line">
              <a:avLst/>
            </a:prstGeom>
            <a:noFill/>
            <a:ln w="50800" cap="flat">
              <a:solidFill>
                <a:srgbClr val="000000"/>
              </a:solidFill>
              <a:prstDash val="solid"/>
              <a:round/>
              <a:head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11" name="Shape 620"/>
            <p:cNvSpPr/>
            <p:nvPr/>
          </p:nvSpPr>
          <p:spPr>
            <a:xfrm flipH="1">
              <a:off x="1192106" y="1625600"/>
              <a:ext cx="1" cy="541867"/>
            </a:xfrm>
            <a:prstGeom prst="line">
              <a:avLst/>
            </a:prstGeom>
            <a:noFill/>
            <a:ln w="50800" cap="flat">
              <a:solidFill>
                <a:srgbClr val="00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12" name="Shape 621"/>
            <p:cNvSpPr/>
            <p:nvPr/>
          </p:nvSpPr>
          <p:spPr>
            <a:xfrm flipH="1">
              <a:off x="1192106" y="0"/>
              <a:ext cx="1" cy="650241"/>
            </a:xfrm>
            <a:prstGeom prst="line">
              <a:avLst/>
            </a:prstGeom>
            <a:noFill/>
            <a:ln w="50800" cap="flat">
              <a:solidFill>
                <a:srgbClr val="000000"/>
              </a:solidFill>
              <a:prstDash val="solid"/>
              <a:round/>
              <a:head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grpSp>
      <p:grpSp>
        <p:nvGrpSpPr>
          <p:cNvPr id="13" name="Group 646"/>
          <p:cNvGrpSpPr/>
          <p:nvPr/>
        </p:nvGrpSpPr>
        <p:grpSpPr>
          <a:xfrm>
            <a:off x="10081417" y="5251430"/>
            <a:ext cx="2842544" cy="2919308"/>
            <a:chOff x="0" y="0"/>
            <a:chExt cx="2842542" cy="2919306"/>
          </a:xfrm>
        </p:grpSpPr>
        <p:sp>
          <p:nvSpPr>
            <p:cNvPr id="14" name="Shape 628"/>
            <p:cNvSpPr/>
            <p:nvPr/>
          </p:nvSpPr>
          <p:spPr>
            <a:xfrm flipH="1">
              <a:off x="758612" y="650594"/>
              <a:ext cx="1" cy="2060214"/>
            </a:xfrm>
            <a:prstGeom prst="line">
              <a:avLst/>
            </a:prstGeom>
            <a:noFill/>
            <a:ln w="50800" cap="flat">
              <a:solidFill>
                <a:srgbClr val="CC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pic>
          <p:nvPicPr>
            <p:cNvPr id="15" name="image.pdf"/>
            <p:cNvPicPr/>
            <p:nvPr/>
          </p:nvPicPr>
          <p:blipFill>
            <a:blip r:embed="rId6" cstate="print">
              <a:extLst/>
            </a:blip>
            <a:stretch>
              <a:fillRect/>
            </a:stretch>
          </p:blipFill>
          <p:spPr>
            <a:xfrm>
              <a:off x="0" y="1409620"/>
              <a:ext cx="266418" cy="542162"/>
            </a:xfrm>
            <a:prstGeom prst="rect">
              <a:avLst/>
            </a:prstGeom>
            <a:ln w="12700" cap="flat">
              <a:noFill/>
              <a:miter lim="400000"/>
            </a:ln>
            <a:effectLst/>
          </p:spPr>
        </p:pic>
        <p:grpSp>
          <p:nvGrpSpPr>
            <p:cNvPr id="16" name="Group 634"/>
            <p:cNvGrpSpPr/>
            <p:nvPr/>
          </p:nvGrpSpPr>
          <p:grpSpPr>
            <a:xfrm>
              <a:off x="325119" y="975890"/>
              <a:ext cx="959556" cy="975892"/>
              <a:chOff x="0" y="0"/>
              <a:chExt cx="959555" cy="975890"/>
            </a:xfrm>
          </p:grpSpPr>
          <p:grpSp>
            <p:nvGrpSpPr>
              <p:cNvPr id="28" name="Group 632"/>
              <p:cNvGrpSpPr/>
              <p:nvPr/>
            </p:nvGrpSpPr>
            <p:grpSpPr>
              <a:xfrm>
                <a:off x="-1" y="325296"/>
                <a:ext cx="866988" cy="650595"/>
                <a:chOff x="0" y="0"/>
                <a:chExt cx="866986" cy="650593"/>
              </a:xfrm>
            </p:grpSpPr>
            <p:sp>
              <p:nvSpPr>
                <p:cNvPr id="30" name="Shape 630"/>
                <p:cNvSpPr/>
                <p:nvPr/>
              </p:nvSpPr>
              <p:spPr>
                <a:xfrm>
                  <a:off x="0" y="0"/>
                  <a:ext cx="866987" cy="650594"/>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1209"/>
                        <a:pt x="0" y="2700"/>
                      </a:cubicBezTo>
                      <a:lnTo>
                        <a:pt x="0" y="18900"/>
                      </a:lnTo>
                      <a:cubicBezTo>
                        <a:pt x="0" y="20391"/>
                        <a:pt x="4835" y="21600"/>
                        <a:pt x="10800" y="21600"/>
                      </a:cubicBezTo>
                      <a:cubicBezTo>
                        <a:pt x="16765" y="21600"/>
                        <a:pt x="21600" y="20391"/>
                        <a:pt x="21600" y="18900"/>
                      </a:cubicBezTo>
                      <a:lnTo>
                        <a:pt x="21600" y="2700"/>
                      </a:lnTo>
                      <a:cubicBezTo>
                        <a:pt x="21600" y="1209"/>
                        <a:pt x="16765" y="0"/>
                        <a:pt x="10800" y="0"/>
                      </a:cubicBezTo>
                      <a:close/>
                    </a:path>
                  </a:pathLst>
                </a:custGeom>
                <a:noFill/>
                <a:ln w="50800" cap="flat">
                  <a:solidFill>
                    <a:srgbClr val="000000"/>
                  </a:solidFill>
                  <a:prstDash val="solid"/>
                  <a:round/>
                </a:ln>
                <a:effectLst/>
              </p:spPr>
              <p:txBody>
                <a:bodyPr wrap="square" lIns="65023" tIns="65023" rIns="65023" bIns="65023" numCol="1" anchor="ctr">
                  <a:noAutofit/>
                </a:bodyPr>
                <a:lstStyle/>
                <a:p>
                  <a:pPr lvl="0" defTabSz="914400">
                    <a:defRPr sz="3400">
                      <a:latin typeface="Times New Roman"/>
                      <a:ea typeface="Times New Roman"/>
                      <a:cs typeface="Times New Roman"/>
                      <a:sym typeface="Times New Roman"/>
                    </a:defRPr>
                  </a:pPr>
                  <a:endParaRPr/>
                </a:p>
              </p:txBody>
            </p:sp>
            <p:sp>
              <p:nvSpPr>
                <p:cNvPr id="31" name="Shape 631"/>
                <p:cNvSpPr/>
                <p:nvPr/>
              </p:nvSpPr>
              <p:spPr>
                <a:xfrm>
                  <a:off x="0" y="81324"/>
                  <a:ext cx="866987" cy="8132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cubicBezTo>
                        <a:pt x="0" y="11929"/>
                        <a:pt x="4835" y="21600"/>
                        <a:pt x="10800" y="21600"/>
                      </a:cubicBezTo>
                      <a:cubicBezTo>
                        <a:pt x="16765" y="21600"/>
                        <a:pt x="21600" y="11929"/>
                        <a:pt x="21600" y="0"/>
                      </a:cubicBezTo>
                    </a:path>
                  </a:pathLst>
                </a:custGeom>
                <a:noFill/>
                <a:ln w="50800" cap="flat">
                  <a:solidFill>
                    <a:srgbClr val="000000"/>
                  </a:solidFill>
                  <a:prstDash val="solid"/>
                  <a:round/>
                </a:ln>
                <a:effectLst/>
              </p:spPr>
              <p:txBody>
                <a:bodyPr wrap="square" lIns="65023" tIns="65023" rIns="65023" bIns="65023" numCol="1" anchor="ctr">
                  <a:noAutofit/>
                </a:bodyPr>
                <a:lstStyle/>
                <a:p>
                  <a:pPr lvl="0" defTabSz="914400">
                    <a:defRPr sz="3400">
                      <a:latin typeface="Times New Roman"/>
                      <a:ea typeface="Times New Roman"/>
                      <a:cs typeface="Times New Roman"/>
                      <a:sym typeface="Times New Roman"/>
                    </a:defRPr>
                  </a:pPr>
                  <a:endParaRPr/>
                </a:p>
              </p:txBody>
            </p:sp>
          </p:grpSp>
          <p:pic>
            <p:nvPicPr>
              <p:cNvPr id="29" name="image.pdf"/>
              <p:cNvPicPr/>
              <p:nvPr/>
            </p:nvPicPr>
            <p:blipFill>
              <a:blip r:embed="rId7" cstate="print">
                <a:extLst/>
              </a:blip>
              <a:stretch>
                <a:fillRect/>
              </a:stretch>
            </p:blipFill>
            <p:spPr>
              <a:xfrm>
                <a:off x="541866" y="-1"/>
                <a:ext cx="417690" cy="465357"/>
              </a:xfrm>
              <a:prstGeom prst="rect">
                <a:avLst/>
              </a:prstGeom>
              <a:ln w="12700" cap="flat">
                <a:noFill/>
                <a:miter lim="400000"/>
              </a:ln>
              <a:effectLst/>
            </p:spPr>
          </p:pic>
        </p:grpSp>
        <p:grpSp>
          <p:nvGrpSpPr>
            <p:cNvPr id="17" name="Group 639"/>
            <p:cNvGrpSpPr/>
            <p:nvPr/>
          </p:nvGrpSpPr>
          <p:grpSpPr>
            <a:xfrm>
              <a:off x="1083734" y="1192755"/>
              <a:ext cx="1758809" cy="679963"/>
              <a:chOff x="0" y="0"/>
              <a:chExt cx="1758807" cy="679961"/>
            </a:xfrm>
          </p:grpSpPr>
          <p:grpSp>
            <p:nvGrpSpPr>
              <p:cNvPr id="24" name="Group 637"/>
              <p:cNvGrpSpPr/>
              <p:nvPr/>
            </p:nvGrpSpPr>
            <p:grpSpPr>
              <a:xfrm>
                <a:off x="-1" y="250749"/>
                <a:ext cx="975361" cy="216866"/>
                <a:chOff x="0" y="0"/>
                <a:chExt cx="975359" cy="216864"/>
              </a:xfrm>
            </p:grpSpPr>
            <p:sp>
              <p:nvSpPr>
                <p:cNvPr id="26" name="Shape 635"/>
                <p:cNvSpPr/>
                <p:nvPr/>
              </p:nvSpPr>
              <p:spPr>
                <a:xfrm>
                  <a:off x="216746" y="108432"/>
                  <a:ext cx="758614" cy="1"/>
                </a:xfrm>
                <a:prstGeom prst="line">
                  <a:avLst/>
                </a:prstGeom>
                <a:noFill/>
                <a:ln w="50800" cap="flat">
                  <a:solidFill>
                    <a:srgbClr val="CC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sp>
              <p:nvSpPr>
                <p:cNvPr id="27" name="Shape 636"/>
                <p:cNvSpPr/>
                <p:nvPr/>
              </p:nvSpPr>
              <p:spPr>
                <a:xfrm>
                  <a:off x="-1" y="0"/>
                  <a:ext cx="216748" cy="216865"/>
                </a:xfrm>
                <a:prstGeom prst="diamond">
                  <a:avLst/>
                </a:prstGeom>
                <a:solidFill>
                  <a:srgbClr val="CC0000"/>
                </a:solidFill>
                <a:ln w="12700" cap="flat">
                  <a:solidFill>
                    <a:srgbClr val="000000"/>
                  </a:solidFill>
                  <a:prstDash val="solid"/>
                  <a:round/>
                </a:ln>
                <a:effectLst/>
              </p:spPr>
              <p:txBody>
                <a:bodyPr wrap="square" lIns="65023" tIns="65023" rIns="65023" bIns="65023" numCol="1" anchor="ctr">
                  <a:noAutofit/>
                </a:bodyPr>
                <a:lstStyle/>
                <a:p>
                  <a:pPr lvl="0" defTabSz="914400">
                    <a:defRPr sz="3400">
                      <a:latin typeface="Times New Roman"/>
                      <a:ea typeface="Times New Roman"/>
                      <a:cs typeface="Times New Roman"/>
                      <a:sym typeface="Times New Roman"/>
                    </a:defRPr>
                  </a:pPr>
                  <a:endParaRPr/>
                </a:p>
              </p:txBody>
            </p:sp>
          </p:grpSp>
          <p:pic>
            <p:nvPicPr>
              <p:cNvPr id="25" name="image.pdf"/>
              <p:cNvPicPr/>
              <p:nvPr/>
            </p:nvPicPr>
            <p:blipFill>
              <a:blip r:embed="rId8" cstate="print">
                <a:extLst/>
              </a:blip>
              <a:stretch>
                <a:fillRect/>
              </a:stretch>
            </p:blipFill>
            <p:spPr>
              <a:xfrm>
                <a:off x="977616" y="0"/>
                <a:ext cx="781192" cy="679962"/>
              </a:xfrm>
              <a:prstGeom prst="rect">
                <a:avLst/>
              </a:prstGeom>
              <a:ln w="12700" cap="flat">
                <a:noFill/>
                <a:miter lim="400000"/>
              </a:ln>
              <a:effectLst/>
            </p:spPr>
          </p:pic>
        </p:grpSp>
        <p:grpSp>
          <p:nvGrpSpPr>
            <p:cNvPr id="18" name="Group 642"/>
            <p:cNvGrpSpPr/>
            <p:nvPr/>
          </p:nvGrpSpPr>
          <p:grpSpPr>
            <a:xfrm>
              <a:off x="1021324" y="2056366"/>
              <a:ext cx="1083733" cy="862941"/>
              <a:chOff x="0" y="0"/>
              <a:chExt cx="1083732" cy="862940"/>
            </a:xfrm>
          </p:grpSpPr>
          <p:sp>
            <p:nvSpPr>
              <p:cNvPr id="22" name="Shape 640"/>
              <p:cNvSpPr/>
              <p:nvPr/>
            </p:nvSpPr>
            <p:spPr>
              <a:xfrm>
                <a:off x="-1" y="0"/>
                <a:ext cx="1083734" cy="1"/>
              </a:xfrm>
              <a:prstGeom prst="line">
                <a:avLst/>
              </a:prstGeom>
              <a:noFill/>
              <a:ln w="50800" cap="flat">
                <a:solidFill>
                  <a:srgbClr val="000099"/>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pic>
            <p:nvPicPr>
              <p:cNvPr id="23" name="image.pdf"/>
              <p:cNvPicPr/>
              <p:nvPr/>
            </p:nvPicPr>
            <p:blipFill>
              <a:blip r:embed="rId9" cstate="print">
                <a:extLst/>
              </a:blip>
              <a:stretch>
                <a:fillRect/>
              </a:stretch>
            </p:blipFill>
            <p:spPr>
              <a:xfrm>
                <a:off x="-1" y="108432"/>
                <a:ext cx="564445" cy="754509"/>
              </a:xfrm>
              <a:prstGeom prst="rect">
                <a:avLst/>
              </a:prstGeom>
              <a:ln w="12700" cap="flat">
                <a:noFill/>
                <a:miter lim="400000"/>
              </a:ln>
              <a:effectLst/>
            </p:spPr>
          </p:pic>
        </p:grpSp>
        <p:grpSp>
          <p:nvGrpSpPr>
            <p:cNvPr id="19" name="Group 645"/>
            <p:cNvGrpSpPr/>
            <p:nvPr/>
          </p:nvGrpSpPr>
          <p:grpSpPr>
            <a:xfrm>
              <a:off x="300290" y="0"/>
              <a:ext cx="810543" cy="1359994"/>
              <a:chOff x="0" y="0"/>
              <a:chExt cx="810541" cy="1359993"/>
            </a:xfrm>
          </p:grpSpPr>
          <p:sp>
            <p:nvSpPr>
              <p:cNvPr id="20" name="Shape 643"/>
              <p:cNvSpPr/>
              <p:nvPr/>
            </p:nvSpPr>
            <p:spPr>
              <a:xfrm flipV="1">
                <a:off x="349955" y="711587"/>
                <a:ext cx="1" cy="648407"/>
              </a:xfrm>
              <a:prstGeom prst="line">
                <a:avLst/>
              </a:prstGeom>
              <a:noFill/>
              <a:ln w="50800" cap="flat">
                <a:solidFill>
                  <a:srgbClr val="000099"/>
                </a:solidFill>
                <a:prstDash val="solid"/>
                <a:round/>
                <a:headEnd type="diamond" w="med" len="me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p>
            </p:txBody>
          </p:sp>
          <p:pic>
            <p:nvPicPr>
              <p:cNvPr id="21" name="image.pdf"/>
              <p:cNvPicPr/>
              <p:nvPr/>
            </p:nvPicPr>
            <p:blipFill>
              <a:blip r:embed="rId10" cstate="print">
                <a:extLst/>
              </a:blip>
              <a:stretch>
                <a:fillRect/>
              </a:stretch>
            </p:blipFill>
            <p:spPr>
              <a:xfrm>
                <a:off x="0" y="0"/>
                <a:ext cx="810542" cy="707070"/>
              </a:xfrm>
              <a:prstGeom prst="rect">
                <a:avLst/>
              </a:prstGeom>
              <a:ln w="12700" cap="flat">
                <a:noFill/>
                <a:miter lim="400000"/>
              </a:ln>
              <a:effectLst/>
            </p:spPr>
          </p:pic>
        </p:grpSp>
      </p:grpSp>
      <p:grpSp>
        <p:nvGrpSpPr>
          <p:cNvPr id="32" name="组合 31"/>
          <p:cNvGrpSpPr/>
          <p:nvPr/>
        </p:nvGrpSpPr>
        <p:grpSpPr>
          <a:xfrm>
            <a:off x="9031840" y="778006"/>
            <a:ext cx="3695985" cy="4183663"/>
            <a:chOff x="8141545" y="2456462"/>
            <a:chExt cx="3695985" cy="4183663"/>
          </a:xfrm>
        </p:grpSpPr>
        <p:pic>
          <p:nvPicPr>
            <p:cNvPr id="33" name="image.pdf"/>
            <p:cNvPicPr/>
            <p:nvPr/>
          </p:nvPicPr>
          <p:blipFill>
            <a:blip r:embed="rId11" cstate="print">
              <a:extLst/>
            </a:blip>
            <a:stretch>
              <a:fillRect/>
            </a:stretch>
          </p:blipFill>
          <p:spPr>
            <a:xfrm>
              <a:off x="8141546" y="5949244"/>
              <a:ext cx="645725" cy="690881"/>
            </a:xfrm>
            <a:prstGeom prst="rect">
              <a:avLst/>
            </a:prstGeom>
            <a:ln w="12700">
              <a:miter lim="400000"/>
            </a:ln>
          </p:spPr>
        </p:pic>
        <p:pic>
          <p:nvPicPr>
            <p:cNvPr id="34" name="image.pdf"/>
            <p:cNvPicPr/>
            <p:nvPr/>
          </p:nvPicPr>
          <p:blipFill>
            <a:blip r:embed="rId12" cstate="print">
              <a:extLst/>
            </a:blip>
            <a:stretch>
              <a:fillRect/>
            </a:stretch>
          </p:blipFill>
          <p:spPr>
            <a:xfrm>
              <a:off x="11227929" y="4949049"/>
              <a:ext cx="609601" cy="699912"/>
            </a:xfrm>
            <a:prstGeom prst="rect">
              <a:avLst/>
            </a:prstGeom>
            <a:ln w="12700">
              <a:miter lim="400000"/>
            </a:ln>
          </p:spPr>
        </p:pic>
        <p:grpSp>
          <p:nvGrpSpPr>
            <p:cNvPr id="35" name="组合 34"/>
            <p:cNvGrpSpPr/>
            <p:nvPr/>
          </p:nvGrpSpPr>
          <p:grpSpPr>
            <a:xfrm>
              <a:off x="8141545" y="2456462"/>
              <a:ext cx="3630510" cy="3908214"/>
              <a:chOff x="8141545" y="2456462"/>
              <a:chExt cx="3630510" cy="3908214"/>
            </a:xfrm>
          </p:grpSpPr>
          <p:grpSp>
            <p:nvGrpSpPr>
              <p:cNvPr id="37" name="Group 652"/>
              <p:cNvGrpSpPr/>
              <p:nvPr/>
            </p:nvGrpSpPr>
            <p:grpSpPr>
              <a:xfrm>
                <a:off x="9645226" y="2492586"/>
                <a:ext cx="406401" cy="3872090"/>
                <a:chOff x="0" y="0"/>
                <a:chExt cx="406400" cy="3872088"/>
              </a:xfrm>
            </p:grpSpPr>
            <p:sp>
              <p:nvSpPr>
                <p:cNvPr id="63" name="Shape 649"/>
                <p:cNvSpPr/>
                <p:nvPr/>
              </p:nvSpPr>
              <p:spPr>
                <a:xfrm>
                  <a:off x="-1" y="0"/>
                  <a:ext cx="406402" cy="3872089"/>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275"/>
                        <a:pt x="0" y="615"/>
                      </a:cubicBezTo>
                      <a:lnTo>
                        <a:pt x="0" y="20986"/>
                      </a:lnTo>
                      <a:cubicBezTo>
                        <a:pt x="0" y="21325"/>
                        <a:pt x="4835" y="21600"/>
                        <a:pt x="10800" y="21600"/>
                      </a:cubicBezTo>
                      <a:cubicBezTo>
                        <a:pt x="16765" y="21600"/>
                        <a:pt x="21600" y="21325"/>
                        <a:pt x="21600" y="20986"/>
                      </a:cubicBezTo>
                      <a:lnTo>
                        <a:pt x="21600" y="615"/>
                      </a:lnTo>
                      <a:cubicBezTo>
                        <a:pt x="21600" y="275"/>
                        <a:pt x="16765" y="0"/>
                        <a:pt x="10800" y="0"/>
                      </a:cubicBezTo>
                      <a:close/>
                    </a:path>
                  </a:pathLst>
                </a:custGeom>
                <a:gradFill flip="none" rotWithShape="1">
                  <a:gsLst>
                    <a:gs pos="0">
                      <a:srgbClr val="000000"/>
                    </a:gs>
                    <a:gs pos="100000">
                      <a:srgbClr val="008765"/>
                    </a:gs>
                  </a:gsLst>
                  <a:lin ang="10800000" scaled="0"/>
                </a:gradFill>
                <a:ln w="12700" cap="flat">
                  <a:solidFill>
                    <a:srgbClr val="000000"/>
                  </a:solidFill>
                  <a:prstDash val="solid"/>
                  <a:round/>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64" name="Shape 650"/>
                <p:cNvSpPr/>
                <p:nvPr/>
              </p:nvSpPr>
              <p:spPr>
                <a:xfrm>
                  <a:off x="-1" y="0"/>
                  <a:ext cx="406402" cy="220315"/>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4839"/>
                        <a:pt x="0" y="10809"/>
                      </a:cubicBezTo>
                      <a:cubicBezTo>
                        <a:pt x="0" y="16769"/>
                        <a:pt x="4835" y="21600"/>
                        <a:pt x="10800" y="21600"/>
                      </a:cubicBezTo>
                      <a:cubicBezTo>
                        <a:pt x="16765" y="21600"/>
                        <a:pt x="21600" y="16769"/>
                        <a:pt x="21600" y="10809"/>
                      </a:cubicBezTo>
                      <a:cubicBezTo>
                        <a:pt x="21600" y="4839"/>
                        <a:pt x="16765" y="0"/>
                        <a:pt x="10800" y="0"/>
                      </a:cubicBezTo>
                      <a:close/>
                    </a:path>
                  </a:pathLst>
                </a:custGeom>
                <a:solidFill>
                  <a:srgbClr val="339F84"/>
                </a:solidFill>
                <a:ln w="12700" cap="flat">
                  <a:noFill/>
                  <a:miter lim="400000"/>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65" name="Shape 651"/>
                <p:cNvSpPr/>
                <p:nvPr/>
              </p:nvSpPr>
              <p:spPr>
                <a:xfrm>
                  <a:off x="-1" y="110246"/>
                  <a:ext cx="406402" cy="11006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cubicBezTo>
                        <a:pt x="0" y="11929"/>
                        <a:pt x="4835" y="21600"/>
                        <a:pt x="10800" y="21600"/>
                      </a:cubicBezTo>
                      <a:cubicBezTo>
                        <a:pt x="16765" y="21600"/>
                        <a:pt x="21600" y="11929"/>
                        <a:pt x="21600" y="0"/>
                      </a:cubicBezTo>
                    </a:path>
                  </a:pathLst>
                </a:custGeom>
                <a:noFill/>
                <a:ln w="12700" cap="flat">
                  <a:solidFill>
                    <a:srgbClr val="000000"/>
                  </a:solidFill>
                  <a:prstDash val="solid"/>
                  <a:round/>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grpSp>
          <p:grpSp>
            <p:nvGrpSpPr>
              <p:cNvPr id="38" name="Group 681"/>
              <p:cNvGrpSpPr/>
              <p:nvPr/>
            </p:nvGrpSpPr>
            <p:grpSpPr>
              <a:xfrm>
                <a:off x="8141545" y="2456462"/>
                <a:ext cx="3630510" cy="3492785"/>
                <a:chOff x="-1" y="0"/>
                <a:chExt cx="3630508" cy="3492784"/>
              </a:xfrm>
            </p:grpSpPr>
            <p:sp>
              <p:nvSpPr>
                <p:cNvPr id="41" name="Shape 659"/>
                <p:cNvSpPr/>
                <p:nvPr/>
              </p:nvSpPr>
              <p:spPr>
                <a:xfrm flipH="1">
                  <a:off x="-1" y="2300675"/>
                  <a:ext cx="1733975" cy="1192108"/>
                </a:xfrm>
                <a:prstGeom prst="line">
                  <a:avLst/>
                </a:prstGeom>
                <a:noFill/>
                <a:ln w="12700" cap="flat">
                  <a:solidFill>
                    <a:srgbClr val="00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42" name="Shape 660"/>
                <p:cNvSpPr/>
                <p:nvPr/>
              </p:nvSpPr>
              <p:spPr>
                <a:xfrm>
                  <a:off x="1733973" y="2300675"/>
                  <a:ext cx="1896534" cy="1"/>
                </a:xfrm>
                <a:prstGeom prst="line">
                  <a:avLst/>
                </a:prstGeom>
                <a:noFill/>
                <a:ln w="12700" cap="flat">
                  <a:solidFill>
                    <a:srgbClr val="000000"/>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grpSp>
              <p:nvGrpSpPr>
                <p:cNvPr id="43" name="Group 680"/>
                <p:cNvGrpSpPr/>
                <p:nvPr/>
              </p:nvGrpSpPr>
              <p:grpSpPr>
                <a:xfrm>
                  <a:off x="356728" y="0"/>
                  <a:ext cx="2600963" cy="3492784"/>
                  <a:chOff x="0" y="0"/>
                  <a:chExt cx="2600961" cy="3492783"/>
                </a:xfrm>
              </p:grpSpPr>
              <p:grpSp>
                <p:nvGrpSpPr>
                  <p:cNvPr id="44" name="Group 673"/>
                  <p:cNvGrpSpPr/>
                  <p:nvPr/>
                </p:nvGrpSpPr>
                <p:grpSpPr>
                  <a:xfrm>
                    <a:off x="0" y="241582"/>
                    <a:ext cx="2600961" cy="3251201"/>
                    <a:chOff x="0" y="0"/>
                    <a:chExt cx="2600960" cy="3251200"/>
                  </a:xfrm>
                </p:grpSpPr>
                <p:grpSp>
                  <p:nvGrpSpPr>
                    <p:cNvPr id="51" name="Group 664"/>
                    <p:cNvGrpSpPr/>
                    <p:nvPr/>
                  </p:nvGrpSpPr>
                  <p:grpSpPr>
                    <a:xfrm>
                      <a:off x="501226" y="365759"/>
                      <a:ext cx="1627859" cy="2885442"/>
                      <a:chOff x="0" y="0"/>
                      <a:chExt cx="1627857" cy="2885440"/>
                    </a:xfrm>
                  </p:grpSpPr>
                  <p:sp>
                    <p:nvSpPr>
                      <p:cNvPr id="60" name="Shape 661"/>
                      <p:cNvSpPr/>
                      <p:nvPr/>
                    </p:nvSpPr>
                    <p:spPr>
                      <a:xfrm>
                        <a:off x="0" y="0"/>
                        <a:ext cx="1627858" cy="288544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1209"/>
                              <a:pt x="0" y="2700"/>
                            </a:cubicBezTo>
                            <a:lnTo>
                              <a:pt x="0" y="18900"/>
                            </a:lnTo>
                            <a:cubicBezTo>
                              <a:pt x="0" y="20391"/>
                              <a:pt x="4835" y="21600"/>
                              <a:pt x="10800" y="21600"/>
                            </a:cubicBezTo>
                            <a:cubicBezTo>
                              <a:pt x="16765" y="21600"/>
                              <a:pt x="21600" y="20391"/>
                              <a:pt x="21600" y="18900"/>
                            </a:cubicBezTo>
                            <a:lnTo>
                              <a:pt x="21600" y="2700"/>
                            </a:lnTo>
                            <a:cubicBezTo>
                              <a:pt x="21600" y="1209"/>
                              <a:pt x="16765" y="0"/>
                              <a:pt x="10800" y="0"/>
                            </a:cubicBezTo>
                            <a:close/>
                          </a:path>
                        </a:pathLst>
                      </a:custGeom>
                      <a:solidFill>
                        <a:srgbClr val="EFC1EE">
                          <a:alpha val="50195"/>
                        </a:srgbClr>
                      </a:solidFill>
                      <a:ln w="12700" cap="flat">
                        <a:solidFill>
                          <a:srgbClr val="000000"/>
                        </a:solidFill>
                        <a:prstDash val="solid"/>
                        <a:round/>
                      </a:ln>
                      <a:effectLst/>
                    </p:spPr>
                    <p:txBody>
                      <a:bodyPr wrap="square" lIns="65023" tIns="65023" rIns="65023" bIns="65023" numCol="1" anchor="ctr">
                        <a:noAutofit/>
                      </a:bodyPr>
                      <a:lstStyle/>
                      <a:p>
                        <a:pPr lvl="0" defTabSz="914400">
                          <a:defRPr sz="3400">
                            <a:latin typeface="Arial"/>
                            <a:ea typeface="Arial"/>
                            <a:cs typeface="Arial"/>
                            <a:sym typeface="Arial"/>
                          </a:defRPr>
                        </a:pPr>
                        <a:endParaRPr>
                          <a:latin typeface="黑体" pitchFamily="49" charset="-122"/>
                          <a:ea typeface="黑体" pitchFamily="49" charset="-122"/>
                        </a:endParaRPr>
                      </a:p>
                    </p:txBody>
                  </p:sp>
                  <p:sp>
                    <p:nvSpPr>
                      <p:cNvPr id="61" name="Shape 662"/>
                      <p:cNvSpPr/>
                      <p:nvPr/>
                    </p:nvSpPr>
                    <p:spPr>
                      <a:xfrm>
                        <a:off x="0" y="0"/>
                        <a:ext cx="1627858" cy="72136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close/>
                          </a:path>
                        </a:pathLst>
                      </a:custGeom>
                      <a:solidFill>
                        <a:srgbClr val="F2CDF1">
                          <a:alpha val="50195"/>
                        </a:srgbClr>
                      </a:solidFill>
                      <a:ln w="12700" cap="flat">
                        <a:noFill/>
                        <a:miter lim="400000"/>
                      </a:ln>
                      <a:effectLst/>
                    </p:spPr>
                    <p:txBody>
                      <a:bodyPr wrap="square" lIns="65023" tIns="65023" rIns="65023" bIns="65023" numCol="1" anchor="ctr">
                        <a:noAutofit/>
                      </a:bodyPr>
                      <a:lstStyle/>
                      <a:p>
                        <a:pPr lvl="0" defTabSz="914400">
                          <a:defRPr sz="3400">
                            <a:latin typeface="Arial"/>
                            <a:ea typeface="Arial"/>
                            <a:cs typeface="Arial"/>
                            <a:sym typeface="Arial"/>
                          </a:defRPr>
                        </a:pPr>
                        <a:endParaRPr>
                          <a:latin typeface="黑体" pitchFamily="49" charset="-122"/>
                          <a:ea typeface="黑体" pitchFamily="49" charset="-122"/>
                        </a:endParaRPr>
                      </a:p>
                    </p:txBody>
                  </p:sp>
                  <p:sp>
                    <p:nvSpPr>
                      <p:cNvPr id="62" name="Shape 663"/>
                      <p:cNvSpPr/>
                      <p:nvPr/>
                    </p:nvSpPr>
                    <p:spPr>
                      <a:xfrm>
                        <a:off x="0" y="360680"/>
                        <a:ext cx="1627858" cy="36068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cubicBezTo>
                              <a:pt x="0" y="11929"/>
                              <a:pt x="4835" y="21600"/>
                              <a:pt x="10800" y="21600"/>
                            </a:cubicBezTo>
                            <a:cubicBezTo>
                              <a:pt x="16765" y="21600"/>
                              <a:pt x="21600" y="11929"/>
                              <a:pt x="21600" y="0"/>
                            </a:cubicBezTo>
                          </a:path>
                        </a:pathLst>
                      </a:custGeom>
                      <a:noFill/>
                      <a:ln w="12700" cap="flat">
                        <a:solidFill>
                          <a:srgbClr val="000000"/>
                        </a:solidFill>
                        <a:prstDash val="solid"/>
                        <a:round/>
                      </a:ln>
                      <a:effectLst/>
                    </p:spPr>
                    <p:txBody>
                      <a:bodyPr wrap="square" lIns="65023" tIns="65023" rIns="65023" bIns="65023" numCol="1" anchor="ctr">
                        <a:noAutofit/>
                      </a:bodyPr>
                      <a:lstStyle/>
                      <a:p>
                        <a:pPr lvl="0" defTabSz="914400">
                          <a:defRPr sz="3400">
                            <a:latin typeface="Arial"/>
                            <a:ea typeface="Arial"/>
                            <a:cs typeface="Arial"/>
                            <a:sym typeface="Arial"/>
                          </a:defRPr>
                        </a:pPr>
                        <a:endParaRPr>
                          <a:latin typeface="黑体" pitchFamily="49" charset="-122"/>
                          <a:ea typeface="黑体" pitchFamily="49" charset="-122"/>
                        </a:endParaRPr>
                      </a:p>
                    </p:txBody>
                  </p:sp>
                </p:grpSp>
                <p:sp>
                  <p:nvSpPr>
                    <p:cNvPr id="52" name="Shape 665"/>
                    <p:cNvSpPr/>
                    <p:nvPr/>
                  </p:nvSpPr>
                  <p:spPr>
                    <a:xfrm flipH="1">
                      <a:off x="494453" y="1408853"/>
                      <a:ext cx="774419" cy="650241"/>
                    </a:xfrm>
                    <a:prstGeom prst="line">
                      <a:avLst/>
                    </a:prstGeom>
                    <a:noFill/>
                    <a:ln w="50800" cap="flat">
                      <a:solidFill>
                        <a:srgbClr val="CC00CC"/>
                      </a:solidFill>
                      <a:prstDash val="solid"/>
                      <a:roun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grpSp>
                  <p:nvGrpSpPr>
                    <p:cNvPr id="53" name="Group 670"/>
                    <p:cNvGrpSpPr/>
                    <p:nvPr/>
                  </p:nvGrpSpPr>
                  <p:grpSpPr>
                    <a:xfrm>
                      <a:off x="0" y="-1"/>
                      <a:ext cx="2600961" cy="1476588"/>
                      <a:chOff x="0" y="0"/>
                      <a:chExt cx="2600960" cy="1476586"/>
                    </a:xfrm>
                  </p:grpSpPr>
                  <p:sp>
                    <p:nvSpPr>
                      <p:cNvPr id="56" name="Shape 666"/>
                      <p:cNvSpPr/>
                      <p:nvPr/>
                    </p:nvSpPr>
                    <p:spPr>
                      <a:xfrm>
                        <a:off x="697653" y="-1"/>
                        <a:ext cx="1253068" cy="1476588"/>
                      </a:xfrm>
                      <a:prstGeom prst="line">
                        <a:avLst/>
                      </a:prstGeom>
                      <a:noFill/>
                      <a:ln w="38100" cap="flat">
                        <a:solidFill>
                          <a:srgbClr val="FF0000"/>
                        </a:solidFill>
                        <a:prstDash val="solid"/>
                        <a:round/>
                        <a:headEnd type="triangle" w="med" len="me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57" name="Shape 667"/>
                      <p:cNvSpPr/>
                      <p:nvPr/>
                    </p:nvSpPr>
                    <p:spPr>
                      <a:xfrm flipH="1">
                        <a:off x="758613" y="9031"/>
                        <a:ext cx="1300481" cy="1467556"/>
                      </a:xfrm>
                      <a:prstGeom prst="line">
                        <a:avLst/>
                      </a:prstGeom>
                      <a:noFill/>
                      <a:ln w="38100" cap="flat">
                        <a:solidFill>
                          <a:srgbClr val="FF0000"/>
                        </a:solidFill>
                        <a:prstDash val="solid"/>
                        <a:round/>
                        <a:headEnd type="triangle" w="med" len="me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58" name="Shape 668"/>
                      <p:cNvSpPr/>
                      <p:nvPr/>
                    </p:nvSpPr>
                    <p:spPr>
                      <a:xfrm>
                        <a:off x="0" y="442524"/>
                        <a:ext cx="2600961" cy="650241"/>
                      </a:xfrm>
                      <a:prstGeom prst="line">
                        <a:avLst/>
                      </a:prstGeom>
                      <a:noFill/>
                      <a:ln w="38100" cap="flat">
                        <a:solidFill>
                          <a:srgbClr val="FF0000"/>
                        </a:solidFill>
                        <a:prstDash val="solid"/>
                        <a:round/>
                        <a:headEnd type="triangle" w="med" len="me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59" name="Shape 669"/>
                      <p:cNvSpPr/>
                      <p:nvPr/>
                    </p:nvSpPr>
                    <p:spPr>
                      <a:xfrm flipV="1">
                        <a:off x="108373" y="392853"/>
                        <a:ext cx="2492587" cy="720232"/>
                      </a:xfrm>
                      <a:prstGeom prst="line">
                        <a:avLst/>
                      </a:prstGeom>
                      <a:noFill/>
                      <a:ln w="38100" cap="flat">
                        <a:solidFill>
                          <a:srgbClr val="FF0000"/>
                        </a:solidFill>
                        <a:prstDash val="solid"/>
                        <a:round/>
                        <a:headEnd type="triangle" w="med" len="med"/>
                        <a:tailEnd type="triangle"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grpSp>
                <p:sp>
                  <p:nvSpPr>
                    <p:cNvPr id="54" name="Shape 671"/>
                    <p:cNvSpPr/>
                    <p:nvPr/>
                  </p:nvSpPr>
                  <p:spPr>
                    <a:xfrm>
                      <a:off x="510257" y="2600960"/>
                      <a:ext cx="650241" cy="3251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800" y="16200"/>
                            <a:pt x="3600" y="10800"/>
                            <a:pt x="7200" y="7200"/>
                          </a:cubicBezTo>
                          <a:cubicBezTo>
                            <a:pt x="10800" y="3600"/>
                            <a:pt x="16200" y="1800"/>
                            <a:pt x="21600" y="0"/>
                          </a:cubicBezTo>
                        </a:path>
                      </a:pathLst>
                    </a:custGeom>
                    <a:noFill/>
                    <a:ln w="12700" cap="flat">
                      <a:solidFill>
                        <a:srgbClr val="000000"/>
                      </a:solidFill>
                      <a:prstDash val="dash"/>
                      <a:round/>
                    </a:ln>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55" name="Shape 672"/>
                    <p:cNvSpPr/>
                    <p:nvPr/>
                  </p:nvSpPr>
                  <p:spPr>
                    <a:xfrm flipH="1">
                      <a:off x="1593991" y="2600960"/>
                      <a:ext cx="541867" cy="32512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1800" y="16200"/>
                            <a:pt x="3600" y="10800"/>
                            <a:pt x="7200" y="7200"/>
                          </a:cubicBezTo>
                          <a:cubicBezTo>
                            <a:pt x="10800" y="3600"/>
                            <a:pt x="16200" y="1800"/>
                            <a:pt x="21600" y="0"/>
                          </a:cubicBezTo>
                        </a:path>
                      </a:pathLst>
                    </a:custGeom>
                    <a:noFill/>
                    <a:ln w="12700" cap="flat">
                      <a:solidFill>
                        <a:srgbClr val="000000"/>
                      </a:solidFill>
                      <a:prstDash val="dash"/>
                      <a:round/>
                    </a:ln>
                    <a:effectLst/>
                  </p:spPr>
                  <p:txBody>
                    <a:bodyPr wrap="square" lIns="65023" tIns="65023" rIns="65023" bIns="65023" numCol="1" anchor="t">
                      <a:noAutofit/>
                    </a:bodyPr>
                    <a:lstStyle/>
                    <a:p>
                      <a:pPr lvl="0" algn="l" defTabSz="914400">
                        <a:defRPr sz="3400">
                          <a:latin typeface="Times New Roman"/>
                          <a:ea typeface="Times New Roman"/>
                          <a:cs typeface="Times New Roman"/>
                          <a:sym typeface="Times New Roman"/>
                        </a:defRPr>
                      </a:pPr>
                      <a:endParaRPr>
                        <a:latin typeface="黑体" pitchFamily="49" charset="-122"/>
                        <a:ea typeface="黑体" pitchFamily="49" charset="-122"/>
                      </a:endParaRPr>
                    </a:p>
                  </p:txBody>
                </p:sp>
              </p:grpSp>
              <p:grpSp>
                <p:nvGrpSpPr>
                  <p:cNvPr id="45" name="Group 679"/>
                  <p:cNvGrpSpPr/>
                  <p:nvPr/>
                </p:nvGrpSpPr>
                <p:grpSpPr>
                  <a:xfrm>
                    <a:off x="1140176" y="0"/>
                    <a:ext cx="428663" cy="1088250"/>
                    <a:chOff x="-1" y="0"/>
                    <a:chExt cx="428661" cy="1088249"/>
                  </a:xfrm>
                </p:grpSpPr>
                <p:grpSp>
                  <p:nvGrpSpPr>
                    <p:cNvPr id="46" name="Group 677"/>
                    <p:cNvGrpSpPr/>
                    <p:nvPr/>
                  </p:nvGrpSpPr>
                  <p:grpSpPr>
                    <a:xfrm>
                      <a:off x="-1" y="0"/>
                      <a:ext cx="406402" cy="1088249"/>
                      <a:chOff x="0" y="0"/>
                      <a:chExt cx="406400" cy="1088248"/>
                    </a:xfrm>
                  </p:grpSpPr>
                  <p:sp>
                    <p:nvSpPr>
                      <p:cNvPr id="48" name="Shape 674"/>
                      <p:cNvSpPr/>
                      <p:nvPr/>
                    </p:nvSpPr>
                    <p:spPr>
                      <a:xfrm>
                        <a:off x="-1" y="0"/>
                        <a:ext cx="406402" cy="1088249"/>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980"/>
                              <a:pt x="0" y="2189"/>
                            </a:cubicBezTo>
                            <a:lnTo>
                              <a:pt x="0" y="19412"/>
                            </a:lnTo>
                            <a:cubicBezTo>
                              <a:pt x="0" y="20620"/>
                              <a:pt x="4835" y="21600"/>
                              <a:pt x="10800" y="21600"/>
                            </a:cubicBezTo>
                            <a:cubicBezTo>
                              <a:pt x="16765" y="21600"/>
                              <a:pt x="21600" y="20620"/>
                              <a:pt x="21600" y="19412"/>
                            </a:cubicBezTo>
                            <a:lnTo>
                              <a:pt x="21600" y="2189"/>
                            </a:lnTo>
                            <a:cubicBezTo>
                              <a:pt x="21600" y="980"/>
                              <a:pt x="16765" y="0"/>
                              <a:pt x="10800" y="0"/>
                            </a:cubicBezTo>
                            <a:close/>
                          </a:path>
                        </a:pathLst>
                      </a:custGeom>
                      <a:gradFill flip="none" rotWithShape="1">
                        <a:gsLst>
                          <a:gs pos="0">
                            <a:srgbClr val="000000"/>
                          </a:gs>
                          <a:gs pos="100000">
                            <a:srgbClr val="008765"/>
                          </a:gs>
                        </a:gsLst>
                        <a:lin ang="10800000" scaled="0"/>
                      </a:gradFill>
                      <a:ln w="12700" cap="flat">
                        <a:solidFill>
                          <a:srgbClr val="000000"/>
                        </a:solidFill>
                        <a:prstDash val="solid"/>
                        <a:round/>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49" name="Shape 675"/>
                      <p:cNvSpPr/>
                      <p:nvPr/>
                    </p:nvSpPr>
                    <p:spPr>
                      <a:xfrm>
                        <a:off x="-1" y="0"/>
                        <a:ext cx="406402" cy="220522"/>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0800" y="0"/>
                            </a:lnTo>
                            <a:cubicBezTo>
                              <a:pt x="4835" y="0"/>
                              <a:pt x="0" y="4836"/>
                              <a:pt x="0" y="10802"/>
                            </a:cubicBezTo>
                            <a:cubicBezTo>
                              <a:pt x="0" y="16766"/>
                              <a:pt x="4835" y="21600"/>
                              <a:pt x="10800" y="21600"/>
                            </a:cubicBezTo>
                            <a:cubicBezTo>
                              <a:pt x="16765" y="21600"/>
                              <a:pt x="21600" y="16766"/>
                              <a:pt x="21600" y="10802"/>
                            </a:cubicBezTo>
                            <a:cubicBezTo>
                              <a:pt x="21600" y="4836"/>
                              <a:pt x="16765" y="0"/>
                              <a:pt x="10800" y="0"/>
                            </a:cubicBezTo>
                            <a:close/>
                          </a:path>
                        </a:pathLst>
                      </a:custGeom>
                      <a:solidFill>
                        <a:srgbClr val="339F84"/>
                      </a:solidFill>
                      <a:ln w="12700" cap="flat">
                        <a:noFill/>
                        <a:miter lim="400000"/>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50" name="Shape 676"/>
                      <p:cNvSpPr/>
                      <p:nvPr/>
                    </p:nvSpPr>
                    <p:spPr>
                      <a:xfrm>
                        <a:off x="-1" y="110285"/>
                        <a:ext cx="406402" cy="110237"/>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0"/>
                            </a:lnTo>
                            <a:cubicBezTo>
                              <a:pt x="0" y="11929"/>
                              <a:pt x="4835" y="21600"/>
                              <a:pt x="10800" y="21600"/>
                            </a:cubicBezTo>
                            <a:cubicBezTo>
                              <a:pt x="16765" y="21600"/>
                              <a:pt x="21600" y="11929"/>
                              <a:pt x="21600" y="0"/>
                            </a:cubicBezTo>
                          </a:path>
                        </a:pathLst>
                      </a:custGeom>
                      <a:noFill/>
                      <a:ln w="12700" cap="flat">
                        <a:solidFill>
                          <a:srgbClr val="000000"/>
                        </a:solidFill>
                        <a:prstDash val="solid"/>
                        <a:round/>
                      </a:ln>
                      <a:effectLst/>
                    </p:spPr>
                    <p:txBody>
                      <a:bodyPr wrap="square" lIns="65023" tIns="65023" rIns="65023" bIns="65023" numCol="1" anchor="ctr">
                        <a:noAutofit/>
                      </a:bodyPr>
                      <a:lstStyle/>
                      <a:p>
                        <a:pPr lvl="0" defTabSz="914400">
                          <a:defRPr sz="2400">
                            <a:latin typeface="Times New Roman"/>
                            <a:ea typeface="Times New Roman"/>
                            <a:cs typeface="Times New Roman"/>
                            <a:sym typeface="Times New Roman"/>
                          </a:defRPr>
                        </a:pPr>
                        <a:endParaRPr>
                          <a:latin typeface="黑体" pitchFamily="49" charset="-122"/>
                          <a:ea typeface="黑体" pitchFamily="49" charset="-122"/>
                        </a:endParaRPr>
                      </a:p>
                    </p:txBody>
                  </p:sp>
                </p:grpSp>
                <p:sp>
                  <p:nvSpPr>
                    <p:cNvPr id="47" name="Shape 678"/>
                    <p:cNvSpPr/>
                    <p:nvPr/>
                  </p:nvSpPr>
                  <p:spPr>
                    <a:xfrm>
                      <a:off x="79338" y="197863"/>
                      <a:ext cx="349322" cy="654535"/>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023" tIns="65023" rIns="65023" bIns="65023" numCol="1" anchor="t">
                      <a:spAutoFit/>
                    </a:bodyPr>
                    <a:lstStyle>
                      <a:lvl1pPr defTabSz="914400">
                        <a:spcBef>
                          <a:spcPts val="1400"/>
                        </a:spcBef>
                        <a:defRPr sz="3400">
                          <a:solidFill>
                            <a:srgbClr val="FF0000"/>
                          </a:solidFill>
                          <a:latin typeface="Arial"/>
                          <a:ea typeface="Arial"/>
                          <a:cs typeface="Arial"/>
                          <a:sym typeface="Arial"/>
                        </a:defRPr>
                      </a:lvl1pPr>
                    </a:lstStyle>
                    <a:p>
                      <a:pPr lvl="0">
                        <a:defRPr sz="1800">
                          <a:solidFill>
                            <a:srgbClr val="000000"/>
                          </a:solidFill>
                        </a:defRPr>
                      </a:pPr>
                      <a:r>
                        <a:rPr sz="3400">
                          <a:solidFill>
                            <a:srgbClr val="FF0000"/>
                          </a:solidFill>
                          <a:latin typeface="黑体" pitchFamily="49" charset="-122"/>
                          <a:ea typeface="黑体" pitchFamily="49" charset="-122"/>
                        </a:rPr>
                        <a:t>+</a:t>
                      </a:r>
                    </a:p>
                  </p:txBody>
                </p:sp>
              </p:grpSp>
            </p:grpSp>
          </p:grpSp>
          <p:pic>
            <p:nvPicPr>
              <p:cNvPr id="39" name="image.pdf"/>
              <p:cNvPicPr/>
              <p:nvPr/>
            </p:nvPicPr>
            <p:blipFill>
              <a:blip r:embed="rId13" cstate="print">
                <a:extLst/>
              </a:blip>
              <a:stretch>
                <a:fillRect/>
              </a:stretch>
            </p:blipFill>
            <p:spPr>
              <a:xfrm>
                <a:off x="9995182" y="4181404"/>
                <a:ext cx="638952" cy="684108"/>
              </a:xfrm>
              <a:prstGeom prst="rect">
                <a:avLst/>
              </a:prstGeom>
              <a:ln w="12700">
                <a:miter lim="400000"/>
              </a:ln>
            </p:spPr>
          </p:pic>
          <p:pic>
            <p:nvPicPr>
              <p:cNvPr id="40" name="image.pdf"/>
              <p:cNvPicPr/>
              <p:nvPr/>
            </p:nvPicPr>
            <p:blipFill>
              <a:blip r:embed="rId14" cstate="print">
                <a:extLst/>
              </a:blip>
              <a:stretch>
                <a:fillRect/>
              </a:stretch>
            </p:blipFill>
            <p:spPr>
              <a:xfrm>
                <a:off x="9101102" y="4540391"/>
                <a:ext cx="602828" cy="650241"/>
              </a:xfrm>
              <a:prstGeom prst="rect">
                <a:avLst/>
              </a:prstGeom>
              <a:ln w="12700">
                <a:miter lim="400000"/>
              </a:ln>
            </p:spPr>
          </p:pic>
        </p:grpSp>
        <p:pic>
          <p:nvPicPr>
            <p:cNvPr id="36" name="image.pdf"/>
            <p:cNvPicPr/>
            <p:nvPr/>
          </p:nvPicPr>
          <p:blipFill>
            <a:blip r:embed="rId15" cstate="print">
              <a:extLst/>
            </a:blip>
            <a:stretch>
              <a:fillRect/>
            </a:stretch>
          </p:blipFill>
          <p:spPr>
            <a:xfrm>
              <a:off x="8629226" y="3917244"/>
              <a:ext cx="379308" cy="684107"/>
            </a:xfrm>
            <a:prstGeom prst="rect">
              <a:avLst/>
            </a:prstGeom>
            <a:ln w="12700">
              <a:miter lim="400000"/>
            </a:ln>
          </p:spPr>
        </p:pic>
      </p:grpSp>
      <p:grpSp>
        <p:nvGrpSpPr>
          <p:cNvPr id="66" name="组合 65"/>
          <p:cNvGrpSpPr/>
          <p:nvPr/>
        </p:nvGrpSpPr>
        <p:grpSpPr>
          <a:xfrm>
            <a:off x="2325936" y="6478405"/>
            <a:ext cx="3240360" cy="1584176"/>
            <a:chOff x="2829992" y="7757120"/>
            <a:chExt cx="3035796" cy="1368425"/>
          </a:xfrm>
        </p:grpSpPr>
        <p:graphicFrame>
          <p:nvGraphicFramePr>
            <p:cNvPr id="67" name="Object 3"/>
            <p:cNvGraphicFramePr>
              <a:graphicFrameLocks noChangeAspect="1"/>
            </p:cNvGraphicFramePr>
            <p:nvPr>
              <p:extLst>
                <p:ext uri="{D42A27DB-BD31-4B8C-83A1-F6EECF244321}">
                  <p14:modId xmlns:p14="http://schemas.microsoft.com/office/powerpoint/2010/main" val="2162533101"/>
                </p:ext>
              </p:extLst>
            </p:nvPr>
          </p:nvGraphicFramePr>
          <p:xfrm>
            <a:off x="3694088" y="7757120"/>
            <a:ext cx="2171700" cy="1368425"/>
          </p:xfrm>
          <a:graphic>
            <a:graphicData uri="http://schemas.openxmlformats.org/presentationml/2006/ole">
              <mc:AlternateContent xmlns:mc="http://schemas.openxmlformats.org/markup-compatibility/2006">
                <mc:Choice xmlns:v="urn:schemas-microsoft-com:vml" Requires="v">
                  <p:oleObj spid="_x0000_s50522" name="Equation" r:id="rId16" imgW="685800" imgH="431640" progId="Equation.DSMT4">
                    <p:embed/>
                  </p:oleObj>
                </mc:Choice>
                <mc:Fallback>
                  <p:oleObj name="Equation" r:id="rId16" imgW="685800" imgH="431640" progId="Equation.DSMT4">
                    <p:embed/>
                    <p:pic>
                      <p:nvPicPr>
                        <p:cNvPr id="0" name=""/>
                        <p:cNvPicPr>
                          <a:picLocks noChangeAspect="1" noChangeArrowheads="1"/>
                        </p:cNvPicPr>
                        <p:nvPr/>
                      </p:nvPicPr>
                      <p:blipFill>
                        <a:blip r:embed="rId17"/>
                        <a:srcRect/>
                        <a:stretch>
                          <a:fillRect/>
                        </a:stretch>
                      </p:blipFill>
                      <p:spPr bwMode="auto">
                        <a:xfrm>
                          <a:off x="3694088" y="7757120"/>
                          <a:ext cx="2171700" cy="1368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 name="右箭头 67"/>
            <p:cNvSpPr/>
            <p:nvPr/>
          </p:nvSpPr>
          <p:spPr>
            <a:xfrm>
              <a:off x="2829992" y="8189168"/>
              <a:ext cx="648072" cy="432048"/>
            </a:xfrm>
            <a:prstGeom prst="rightArrow">
              <a:avLst/>
            </a:prstGeom>
            <a:blipFill rotWithShape="1">
              <a:blip r:embed="rId18" cstate="print"/>
              <a:srcRect/>
              <a:tile tx="0" ty="0" sx="100000" sy="100000" flip="none" algn="tl"/>
            </a:blipFill>
            <a:ln w="12700" cap="flat">
              <a:no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grpSp>
      <p:graphicFrame>
        <p:nvGraphicFramePr>
          <p:cNvPr id="69" name="对象 68"/>
          <p:cNvGraphicFramePr>
            <a:graphicFrameLocks noChangeAspect="1"/>
          </p:cNvGraphicFramePr>
          <p:nvPr>
            <p:extLst>
              <p:ext uri="{D42A27DB-BD31-4B8C-83A1-F6EECF244321}">
                <p14:modId xmlns:p14="http://schemas.microsoft.com/office/powerpoint/2010/main" val="1170592435"/>
              </p:ext>
            </p:extLst>
          </p:nvPr>
        </p:nvGraphicFramePr>
        <p:xfrm>
          <a:off x="547521" y="302086"/>
          <a:ext cx="8110891" cy="1649908"/>
        </p:xfrm>
        <a:graphic>
          <a:graphicData uri="http://schemas.openxmlformats.org/presentationml/2006/ole">
            <mc:AlternateContent xmlns:mc="http://schemas.openxmlformats.org/markup-compatibility/2006">
              <mc:Choice xmlns:v="urn:schemas-microsoft-com:vml" Requires="v">
                <p:oleObj spid="_x0000_s50523" name="Equation" r:id="rId19" imgW="2184120" imgH="444240" progId="Equation.DSMT4">
                  <p:embed/>
                </p:oleObj>
              </mc:Choice>
              <mc:Fallback>
                <p:oleObj name="Equation" r:id="rId19" imgW="2184120" imgH="444240" progId="Equation.DSMT4">
                  <p:embed/>
                  <p:pic>
                    <p:nvPicPr>
                      <p:cNvPr id="0" name="对象 1"/>
                      <p:cNvPicPr>
                        <a:picLocks noChangeAspect="1" noChangeArrowheads="1"/>
                      </p:cNvPicPr>
                      <p:nvPr/>
                    </p:nvPicPr>
                    <p:blipFill>
                      <a:blip r:embed="rId20"/>
                      <a:srcRect/>
                      <a:stretch>
                        <a:fillRect/>
                      </a:stretch>
                    </p:blipFill>
                    <p:spPr bwMode="auto">
                      <a:xfrm>
                        <a:off x="547521" y="302086"/>
                        <a:ext cx="8110891" cy="1649908"/>
                      </a:xfrm>
                      <a:prstGeom prst="rect">
                        <a:avLst/>
                      </a:prstGeom>
                      <a:noFill/>
                      <a:ln>
                        <a:noFill/>
                      </a:ln>
                    </p:spPr>
                  </p:pic>
                </p:oleObj>
              </mc:Fallback>
            </mc:AlternateContent>
          </a:graphicData>
        </a:graphic>
      </p:graphicFrame>
      <p:sp>
        <p:nvSpPr>
          <p:cNvPr id="70" name="TextBox 69"/>
          <p:cNvSpPr txBox="1"/>
          <p:nvPr/>
        </p:nvSpPr>
        <p:spPr>
          <a:xfrm>
            <a:off x="272442" y="8001732"/>
            <a:ext cx="11001084" cy="148758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25000"/>
              </a:lnSpc>
              <a:spcBef>
                <a:spcPts val="0"/>
              </a:spcBef>
              <a:spcAft>
                <a:spcPts val="0"/>
              </a:spcAft>
              <a:buClrTx/>
              <a:buSzTx/>
              <a:buFontTx/>
              <a:buNone/>
              <a:tabLst/>
            </a:pP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无限长带电直棒附近过某点的电场强度</a:t>
            </a:r>
            <a:r>
              <a:rPr kumimoji="0" lang="en-US" altLang="zh-CN"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E</a:t>
            </a: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与离该直棒的距离</a:t>
            </a:r>
            <a:r>
              <a:rPr kumimoji="0" lang="en-US" altLang="zh-CN"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r</a:t>
            </a:r>
            <a:r>
              <a:rPr kumimoji="0" lang="zh-CN" altLang="en-US" sz="3600" b="1" i="0" u="none" strike="noStrike" cap="none" spc="0" normalizeH="0" baseline="0" smtClean="0">
                <a:ln>
                  <a:noFill/>
                </a:ln>
                <a:solidFill>
                  <a:srgbClr val="000000"/>
                </a:solidFill>
                <a:effectLst/>
                <a:uFillTx/>
                <a:latin typeface="宋体" pitchFamily="2" charset="-122"/>
                <a:ea typeface="宋体" pitchFamily="2" charset="-122"/>
                <a:sym typeface="Helvetica Light"/>
              </a:rPr>
              <a:t>成反比，</a:t>
            </a:r>
            <a:r>
              <a:rPr lang="en-US" altLang="zh-CN" b="1" smtClean="0">
                <a:solidFill>
                  <a:srgbClr val="000000"/>
                </a:solidFill>
                <a:latin typeface="宋体" pitchFamily="2" charset="-122"/>
                <a:ea typeface="宋体" pitchFamily="2" charset="-122"/>
              </a:rPr>
              <a:t>E</a:t>
            </a:r>
            <a:r>
              <a:rPr lang="zh-CN" altLang="en-US" b="1" smtClean="0">
                <a:solidFill>
                  <a:srgbClr val="000000"/>
                </a:solidFill>
                <a:latin typeface="宋体" pitchFamily="2" charset="-122"/>
                <a:ea typeface="宋体" pitchFamily="2" charset="-122"/>
              </a:rPr>
              <a:t>的方向垂直于直棒。</a:t>
            </a:r>
            <a:endParaRPr kumimoji="0" lang="zh-CN" altLang="en-US" sz="3600" b="1" i="0" u="none" strike="noStrike" cap="none" spc="0" normalizeH="0" baseline="0">
              <a:ln>
                <a:noFill/>
              </a:ln>
              <a:solidFill>
                <a:srgbClr val="000000"/>
              </a:solidFill>
              <a:effectLst/>
              <a:uFillTx/>
              <a:latin typeface="宋体" pitchFamily="2" charset="-122"/>
              <a:ea typeface="宋体" pitchFamily="2" charset="-122"/>
              <a:sym typeface="Helvetica Light"/>
            </a:endParaRPr>
          </a:p>
        </p:txBody>
      </p:sp>
    </p:spTree>
    <p:extLst>
      <p:ext uri="{BB962C8B-B14F-4D97-AF65-F5344CB8AC3E}">
        <p14:creationId xmlns:p14="http://schemas.microsoft.com/office/powerpoint/2010/main" val="21038064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hapterNumber" hidden="1"/>
          <p:cNvSpPr>
            <a:spLocks noGrp="1"/>
          </p:cNvSpPr>
          <p:nvPr>
            <p:ph type="body" sz="quarter" idx="10"/>
          </p:nvPr>
        </p:nvSpPr>
        <p:spPr/>
        <p:txBody>
          <a:bodyPr/>
          <a:lstStyle/>
          <a:p>
            <a:endParaRPr lang="en-US">
              <a:latin typeface="Calibri"/>
            </a:endParaRPr>
          </a:p>
        </p:txBody>
      </p:sp>
      <p:sp>
        <p:nvSpPr>
          <p:cNvPr id="3" name="ChapterTitle" hidden="1"/>
          <p:cNvSpPr>
            <a:spLocks noGrp="1"/>
          </p:cNvSpPr>
          <p:nvPr>
            <p:ph type="body" sz="quarter" idx="11"/>
          </p:nvPr>
        </p:nvSpPr>
        <p:spPr/>
        <p:txBody>
          <a:bodyPr/>
          <a:lstStyle/>
          <a:p>
            <a:endParaRPr lang="en-US">
              <a:solidFill>
                <a:srgbClr val="000000"/>
              </a:solidFill>
              <a:latin typeface="Calibri"/>
            </a:endParaRPr>
          </a:p>
        </p:txBody>
      </p:sp>
      <p:sp>
        <p:nvSpPr>
          <p:cNvPr id="4" name="ChapterSubTitle" hidden="1"/>
          <p:cNvSpPr>
            <a:spLocks noGrp="1"/>
          </p:cNvSpPr>
          <p:nvPr>
            <p:ph type="body" sz="quarter" idx="12"/>
          </p:nvPr>
        </p:nvSpPr>
        <p:spPr/>
        <p:txBody>
          <a:bodyPr/>
          <a:lstStyle/>
          <a:p>
            <a:endParaRPr lang="en-US">
              <a:solidFill>
                <a:srgbClr val="000000"/>
              </a:solidFill>
              <a:latin typeface="Calibri"/>
            </a:endParaRPr>
          </a:p>
        </p:txBody>
      </p:sp>
      <p:sp>
        <p:nvSpPr>
          <p:cNvPr id="5" name="SectionNumber" hidden="1"/>
          <p:cNvSpPr>
            <a:spLocks noGrp="1"/>
          </p:cNvSpPr>
          <p:nvPr>
            <p:ph type="body" sz="quarter" idx="13"/>
          </p:nvPr>
        </p:nvSpPr>
        <p:spPr/>
        <p:txBody>
          <a:bodyPr/>
          <a:lstStyle/>
          <a:p>
            <a:r>
              <a:rPr lang="en-US" b="0" smtClean="0">
                <a:latin typeface="Helvetica"/>
              </a:rPr>
              <a:t>16.7</a:t>
            </a:r>
            <a:endParaRPr lang="en-US" b="0">
              <a:latin typeface="Helvetica"/>
            </a:endParaRPr>
          </a:p>
        </p:txBody>
      </p:sp>
      <p:sp>
        <p:nvSpPr>
          <p:cNvPr id="6" name="SectionTitle" hidden="1"/>
          <p:cNvSpPr>
            <a:spLocks noGrp="1"/>
          </p:cNvSpPr>
          <p:nvPr>
            <p:ph type="body" sz="quarter" idx="14"/>
          </p:nvPr>
        </p:nvSpPr>
        <p:spPr/>
        <p:txBody>
          <a:bodyPr/>
          <a:lstStyle/>
          <a:p>
            <a:r>
              <a:rPr lang="en-US" b="0" smtClean="0">
                <a:solidFill>
                  <a:srgbClr val="000000"/>
                </a:solidFill>
                <a:latin typeface="Helvetica"/>
              </a:rPr>
              <a:t>GAUSS’S LAW FOR ELECTRIC FIELDS</a:t>
            </a:r>
            <a:endParaRPr lang="en-US" b="0">
              <a:solidFill>
                <a:srgbClr val="000000"/>
              </a:solidFill>
              <a:latin typeface="Helvetica"/>
            </a:endParaRPr>
          </a:p>
        </p:txBody>
      </p:sp>
      <p:sp>
        <p:nvSpPr>
          <p:cNvPr id="7" name="ObjectiveNumber" hidden="1"/>
          <p:cNvSpPr>
            <a:spLocks noGrp="1"/>
          </p:cNvSpPr>
          <p:nvPr>
            <p:ph type="body" sz="quarter" idx="15"/>
          </p:nvPr>
        </p:nvSpPr>
        <p:spPr/>
        <p:txBody>
          <a:bodyPr/>
          <a:lstStyle/>
          <a:p>
            <a:endParaRPr lang="en-US">
              <a:latin typeface="Calibri"/>
            </a:endParaRPr>
          </a:p>
        </p:txBody>
      </p:sp>
      <p:sp>
        <p:nvSpPr>
          <p:cNvPr id="8" name="Objective" hidden="1"/>
          <p:cNvSpPr>
            <a:spLocks noGrp="1"/>
          </p:cNvSpPr>
          <p:nvPr>
            <p:ph type="body" sz="quarter" idx="16"/>
          </p:nvPr>
        </p:nvSpPr>
        <p:spPr/>
        <p:txBody>
          <a:bodyPr/>
          <a:lstStyle/>
          <a:p>
            <a:endParaRPr lang="en-US">
              <a:latin typeface="Calibri"/>
            </a:endParaRPr>
          </a:p>
        </p:txBody>
      </p:sp>
      <p:sp>
        <p:nvSpPr>
          <p:cNvPr id="9" name="ItemNumber"/>
          <p:cNvSpPr>
            <a:spLocks noGrp="1"/>
          </p:cNvSpPr>
          <p:nvPr>
            <p:ph type="body" sz="quarter" idx="17"/>
          </p:nvPr>
        </p:nvSpPr>
        <p:spPr/>
        <p:txBody>
          <a:bodyPr/>
          <a:lstStyle/>
          <a:p>
            <a:r>
              <a:rPr lang="en-US" dirty="0" smtClean="0">
                <a:solidFill>
                  <a:srgbClr val="FFFFFF"/>
                </a:solidFill>
                <a:latin typeface="Helvetica"/>
              </a:rPr>
              <a:t>16.13</a:t>
            </a:r>
            <a:endParaRPr lang="en-US" dirty="0">
              <a:solidFill>
                <a:srgbClr val="FFFFFF"/>
              </a:solidFill>
              <a:latin typeface="Helvetica"/>
            </a:endParaRPr>
          </a:p>
        </p:txBody>
      </p:sp>
      <p:sp>
        <p:nvSpPr>
          <p:cNvPr id="10" name="ItemTitle" hidden="1"/>
          <p:cNvSpPr>
            <a:spLocks noGrp="1"/>
          </p:cNvSpPr>
          <p:nvPr>
            <p:ph type="body" sz="quarter" idx="18"/>
          </p:nvPr>
        </p:nvSpPr>
        <p:spPr/>
        <p:txBody>
          <a:bodyPr/>
          <a:lstStyle/>
          <a:p>
            <a:endParaRPr lang="en-US">
              <a:solidFill>
                <a:srgbClr val="000000"/>
              </a:solidFill>
              <a:latin typeface="Calibri"/>
            </a:endParaRPr>
          </a:p>
        </p:txBody>
      </p:sp>
      <p:sp>
        <p:nvSpPr>
          <p:cNvPr id="11" name="CONS" hidden="1"/>
          <p:cNvSpPr>
            <a:spLocks noGrp="1"/>
          </p:cNvSpPr>
          <p:nvPr>
            <p:ph type="body" sz="quarter" idx="19"/>
          </p:nvPr>
        </p:nvSpPr>
        <p:spPr/>
        <p:txBody>
          <a:bodyPr/>
          <a:lstStyle/>
          <a:p>
            <a:endParaRPr lang="en-US">
              <a:solidFill>
                <a:srgbClr val="000000"/>
              </a:solidFill>
              <a:latin typeface="Calibri"/>
            </a:endParaRPr>
          </a:p>
        </p:txBody>
      </p:sp>
      <p:sp>
        <p:nvSpPr>
          <p:cNvPr id="12" name="SlideNumber"/>
          <p:cNvSpPr>
            <a:spLocks noGrp="1"/>
          </p:cNvSpPr>
          <p:nvPr>
            <p:ph type="body" sz="quarter" idx="20"/>
          </p:nvPr>
        </p:nvSpPr>
        <p:spPr/>
        <p:txBody>
          <a:bodyPr/>
          <a:lstStyle/>
          <a:p>
            <a:r>
              <a:rPr lang="en-US" smtClean="0">
                <a:solidFill>
                  <a:srgbClr val="000000"/>
                </a:solidFill>
                <a:latin typeface="Calibri"/>
              </a:rPr>
              <a:t>Slide </a:t>
            </a:r>
            <a:fld id="{4FAC044C-A093-4D7F-B94B-186A4E50E82B}" type="slidenum">
              <a:rPr lang="en-US" smtClean="0">
                <a:solidFill>
                  <a:srgbClr val="000000"/>
                </a:solidFill>
                <a:latin typeface="Calibri"/>
              </a:rPr>
              <a:t>27</a:t>
            </a:fld>
            <a:endParaRPr lang="en-US">
              <a:solidFill>
                <a:srgbClr val="000000"/>
              </a:solidFill>
              <a:latin typeface="Calibri"/>
            </a:endParaRPr>
          </a:p>
        </p:txBody>
      </p:sp>
      <p:sp>
        <p:nvSpPr>
          <p:cNvPr id="13" name="Copyright" hidden="1"/>
          <p:cNvSpPr>
            <a:spLocks noGrp="1"/>
          </p:cNvSpPr>
          <p:nvPr>
            <p:ph type="body" sz="quarter" idx="21"/>
          </p:nvPr>
        </p:nvSpPr>
        <p:spPr/>
        <p:txBody>
          <a:bodyPr/>
          <a:lstStyle/>
          <a:p>
            <a:endParaRPr lang="en-US">
              <a:solidFill>
                <a:srgbClr val="000000"/>
              </a:solidFill>
              <a:latin typeface="Calibri"/>
            </a:endParaRPr>
          </a:p>
        </p:txBody>
      </p:sp>
      <p:sp>
        <p:nvSpPr>
          <p:cNvPr id="14" name="Rectangle 13"/>
          <p:cNvSpPr/>
          <p:nvPr/>
        </p:nvSpPr>
        <p:spPr>
          <a:xfrm>
            <a:off x="216747" y="121570"/>
            <a:ext cx="12788053" cy="705129"/>
          </a:xfrm>
          <a:prstGeom prst="rect">
            <a:avLst/>
          </a:prstGeom>
        </p:spPr>
        <p:txBody>
          <a:bodyPr wrap="square">
            <a:spAutoFit/>
          </a:bodyPr>
          <a:lstStyle/>
          <a:p>
            <a:pPr algn="l"/>
            <a:r>
              <a:rPr lang="en-US" sz="3982" b="1" dirty="0">
                <a:solidFill>
                  <a:prstClr val="black"/>
                </a:solidFill>
              </a:rPr>
              <a:t>Solution</a:t>
            </a:r>
          </a:p>
        </p:txBody>
      </p:sp>
      <p:pic>
        <p:nvPicPr>
          <p:cNvPr id="3789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1334" y="4876801"/>
            <a:ext cx="3522133" cy="745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4"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01068" y="5852160"/>
            <a:ext cx="4402667" cy="75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5"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27040" y="6773334"/>
            <a:ext cx="1950720" cy="921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6"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908" y="7748693"/>
            <a:ext cx="12042987" cy="1137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37015" y="3034453"/>
            <a:ext cx="1530773" cy="54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1334" y="3806614"/>
            <a:ext cx="3522133" cy="745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7"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409398" y="1143262"/>
            <a:ext cx="2032000" cy="6231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8918"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93175" y="2059093"/>
            <a:ext cx="2018453" cy="5418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10950095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8142" y="700336"/>
            <a:ext cx="11521280" cy="256480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25000"/>
              </a:lnSpc>
            </a:pPr>
            <a:r>
              <a:rPr lang="zh-CN" altLang="en-US" sz="3200" b="1">
                <a:solidFill>
                  <a:srgbClr val="000000"/>
                </a:solidFill>
                <a:latin typeface="宋体" pitchFamily="2" charset="-122"/>
                <a:ea typeface="宋体" pitchFamily="2" charset="-122"/>
              </a:rPr>
              <a:t>如图所示，一竖直放置的无限长直线，其上均匀分布着电荷线密度</a:t>
            </a:r>
            <a:r>
              <a:rPr lang="zh-CN" altLang="en-US" sz="3200" b="1" smtClean="0">
                <a:solidFill>
                  <a:srgbClr val="000000"/>
                </a:solidFill>
                <a:latin typeface="宋体" pitchFamily="2" charset="-122"/>
                <a:ea typeface="宋体" pitchFamily="2" charset="-122"/>
              </a:rPr>
              <a:t>为 </a:t>
            </a:r>
            <a:r>
              <a:rPr lang="en-US" altLang="zh-CN" sz="3200" b="1" smtClean="0">
                <a:solidFill>
                  <a:srgbClr val="000000"/>
                </a:solidFill>
                <a:latin typeface="宋体" pitchFamily="2" charset="-122"/>
                <a:ea typeface="宋体" pitchFamily="2" charset="-122"/>
              </a:rPr>
              <a:t>λ</a:t>
            </a:r>
            <a:r>
              <a:rPr lang="en-US" altLang="zh-CN" sz="3200" b="1" baseline="-25000" smtClean="0">
                <a:solidFill>
                  <a:srgbClr val="000000"/>
                </a:solidFill>
                <a:latin typeface="宋体" pitchFamily="2" charset="-122"/>
                <a:ea typeface="宋体" pitchFamily="2" charset="-122"/>
              </a:rPr>
              <a:t>0</a:t>
            </a:r>
            <a:r>
              <a:rPr lang="zh-CN" altLang="en-US" sz="3200" b="1" smtClean="0">
                <a:solidFill>
                  <a:srgbClr val="000000"/>
                </a:solidFill>
                <a:latin typeface="宋体" pitchFamily="2" charset="-122"/>
                <a:ea typeface="宋体" pitchFamily="2" charset="-122"/>
              </a:rPr>
              <a:t>的</a:t>
            </a:r>
            <a:r>
              <a:rPr lang="zh-CN" altLang="en-US" sz="3200" b="1">
                <a:solidFill>
                  <a:srgbClr val="000000"/>
                </a:solidFill>
                <a:latin typeface="宋体" pitchFamily="2" charset="-122"/>
                <a:ea typeface="宋体" pitchFamily="2" charset="-122"/>
              </a:rPr>
              <a:t>正电荷。在其附近与其共面有一水平放置的、电荷线密度</a:t>
            </a:r>
            <a:r>
              <a:rPr lang="zh-CN" altLang="en-US" sz="3200" b="1" smtClean="0">
                <a:solidFill>
                  <a:srgbClr val="000000"/>
                </a:solidFill>
                <a:latin typeface="宋体" pitchFamily="2" charset="-122"/>
                <a:ea typeface="宋体" pitchFamily="2" charset="-122"/>
              </a:rPr>
              <a:t>为</a:t>
            </a:r>
            <a:r>
              <a:rPr lang="en-US" altLang="zh-CN" sz="3200" b="1">
                <a:solidFill>
                  <a:srgbClr val="000000"/>
                </a:solidFill>
                <a:latin typeface="宋体" pitchFamily="2" charset="-122"/>
                <a:ea typeface="宋体" pitchFamily="2" charset="-122"/>
              </a:rPr>
              <a:t>λ</a:t>
            </a:r>
            <a:r>
              <a:rPr lang="zh-CN" altLang="en-US" sz="3200" b="1" smtClean="0">
                <a:solidFill>
                  <a:srgbClr val="000000"/>
                </a:solidFill>
                <a:latin typeface="宋体" pitchFamily="2" charset="-122"/>
                <a:ea typeface="宋体" pitchFamily="2" charset="-122"/>
              </a:rPr>
              <a:t> </a:t>
            </a:r>
            <a:r>
              <a:rPr lang="zh-CN" altLang="en-US" sz="3200" b="1">
                <a:solidFill>
                  <a:srgbClr val="000000"/>
                </a:solidFill>
                <a:latin typeface="宋体" pitchFamily="2" charset="-122"/>
                <a:ea typeface="宋体" pitchFamily="2" charset="-122"/>
              </a:rPr>
              <a:t>的均匀带电直线，则该水平放置的均匀带电直线所受到的电场力大小</a:t>
            </a:r>
            <a:r>
              <a:rPr lang="zh-CN" altLang="en-US" sz="3200" b="1" smtClean="0">
                <a:solidFill>
                  <a:srgbClr val="000000"/>
                </a:solidFill>
                <a:latin typeface="宋体" pitchFamily="2" charset="-122"/>
                <a:ea typeface="宋体" pitchFamily="2" charset="-122"/>
              </a:rPr>
              <a:t>为多少？</a:t>
            </a:r>
            <a:endParaRPr kumimoji="0" lang="zh-CN" altLang="en-US" sz="3200" b="1" i="0" u="none" strike="noStrike" cap="none" spc="0" normalizeH="0" baseline="0">
              <a:ln>
                <a:noFill/>
              </a:ln>
              <a:solidFill>
                <a:srgbClr val="000000"/>
              </a:solidFill>
              <a:effectLst/>
              <a:uFillTx/>
              <a:latin typeface="宋体" pitchFamily="2" charset="-122"/>
              <a:ea typeface="宋体" pitchFamily="2" charset="-122"/>
              <a:sym typeface="Helvetica Light"/>
            </a:endParaRPr>
          </a:p>
        </p:txBody>
      </p:sp>
      <p:pic>
        <p:nvPicPr>
          <p:cNvPr id="3" name="图片 2" descr="https://edu-image.nosdn.127.net/E434875003E379B2A8409F889B9043C8.png?imageView&amp;thumbnail=890x0&amp;quality=100"/>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38505" y="3415320"/>
            <a:ext cx="3599964" cy="3236560"/>
          </a:xfrm>
          <a:prstGeom prst="rect">
            <a:avLst/>
          </a:prstGeom>
          <a:noFill/>
          <a:ln>
            <a:noFill/>
          </a:ln>
        </p:spPr>
      </p:pic>
      <p:graphicFrame>
        <p:nvGraphicFramePr>
          <p:cNvPr id="14" name="对象 13"/>
          <p:cNvGraphicFramePr>
            <a:graphicFrameLocks noChangeAspect="1"/>
          </p:cNvGraphicFramePr>
          <p:nvPr>
            <p:extLst>
              <p:ext uri="{D42A27DB-BD31-4B8C-83A1-F6EECF244321}">
                <p14:modId xmlns:p14="http://schemas.microsoft.com/office/powerpoint/2010/main" val="746059413"/>
              </p:ext>
            </p:extLst>
          </p:nvPr>
        </p:nvGraphicFramePr>
        <p:xfrm>
          <a:off x="1605856" y="6893024"/>
          <a:ext cx="2031529" cy="1255854"/>
        </p:xfrm>
        <a:graphic>
          <a:graphicData uri="http://schemas.openxmlformats.org/presentationml/2006/ole">
            <mc:AlternateContent xmlns:mc="http://schemas.openxmlformats.org/markup-compatibility/2006">
              <mc:Choice xmlns:v="urn:schemas-microsoft-com:vml" Requires="v">
                <p:oleObj spid="_x0000_s56703" name="Equation" r:id="rId4" imgW="698400" imgH="431640" progId="Equation.DSMT4">
                  <p:embed/>
                </p:oleObj>
              </mc:Choice>
              <mc:Fallback>
                <p:oleObj name="Equation" r:id="rId4" imgW="698400" imgH="431640" progId="Equation.DSMT4">
                  <p:embed/>
                  <p:pic>
                    <p:nvPicPr>
                      <p:cNvPr id="0" name=""/>
                      <p:cNvPicPr/>
                      <p:nvPr/>
                    </p:nvPicPr>
                    <p:blipFill>
                      <a:blip r:embed="rId5"/>
                      <a:stretch>
                        <a:fillRect/>
                      </a:stretch>
                    </p:blipFill>
                    <p:spPr>
                      <a:xfrm>
                        <a:off x="1605856" y="6893024"/>
                        <a:ext cx="2031529" cy="1255854"/>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3459062478"/>
              </p:ext>
            </p:extLst>
          </p:nvPr>
        </p:nvGraphicFramePr>
        <p:xfrm>
          <a:off x="1605856" y="8333184"/>
          <a:ext cx="2115235" cy="720080"/>
        </p:xfrm>
        <a:graphic>
          <a:graphicData uri="http://schemas.openxmlformats.org/presentationml/2006/ole">
            <mc:AlternateContent xmlns:mc="http://schemas.openxmlformats.org/markup-compatibility/2006">
              <mc:Choice xmlns:v="urn:schemas-microsoft-com:vml" Requires="v">
                <p:oleObj spid="_x0000_s56704" name="Equation" r:id="rId6" imgW="596880" imgH="203040" progId="Equation.DSMT4">
                  <p:embed/>
                </p:oleObj>
              </mc:Choice>
              <mc:Fallback>
                <p:oleObj name="Equation" r:id="rId6" imgW="596880" imgH="203040" progId="Equation.DSMT4">
                  <p:embed/>
                  <p:pic>
                    <p:nvPicPr>
                      <p:cNvPr id="0" name=""/>
                      <p:cNvPicPr/>
                      <p:nvPr/>
                    </p:nvPicPr>
                    <p:blipFill>
                      <a:blip r:embed="rId7"/>
                      <a:stretch>
                        <a:fillRect/>
                      </a:stretch>
                    </p:blipFill>
                    <p:spPr>
                      <a:xfrm>
                        <a:off x="1605856" y="8333184"/>
                        <a:ext cx="2115235" cy="720080"/>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051667960"/>
              </p:ext>
            </p:extLst>
          </p:nvPr>
        </p:nvGraphicFramePr>
        <p:xfrm>
          <a:off x="5029831" y="7172532"/>
          <a:ext cx="2475275" cy="792088"/>
        </p:xfrm>
        <a:graphic>
          <a:graphicData uri="http://schemas.openxmlformats.org/presentationml/2006/ole">
            <mc:AlternateContent xmlns:mc="http://schemas.openxmlformats.org/markup-compatibility/2006">
              <mc:Choice xmlns:v="urn:schemas-microsoft-com:vml" Requires="v">
                <p:oleObj spid="_x0000_s56705" name="Equation" r:id="rId8" imgW="634680" imgH="203040" progId="Equation.DSMT4">
                  <p:embed/>
                </p:oleObj>
              </mc:Choice>
              <mc:Fallback>
                <p:oleObj name="Equation" r:id="rId8" imgW="634680" imgH="203040" progId="Equation.DSMT4">
                  <p:embed/>
                  <p:pic>
                    <p:nvPicPr>
                      <p:cNvPr id="0" name=""/>
                      <p:cNvPicPr/>
                      <p:nvPr/>
                    </p:nvPicPr>
                    <p:blipFill>
                      <a:blip r:embed="rId9"/>
                      <a:stretch>
                        <a:fillRect/>
                      </a:stretch>
                    </p:blipFill>
                    <p:spPr>
                      <a:xfrm>
                        <a:off x="5029831" y="7172532"/>
                        <a:ext cx="2475275" cy="792088"/>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503107356"/>
              </p:ext>
            </p:extLst>
          </p:nvPr>
        </p:nvGraphicFramePr>
        <p:xfrm>
          <a:off x="4785687" y="7973144"/>
          <a:ext cx="6514543" cy="1217003"/>
        </p:xfrm>
        <a:graphic>
          <a:graphicData uri="http://schemas.openxmlformats.org/presentationml/2006/ole">
            <mc:AlternateContent xmlns:mc="http://schemas.openxmlformats.org/markup-compatibility/2006">
              <mc:Choice xmlns:v="urn:schemas-microsoft-com:vml" Requires="v">
                <p:oleObj spid="_x0000_s56706" name="Equation" r:id="rId10" imgW="2311200" imgH="431640" progId="Equation.DSMT4">
                  <p:embed/>
                </p:oleObj>
              </mc:Choice>
              <mc:Fallback>
                <p:oleObj name="Equation" r:id="rId10" imgW="2311200" imgH="431640" progId="Equation.DSMT4">
                  <p:embed/>
                  <p:pic>
                    <p:nvPicPr>
                      <p:cNvPr id="0" name=""/>
                      <p:cNvPicPr/>
                      <p:nvPr/>
                    </p:nvPicPr>
                    <p:blipFill>
                      <a:blip r:embed="rId11"/>
                      <a:stretch>
                        <a:fillRect/>
                      </a:stretch>
                    </p:blipFill>
                    <p:spPr>
                      <a:xfrm>
                        <a:off x="4785687" y="7973144"/>
                        <a:ext cx="6514543" cy="1217003"/>
                      </a:xfrm>
                      <a:prstGeom prst="rect">
                        <a:avLst/>
                      </a:prstGeom>
                    </p:spPr>
                  </p:pic>
                </p:oleObj>
              </mc:Fallback>
            </mc:AlternateContent>
          </a:graphicData>
        </a:graphic>
      </p:graphicFrame>
      <p:grpSp>
        <p:nvGrpSpPr>
          <p:cNvPr id="23" name="组合 22"/>
          <p:cNvGrpSpPr/>
          <p:nvPr/>
        </p:nvGrpSpPr>
        <p:grpSpPr>
          <a:xfrm>
            <a:off x="6324861" y="2735878"/>
            <a:ext cx="5398637" cy="3963534"/>
            <a:chOff x="6324861" y="2735878"/>
            <a:chExt cx="5398637" cy="3963534"/>
          </a:xfrm>
        </p:grpSpPr>
        <p:grpSp>
          <p:nvGrpSpPr>
            <p:cNvPr id="13" name="组合 12"/>
            <p:cNvGrpSpPr/>
            <p:nvPr/>
          </p:nvGrpSpPr>
          <p:grpSpPr>
            <a:xfrm>
              <a:off x="6324861" y="2735878"/>
              <a:ext cx="5398637" cy="3963534"/>
              <a:chOff x="6154376" y="3436640"/>
              <a:chExt cx="5398637" cy="3963534"/>
            </a:xfrm>
          </p:grpSpPr>
          <p:cxnSp>
            <p:nvCxnSpPr>
              <p:cNvPr id="8" name="直接箭头连接符 7"/>
              <p:cNvCxnSpPr/>
              <p:nvPr/>
            </p:nvCxnSpPr>
            <p:spPr>
              <a:xfrm flipV="1">
                <a:off x="6790432" y="3436640"/>
                <a:ext cx="0" cy="2664296"/>
              </a:xfrm>
              <a:prstGeom prst="straightConnector1">
                <a:avLst/>
              </a:prstGeom>
              <a:noFill/>
              <a:ln w="28575" cap="flat">
                <a:solidFill>
                  <a:srgbClr val="FF0000"/>
                </a:solidFill>
                <a:prstDash val="solid"/>
                <a:miter lim="400000"/>
                <a:tailEnd type="arrow"/>
              </a:ln>
              <a:effectLst/>
            </p:spPr>
            <p:style>
              <a:lnRef idx="0">
                <a:scrgbClr r="0" g="0" b="0"/>
              </a:lnRef>
              <a:fillRef idx="0">
                <a:scrgbClr r="0" g="0" b="0"/>
              </a:fillRef>
              <a:effectRef idx="0">
                <a:scrgbClr r="0" g="0" b="0"/>
              </a:effectRef>
              <a:fontRef idx="none"/>
            </p:style>
          </p:cxnSp>
          <p:grpSp>
            <p:nvGrpSpPr>
              <p:cNvPr id="12" name="组合 11"/>
              <p:cNvGrpSpPr/>
              <p:nvPr/>
            </p:nvGrpSpPr>
            <p:grpSpPr>
              <a:xfrm>
                <a:off x="6154376" y="3773763"/>
                <a:ext cx="5398637" cy="3626411"/>
                <a:chOff x="6106305" y="3406829"/>
                <a:chExt cx="5398637" cy="3626411"/>
              </a:xfrm>
            </p:grpSpPr>
            <p:pic>
              <p:nvPicPr>
                <p:cNvPr id="4" name="图片 3" descr="https://edu-image.nosdn.127.net/E434875003E379B2A8409F889B9043C8.png?imageView&amp;thumbnail=890x0&amp;quality=100"/>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689362" y="3796680"/>
                  <a:ext cx="3599964" cy="3236560"/>
                </a:xfrm>
                <a:prstGeom prst="rect">
                  <a:avLst/>
                </a:prstGeom>
                <a:noFill/>
                <a:ln>
                  <a:noFill/>
                </a:ln>
              </p:spPr>
            </p:pic>
            <p:cxnSp>
              <p:nvCxnSpPr>
                <p:cNvPr id="6" name="直接箭头连接符 5"/>
                <p:cNvCxnSpPr/>
                <p:nvPr/>
              </p:nvCxnSpPr>
              <p:spPr>
                <a:xfrm>
                  <a:off x="6689362" y="5740896"/>
                  <a:ext cx="4277534" cy="0"/>
                </a:xfrm>
                <a:prstGeom prst="straightConnector1">
                  <a:avLst/>
                </a:prstGeom>
                <a:noFill/>
                <a:ln w="28575" cap="flat">
                  <a:solidFill>
                    <a:srgbClr val="FF0000"/>
                  </a:solidFill>
                  <a:prstDash val="solid"/>
                  <a:miter lim="400000"/>
                  <a:tailEnd type="arrow"/>
                </a:ln>
                <a:effectLst/>
              </p:spPr>
              <p:style>
                <a:lnRef idx="0">
                  <a:scrgbClr r="0" g="0" b="0"/>
                </a:lnRef>
                <a:fillRef idx="0">
                  <a:scrgbClr r="0" g="0" b="0"/>
                </a:fillRef>
                <a:effectRef idx="0">
                  <a:scrgbClr r="0" g="0" b="0"/>
                </a:effectRef>
                <a:fontRef idx="none"/>
              </p:style>
            </p:cxnSp>
            <p:sp>
              <p:nvSpPr>
                <p:cNvPr id="9" name="TextBox 8"/>
                <p:cNvSpPr txBox="1"/>
                <p:nvPr/>
              </p:nvSpPr>
              <p:spPr>
                <a:xfrm>
                  <a:off x="6130226" y="5313141"/>
                  <a:ext cx="525529" cy="77970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lang="en-US" altLang="zh-CN" sz="4400">
                      <a:solidFill>
                        <a:srgbClr val="000000"/>
                      </a:solidFill>
                      <a:latin typeface="Times New Roman" pitchFamily="18" charset="0"/>
                      <a:cs typeface="Times New Roman" pitchFamily="18" charset="0"/>
                    </a:rPr>
                    <a:t>o</a:t>
                  </a:r>
                  <a:endParaRPr kumimoji="0" lang="zh-CN" altLang="en-US" sz="4400" b="0" i="0" u="none" strike="noStrike" cap="none" spc="0" normalizeH="0" baseline="0">
                    <a:ln>
                      <a:noFill/>
                    </a:ln>
                    <a:solidFill>
                      <a:srgbClr val="000000"/>
                    </a:solidFill>
                    <a:effectLst/>
                    <a:uFillTx/>
                    <a:latin typeface="Times New Roman" pitchFamily="18" charset="0"/>
                    <a:cs typeface="Times New Roman" pitchFamily="18" charset="0"/>
                    <a:sym typeface="Helvetica Light"/>
                  </a:endParaRPr>
                </a:p>
              </p:txBody>
            </p:sp>
            <p:sp>
              <p:nvSpPr>
                <p:cNvPr id="10" name="TextBox 9"/>
                <p:cNvSpPr txBox="1"/>
                <p:nvPr/>
              </p:nvSpPr>
              <p:spPr>
                <a:xfrm>
                  <a:off x="10979413" y="5313141"/>
                  <a:ext cx="525529" cy="77970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lang="en-US" altLang="zh-CN" sz="4400">
                      <a:solidFill>
                        <a:srgbClr val="000000"/>
                      </a:solidFill>
                      <a:latin typeface="Times New Roman" pitchFamily="18" charset="0"/>
                      <a:cs typeface="Times New Roman" pitchFamily="18" charset="0"/>
                    </a:rPr>
                    <a:t>x</a:t>
                  </a:r>
                  <a:endParaRPr kumimoji="0" lang="zh-CN" altLang="en-US" sz="4400" b="0" i="0" u="none" strike="noStrike" cap="none" spc="0" normalizeH="0" baseline="0">
                    <a:ln>
                      <a:noFill/>
                    </a:ln>
                    <a:solidFill>
                      <a:srgbClr val="000000"/>
                    </a:solidFill>
                    <a:effectLst/>
                    <a:uFillTx/>
                    <a:latin typeface="Times New Roman" pitchFamily="18" charset="0"/>
                    <a:cs typeface="Times New Roman" pitchFamily="18" charset="0"/>
                    <a:sym typeface="Helvetica Light"/>
                  </a:endParaRPr>
                </a:p>
              </p:txBody>
            </p:sp>
            <p:sp>
              <p:nvSpPr>
                <p:cNvPr id="11" name="TextBox 10"/>
                <p:cNvSpPr txBox="1"/>
                <p:nvPr/>
              </p:nvSpPr>
              <p:spPr>
                <a:xfrm>
                  <a:off x="6106305" y="3406829"/>
                  <a:ext cx="525529" cy="77970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lang="en-US" altLang="zh-CN" sz="4400" smtClean="0">
                      <a:solidFill>
                        <a:srgbClr val="000000"/>
                      </a:solidFill>
                      <a:latin typeface="Times New Roman" pitchFamily="18" charset="0"/>
                      <a:cs typeface="Times New Roman" pitchFamily="18" charset="0"/>
                    </a:rPr>
                    <a:t>y</a:t>
                  </a:r>
                  <a:endParaRPr kumimoji="0" lang="zh-CN" altLang="en-US" sz="4400" b="0" i="0" u="none" strike="noStrike" cap="none" spc="0" normalizeH="0" baseline="0">
                    <a:ln>
                      <a:noFill/>
                    </a:ln>
                    <a:solidFill>
                      <a:srgbClr val="000000"/>
                    </a:solidFill>
                    <a:effectLst/>
                    <a:uFillTx/>
                    <a:latin typeface="Times New Roman" pitchFamily="18" charset="0"/>
                    <a:cs typeface="Times New Roman" pitchFamily="18" charset="0"/>
                    <a:sym typeface="Helvetica Light"/>
                  </a:endParaRPr>
                </a:p>
              </p:txBody>
            </p:sp>
          </p:grpSp>
        </p:grpSp>
        <p:cxnSp>
          <p:nvCxnSpPr>
            <p:cNvPr id="19" name="直接连接符 18"/>
            <p:cNvCxnSpPr/>
            <p:nvPr/>
          </p:nvCxnSpPr>
          <p:spPr>
            <a:xfrm>
              <a:off x="8302600" y="5308848"/>
              <a:ext cx="0" cy="155709"/>
            </a:xfrm>
            <a:prstGeom prst="line">
              <a:avLst/>
            </a:prstGeom>
            <a:noFill/>
            <a:ln w="76200" cap="flat">
              <a:solidFill>
                <a:srgbClr val="000000"/>
              </a:solidFill>
              <a:prstDash val="solid"/>
              <a:miter lim="400000"/>
            </a:ln>
            <a:effectLst/>
          </p:spPr>
          <p:style>
            <a:lnRef idx="0">
              <a:scrgbClr r="0" g="0" b="0"/>
            </a:lnRef>
            <a:fillRef idx="0">
              <a:scrgbClr r="0" g="0" b="0"/>
            </a:fillRef>
            <a:effectRef idx="0">
              <a:scrgbClr r="0" g="0" b="0"/>
            </a:effectRef>
            <a:fontRef idx="none"/>
          </p:style>
        </p:cxnSp>
        <p:cxnSp>
          <p:nvCxnSpPr>
            <p:cNvPr id="21" name="直接连接符 20"/>
            <p:cNvCxnSpPr/>
            <p:nvPr/>
          </p:nvCxnSpPr>
          <p:spPr>
            <a:xfrm>
              <a:off x="8590632" y="5308848"/>
              <a:ext cx="0" cy="155709"/>
            </a:xfrm>
            <a:prstGeom prst="line">
              <a:avLst/>
            </a:prstGeom>
            <a:noFill/>
            <a:ln w="76200" cap="flat">
              <a:solidFill>
                <a:srgbClr val="000000"/>
              </a:solidFill>
              <a:prstDash val="solid"/>
              <a:miter lim="400000"/>
            </a:ln>
            <a:effectLst/>
          </p:spPr>
          <p:style>
            <a:lnRef idx="0">
              <a:scrgbClr r="0" g="0" b="0"/>
            </a:lnRef>
            <a:fillRef idx="0">
              <a:scrgbClr r="0" g="0" b="0"/>
            </a:fillRef>
            <a:effectRef idx="0">
              <a:scrgbClr r="0" g="0" b="0"/>
            </a:effectRef>
            <a:fontRef idx="none"/>
          </p:style>
        </p:cxnSp>
        <p:sp>
          <p:nvSpPr>
            <p:cNvPr id="22" name="TextBox 21"/>
            <p:cNvSpPr txBox="1"/>
            <p:nvPr/>
          </p:nvSpPr>
          <p:spPr>
            <a:xfrm>
              <a:off x="8135255" y="4681795"/>
              <a:ext cx="662898" cy="59503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r>
                <a:rPr lang="en-US" altLang="zh-CN" sz="3200" smtClean="0">
                  <a:solidFill>
                    <a:srgbClr val="000000"/>
                  </a:solidFill>
                  <a:latin typeface="Times New Roman" pitchFamily="18" charset="0"/>
                  <a:cs typeface="Times New Roman" pitchFamily="18" charset="0"/>
                </a:rPr>
                <a:t>dx</a:t>
              </a:r>
              <a:endParaRPr kumimoji="0" lang="zh-CN" altLang="en-US" sz="3200" b="0" i="0" u="none" strike="noStrike" cap="none" spc="0" normalizeH="0" baseline="0">
                <a:ln>
                  <a:noFill/>
                </a:ln>
                <a:solidFill>
                  <a:srgbClr val="000000"/>
                </a:solidFill>
                <a:effectLst/>
                <a:uFillTx/>
                <a:latin typeface="Times New Roman" pitchFamily="18" charset="0"/>
                <a:cs typeface="Times New Roman" pitchFamily="18" charset="0"/>
                <a:sym typeface="Helvetica Light"/>
              </a:endParaRPr>
            </a:p>
          </p:txBody>
        </p:sp>
      </p:grpSp>
      <p:sp>
        <p:nvSpPr>
          <p:cNvPr id="24" name="TextBox 23"/>
          <p:cNvSpPr txBox="1"/>
          <p:nvPr/>
        </p:nvSpPr>
        <p:spPr>
          <a:xfrm>
            <a:off x="392053" y="126704"/>
            <a:ext cx="3456384"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lang="zh-CN" altLang="en-US" b="1">
                <a:solidFill>
                  <a:srgbClr val="0000FF"/>
                </a:solidFill>
              </a:rPr>
              <a:t>计算</a:t>
            </a:r>
            <a:r>
              <a:rPr kumimoji="0" lang="zh-CN" altLang="en-US" sz="3600" b="1" i="0" u="none" strike="noStrike" cap="none" spc="0" normalizeH="0" baseline="0" smtClean="0">
                <a:ln>
                  <a:noFill/>
                </a:ln>
                <a:solidFill>
                  <a:srgbClr val="0000FF"/>
                </a:solidFill>
                <a:effectLst/>
                <a:uFillTx/>
                <a:latin typeface="+mn-lt"/>
                <a:ea typeface="+mn-ea"/>
                <a:cs typeface="+mn-cs"/>
                <a:sym typeface="Helvetica Light"/>
              </a:rPr>
              <a:t>题</a:t>
            </a:r>
            <a:r>
              <a:rPr kumimoji="0" lang="en-US" altLang="zh-CN" sz="3600" b="1" i="0" u="none" strike="noStrike" cap="none" spc="0" normalizeH="0" baseline="0" smtClean="0">
                <a:ln>
                  <a:noFill/>
                </a:ln>
                <a:solidFill>
                  <a:srgbClr val="0000FF"/>
                </a:solidFill>
                <a:effectLst/>
                <a:uFillTx/>
                <a:latin typeface="+mn-lt"/>
                <a:ea typeface="+mn-ea"/>
                <a:cs typeface="+mn-cs"/>
                <a:sym typeface="Helvetica Light"/>
              </a:rPr>
              <a:t>:</a:t>
            </a:r>
            <a:endParaRPr kumimoji="0" lang="zh-CN" altLang="en-US" sz="3600" b="1" i="0" u="none" strike="noStrike" cap="none" spc="0" normalizeH="0" baseline="0">
              <a:ln>
                <a:noFill/>
              </a:ln>
              <a:solidFill>
                <a:srgbClr val="0000FF"/>
              </a:solidFill>
              <a:effectLst/>
              <a:uFillTx/>
              <a:latin typeface="+mn-lt"/>
              <a:ea typeface="+mn-ea"/>
              <a:cs typeface="+mn-cs"/>
              <a:sym typeface="Helvetica Light"/>
            </a:endParaRPr>
          </a:p>
        </p:txBody>
      </p:sp>
    </p:spTree>
    <p:extLst>
      <p:ext uri="{BB962C8B-B14F-4D97-AF65-F5344CB8AC3E}">
        <p14:creationId xmlns:p14="http://schemas.microsoft.com/office/powerpoint/2010/main" val="17905947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65133" y="478795"/>
            <a:ext cx="11737304" cy="148758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25000"/>
              </a:lnSpc>
            </a:pPr>
            <a:r>
              <a:rPr kumimoji="0" lang="zh-CN" altLang="en-US" sz="3600" b="1" i="0" u="none" strike="noStrike" cap="none" spc="0" normalizeH="0" baseline="0" dirty="0" smtClean="0">
                <a:ln>
                  <a:noFill/>
                </a:ln>
                <a:solidFill>
                  <a:srgbClr val="0000FF"/>
                </a:solidFill>
                <a:effectLst/>
                <a:uFillTx/>
                <a:latin typeface="宋体" pitchFamily="2" charset="-122"/>
                <a:ea typeface="宋体" pitchFamily="2" charset="-122"/>
                <a:sym typeface="Helvetica Light"/>
              </a:rPr>
              <a:t>例</a:t>
            </a:r>
            <a:r>
              <a:rPr lang="zh-CN" altLang="en-US" b="1" dirty="0" smtClean="0">
                <a:solidFill>
                  <a:srgbClr val="0000FF"/>
                </a:solidFill>
                <a:latin typeface="宋体" pitchFamily="2" charset="-122"/>
                <a:ea typeface="宋体" pitchFamily="2" charset="-122"/>
              </a:rPr>
              <a:t>：求无限大均匀带电平面的电场分布。已知带电平面电荷面密度为</a:t>
            </a:r>
            <a:r>
              <a:rPr lang="en-US" altLang="zh-CN" b="1" dirty="0" smtClean="0">
                <a:solidFill>
                  <a:srgbClr val="0000FF"/>
                </a:solidFill>
                <a:latin typeface="宋体" pitchFamily="2" charset="-122"/>
                <a:ea typeface="宋体" pitchFamily="2" charset="-122"/>
              </a:rPr>
              <a:t>σ</a:t>
            </a:r>
            <a:r>
              <a:rPr lang="zh-CN" altLang="en-US" b="1" dirty="0" smtClean="0">
                <a:solidFill>
                  <a:srgbClr val="0000FF"/>
                </a:solidFill>
                <a:latin typeface="宋体" pitchFamily="2" charset="-122"/>
                <a:ea typeface="宋体" pitchFamily="2" charset="-122"/>
              </a:rPr>
              <a:t>（</a:t>
            </a:r>
            <a:r>
              <a:rPr lang="en-US" altLang="zh-CN" b="1" dirty="0" smtClean="0">
                <a:solidFill>
                  <a:srgbClr val="0000FF"/>
                </a:solidFill>
                <a:latin typeface="宋体" pitchFamily="2" charset="-122"/>
                <a:ea typeface="宋体" pitchFamily="2" charset="-122"/>
              </a:rPr>
              <a:t>σ&gt;0</a:t>
            </a:r>
            <a:r>
              <a:rPr lang="zh-CN" altLang="en-US" b="1" dirty="0" smtClean="0">
                <a:solidFill>
                  <a:srgbClr val="0000FF"/>
                </a:solidFill>
                <a:latin typeface="宋体" pitchFamily="2" charset="-122"/>
                <a:ea typeface="宋体" pitchFamily="2" charset="-122"/>
              </a:rPr>
              <a:t>）。</a:t>
            </a:r>
            <a:endParaRPr kumimoji="0" lang="zh-CN" altLang="en-US" sz="3600" b="1" i="0" u="none" strike="noStrike" cap="none" spc="0" normalizeH="0" baseline="0" dirty="0">
              <a:ln>
                <a:noFill/>
              </a:ln>
              <a:solidFill>
                <a:srgbClr val="0000FF"/>
              </a:solidFill>
              <a:effectLst/>
              <a:uFillTx/>
              <a:latin typeface="宋体" pitchFamily="2" charset="-122"/>
              <a:ea typeface="宋体" pitchFamily="2" charset="-122"/>
              <a:sym typeface="Helvetica Light"/>
            </a:endParaRPr>
          </a:p>
        </p:txBody>
      </p:sp>
      <p:sp>
        <p:nvSpPr>
          <p:cNvPr id="4" name="TextBox 3"/>
          <p:cNvSpPr txBox="1"/>
          <p:nvPr/>
        </p:nvSpPr>
        <p:spPr>
          <a:xfrm>
            <a:off x="829016" y="1973520"/>
            <a:ext cx="10945216" cy="2872581"/>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25000"/>
              </a:lnSpc>
              <a:spcBef>
                <a:spcPts val="0"/>
              </a:spcBef>
              <a:spcAft>
                <a:spcPts val="0"/>
              </a:spcAft>
              <a:buClrTx/>
              <a:buSzTx/>
              <a:buFontTx/>
              <a:buNone/>
              <a:tabLst/>
            </a:pPr>
            <a:r>
              <a:rPr lang="zh-CN" altLang="en-US" b="1" dirty="0" smtClean="0">
                <a:solidFill>
                  <a:srgbClr val="000000"/>
                </a:solidFill>
                <a:latin typeface="宋体" pitchFamily="2" charset="-122"/>
                <a:ea typeface="宋体" pitchFamily="2" charset="-122"/>
              </a:rPr>
              <a:t>（</a:t>
            </a:r>
            <a:r>
              <a:rPr lang="en-US" altLang="zh-CN" b="1" dirty="0" smtClean="0">
                <a:solidFill>
                  <a:srgbClr val="000000"/>
                </a:solidFill>
                <a:latin typeface="宋体" pitchFamily="2" charset="-122"/>
                <a:ea typeface="宋体" pitchFamily="2" charset="-122"/>
              </a:rPr>
              <a:t>1</a:t>
            </a:r>
            <a:r>
              <a:rPr lang="zh-CN" altLang="en-US" b="1" dirty="0" smtClean="0">
                <a:solidFill>
                  <a:srgbClr val="000000"/>
                </a:solidFill>
                <a:latin typeface="宋体" pitchFamily="2" charset="-122"/>
                <a:ea typeface="宋体" pitchFamily="2" charset="-122"/>
              </a:rPr>
              <a:t>）对称性分析：场强具有面对称性；</a:t>
            </a:r>
            <a:endParaRPr lang="en-US" altLang="zh-CN" b="1" dirty="0" smtClean="0">
              <a:solidFill>
                <a:srgbClr val="000000"/>
              </a:solidFill>
              <a:latin typeface="宋体" pitchFamily="2" charset="-122"/>
              <a:ea typeface="宋体" pitchFamily="2" charset="-122"/>
            </a:endParaRPr>
          </a:p>
          <a:p>
            <a:pPr marL="0" marR="0" indent="0" algn="l" defTabSz="584200" rtl="0" fontAlgn="auto" latinLnBrk="1" hangingPunct="0">
              <a:lnSpc>
                <a:spcPct val="125000"/>
              </a:lnSpc>
              <a:spcBef>
                <a:spcPts val="0"/>
              </a:spcBef>
              <a:spcAft>
                <a:spcPts val="0"/>
              </a:spcAft>
              <a:buClrTx/>
              <a:buSzTx/>
              <a:buFontTx/>
              <a:buNone/>
              <a:tabLst/>
            </a:pP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2</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）高斯面：做过</a:t>
            </a:r>
            <a:r>
              <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P</a:t>
            </a:r>
            <a:r>
              <a:rPr kumimoji="0" lang="zh-CN" altLang="en-US"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rPr>
              <a:t>点的圆柱形高斯面；其侧面与带电平面垂直，两底面与带电平面平行且等距离；</a:t>
            </a:r>
            <a:endParaRPr kumimoji="0" lang="en-US" altLang="zh-CN" sz="3600" b="1" i="0" u="none" strike="noStrike" cap="none" spc="0" normalizeH="0" baseline="0" dirty="0" smtClean="0">
              <a:ln>
                <a:noFill/>
              </a:ln>
              <a:solidFill>
                <a:srgbClr val="000000"/>
              </a:solidFill>
              <a:effectLst/>
              <a:uFillTx/>
              <a:latin typeface="宋体" pitchFamily="2" charset="-122"/>
              <a:ea typeface="宋体" pitchFamily="2" charset="-122"/>
              <a:sym typeface="Helvetica Light"/>
            </a:endParaRPr>
          </a:p>
          <a:p>
            <a:pPr marL="0" marR="0" indent="0" algn="l" defTabSz="584200" rtl="0" fontAlgn="auto" latinLnBrk="1" hangingPunct="0">
              <a:lnSpc>
                <a:spcPct val="125000"/>
              </a:lnSpc>
              <a:spcBef>
                <a:spcPts val="0"/>
              </a:spcBef>
              <a:spcAft>
                <a:spcPts val="0"/>
              </a:spcAft>
              <a:buClrTx/>
              <a:buSzTx/>
              <a:buFontTx/>
              <a:buNone/>
              <a:tabLst/>
            </a:pPr>
            <a:r>
              <a:rPr lang="zh-CN" altLang="en-US" b="1" dirty="0" smtClean="0">
                <a:solidFill>
                  <a:srgbClr val="000000"/>
                </a:solidFill>
                <a:latin typeface="宋体" pitchFamily="2" charset="-122"/>
                <a:ea typeface="宋体" pitchFamily="2" charset="-122"/>
              </a:rPr>
              <a:t>（</a:t>
            </a:r>
            <a:r>
              <a:rPr lang="en-US" altLang="zh-CN" b="1" dirty="0" smtClean="0">
                <a:solidFill>
                  <a:srgbClr val="000000"/>
                </a:solidFill>
                <a:latin typeface="宋体" pitchFamily="2" charset="-122"/>
                <a:ea typeface="宋体" pitchFamily="2" charset="-122"/>
              </a:rPr>
              <a:t>3</a:t>
            </a:r>
            <a:r>
              <a:rPr lang="zh-CN" altLang="en-US" b="1" dirty="0" smtClean="0">
                <a:solidFill>
                  <a:srgbClr val="000000"/>
                </a:solidFill>
                <a:latin typeface="宋体" pitchFamily="2" charset="-122"/>
                <a:ea typeface="宋体" pitchFamily="2" charset="-122"/>
              </a:rPr>
              <a:t>）应用高斯定理：</a:t>
            </a:r>
            <a:endParaRPr kumimoji="0" lang="zh-CN" altLang="en-US" sz="3600" b="1" i="0" u="none" strike="noStrike" cap="none" spc="0" normalizeH="0" baseline="0" dirty="0">
              <a:ln>
                <a:noFill/>
              </a:ln>
              <a:solidFill>
                <a:srgbClr val="000000"/>
              </a:solidFill>
              <a:effectLst/>
              <a:uFillTx/>
              <a:latin typeface="宋体" pitchFamily="2" charset="-122"/>
              <a:ea typeface="宋体" pitchFamily="2" charset="-122"/>
              <a:sym typeface="Helvetica Light"/>
            </a:endParaRP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3888" y="5374246"/>
            <a:ext cx="2968832" cy="30963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0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18424" y="4569400"/>
            <a:ext cx="4089208" cy="3615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43881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006210052"/>
              </p:ext>
            </p:extLst>
          </p:nvPr>
        </p:nvGraphicFramePr>
        <p:xfrm>
          <a:off x="385849" y="1492425"/>
          <a:ext cx="11680043" cy="4166654"/>
        </p:xfrm>
        <a:graphic>
          <a:graphicData uri="http://schemas.openxmlformats.org/presentationml/2006/ole">
            <mc:AlternateContent xmlns:mc="http://schemas.openxmlformats.org/markup-compatibility/2006">
              <mc:Choice xmlns:v="urn:schemas-microsoft-com:vml" Requires="v">
                <p:oleObj spid="_x0000_s52557" name="Equation" r:id="rId3" imgW="3276360" imgH="1168200" progId="Equation.DSMT4">
                  <p:embed/>
                </p:oleObj>
              </mc:Choice>
              <mc:Fallback>
                <p:oleObj name="Equation" r:id="rId3" imgW="3276360" imgH="1168200" progId="Equation.DSMT4">
                  <p:embed/>
                  <p:pic>
                    <p:nvPicPr>
                      <p:cNvPr id="0" name="对象 68"/>
                      <p:cNvPicPr>
                        <a:picLocks noChangeAspect="1" noChangeArrowheads="1"/>
                      </p:cNvPicPr>
                      <p:nvPr/>
                    </p:nvPicPr>
                    <p:blipFill>
                      <a:blip r:embed="rId4"/>
                      <a:srcRect/>
                      <a:stretch>
                        <a:fillRect/>
                      </a:stretch>
                    </p:blipFill>
                    <p:spPr bwMode="auto">
                      <a:xfrm>
                        <a:off x="385849" y="1492425"/>
                        <a:ext cx="11680043" cy="4166654"/>
                      </a:xfrm>
                      <a:prstGeom prst="rect">
                        <a:avLst/>
                      </a:prstGeom>
                      <a:noFill/>
                      <a:ln>
                        <a:noFill/>
                      </a:ln>
                      <a:extLst/>
                    </p:spPr>
                  </p:pic>
                </p:oleObj>
              </mc:Fallback>
            </mc:AlternateContent>
          </a:graphicData>
        </a:graphic>
      </p:graphicFrame>
      <p:pic>
        <p:nvPicPr>
          <p:cNvPr id="522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222480" y="4876800"/>
            <a:ext cx="4843412" cy="43668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extLst>
              <p:ext uri="{D42A27DB-BD31-4B8C-83A1-F6EECF244321}">
                <p14:modId xmlns:p14="http://schemas.microsoft.com/office/powerpoint/2010/main" val="3788820652"/>
              </p:ext>
            </p:extLst>
          </p:nvPr>
        </p:nvGraphicFramePr>
        <p:xfrm>
          <a:off x="885776" y="196280"/>
          <a:ext cx="3672408" cy="1108652"/>
        </p:xfrm>
        <a:graphic>
          <a:graphicData uri="http://schemas.openxmlformats.org/presentationml/2006/ole">
            <mc:AlternateContent xmlns:mc="http://schemas.openxmlformats.org/markup-compatibility/2006">
              <mc:Choice xmlns:v="urn:schemas-microsoft-com:vml" Requires="v">
                <p:oleObj spid="_x0000_s52558" name="Equation" r:id="rId6" imgW="1473120" imgH="444240" progId="Equation.DSMT4">
                  <p:embed/>
                </p:oleObj>
              </mc:Choice>
              <mc:Fallback>
                <p:oleObj name="Equation" r:id="rId6" imgW="1473120" imgH="444240" progId="Equation.DSMT4">
                  <p:embed/>
                  <p:pic>
                    <p:nvPicPr>
                      <p:cNvPr id="0" name="对象 68"/>
                      <p:cNvPicPr>
                        <a:picLocks noChangeAspect="1" noChangeArrowheads="1"/>
                      </p:cNvPicPr>
                      <p:nvPr/>
                    </p:nvPicPr>
                    <p:blipFill>
                      <a:blip r:embed="rId7"/>
                      <a:srcRect/>
                      <a:stretch>
                        <a:fillRect/>
                      </a:stretch>
                    </p:blipFill>
                    <p:spPr bwMode="auto">
                      <a:xfrm>
                        <a:off x="885776" y="196280"/>
                        <a:ext cx="3672408" cy="1108652"/>
                      </a:xfrm>
                      <a:prstGeom prst="rect">
                        <a:avLst/>
                      </a:prstGeom>
                      <a:noFill/>
                      <a:ln>
                        <a:noFill/>
                      </a:ln>
                      <a:extLst/>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094818620"/>
              </p:ext>
            </p:extLst>
          </p:nvPr>
        </p:nvGraphicFramePr>
        <p:xfrm>
          <a:off x="1893888" y="5812904"/>
          <a:ext cx="2185655" cy="1728192"/>
        </p:xfrm>
        <a:graphic>
          <a:graphicData uri="http://schemas.openxmlformats.org/presentationml/2006/ole">
            <mc:AlternateContent xmlns:mc="http://schemas.openxmlformats.org/markup-compatibility/2006">
              <mc:Choice xmlns:v="urn:schemas-microsoft-com:vml" Requires="v">
                <p:oleObj spid="_x0000_s52559" name="Equation" r:id="rId8" imgW="545760" imgH="431640" progId="Equation.DSMT4">
                  <p:embed/>
                </p:oleObj>
              </mc:Choice>
              <mc:Fallback>
                <p:oleObj name="Equation" r:id="rId8" imgW="545760" imgH="431640" progId="Equation.DSMT4">
                  <p:embed/>
                  <p:pic>
                    <p:nvPicPr>
                      <p:cNvPr id="0" name=""/>
                      <p:cNvPicPr/>
                      <p:nvPr/>
                    </p:nvPicPr>
                    <p:blipFill>
                      <a:blip r:embed="rId9"/>
                      <a:stretch>
                        <a:fillRect/>
                      </a:stretch>
                    </p:blipFill>
                    <p:spPr>
                      <a:xfrm>
                        <a:off x="1893888" y="5812904"/>
                        <a:ext cx="2185655" cy="1728192"/>
                      </a:xfrm>
                      <a:prstGeom prst="rect">
                        <a:avLst/>
                      </a:prstGeom>
                    </p:spPr>
                  </p:pic>
                </p:oleObj>
              </mc:Fallback>
            </mc:AlternateContent>
          </a:graphicData>
        </a:graphic>
      </p:graphicFrame>
      <p:sp>
        <p:nvSpPr>
          <p:cNvPr id="6" name="TextBox 5"/>
          <p:cNvSpPr txBox="1"/>
          <p:nvPr/>
        </p:nvSpPr>
        <p:spPr>
          <a:xfrm>
            <a:off x="813768" y="7745124"/>
            <a:ext cx="5256584" cy="148758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25000"/>
              </a:lnSpc>
              <a:spcBef>
                <a:spcPts val="0"/>
              </a:spcBef>
              <a:spcAft>
                <a:spcPts val="0"/>
              </a:spcAft>
              <a:buClrTx/>
              <a:buSzTx/>
              <a:buFontTx/>
              <a:buNone/>
              <a:tabLst/>
            </a:pPr>
            <a:r>
              <a:rPr lang="zh-CN" altLang="en-US" b="1" smtClean="0">
                <a:solidFill>
                  <a:srgbClr val="000000"/>
                </a:solidFill>
                <a:latin typeface="宋体" pitchFamily="2" charset="-122"/>
                <a:ea typeface="宋体" pitchFamily="2" charset="-122"/>
              </a:rPr>
              <a:t>带电平面两侧的电场是垂直于平面的均匀场。</a:t>
            </a:r>
            <a:endParaRPr kumimoji="0" lang="zh-CN" altLang="en-US" sz="3600" b="1" i="0" u="none" strike="noStrike" cap="none" spc="0" normalizeH="0" baseline="0">
              <a:ln>
                <a:noFill/>
              </a:ln>
              <a:solidFill>
                <a:srgbClr val="000000"/>
              </a:solidFill>
              <a:effectLst/>
              <a:uFillTx/>
              <a:latin typeface="宋体" pitchFamily="2" charset="-122"/>
              <a:ea typeface="宋体" pitchFamily="2" charset="-122"/>
              <a:sym typeface="Helvetica Light"/>
            </a:endParaRPr>
          </a:p>
        </p:txBody>
      </p:sp>
    </p:spTree>
    <p:extLst>
      <p:ext uri="{BB962C8B-B14F-4D97-AF65-F5344CB8AC3E}">
        <p14:creationId xmlns:p14="http://schemas.microsoft.com/office/powerpoint/2010/main" val="16238366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62"/>
          <p:cNvGrpSpPr/>
          <p:nvPr/>
        </p:nvGrpSpPr>
        <p:grpSpPr>
          <a:xfrm rot="5400000">
            <a:off x="7777654" y="2251399"/>
            <a:ext cx="5293130" cy="2191008"/>
            <a:chOff x="889565" y="-87654"/>
            <a:chExt cx="5914558" cy="2491588"/>
          </a:xfrm>
        </p:grpSpPr>
        <p:sp>
          <p:nvSpPr>
            <p:cNvPr id="223" name="Shape 223"/>
            <p:cNvSpPr/>
            <p:nvPr/>
          </p:nvSpPr>
          <p:spPr>
            <a:xfrm>
              <a:off x="970023" y="2070387"/>
              <a:ext cx="5834100" cy="333547"/>
            </a:xfrm>
            <a:prstGeom prst="rect">
              <a:avLst/>
            </a:prstGeom>
            <a:solidFill>
              <a:srgbClr val="99FF99"/>
            </a:solidFill>
            <a:ln w="38100" cap="flat">
              <a:solidFill>
                <a:srgbClr val="000000"/>
              </a:solidFill>
              <a:prstDash val="solid"/>
              <a:miter lim="800000"/>
            </a:ln>
            <a:effectLst/>
          </p:spPr>
          <p:txBody>
            <a:bodyPr wrap="square" lIns="65023" tIns="65023" rIns="65023" bIns="65023" numCol="1" anchor="ctr">
              <a:noAutofit/>
            </a:bodyPr>
            <a:lstStyle/>
            <a:p>
              <a:pPr lvl="0" defTabSz="914400">
                <a:defRPr sz="3400">
                  <a:latin typeface="Arial"/>
                  <a:ea typeface="Arial"/>
                  <a:cs typeface="Arial"/>
                  <a:sym typeface="Arial"/>
                </a:defRPr>
              </a:pPr>
              <a:endParaRPr>
                <a:latin typeface="黑体" pitchFamily="49" charset="-122"/>
                <a:ea typeface="黑体" pitchFamily="49" charset="-122"/>
              </a:endParaRPr>
            </a:p>
          </p:txBody>
        </p:sp>
        <p:sp>
          <p:nvSpPr>
            <p:cNvPr id="224" name="Shape 224"/>
            <p:cNvSpPr/>
            <p:nvPr/>
          </p:nvSpPr>
          <p:spPr>
            <a:xfrm>
              <a:off x="889565" y="274878"/>
              <a:ext cx="5834099" cy="368590"/>
            </a:xfrm>
            <a:prstGeom prst="rect">
              <a:avLst/>
            </a:prstGeom>
            <a:solidFill>
              <a:srgbClr val="CC0066"/>
            </a:solidFill>
            <a:ln w="38100" cap="flat">
              <a:solidFill>
                <a:srgbClr val="CC3300"/>
              </a:solidFill>
              <a:prstDash val="solid"/>
              <a:miter lim="800000"/>
            </a:ln>
            <a:effectLst/>
          </p:spPr>
          <p:txBody>
            <a:bodyPr wrap="square" lIns="65023" tIns="65023" rIns="65023" bIns="65023" numCol="1" anchor="ctr">
              <a:noAutofit/>
            </a:bodyPr>
            <a:lstStyle/>
            <a:p>
              <a:pPr lvl="0" defTabSz="914400">
                <a:defRPr sz="3400">
                  <a:latin typeface="Arial"/>
                  <a:ea typeface="Arial"/>
                  <a:cs typeface="Arial"/>
                  <a:sym typeface="Arial"/>
                </a:defRPr>
              </a:pPr>
              <a:endParaRPr>
                <a:latin typeface="黑体" pitchFamily="49" charset="-122"/>
                <a:ea typeface="黑体" pitchFamily="49" charset="-122"/>
              </a:endParaRPr>
            </a:p>
          </p:txBody>
        </p:sp>
        <p:sp>
          <p:nvSpPr>
            <p:cNvPr id="225" name="Shape 225"/>
            <p:cNvSpPr/>
            <p:nvPr/>
          </p:nvSpPr>
          <p:spPr>
            <a:xfrm>
              <a:off x="5401095" y="-87654"/>
              <a:ext cx="452831" cy="10555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476" tIns="65476" rIns="65476" bIns="65476" numCol="1" anchor="t">
              <a:sp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5000">
                  <a:solidFill>
                    <a:srgbClr val="FFFF00"/>
                  </a:solidFill>
                  <a:latin typeface="黑体" pitchFamily="49" charset="-122"/>
                  <a:ea typeface="黑体" pitchFamily="49" charset="-122"/>
                </a:rPr>
                <a:t>+</a:t>
              </a:r>
            </a:p>
          </p:txBody>
        </p:sp>
        <p:sp>
          <p:nvSpPr>
            <p:cNvPr id="226" name="Shape 226"/>
            <p:cNvSpPr/>
            <p:nvPr/>
          </p:nvSpPr>
          <p:spPr>
            <a:xfrm>
              <a:off x="2258269" y="-87654"/>
              <a:ext cx="452831" cy="10555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476" tIns="65476" rIns="65476" bIns="65476" numCol="1" anchor="t">
              <a:sp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5000">
                  <a:solidFill>
                    <a:srgbClr val="FFFF00"/>
                  </a:solidFill>
                  <a:latin typeface="黑体" pitchFamily="49" charset="-122"/>
                  <a:ea typeface="黑体" pitchFamily="49" charset="-122"/>
                </a:rPr>
                <a:t>+</a:t>
              </a:r>
            </a:p>
          </p:txBody>
        </p:sp>
        <p:sp>
          <p:nvSpPr>
            <p:cNvPr id="227" name="Shape 227"/>
            <p:cNvSpPr/>
            <p:nvPr/>
          </p:nvSpPr>
          <p:spPr>
            <a:xfrm>
              <a:off x="6051337" y="-87654"/>
              <a:ext cx="452831" cy="10555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476" tIns="65476" rIns="65476" bIns="65476" numCol="1" anchor="t">
              <a:sp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5000">
                  <a:solidFill>
                    <a:srgbClr val="FFFF00"/>
                  </a:solidFill>
                  <a:latin typeface="黑体" pitchFamily="49" charset="-122"/>
                  <a:ea typeface="黑体" pitchFamily="49" charset="-122"/>
                </a:rPr>
                <a:t>+</a:t>
              </a:r>
            </a:p>
          </p:txBody>
        </p:sp>
        <p:sp>
          <p:nvSpPr>
            <p:cNvPr id="228" name="Shape 228"/>
            <p:cNvSpPr/>
            <p:nvPr/>
          </p:nvSpPr>
          <p:spPr>
            <a:xfrm>
              <a:off x="4750856" y="-87654"/>
              <a:ext cx="452831" cy="10555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476" tIns="65476" rIns="65476" bIns="65476" numCol="1" anchor="t">
              <a:sp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5000" dirty="0">
                  <a:solidFill>
                    <a:srgbClr val="FFFF00"/>
                  </a:solidFill>
                  <a:latin typeface="黑体" pitchFamily="49" charset="-122"/>
                  <a:ea typeface="黑体" pitchFamily="49" charset="-122"/>
                </a:rPr>
                <a:t>+</a:t>
              </a:r>
            </a:p>
          </p:txBody>
        </p:sp>
        <p:sp>
          <p:nvSpPr>
            <p:cNvPr id="229" name="Shape 229"/>
            <p:cNvSpPr/>
            <p:nvPr/>
          </p:nvSpPr>
          <p:spPr>
            <a:xfrm>
              <a:off x="3450376" y="-87654"/>
              <a:ext cx="452831" cy="10555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476" tIns="65476" rIns="65476" bIns="65476" numCol="1" anchor="t">
              <a:sp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5000" dirty="0">
                  <a:solidFill>
                    <a:srgbClr val="FFFF00"/>
                  </a:solidFill>
                  <a:latin typeface="黑体" pitchFamily="49" charset="-122"/>
                  <a:ea typeface="黑体" pitchFamily="49" charset="-122"/>
                </a:rPr>
                <a:t>+</a:t>
              </a:r>
            </a:p>
          </p:txBody>
        </p:sp>
        <p:sp>
          <p:nvSpPr>
            <p:cNvPr id="230" name="Shape 230"/>
            <p:cNvSpPr/>
            <p:nvPr/>
          </p:nvSpPr>
          <p:spPr>
            <a:xfrm>
              <a:off x="1066162" y="-87654"/>
              <a:ext cx="452831" cy="10555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476" tIns="65476" rIns="65476" bIns="65476" numCol="1" anchor="t">
              <a:sp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5000">
                  <a:solidFill>
                    <a:srgbClr val="FFFF00"/>
                  </a:solidFill>
                  <a:latin typeface="黑体" pitchFamily="49" charset="-122"/>
                  <a:ea typeface="黑体" pitchFamily="49" charset="-122"/>
                </a:rPr>
                <a:t>+</a:t>
              </a:r>
            </a:p>
          </p:txBody>
        </p:sp>
        <p:sp>
          <p:nvSpPr>
            <p:cNvPr id="231" name="Shape 231"/>
            <p:cNvSpPr/>
            <p:nvPr/>
          </p:nvSpPr>
          <p:spPr>
            <a:xfrm>
              <a:off x="4100616" y="-85396"/>
              <a:ext cx="452831" cy="10555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476" tIns="65476" rIns="65476" bIns="65476" numCol="1" anchor="t">
              <a:sp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5000" dirty="0">
                  <a:solidFill>
                    <a:srgbClr val="FFFF00"/>
                  </a:solidFill>
                  <a:latin typeface="黑体" pitchFamily="49" charset="-122"/>
                  <a:ea typeface="黑体" pitchFamily="49" charset="-122"/>
                </a:rPr>
                <a:t>+</a:t>
              </a:r>
            </a:p>
          </p:txBody>
        </p:sp>
        <p:sp>
          <p:nvSpPr>
            <p:cNvPr id="232" name="Shape 232"/>
            <p:cNvSpPr/>
            <p:nvPr/>
          </p:nvSpPr>
          <p:spPr>
            <a:xfrm>
              <a:off x="2800136" y="-87654"/>
              <a:ext cx="452831" cy="10555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476" tIns="65476" rIns="65476" bIns="65476" numCol="1" anchor="t">
              <a:sp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5000">
                  <a:solidFill>
                    <a:srgbClr val="FFFF00"/>
                  </a:solidFill>
                  <a:latin typeface="黑体" pitchFamily="49" charset="-122"/>
                  <a:ea typeface="黑体" pitchFamily="49" charset="-122"/>
                </a:rPr>
                <a:t>+</a:t>
              </a:r>
            </a:p>
          </p:txBody>
        </p:sp>
        <p:sp>
          <p:nvSpPr>
            <p:cNvPr id="233" name="Shape 233"/>
            <p:cNvSpPr/>
            <p:nvPr/>
          </p:nvSpPr>
          <p:spPr>
            <a:xfrm>
              <a:off x="1608029" y="-87654"/>
              <a:ext cx="452831" cy="1055561"/>
            </a:xfrm>
            <a:prstGeom prst="rect">
              <a:avLst/>
            </a:prstGeom>
            <a:noFill/>
            <a:ln w="12700" cap="flat">
              <a:noFill/>
              <a:miter lim="400000"/>
            </a:ln>
            <a:effectLst/>
            <a:extLst>
              <a:ext uri="{C572A759-6A51-4108-AA02-DFA0A04FC94B}">
                <ma14:wrappingTextBoxFlag xmlns:ma14="http://schemas.microsoft.com/office/mac/drawingml/2011/main" xmlns="" val="1"/>
              </a:ext>
            </a:extLst>
          </p:spPr>
          <p:txBody>
            <a:bodyPr wrap="none" lIns="65476" tIns="65476" rIns="65476" bIns="65476" numCol="1" anchor="t">
              <a:spAutoFit/>
            </a:bodyPr>
            <a:lstStyle>
              <a:lvl1pPr defTabSz="1028700">
                <a:lnSpc>
                  <a:spcPct val="120000"/>
                </a:lnSpc>
                <a:spcBef>
                  <a:spcPts val="1600"/>
                </a:spcBef>
                <a:defRPr sz="5000">
                  <a:solidFill>
                    <a:srgbClr val="FFFF00"/>
                  </a:solidFill>
                  <a:latin typeface="Bookman Old Style"/>
                  <a:ea typeface="Bookman Old Style"/>
                  <a:cs typeface="Bookman Old Style"/>
                  <a:sym typeface="Bookman Old Style"/>
                </a:defRPr>
              </a:lvl1pPr>
            </a:lstStyle>
            <a:p>
              <a:pPr lvl="0">
                <a:defRPr sz="1800">
                  <a:solidFill>
                    <a:srgbClr val="000000"/>
                  </a:solidFill>
                </a:defRPr>
              </a:pPr>
              <a:r>
                <a:rPr sz="5000">
                  <a:solidFill>
                    <a:srgbClr val="FFFF00"/>
                  </a:solidFill>
                  <a:latin typeface="黑体" pitchFamily="49" charset="-122"/>
                  <a:ea typeface="黑体" pitchFamily="49" charset="-122"/>
                </a:rPr>
                <a:t>+</a:t>
              </a:r>
            </a:p>
          </p:txBody>
        </p:sp>
        <p:sp>
          <p:nvSpPr>
            <p:cNvPr id="234" name="Shape 234"/>
            <p:cNvSpPr/>
            <p:nvPr/>
          </p:nvSpPr>
          <p:spPr>
            <a:xfrm>
              <a:off x="1747521" y="2158269"/>
              <a:ext cx="325121" cy="2258"/>
            </a:xfrm>
            <a:prstGeom prst="line">
              <a:avLst/>
            </a:prstGeom>
            <a:noFill/>
            <a:ln w="381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35" name="Shape 235"/>
            <p:cNvSpPr/>
            <p:nvPr/>
          </p:nvSpPr>
          <p:spPr>
            <a:xfrm>
              <a:off x="2939626" y="2158269"/>
              <a:ext cx="325121" cy="2258"/>
            </a:xfrm>
            <a:prstGeom prst="line">
              <a:avLst/>
            </a:prstGeom>
            <a:noFill/>
            <a:ln w="381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36" name="Shape 236"/>
            <p:cNvSpPr/>
            <p:nvPr/>
          </p:nvSpPr>
          <p:spPr>
            <a:xfrm>
              <a:off x="4240108" y="2158269"/>
              <a:ext cx="325121" cy="2258"/>
            </a:xfrm>
            <a:prstGeom prst="line">
              <a:avLst/>
            </a:prstGeom>
            <a:noFill/>
            <a:ln w="381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37" name="Shape 237"/>
            <p:cNvSpPr/>
            <p:nvPr/>
          </p:nvSpPr>
          <p:spPr>
            <a:xfrm>
              <a:off x="5540588" y="2158269"/>
              <a:ext cx="325121" cy="2258"/>
            </a:xfrm>
            <a:prstGeom prst="line">
              <a:avLst/>
            </a:prstGeom>
            <a:noFill/>
            <a:ln w="381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38" name="Shape 238"/>
            <p:cNvSpPr/>
            <p:nvPr/>
          </p:nvSpPr>
          <p:spPr>
            <a:xfrm>
              <a:off x="2289386" y="2158269"/>
              <a:ext cx="325121" cy="2258"/>
            </a:xfrm>
            <a:prstGeom prst="line">
              <a:avLst/>
            </a:prstGeom>
            <a:noFill/>
            <a:ln w="381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39" name="Shape 239"/>
            <p:cNvSpPr/>
            <p:nvPr/>
          </p:nvSpPr>
          <p:spPr>
            <a:xfrm>
              <a:off x="4890348" y="2158269"/>
              <a:ext cx="325121" cy="2258"/>
            </a:xfrm>
            <a:prstGeom prst="line">
              <a:avLst/>
            </a:prstGeom>
            <a:noFill/>
            <a:ln w="381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40" name="Shape 240"/>
            <p:cNvSpPr/>
            <p:nvPr/>
          </p:nvSpPr>
          <p:spPr>
            <a:xfrm>
              <a:off x="3589866" y="2158269"/>
              <a:ext cx="325121" cy="2258"/>
            </a:xfrm>
            <a:prstGeom prst="line">
              <a:avLst/>
            </a:prstGeom>
            <a:noFill/>
            <a:ln w="381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41" name="Shape 241"/>
            <p:cNvSpPr/>
            <p:nvPr/>
          </p:nvSpPr>
          <p:spPr>
            <a:xfrm>
              <a:off x="6190828" y="2158269"/>
              <a:ext cx="325121" cy="2258"/>
            </a:xfrm>
            <a:prstGeom prst="line">
              <a:avLst/>
            </a:prstGeom>
            <a:noFill/>
            <a:ln w="381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42" name="Shape 242"/>
            <p:cNvSpPr/>
            <p:nvPr/>
          </p:nvSpPr>
          <p:spPr>
            <a:xfrm>
              <a:off x="1097280" y="2158269"/>
              <a:ext cx="325121" cy="2258"/>
            </a:xfrm>
            <a:prstGeom prst="line">
              <a:avLst/>
            </a:prstGeom>
            <a:noFill/>
            <a:ln w="38100" cap="flat">
              <a:solidFill>
                <a:srgbClr val="FF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43" name="Shape 243"/>
            <p:cNvSpPr/>
            <p:nvPr/>
          </p:nvSpPr>
          <p:spPr>
            <a:xfrm>
              <a:off x="3698240" y="654755"/>
              <a:ext cx="2258" cy="1189850"/>
            </a:xfrm>
            <a:prstGeom prst="line">
              <a:avLst/>
            </a:prstGeom>
            <a:noFill/>
            <a:ln w="38100" cap="flat">
              <a:solidFill>
                <a:srgbClr val="CC33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44" name="Shape 244"/>
            <p:cNvSpPr/>
            <p:nvPr/>
          </p:nvSpPr>
          <p:spPr>
            <a:xfrm>
              <a:off x="3698240" y="654755"/>
              <a:ext cx="2258" cy="647983"/>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45" name="Shape 245"/>
            <p:cNvSpPr/>
            <p:nvPr/>
          </p:nvSpPr>
          <p:spPr>
            <a:xfrm>
              <a:off x="4348480" y="654755"/>
              <a:ext cx="2258" cy="647983"/>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46" name="Shape 246"/>
            <p:cNvSpPr/>
            <p:nvPr/>
          </p:nvSpPr>
          <p:spPr>
            <a:xfrm>
              <a:off x="3156373" y="654755"/>
              <a:ext cx="2258" cy="647983"/>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47" name="Shape 247"/>
            <p:cNvSpPr/>
            <p:nvPr/>
          </p:nvSpPr>
          <p:spPr>
            <a:xfrm>
              <a:off x="2506133" y="654755"/>
              <a:ext cx="2258" cy="647983"/>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48" name="Shape 248"/>
            <p:cNvSpPr/>
            <p:nvPr/>
          </p:nvSpPr>
          <p:spPr>
            <a:xfrm>
              <a:off x="1855893" y="654755"/>
              <a:ext cx="2258" cy="647983"/>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49" name="Shape 249"/>
            <p:cNvSpPr/>
            <p:nvPr/>
          </p:nvSpPr>
          <p:spPr>
            <a:xfrm>
              <a:off x="1314026" y="654755"/>
              <a:ext cx="2258" cy="647983"/>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50" name="Shape 250"/>
            <p:cNvSpPr/>
            <p:nvPr/>
          </p:nvSpPr>
          <p:spPr>
            <a:xfrm>
              <a:off x="4998720" y="654755"/>
              <a:ext cx="2258" cy="647983"/>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51" name="Shape 251"/>
            <p:cNvSpPr/>
            <p:nvPr/>
          </p:nvSpPr>
          <p:spPr>
            <a:xfrm>
              <a:off x="5648960" y="654755"/>
              <a:ext cx="2258" cy="647983"/>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52" name="Shape 252"/>
            <p:cNvSpPr/>
            <p:nvPr/>
          </p:nvSpPr>
          <p:spPr>
            <a:xfrm>
              <a:off x="6299200" y="654755"/>
              <a:ext cx="2258" cy="647983"/>
            </a:xfrm>
            <a:prstGeom prst="line">
              <a:avLst/>
            </a:prstGeom>
            <a:noFill/>
            <a:ln w="38100" cap="flat">
              <a:solidFill>
                <a:srgbClr val="000000"/>
              </a:solidFill>
              <a:prstDash val="solid"/>
              <a:round/>
              <a:tailEnd type="stealth" w="med" len="me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53" name="Shape 253"/>
            <p:cNvSpPr/>
            <p:nvPr/>
          </p:nvSpPr>
          <p:spPr>
            <a:xfrm>
              <a:off x="3698240" y="1304995"/>
              <a:ext cx="2258" cy="756356"/>
            </a:xfrm>
            <a:prstGeom prst="line">
              <a:avLst/>
            </a:prstGeom>
            <a:noFill/>
            <a:ln w="38100" cap="flat">
              <a:solidFill>
                <a:srgbClr val="00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54" name="Shape 254"/>
            <p:cNvSpPr/>
            <p:nvPr/>
          </p:nvSpPr>
          <p:spPr>
            <a:xfrm>
              <a:off x="4348480" y="1304995"/>
              <a:ext cx="2258" cy="756356"/>
            </a:xfrm>
            <a:prstGeom prst="line">
              <a:avLst/>
            </a:prstGeom>
            <a:noFill/>
            <a:ln w="38100" cap="flat">
              <a:solidFill>
                <a:srgbClr val="00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55" name="Shape 255"/>
            <p:cNvSpPr/>
            <p:nvPr/>
          </p:nvSpPr>
          <p:spPr>
            <a:xfrm>
              <a:off x="3156373" y="1304995"/>
              <a:ext cx="2258" cy="756356"/>
            </a:xfrm>
            <a:prstGeom prst="line">
              <a:avLst/>
            </a:prstGeom>
            <a:noFill/>
            <a:ln w="38100" cap="flat">
              <a:solidFill>
                <a:srgbClr val="00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56" name="Shape 256"/>
            <p:cNvSpPr/>
            <p:nvPr/>
          </p:nvSpPr>
          <p:spPr>
            <a:xfrm>
              <a:off x="2506133" y="1304995"/>
              <a:ext cx="2258" cy="756356"/>
            </a:xfrm>
            <a:prstGeom prst="line">
              <a:avLst/>
            </a:prstGeom>
            <a:noFill/>
            <a:ln w="38100" cap="flat">
              <a:solidFill>
                <a:srgbClr val="00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57" name="Shape 257"/>
            <p:cNvSpPr/>
            <p:nvPr/>
          </p:nvSpPr>
          <p:spPr>
            <a:xfrm>
              <a:off x="1855893" y="1196622"/>
              <a:ext cx="2258" cy="864729"/>
            </a:xfrm>
            <a:prstGeom prst="line">
              <a:avLst/>
            </a:prstGeom>
            <a:noFill/>
            <a:ln w="38100" cap="flat">
              <a:solidFill>
                <a:srgbClr val="00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58" name="Shape 258"/>
            <p:cNvSpPr/>
            <p:nvPr/>
          </p:nvSpPr>
          <p:spPr>
            <a:xfrm>
              <a:off x="1314026" y="1088249"/>
              <a:ext cx="2258" cy="973102"/>
            </a:xfrm>
            <a:prstGeom prst="line">
              <a:avLst/>
            </a:prstGeom>
            <a:noFill/>
            <a:ln w="38100" cap="flat">
              <a:solidFill>
                <a:srgbClr val="00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59" name="Shape 259"/>
            <p:cNvSpPr/>
            <p:nvPr/>
          </p:nvSpPr>
          <p:spPr>
            <a:xfrm>
              <a:off x="4998720" y="1196622"/>
              <a:ext cx="2258" cy="864729"/>
            </a:xfrm>
            <a:prstGeom prst="line">
              <a:avLst/>
            </a:prstGeom>
            <a:noFill/>
            <a:ln w="38100" cap="flat">
              <a:solidFill>
                <a:srgbClr val="00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60" name="Shape 260"/>
            <p:cNvSpPr/>
            <p:nvPr/>
          </p:nvSpPr>
          <p:spPr>
            <a:xfrm>
              <a:off x="5648960" y="1304995"/>
              <a:ext cx="2258" cy="756356"/>
            </a:xfrm>
            <a:prstGeom prst="line">
              <a:avLst/>
            </a:prstGeom>
            <a:noFill/>
            <a:ln w="38100" cap="flat">
              <a:solidFill>
                <a:srgbClr val="00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sp>
          <p:nvSpPr>
            <p:cNvPr id="261" name="Shape 261"/>
            <p:cNvSpPr/>
            <p:nvPr/>
          </p:nvSpPr>
          <p:spPr>
            <a:xfrm>
              <a:off x="6299200" y="1304995"/>
              <a:ext cx="2258" cy="756356"/>
            </a:xfrm>
            <a:prstGeom prst="line">
              <a:avLst/>
            </a:prstGeom>
            <a:noFill/>
            <a:ln w="38100" cap="flat">
              <a:solidFill>
                <a:srgbClr val="000000"/>
              </a:solidFill>
              <a:prstDash val="solid"/>
              <a:round/>
            </a:ln>
            <a:effectLst/>
          </p:spPr>
          <p:txBody>
            <a:bodyPr wrap="square" lIns="65023" tIns="65023" rIns="65023" bIns="65023" numCol="1" anchor="t">
              <a:noAutofit/>
            </a:bodyPr>
            <a:lstStyle/>
            <a:p>
              <a:pPr lvl="0" algn="l" defTabSz="457200">
                <a:defRPr sz="1600">
                  <a:latin typeface="Helvetica"/>
                  <a:ea typeface="Helvetica"/>
                  <a:cs typeface="Helvetica"/>
                  <a:sym typeface="Helvetica"/>
                </a:defRPr>
              </a:pPr>
              <a:endParaRPr>
                <a:latin typeface="黑体" pitchFamily="49" charset="-122"/>
                <a:ea typeface="黑体" pitchFamily="49" charset="-122"/>
              </a:endParaRPr>
            </a:p>
          </p:txBody>
        </p:sp>
      </p:grpSp>
      <p:sp>
        <p:nvSpPr>
          <p:cNvPr id="272" name="Shape 272"/>
          <p:cNvSpPr/>
          <p:nvPr/>
        </p:nvSpPr>
        <p:spPr>
          <a:xfrm>
            <a:off x="11614968" y="2932584"/>
            <a:ext cx="355867" cy="595035"/>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a:latin typeface="Times New Roman"/>
                <a:ea typeface="Times New Roman"/>
                <a:cs typeface="Times New Roman"/>
                <a:sym typeface="Times New Roman"/>
              </a:defRPr>
            </a:lvl1pPr>
          </a:lstStyle>
          <a:p>
            <a:pPr lvl="0">
              <a:defRPr sz="1800"/>
            </a:pPr>
            <a:r>
              <a:rPr lang="el-GR" altLang="zh-CN" sz="3200" dirty="0" smtClean="0">
                <a:latin typeface="Arial"/>
                <a:ea typeface="黑体" pitchFamily="49" charset="-122"/>
                <a:cs typeface="Arial"/>
              </a:rPr>
              <a:t>σ</a:t>
            </a:r>
            <a:endParaRPr sz="3200" dirty="0">
              <a:latin typeface="黑体" pitchFamily="49" charset="-122"/>
              <a:ea typeface="黑体" pitchFamily="49" charset="-122"/>
            </a:endParaRPr>
          </a:p>
        </p:txBody>
      </p:sp>
      <p:sp>
        <p:nvSpPr>
          <p:cNvPr id="274" name="Shape 274"/>
          <p:cNvSpPr/>
          <p:nvPr/>
        </p:nvSpPr>
        <p:spPr>
          <a:xfrm>
            <a:off x="1029792" y="1430340"/>
            <a:ext cx="6800636" cy="3795911"/>
          </a:xfrm>
          <a:prstGeom prst="rect">
            <a:avLst/>
          </a:prstGeom>
          <a:ln w="12700">
            <a:miter lim="400000"/>
          </a:ln>
          <a:extLst>
            <a:ext uri="{C572A759-6A51-4108-AA02-DFA0A04FC94B}">
              <ma14:wrappingTextBoxFlag xmlns:ma14="http://schemas.microsoft.com/office/mac/drawingml/2011/main" xmlns="" val="1"/>
            </a:ext>
          </a:extLst>
        </p:spPr>
        <p:txBody>
          <a:bodyPr wrap="square" lIns="50800" tIns="50800" rIns="50800" bIns="50800" anchor="ctr">
            <a:spAutoFit/>
          </a:bodyPr>
          <a:lstStyle/>
          <a:p>
            <a:pPr lvl="0" algn="just">
              <a:lnSpc>
                <a:spcPct val="150000"/>
              </a:lnSpc>
              <a:defRPr sz="1800"/>
            </a:pPr>
            <a:r>
              <a:rPr lang="zh-CN" altLang="en-US" sz="3200" b="1" smtClean="0">
                <a:latin typeface="Times New Roman" pitchFamily="18" charset="0"/>
                <a:ea typeface="宋体" pitchFamily="2" charset="-122"/>
                <a:cs typeface="Times New Roman" pitchFamily="18" charset="0"/>
              </a:rPr>
              <a:t>两</a:t>
            </a:r>
            <a:r>
              <a:rPr lang="zh-CN" altLang="en-US" sz="3200" b="1" dirty="0" smtClean="0">
                <a:latin typeface="Times New Roman" pitchFamily="18" charset="0"/>
                <a:ea typeface="宋体" pitchFamily="2" charset="-122"/>
                <a:cs typeface="Times New Roman" pitchFamily="18" charset="0"/>
              </a:rPr>
              <a:t>个均匀带电的</a:t>
            </a:r>
            <a:r>
              <a:rPr lang="zh-CN" altLang="en-US" sz="3200" b="1" smtClean="0">
                <a:latin typeface="Times New Roman" pitchFamily="18" charset="0"/>
                <a:ea typeface="宋体" pitchFamily="2" charset="-122"/>
                <a:cs typeface="Times New Roman" pitchFamily="18" charset="0"/>
              </a:rPr>
              <a:t>无限大平行</a:t>
            </a:r>
            <a:r>
              <a:rPr lang="zh-CN" altLang="en-US" sz="3200" b="1" dirty="0" smtClean="0">
                <a:latin typeface="Times New Roman" pitchFamily="18" charset="0"/>
                <a:ea typeface="宋体" pitchFamily="2" charset="-122"/>
                <a:cs typeface="Times New Roman" pitchFamily="18" charset="0"/>
              </a:rPr>
              <a:t>平面（面密度分别为</a:t>
            </a:r>
            <a:r>
              <a:rPr lang="el-GR" altLang="zh-CN" sz="3200" b="1" dirty="0" smtClean="0">
                <a:latin typeface="Times New Roman" pitchFamily="18" charset="0"/>
                <a:ea typeface="宋体" pitchFamily="2" charset="-122"/>
                <a:cs typeface="Times New Roman" pitchFamily="18" charset="0"/>
              </a:rPr>
              <a:t>σ</a:t>
            </a:r>
            <a:r>
              <a:rPr lang="zh-CN" altLang="en-US" sz="3200" b="1" dirty="0" smtClean="0">
                <a:latin typeface="Times New Roman" pitchFamily="18" charset="0"/>
                <a:ea typeface="宋体" pitchFamily="2" charset="-122"/>
                <a:cs typeface="Times New Roman" pitchFamily="18" charset="0"/>
              </a:rPr>
              <a:t>与</a:t>
            </a:r>
            <a:r>
              <a:rPr lang="en-US" altLang="zh-CN" sz="3200" b="1" dirty="0" smtClean="0">
                <a:latin typeface="Times New Roman" pitchFamily="18" charset="0"/>
                <a:ea typeface="宋体" pitchFamily="2" charset="-122"/>
                <a:cs typeface="Times New Roman" pitchFamily="18" charset="0"/>
              </a:rPr>
              <a:t>-</a:t>
            </a:r>
            <a:r>
              <a:rPr lang="el-GR" altLang="zh-CN" sz="3200" b="1" dirty="0" smtClean="0">
                <a:latin typeface="Times New Roman" pitchFamily="18" charset="0"/>
                <a:ea typeface="宋体" pitchFamily="2" charset="-122"/>
                <a:cs typeface="Times New Roman" pitchFamily="18" charset="0"/>
              </a:rPr>
              <a:t>σ </a:t>
            </a:r>
            <a:r>
              <a:rPr lang="zh-CN" altLang="en-US" sz="3200" b="1" dirty="0" smtClean="0">
                <a:latin typeface="Times New Roman" pitchFamily="18" charset="0"/>
                <a:ea typeface="宋体" pitchFamily="2" charset="-122"/>
                <a:cs typeface="Times New Roman" pitchFamily="18" charset="0"/>
              </a:rPr>
              <a:t>）内外的电场强度。</a:t>
            </a:r>
            <a:endParaRPr lang="en-US" altLang="zh-CN" sz="3200" b="1" dirty="0" smtClean="0">
              <a:latin typeface="Times New Roman" pitchFamily="18" charset="0"/>
              <a:ea typeface="宋体" pitchFamily="2" charset="-122"/>
              <a:cs typeface="Times New Roman" pitchFamily="18" charset="0"/>
            </a:endParaRPr>
          </a:p>
          <a:p>
            <a:pPr algn="just">
              <a:lnSpc>
                <a:spcPct val="150000"/>
              </a:lnSpc>
              <a:defRPr sz="1800"/>
            </a:pPr>
            <a:r>
              <a:rPr lang="en-US" altLang="zh-CN" sz="3200" b="1" dirty="0" smtClean="0">
                <a:solidFill>
                  <a:srgbClr val="00B0F0"/>
                </a:solidFill>
                <a:latin typeface="宋体" pitchFamily="2" charset="-122"/>
                <a:ea typeface="宋体" pitchFamily="2" charset="-122"/>
              </a:rPr>
              <a:t>---</a:t>
            </a:r>
            <a:r>
              <a:rPr lang="zh-CN" altLang="en-US" sz="3200" b="1" dirty="0" smtClean="0">
                <a:solidFill>
                  <a:srgbClr val="00B0F0"/>
                </a:solidFill>
                <a:latin typeface="宋体" pitchFamily="2" charset="-122"/>
                <a:ea typeface="宋体" pitchFamily="2" charset="-122"/>
              </a:rPr>
              <a:t>静电场的高斯定理应用，以及电场的叠加。</a:t>
            </a:r>
            <a:endParaRPr lang="zh-CN" altLang="en-US" sz="3200" b="1" dirty="0" smtClean="0">
              <a:latin typeface="Times New Roman" pitchFamily="18" charset="0"/>
              <a:ea typeface="宋体" pitchFamily="2" charset="-122"/>
              <a:cs typeface="Times New Roman" pitchFamily="18" charset="0"/>
            </a:endParaRPr>
          </a:p>
          <a:p>
            <a:pPr lvl="0" algn="just">
              <a:lnSpc>
                <a:spcPct val="150000"/>
              </a:lnSpc>
              <a:defRPr sz="1800"/>
            </a:pPr>
            <a:endParaRPr lang="zh-CN" altLang="en-US" sz="3200" b="1" dirty="0">
              <a:latin typeface="Times New Roman" pitchFamily="18" charset="0"/>
              <a:ea typeface="宋体" pitchFamily="2" charset="-122"/>
              <a:cs typeface="Times New Roman" pitchFamily="18" charset="0"/>
            </a:endParaRPr>
          </a:p>
        </p:txBody>
      </p:sp>
      <p:sp>
        <p:nvSpPr>
          <p:cNvPr id="54" name="Shape 272"/>
          <p:cNvSpPr/>
          <p:nvPr/>
        </p:nvSpPr>
        <p:spPr>
          <a:xfrm>
            <a:off x="9178630" y="3004592"/>
            <a:ext cx="492122" cy="595035"/>
          </a:xfrm>
          <a:prstGeom prst="rect">
            <a:avLst/>
          </a:prstGeom>
          <a:ln w="12700">
            <a:miter lim="400000"/>
          </a:ln>
          <a:extLst>
            <a:ext uri="{C572A759-6A51-4108-AA02-DFA0A04FC94B}">
              <ma14:wrappingTextBoxFlag xmlns:ma14="http://schemas.microsoft.com/office/mac/drawingml/2011/main" xmlns="" val="1"/>
            </a:ext>
          </a:extLst>
        </p:spPr>
        <p:txBody>
          <a:bodyPr wrap="none" lIns="50800" tIns="50800" rIns="50800" bIns="50800" anchor="ctr">
            <a:spAutoFit/>
          </a:bodyPr>
          <a:lstStyle>
            <a:lvl1pPr>
              <a:defRPr>
                <a:latin typeface="Times New Roman"/>
                <a:ea typeface="Times New Roman"/>
                <a:cs typeface="Times New Roman"/>
                <a:sym typeface="Times New Roman"/>
              </a:defRPr>
            </a:lvl1pPr>
          </a:lstStyle>
          <a:p>
            <a:pPr lvl="0">
              <a:defRPr sz="1800"/>
            </a:pPr>
            <a:r>
              <a:rPr lang="en-US" altLang="zh-CN" sz="3200" dirty="0" smtClean="0">
                <a:latin typeface="Arial"/>
                <a:ea typeface="黑体" pitchFamily="49" charset="-122"/>
                <a:cs typeface="Arial"/>
              </a:rPr>
              <a:t>-</a:t>
            </a:r>
            <a:r>
              <a:rPr lang="el-GR" altLang="zh-CN" sz="3200" dirty="0" smtClean="0">
                <a:latin typeface="Arial"/>
                <a:ea typeface="黑体" pitchFamily="49" charset="-122"/>
                <a:cs typeface="Arial"/>
              </a:rPr>
              <a:t>σ</a:t>
            </a:r>
            <a:endParaRPr sz="3200" dirty="0">
              <a:latin typeface="黑体" pitchFamily="49" charset="-122"/>
              <a:ea typeface="黑体" pitchFamily="49" charset="-122"/>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p:cNvSpPr txBox="1"/>
              <p:nvPr/>
            </p:nvSpPr>
            <p:spPr>
              <a:xfrm>
                <a:off x="1533848" y="1219002"/>
                <a:ext cx="10945216" cy="70275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algn="l" rtl="0" latinLnBrk="1" hangingPunct="0">
                  <a:lnSpc>
                    <a:spcPct val="150000"/>
                  </a:lnSpc>
                </a:pPr>
                <a:r>
                  <a:rPr lang="zh-CN" altLang="en-US" b="1" dirty="0">
                    <a:solidFill>
                      <a:srgbClr val="000000"/>
                    </a:solidFill>
                    <a:latin typeface="宋体" pitchFamily="2" charset="-122"/>
                    <a:ea typeface="宋体" pitchFamily="2" charset="-122"/>
                  </a:rPr>
                  <a:t>如图所示，两个无限大均匀带电平面平行放置，</a:t>
                </a:r>
                <a:r>
                  <a:rPr lang="zh-CN" altLang="en-US" b="1" dirty="0" smtClean="0">
                    <a:solidFill>
                      <a:srgbClr val="FF0000"/>
                    </a:solidFill>
                    <a:latin typeface="宋体" pitchFamily="2" charset="-122"/>
                    <a:ea typeface="宋体" pitchFamily="2" charset="-122"/>
                  </a:rPr>
                  <a:t>电荷面密度均为</a:t>
                </a:r>
                <a14:m>
                  <m:oMath xmlns:m="http://schemas.openxmlformats.org/officeDocument/2006/math">
                    <m:r>
                      <a:rPr lang="en-US" altLang="zh-CN" b="1">
                        <a:solidFill>
                          <a:srgbClr val="FF0000"/>
                        </a:solidFill>
                        <a:latin typeface="Cambria Math"/>
                        <a:ea typeface="宋体" pitchFamily="2" charset="-122"/>
                      </a:rPr>
                      <m:t>+</m:t>
                    </m:r>
                    <m:r>
                      <a:rPr lang="zh-CN" altLang="en-US" b="1" i="1" smtClean="0">
                        <a:solidFill>
                          <a:srgbClr val="FF0000"/>
                        </a:solidFill>
                        <a:latin typeface="Cambria Math"/>
                        <a:ea typeface="宋体" pitchFamily="2" charset="-122"/>
                      </a:rPr>
                      <m:t>𝛔</m:t>
                    </m:r>
                  </m:oMath>
                </a14:m>
                <a:r>
                  <a:rPr lang="zh-CN" altLang="en-US" b="1" dirty="0" smtClean="0">
                    <a:solidFill>
                      <a:srgbClr val="000000"/>
                    </a:solidFill>
                    <a:latin typeface="宋体" pitchFamily="2" charset="-122"/>
                    <a:ea typeface="宋体" pitchFamily="2" charset="-122"/>
                  </a:rPr>
                  <a:t> </a:t>
                </a:r>
                <a:r>
                  <a:rPr lang="zh-CN" altLang="en-US" b="1" dirty="0">
                    <a:solidFill>
                      <a:srgbClr val="000000"/>
                    </a:solidFill>
                    <a:latin typeface="宋体" pitchFamily="2" charset="-122"/>
                    <a:ea typeface="宋体" pitchFamily="2" charset="-122"/>
                  </a:rPr>
                  <a:t>。则在这两个带电平面所隔开的三个区域（</a:t>
                </a:r>
                <a:r>
                  <a:rPr lang="en-US" altLang="zh-CN" b="1" dirty="0">
                    <a:solidFill>
                      <a:srgbClr val="000000"/>
                    </a:solidFill>
                    <a:latin typeface="宋体" pitchFamily="2" charset="-122"/>
                    <a:ea typeface="宋体" pitchFamily="2" charset="-122"/>
                  </a:rPr>
                  <a:t>A</a:t>
                </a:r>
                <a:r>
                  <a:rPr lang="zh-CN" altLang="en-US" b="1" dirty="0">
                    <a:solidFill>
                      <a:srgbClr val="000000"/>
                    </a:solidFill>
                    <a:latin typeface="宋体" pitchFamily="2" charset="-122"/>
                    <a:ea typeface="宋体" pitchFamily="2" charset="-122"/>
                  </a:rPr>
                  <a:t>区、</a:t>
                </a:r>
                <a:r>
                  <a:rPr lang="en-US" altLang="zh-CN" b="1" dirty="0">
                    <a:solidFill>
                      <a:srgbClr val="000000"/>
                    </a:solidFill>
                    <a:latin typeface="宋体" pitchFamily="2" charset="-122"/>
                    <a:ea typeface="宋体" pitchFamily="2" charset="-122"/>
                  </a:rPr>
                  <a:t>B</a:t>
                </a:r>
                <a:r>
                  <a:rPr lang="zh-CN" altLang="en-US" b="1" dirty="0">
                    <a:solidFill>
                      <a:srgbClr val="000000"/>
                    </a:solidFill>
                    <a:latin typeface="宋体" pitchFamily="2" charset="-122"/>
                    <a:ea typeface="宋体" pitchFamily="2" charset="-122"/>
                  </a:rPr>
                  <a:t>区、</a:t>
                </a:r>
                <a:r>
                  <a:rPr lang="en-US" altLang="zh-CN" b="1" dirty="0">
                    <a:solidFill>
                      <a:srgbClr val="000000"/>
                    </a:solidFill>
                    <a:latin typeface="宋体" pitchFamily="2" charset="-122"/>
                    <a:ea typeface="宋体" pitchFamily="2" charset="-122"/>
                  </a:rPr>
                  <a:t>C</a:t>
                </a:r>
                <a:r>
                  <a:rPr lang="zh-CN" altLang="en-US" b="1" dirty="0">
                    <a:solidFill>
                      <a:srgbClr val="000000"/>
                    </a:solidFill>
                    <a:latin typeface="宋体" pitchFamily="2" charset="-122"/>
                    <a:ea typeface="宋体" pitchFamily="2" charset="-122"/>
                  </a:rPr>
                  <a:t>区）的电场强度大小分别</a:t>
                </a:r>
                <a:r>
                  <a:rPr lang="zh-CN" altLang="en-US" b="1" dirty="0" smtClean="0">
                    <a:solidFill>
                      <a:srgbClr val="000000"/>
                    </a:solidFill>
                    <a:latin typeface="宋体" pitchFamily="2" charset="-122"/>
                    <a:ea typeface="宋体" pitchFamily="2" charset="-122"/>
                  </a:rPr>
                  <a:t>是：</a:t>
                </a:r>
                <a:endParaRPr lang="zh-CN" altLang="en-US" b="1" dirty="0">
                  <a:solidFill>
                    <a:srgbClr val="000000"/>
                  </a:solidFill>
                  <a:latin typeface="宋体" pitchFamily="2" charset="-122"/>
                  <a:ea typeface="宋体" pitchFamily="2" charset="-122"/>
                </a:endParaRPr>
              </a:p>
              <a:p>
                <a:pPr algn="l" rtl="0" latinLnBrk="1" hangingPunct="0">
                  <a:lnSpc>
                    <a:spcPct val="200000"/>
                  </a:lnSpc>
                </a:pPr>
                <a:r>
                  <a:rPr lang="en-US" altLang="zh-CN" b="1" dirty="0">
                    <a:solidFill>
                      <a:srgbClr val="000000"/>
                    </a:solidFill>
                    <a:latin typeface="宋体" pitchFamily="2" charset="-122"/>
                    <a:ea typeface="宋体" pitchFamily="2" charset="-122"/>
                  </a:rPr>
                  <a:t>A</a:t>
                </a:r>
                <a:r>
                  <a:rPr lang="en-US" altLang="zh-CN" b="1" dirty="0" smtClean="0">
                    <a:solidFill>
                      <a:srgbClr val="000000"/>
                    </a:solidFill>
                    <a:latin typeface="宋体" pitchFamily="2" charset="-122"/>
                    <a:ea typeface="宋体" pitchFamily="2" charset="-122"/>
                  </a:rPr>
                  <a:t>.</a:t>
                </a:r>
                <a:r>
                  <a:rPr lang="zh-CN" altLang="en-US" b="1" dirty="0" smtClean="0">
                    <a:solidFill>
                      <a:srgbClr val="000000"/>
                    </a:solidFill>
                    <a:latin typeface="宋体" pitchFamily="2" charset="-122"/>
                    <a:ea typeface="宋体" pitchFamily="2" charset="-122"/>
                  </a:rPr>
                  <a:t> </a:t>
                </a:r>
                <a:endParaRPr lang="zh-CN" altLang="en-US" b="1" dirty="0">
                  <a:solidFill>
                    <a:srgbClr val="000000"/>
                  </a:solidFill>
                  <a:latin typeface="宋体" pitchFamily="2" charset="-122"/>
                  <a:ea typeface="宋体" pitchFamily="2" charset="-122"/>
                </a:endParaRPr>
              </a:p>
              <a:p>
                <a:pPr algn="l" rtl="0" latinLnBrk="1" hangingPunct="0">
                  <a:lnSpc>
                    <a:spcPct val="200000"/>
                  </a:lnSpc>
                </a:pPr>
                <a:r>
                  <a:rPr lang="en-US" altLang="zh-CN" b="1" dirty="0">
                    <a:solidFill>
                      <a:srgbClr val="000000"/>
                    </a:solidFill>
                    <a:latin typeface="宋体" pitchFamily="2" charset="-122"/>
                    <a:ea typeface="宋体" pitchFamily="2" charset="-122"/>
                  </a:rPr>
                  <a:t>B. </a:t>
                </a:r>
                <a:endParaRPr lang="zh-CN" altLang="en-US" b="1" dirty="0">
                  <a:solidFill>
                    <a:srgbClr val="000000"/>
                  </a:solidFill>
                  <a:latin typeface="宋体" pitchFamily="2" charset="-122"/>
                  <a:ea typeface="宋体" pitchFamily="2" charset="-122"/>
                </a:endParaRPr>
              </a:p>
              <a:p>
                <a:pPr algn="l" rtl="0" latinLnBrk="1" hangingPunct="0">
                  <a:lnSpc>
                    <a:spcPct val="200000"/>
                  </a:lnSpc>
                </a:pPr>
                <a:r>
                  <a:rPr lang="en-US" altLang="zh-CN" b="1" dirty="0">
                    <a:solidFill>
                      <a:srgbClr val="000000"/>
                    </a:solidFill>
                    <a:latin typeface="宋体" pitchFamily="2" charset="-122"/>
                    <a:ea typeface="宋体" pitchFamily="2" charset="-122"/>
                  </a:rPr>
                  <a:t>C. </a:t>
                </a:r>
                <a:r>
                  <a:rPr lang="en-US" altLang="zh-CN" b="1" dirty="0" smtClean="0">
                    <a:solidFill>
                      <a:srgbClr val="000000"/>
                    </a:solidFill>
                    <a:latin typeface="宋体" pitchFamily="2" charset="-122"/>
                    <a:ea typeface="宋体" pitchFamily="2" charset="-122"/>
                  </a:rPr>
                  <a:t>0,0,0</a:t>
                </a:r>
                <a:endParaRPr lang="zh-CN" altLang="en-US" b="1" dirty="0">
                  <a:solidFill>
                    <a:srgbClr val="000000"/>
                  </a:solidFill>
                  <a:latin typeface="宋体" pitchFamily="2" charset="-122"/>
                  <a:ea typeface="宋体" pitchFamily="2" charset="-122"/>
                </a:endParaRPr>
              </a:p>
              <a:p>
                <a:pPr algn="l" rtl="0" latinLnBrk="1" hangingPunct="0">
                  <a:lnSpc>
                    <a:spcPct val="200000"/>
                  </a:lnSpc>
                </a:pPr>
                <a:r>
                  <a:rPr lang="en-US" altLang="zh-CN" b="1" dirty="0">
                    <a:solidFill>
                      <a:srgbClr val="000000"/>
                    </a:solidFill>
                    <a:latin typeface="宋体" pitchFamily="2" charset="-122"/>
                    <a:ea typeface="宋体" pitchFamily="2" charset="-122"/>
                  </a:rPr>
                  <a:t>D. </a:t>
                </a:r>
                <a:endParaRPr lang="zh-CN" altLang="en-US" b="1" dirty="0">
                  <a:solidFill>
                    <a:srgbClr val="000000"/>
                  </a:solidFill>
                  <a:latin typeface="宋体" pitchFamily="2" charset="-122"/>
                  <a:ea typeface="宋体" pitchFamily="2" charset="-122"/>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533848" y="1219002"/>
                <a:ext cx="10945216" cy="7027565"/>
              </a:xfrm>
              <a:prstGeom prst="rect">
                <a:avLst/>
              </a:prstGeom>
              <a:blipFill rotWithShape="1">
                <a:blip r:embed="rId4"/>
                <a:stretch>
                  <a:fillRect l="-2117"/>
                </a:stretch>
              </a:blipFill>
              <a:ln w="12700" cap="flat">
                <a:noFill/>
                <a:miter lim="400000"/>
              </a:ln>
              <a:effectLst/>
            </p:spPr>
            <p:txBody>
              <a:bodyPr/>
              <a:lstStyle/>
              <a:p>
                <a:r>
                  <a:rPr lang="zh-CN" altLang="en-US">
                    <a:noFill/>
                  </a:rPr>
                  <a:t> </a:t>
                </a:r>
              </a:p>
            </p:txBody>
          </p:sp>
        </mc:Fallback>
      </mc:AlternateContent>
      <p:sp>
        <p:nvSpPr>
          <p:cNvPr id="3" name="TextBox 2"/>
          <p:cNvSpPr txBox="1"/>
          <p:nvPr/>
        </p:nvSpPr>
        <p:spPr>
          <a:xfrm>
            <a:off x="1029792" y="624069"/>
            <a:ext cx="3456384" cy="65659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1" hangingPunct="0">
              <a:lnSpc>
                <a:spcPct val="100000"/>
              </a:lnSpc>
              <a:spcBef>
                <a:spcPts val="0"/>
              </a:spcBef>
              <a:spcAft>
                <a:spcPts val="0"/>
              </a:spcAft>
              <a:buClrTx/>
              <a:buSzTx/>
              <a:buFontTx/>
              <a:buNone/>
              <a:tabLst/>
            </a:pPr>
            <a:r>
              <a:rPr kumimoji="0" lang="zh-CN" altLang="en-US" sz="3600" b="1" i="0" u="none" strike="noStrike" cap="none" spc="0" normalizeH="0" baseline="0" smtClean="0">
                <a:ln>
                  <a:noFill/>
                </a:ln>
                <a:solidFill>
                  <a:srgbClr val="0000FF"/>
                </a:solidFill>
                <a:effectLst/>
                <a:uFillTx/>
                <a:latin typeface="+mn-lt"/>
                <a:ea typeface="+mn-ea"/>
                <a:cs typeface="+mn-cs"/>
                <a:sym typeface="Helvetica Light"/>
              </a:rPr>
              <a:t>单项选择题</a:t>
            </a:r>
            <a:r>
              <a:rPr kumimoji="0" lang="en-US" altLang="zh-CN" sz="3600" b="1" i="0" u="none" strike="noStrike" cap="none" spc="0" normalizeH="0" baseline="0" smtClean="0">
                <a:ln>
                  <a:noFill/>
                </a:ln>
                <a:solidFill>
                  <a:srgbClr val="0000FF"/>
                </a:solidFill>
                <a:effectLst/>
                <a:uFillTx/>
                <a:latin typeface="+mn-lt"/>
                <a:ea typeface="+mn-ea"/>
                <a:cs typeface="+mn-cs"/>
                <a:sym typeface="Helvetica Light"/>
              </a:rPr>
              <a:t>:</a:t>
            </a:r>
            <a:endParaRPr kumimoji="0" lang="zh-CN" altLang="en-US" sz="3600" b="1" i="0" u="none" strike="noStrike" cap="none" spc="0" normalizeH="0" baseline="0">
              <a:ln>
                <a:noFill/>
              </a:ln>
              <a:solidFill>
                <a:srgbClr val="0000FF"/>
              </a:solidFill>
              <a:effectLst/>
              <a:uFillTx/>
              <a:latin typeface="+mn-lt"/>
              <a:ea typeface="+mn-ea"/>
              <a:cs typeface="+mn-cs"/>
              <a:sym typeface="Helvetica Light"/>
            </a:endParaRPr>
          </a:p>
        </p:txBody>
      </p:sp>
      <p:graphicFrame>
        <p:nvGraphicFramePr>
          <p:cNvPr id="8" name="对象 7"/>
          <p:cNvGraphicFramePr>
            <a:graphicFrameLocks noChangeAspect="1"/>
          </p:cNvGraphicFramePr>
          <p:nvPr>
            <p:extLst>
              <p:ext uri="{D42A27DB-BD31-4B8C-83A1-F6EECF244321}">
                <p14:modId xmlns:p14="http://schemas.microsoft.com/office/powerpoint/2010/main" val="3358521534"/>
              </p:ext>
            </p:extLst>
          </p:nvPr>
        </p:nvGraphicFramePr>
        <p:xfrm>
          <a:off x="2397944" y="7221709"/>
          <a:ext cx="1296144" cy="1024858"/>
        </p:xfrm>
        <a:graphic>
          <a:graphicData uri="http://schemas.openxmlformats.org/presentationml/2006/ole">
            <mc:AlternateContent xmlns:mc="http://schemas.openxmlformats.org/markup-compatibility/2006">
              <mc:Choice xmlns:v="urn:schemas-microsoft-com:vml" Requires="v">
                <p:oleObj spid="_x0000_s55594" name="Equation" r:id="rId5" imgW="545760" imgH="431640" progId="Equation.DSMT4">
                  <p:embed/>
                </p:oleObj>
              </mc:Choice>
              <mc:Fallback>
                <p:oleObj name="Equation" r:id="rId5" imgW="545760" imgH="431640" progId="Equation.DSMT4">
                  <p:embed/>
                  <p:pic>
                    <p:nvPicPr>
                      <p:cNvPr id="0" name=""/>
                      <p:cNvPicPr/>
                      <p:nvPr/>
                    </p:nvPicPr>
                    <p:blipFill>
                      <a:blip r:embed="rId6"/>
                      <a:stretch>
                        <a:fillRect/>
                      </a:stretch>
                    </p:blipFill>
                    <p:spPr>
                      <a:xfrm>
                        <a:off x="2397944" y="7221709"/>
                        <a:ext cx="1296144" cy="1024858"/>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276316913"/>
              </p:ext>
            </p:extLst>
          </p:nvPr>
        </p:nvGraphicFramePr>
        <p:xfrm>
          <a:off x="2181920" y="5236840"/>
          <a:ext cx="1538288" cy="1025525"/>
        </p:xfrm>
        <a:graphic>
          <a:graphicData uri="http://schemas.openxmlformats.org/presentationml/2006/ole">
            <mc:AlternateContent xmlns:mc="http://schemas.openxmlformats.org/markup-compatibility/2006">
              <mc:Choice xmlns:v="urn:schemas-microsoft-com:vml" Requires="v">
                <p:oleObj spid="_x0000_s55595" name="Equation" r:id="rId7" imgW="647640" imgH="431640" progId="Equation.DSMT4">
                  <p:embed/>
                </p:oleObj>
              </mc:Choice>
              <mc:Fallback>
                <p:oleObj name="Equation" r:id="rId7" imgW="647640" imgH="431640" progId="Equation.DSMT4">
                  <p:embed/>
                  <p:pic>
                    <p:nvPicPr>
                      <p:cNvPr id="0" name="对象 7"/>
                      <p:cNvPicPr>
                        <a:picLocks noChangeAspect="1" noChangeArrowheads="1"/>
                      </p:cNvPicPr>
                      <p:nvPr/>
                    </p:nvPicPr>
                    <p:blipFill>
                      <a:blip r:embed="rId8"/>
                      <a:srcRect/>
                      <a:stretch>
                        <a:fillRect/>
                      </a:stretch>
                    </p:blipFill>
                    <p:spPr bwMode="auto">
                      <a:xfrm>
                        <a:off x="2181920" y="5236840"/>
                        <a:ext cx="1538288"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779822824"/>
              </p:ext>
            </p:extLst>
          </p:nvPr>
        </p:nvGraphicFramePr>
        <p:xfrm>
          <a:off x="2253928" y="4012704"/>
          <a:ext cx="1296987" cy="1025525"/>
        </p:xfrm>
        <a:graphic>
          <a:graphicData uri="http://schemas.openxmlformats.org/presentationml/2006/ole">
            <mc:AlternateContent xmlns:mc="http://schemas.openxmlformats.org/markup-compatibility/2006">
              <mc:Choice xmlns:v="urn:schemas-microsoft-com:vml" Requires="v">
                <p:oleObj spid="_x0000_s55596" name="Equation" r:id="rId9" imgW="545760" imgH="431640" progId="Equation.DSMT4">
                  <p:embed/>
                </p:oleObj>
              </mc:Choice>
              <mc:Fallback>
                <p:oleObj name="Equation" r:id="rId9" imgW="545760" imgH="431640" progId="Equation.DSMT4">
                  <p:embed/>
                  <p:pic>
                    <p:nvPicPr>
                      <p:cNvPr id="0" name="对象 8"/>
                      <p:cNvPicPr>
                        <a:picLocks noChangeAspect="1" noChangeArrowheads="1"/>
                      </p:cNvPicPr>
                      <p:nvPr/>
                    </p:nvPicPr>
                    <p:blipFill>
                      <a:blip r:embed="rId10"/>
                      <a:srcRect/>
                      <a:stretch>
                        <a:fillRect/>
                      </a:stretch>
                    </p:blipFill>
                    <p:spPr bwMode="auto">
                      <a:xfrm>
                        <a:off x="2253928" y="4012704"/>
                        <a:ext cx="1296987"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55302" name="Picture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90432" y="4588768"/>
            <a:ext cx="3994624" cy="22657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607332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8" name="Shape 528"/>
          <p:cNvSpPr/>
          <p:nvPr/>
        </p:nvSpPr>
        <p:spPr>
          <a:xfrm>
            <a:off x="669752" y="3940696"/>
            <a:ext cx="11665296" cy="3568154"/>
          </a:xfrm>
          <a:prstGeom prst="rect">
            <a:avLst/>
          </a:prstGeom>
          <a:ln w="12700">
            <a:miter lim="400000"/>
          </a:ln>
          <a:extLst>
            <a:ext uri="{C572A759-6A51-4108-AA02-DFA0A04FC94B}">
              <ma14:wrappingTextBoxFlag xmlns="" xmlns:ma14="http://schemas.microsoft.com/office/mac/drawingml/2011/main" val="1"/>
            </a:ext>
          </a:extLst>
        </p:spPr>
        <p:txBody>
          <a:bodyPr wrap="square" lIns="65023" tIns="65023" rIns="65023" bIns="65023">
            <a:spAutoFit/>
          </a:bodyPr>
          <a:lstStyle/>
          <a:p>
            <a:pPr lvl="0" algn="l" defTabSz="762000">
              <a:spcBef>
                <a:spcPts val="1900"/>
              </a:spcBef>
              <a:defRPr sz="1800"/>
            </a:pPr>
            <a:r>
              <a:rPr sz="3200" b="1" dirty="0" err="1">
                <a:solidFill>
                  <a:schemeClr val="tx1"/>
                </a:solidFill>
                <a:latin typeface="宋体" pitchFamily="2" charset="-122"/>
                <a:ea typeface="宋体" pitchFamily="2" charset="-122"/>
                <a:cs typeface="Times New Roman"/>
                <a:sym typeface="楷体_GB2312"/>
              </a:rPr>
              <a:t>举例目的</a:t>
            </a:r>
            <a:r>
              <a:rPr sz="3200" b="1" dirty="0">
                <a:solidFill>
                  <a:schemeClr val="tx1"/>
                </a:solidFill>
                <a:latin typeface="宋体" pitchFamily="2" charset="-122"/>
                <a:ea typeface="宋体" pitchFamily="2" charset="-122"/>
                <a:cs typeface="Times New Roman"/>
                <a:sym typeface="楷体_GB2312"/>
              </a:rPr>
              <a:t>：</a:t>
            </a:r>
            <a:endParaRPr sz="3200" b="1" dirty="0">
              <a:solidFill>
                <a:schemeClr val="tx1"/>
              </a:solidFill>
              <a:latin typeface="宋体" pitchFamily="2" charset="-122"/>
              <a:ea typeface="宋体" pitchFamily="2" charset="-122"/>
              <a:cs typeface="Times New Roman"/>
              <a:sym typeface="Times New Roman"/>
            </a:endParaRPr>
          </a:p>
          <a:p>
            <a:pPr algn="l" defTabSz="762000">
              <a:spcBef>
                <a:spcPts val="1900"/>
              </a:spcBef>
              <a:defRPr sz="1800"/>
            </a:pPr>
            <a:r>
              <a:rPr sz="3200" b="1" dirty="0">
                <a:solidFill>
                  <a:schemeClr val="tx1"/>
                </a:solidFill>
                <a:latin typeface="宋体" pitchFamily="2" charset="-122"/>
                <a:ea typeface="宋体" pitchFamily="2" charset="-122"/>
                <a:cs typeface="Times New Roman"/>
                <a:sym typeface="Times New Roman"/>
              </a:rPr>
              <a:t>1</a:t>
            </a:r>
            <a:r>
              <a:rPr sz="3200" b="1" dirty="0">
                <a:solidFill>
                  <a:schemeClr val="tx1"/>
                </a:solidFill>
                <a:latin typeface="宋体" pitchFamily="2" charset="-122"/>
                <a:ea typeface="宋体" pitchFamily="2" charset="-122"/>
                <a:cs typeface="Times New Roman"/>
                <a:sym typeface="楷体_GB2312"/>
              </a:rPr>
              <a:t>)</a:t>
            </a:r>
            <a:r>
              <a:rPr sz="3200" b="1" dirty="0" err="1" smtClean="0">
                <a:solidFill>
                  <a:schemeClr val="tx1"/>
                </a:solidFill>
                <a:latin typeface="宋体" pitchFamily="2" charset="-122"/>
                <a:ea typeface="宋体" pitchFamily="2" charset="-122"/>
                <a:cs typeface="Times New Roman"/>
                <a:sym typeface="楷体_GB2312"/>
              </a:rPr>
              <a:t>清晰用高斯定理解题的步骤</a:t>
            </a:r>
            <a:r>
              <a:rPr lang="zh-CN" altLang="en-US" sz="3200" b="1" dirty="0" smtClean="0">
                <a:solidFill>
                  <a:schemeClr val="tx1"/>
                </a:solidFill>
                <a:latin typeface="宋体" pitchFamily="2" charset="-122"/>
                <a:ea typeface="宋体" pitchFamily="2" charset="-122"/>
                <a:cs typeface="Times New Roman"/>
                <a:sym typeface="楷体_GB2312"/>
              </a:rPr>
              <a:t>；</a:t>
            </a:r>
            <a:endParaRPr sz="3200" b="1" dirty="0">
              <a:solidFill>
                <a:schemeClr val="tx1"/>
              </a:solidFill>
              <a:latin typeface="宋体" pitchFamily="2" charset="-122"/>
              <a:ea typeface="宋体" pitchFamily="2" charset="-122"/>
              <a:cs typeface="Times New Roman"/>
              <a:sym typeface="Times New Roman"/>
            </a:endParaRPr>
          </a:p>
          <a:p>
            <a:pPr algn="l" defTabSz="762000">
              <a:spcBef>
                <a:spcPts val="1900"/>
              </a:spcBef>
              <a:defRPr sz="1800"/>
            </a:pPr>
            <a:r>
              <a:rPr sz="3200" b="1" dirty="0">
                <a:solidFill>
                  <a:schemeClr val="tx1"/>
                </a:solidFill>
                <a:latin typeface="宋体" pitchFamily="2" charset="-122"/>
                <a:ea typeface="宋体" pitchFamily="2" charset="-122"/>
                <a:cs typeface="Times New Roman"/>
                <a:sym typeface="Times New Roman"/>
              </a:rPr>
              <a:t>2</a:t>
            </a:r>
            <a:r>
              <a:rPr sz="3200" b="1" dirty="0">
                <a:solidFill>
                  <a:schemeClr val="tx1"/>
                </a:solidFill>
                <a:latin typeface="宋体" pitchFamily="2" charset="-122"/>
                <a:ea typeface="宋体" pitchFamily="2" charset="-122"/>
                <a:cs typeface="Times New Roman"/>
                <a:sym typeface="楷体_GB2312"/>
              </a:rPr>
              <a:t>)</a:t>
            </a:r>
            <a:r>
              <a:rPr sz="3200" b="1" dirty="0" err="1" smtClean="0">
                <a:solidFill>
                  <a:schemeClr val="tx1"/>
                </a:solidFill>
                <a:latin typeface="宋体" pitchFamily="2" charset="-122"/>
                <a:ea typeface="宋体" pitchFamily="2" charset="-122"/>
                <a:cs typeface="Times New Roman"/>
                <a:sym typeface="楷体_GB2312"/>
              </a:rPr>
              <a:t>通过解题明确用高斯定理解题的条件</a:t>
            </a:r>
            <a:r>
              <a:rPr lang="zh-CN" altLang="en-US" sz="3200" b="1" dirty="0" smtClean="0">
                <a:solidFill>
                  <a:schemeClr val="tx1"/>
                </a:solidFill>
                <a:latin typeface="宋体" pitchFamily="2" charset="-122"/>
                <a:ea typeface="宋体" pitchFamily="2" charset="-122"/>
                <a:cs typeface="Times New Roman"/>
                <a:sym typeface="楷体_GB2312"/>
              </a:rPr>
              <a:t>；</a:t>
            </a:r>
            <a:endParaRPr sz="3200" b="1" dirty="0">
              <a:solidFill>
                <a:schemeClr val="tx1"/>
              </a:solidFill>
              <a:latin typeface="宋体" pitchFamily="2" charset="-122"/>
              <a:ea typeface="宋体" pitchFamily="2" charset="-122"/>
              <a:cs typeface="Times New Roman"/>
              <a:sym typeface="Times New Roman"/>
            </a:endParaRPr>
          </a:p>
          <a:p>
            <a:pPr algn="l" defTabSz="762000">
              <a:spcBef>
                <a:spcPts val="1900"/>
              </a:spcBef>
              <a:defRPr sz="1800"/>
            </a:pPr>
            <a:r>
              <a:rPr sz="3200" b="1" dirty="0">
                <a:solidFill>
                  <a:schemeClr val="tx1"/>
                </a:solidFill>
                <a:latin typeface="宋体" pitchFamily="2" charset="-122"/>
                <a:ea typeface="宋体" pitchFamily="2" charset="-122"/>
                <a:cs typeface="Times New Roman"/>
                <a:sym typeface="Times New Roman"/>
              </a:rPr>
              <a:t>3</a:t>
            </a:r>
            <a:r>
              <a:rPr sz="3200" b="1" dirty="0">
                <a:solidFill>
                  <a:schemeClr val="tx1"/>
                </a:solidFill>
                <a:latin typeface="宋体" pitchFamily="2" charset="-122"/>
                <a:ea typeface="宋体" pitchFamily="2" charset="-122"/>
                <a:cs typeface="Times New Roman"/>
                <a:sym typeface="楷体_GB2312"/>
              </a:rPr>
              <a:t>)</a:t>
            </a:r>
            <a:r>
              <a:rPr sz="3200" b="1" dirty="0" err="1" smtClean="0">
                <a:solidFill>
                  <a:schemeClr val="tx1"/>
                </a:solidFill>
                <a:latin typeface="宋体" pitchFamily="2" charset="-122"/>
                <a:ea typeface="宋体" pitchFamily="2" charset="-122"/>
                <a:cs typeface="Times New Roman"/>
                <a:sym typeface="楷体_GB2312"/>
              </a:rPr>
              <a:t>简单的解作为基本结论记住并且能熟练使用</a:t>
            </a:r>
            <a:r>
              <a:rPr lang="zh-CN" altLang="en-US" sz="3200" b="1" dirty="0" smtClean="0">
                <a:solidFill>
                  <a:schemeClr val="tx1"/>
                </a:solidFill>
                <a:latin typeface="宋体" pitchFamily="2" charset="-122"/>
                <a:ea typeface="宋体" pitchFamily="2" charset="-122"/>
                <a:cs typeface="Times New Roman"/>
                <a:sym typeface="楷体_GB2312"/>
              </a:rPr>
              <a:t>，</a:t>
            </a:r>
            <a:endParaRPr sz="3200" b="1" dirty="0">
              <a:solidFill>
                <a:schemeClr val="tx1"/>
              </a:solidFill>
              <a:latin typeface="宋体" pitchFamily="2" charset="-122"/>
              <a:ea typeface="宋体" pitchFamily="2" charset="-122"/>
              <a:cs typeface="Times New Roman"/>
              <a:sym typeface="Times New Roman"/>
            </a:endParaRPr>
          </a:p>
          <a:p>
            <a:pPr algn="l" defTabSz="762000">
              <a:spcBef>
                <a:spcPts val="1900"/>
              </a:spcBef>
              <a:defRPr sz="1800"/>
            </a:pPr>
            <a:r>
              <a:rPr sz="3200" b="1" dirty="0">
                <a:solidFill>
                  <a:schemeClr val="tx1"/>
                </a:solidFill>
                <a:latin typeface="宋体" pitchFamily="2" charset="-122"/>
                <a:ea typeface="宋体" pitchFamily="2" charset="-122"/>
                <a:cs typeface="Times New Roman"/>
                <a:sym typeface="Times New Roman"/>
              </a:rPr>
              <a:t>  </a:t>
            </a:r>
            <a:r>
              <a:rPr sz="3200" b="1" dirty="0" err="1" smtClean="0">
                <a:solidFill>
                  <a:schemeClr val="tx1"/>
                </a:solidFill>
                <a:latin typeface="宋体" pitchFamily="2" charset="-122"/>
                <a:ea typeface="宋体" pitchFamily="2" charset="-122"/>
                <a:cs typeface="Times New Roman"/>
                <a:sym typeface="楷体_GB2312"/>
              </a:rPr>
              <a:t>理论是建立在理想模型之上的</a:t>
            </a:r>
            <a:endParaRPr sz="3200" b="1" dirty="0">
              <a:solidFill>
                <a:schemeClr val="tx1"/>
              </a:solidFill>
              <a:latin typeface="宋体" pitchFamily="2" charset="-122"/>
              <a:ea typeface="宋体" pitchFamily="2" charset="-122"/>
              <a:cs typeface="Times New Roman"/>
              <a:sym typeface="楷体_GB2312"/>
            </a:endParaRPr>
          </a:p>
        </p:txBody>
      </p:sp>
      <p:grpSp>
        <p:nvGrpSpPr>
          <p:cNvPr id="2" name="Group 531"/>
          <p:cNvGrpSpPr/>
          <p:nvPr/>
        </p:nvGrpSpPr>
        <p:grpSpPr>
          <a:xfrm>
            <a:off x="433493" y="882792"/>
            <a:ext cx="2600962" cy="1083735"/>
            <a:chOff x="0" y="0"/>
            <a:chExt cx="2600961" cy="1083734"/>
          </a:xfrm>
        </p:grpSpPr>
        <p:sp>
          <p:nvSpPr>
            <p:cNvPr id="529" name="Shape 529"/>
            <p:cNvSpPr/>
            <p:nvPr/>
          </p:nvSpPr>
          <p:spPr>
            <a:xfrm>
              <a:off x="0" y="0"/>
              <a:ext cx="2275841" cy="1083734"/>
            </a:xfrm>
            <a:custGeom>
              <a:avLst/>
              <a:gdLst/>
              <a:ahLst/>
              <a:cxnLst>
                <a:cxn ang="0">
                  <a:pos x="wd2" y="hd2"/>
                </a:cxn>
                <a:cxn ang="5400000">
                  <a:pos x="wd2" y="hd2"/>
                </a:cxn>
                <a:cxn ang="10800000">
                  <a:pos x="wd2" y="hd2"/>
                </a:cxn>
                <a:cxn ang="16200000">
                  <a:pos x="wd2" y="hd2"/>
                </a:cxn>
              </a:cxnLst>
              <a:rect l="0" t="0" r="r" b="b"/>
              <a:pathLst>
                <a:path w="21600" h="21600" extrusionOk="0">
                  <a:moveTo>
                    <a:pt x="10800" y="5800"/>
                  </a:moveTo>
                  <a:lnTo>
                    <a:pt x="8352" y="2295"/>
                  </a:lnTo>
                  <a:lnTo>
                    <a:pt x="7312" y="6320"/>
                  </a:lnTo>
                  <a:lnTo>
                    <a:pt x="370" y="2295"/>
                  </a:lnTo>
                  <a:lnTo>
                    <a:pt x="4627" y="7617"/>
                  </a:lnTo>
                  <a:lnTo>
                    <a:pt x="0" y="8615"/>
                  </a:lnTo>
                  <a:lnTo>
                    <a:pt x="3722" y="11775"/>
                  </a:lnTo>
                  <a:lnTo>
                    <a:pt x="135" y="14587"/>
                  </a:lnTo>
                  <a:lnTo>
                    <a:pt x="5667" y="13937"/>
                  </a:lnTo>
                  <a:lnTo>
                    <a:pt x="4762" y="17617"/>
                  </a:lnTo>
                  <a:lnTo>
                    <a:pt x="7715" y="15627"/>
                  </a:lnTo>
                  <a:lnTo>
                    <a:pt x="8485" y="21600"/>
                  </a:lnTo>
                  <a:lnTo>
                    <a:pt x="10532" y="14935"/>
                  </a:lnTo>
                  <a:lnTo>
                    <a:pt x="13247" y="19737"/>
                  </a:lnTo>
                  <a:lnTo>
                    <a:pt x="14020" y="14457"/>
                  </a:lnTo>
                  <a:lnTo>
                    <a:pt x="18145" y="18095"/>
                  </a:lnTo>
                  <a:lnTo>
                    <a:pt x="16837" y="12942"/>
                  </a:lnTo>
                  <a:lnTo>
                    <a:pt x="21600" y="13290"/>
                  </a:lnTo>
                  <a:lnTo>
                    <a:pt x="17607" y="10475"/>
                  </a:lnTo>
                  <a:lnTo>
                    <a:pt x="21097" y="8137"/>
                  </a:lnTo>
                  <a:lnTo>
                    <a:pt x="16702" y="7315"/>
                  </a:lnTo>
                  <a:lnTo>
                    <a:pt x="18380" y="4457"/>
                  </a:lnTo>
                  <a:lnTo>
                    <a:pt x="14155" y="5325"/>
                  </a:lnTo>
                  <a:lnTo>
                    <a:pt x="14522" y="0"/>
                  </a:lnTo>
                  <a:close/>
                </a:path>
              </a:pathLst>
            </a:custGeom>
            <a:solidFill>
              <a:srgbClr val="99FF99"/>
            </a:solidFill>
            <a:ln w="25400" cap="flat">
              <a:solidFill>
                <a:srgbClr val="99FF99"/>
              </a:solidFill>
              <a:prstDash val="solid"/>
              <a:round/>
            </a:ln>
            <a:effectLst/>
          </p:spPr>
          <p:txBody>
            <a:bodyPr wrap="square" lIns="65023" tIns="65023" rIns="65023" bIns="65023" numCol="1" anchor="ctr">
              <a:noAutofit/>
            </a:bodyPr>
            <a:lstStyle/>
            <a:p>
              <a:pPr lvl="0" defTabSz="914400">
                <a:defRPr sz="3400">
                  <a:latin typeface="Times New Roman"/>
                  <a:ea typeface="Times New Roman"/>
                  <a:cs typeface="Times New Roman"/>
                  <a:sym typeface="Times New Roman"/>
                </a:defRPr>
              </a:pPr>
              <a:endParaRPr>
                <a:latin typeface="黑体" pitchFamily="49" charset="-122"/>
                <a:ea typeface="黑体" pitchFamily="49" charset="-122"/>
              </a:endParaRPr>
            </a:p>
          </p:txBody>
        </p:sp>
        <p:sp>
          <p:nvSpPr>
            <p:cNvPr id="530" name="Shape 530"/>
            <p:cNvSpPr/>
            <p:nvPr/>
          </p:nvSpPr>
          <p:spPr>
            <a:xfrm>
              <a:off x="433493" y="108373"/>
              <a:ext cx="2167468" cy="808423"/>
            </a:xfrm>
            <a:prstGeom prst="rect">
              <a:avLst/>
            </a:prstGeom>
            <a:noFill/>
            <a:ln w="12700" cap="flat">
              <a:noFill/>
              <a:miter lim="400000"/>
            </a:ln>
            <a:effectLst/>
            <a:extLst>
              <a:ext uri="{C572A759-6A51-4108-AA02-DFA0A04FC94B}">
                <ma14:wrappingTextBoxFlag xmlns="" xmlns:ma14="http://schemas.microsoft.com/office/mac/drawingml/2011/main" val="1"/>
              </a:ext>
            </a:extLst>
          </p:spPr>
          <p:txBody>
            <a:bodyPr wrap="square" lIns="65023" tIns="65023" rIns="65023" bIns="65023" numCol="1" anchor="t">
              <a:spAutoFit/>
            </a:bodyPr>
            <a:lstStyle>
              <a:lvl1pPr algn="l" defTabSz="914400">
                <a:spcBef>
                  <a:spcPts val="1900"/>
                </a:spcBef>
                <a:defRPr sz="4400" b="1">
                  <a:solidFill>
                    <a:srgbClr val="FF0000"/>
                  </a:solidFill>
                  <a:latin typeface="楷体_GB2312"/>
                  <a:ea typeface="楷体_GB2312"/>
                  <a:cs typeface="楷体_GB2312"/>
                  <a:sym typeface="楷体_GB2312"/>
                </a:defRPr>
              </a:lvl1pPr>
            </a:lstStyle>
            <a:p>
              <a:pPr lvl="0">
                <a:defRPr sz="1800" b="0">
                  <a:solidFill>
                    <a:srgbClr val="000000"/>
                  </a:solidFill>
                </a:defRPr>
              </a:pPr>
              <a:r>
                <a:rPr sz="4400" b="1">
                  <a:solidFill>
                    <a:srgbClr val="FF0000"/>
                  </a:solidFill>
                  <a:latin typeface="黑体" pitchFamily="49" charset="-122"/>
                  <a:ea typeface="黑体" pitchFamily="49" charset="-122"/>
                </a:rPr>
                <a:t>注意</a:t>
              </a:r>
            </a:p>
          </p:txBody>
        </p:sp>
      </p:grpSp>
      <p:sp>
        <p:nvSpPr>
          <p:cNvPr id="532" name="Shape 532"/>
          <p:cNvSpPr/>
          <p:nvPr/>
        </p:nvSpPr>
        <p:spPr>
          <a:xfrm>
            <a:off x="2709335" y="1032193"/>
            <a:ext cx="9861974" cy="2344742"/>
          </a:xfrm>
          <a:prstGeom prst="rect">
            <a:avLst/>
          </a:prstGeom>
          <a:ln w="12700">
            <a:miter lim="400000"/>
          </a:ln>
          <a:extLst>
            <a:ext uri="{C572A759-6A51-4108-AA02-DFA0A04FC94B}">
              <ma14:wrappingTextBoxFlag xmlns="" xmlns:ma14="http://schemas.microsoft.com/office/mac/drawingml/2011/main" val="1"/>
            </a:ext>
          </a:extLst>
        </p:spPr>
        <p:txBody>
          <a:bodyPr lIns="65023" tIns="65023" rIns="65023" bIns="65023">
            <a:spAutoFit/>
          </a:bodyPr>
          <a:lstStyle/>
          <a:p>
            <a:pPr algn="l" defTabSz="762000">
              <a:lnSpc>
                <a:spcPct val="150000"/>
              </a:lnSpc>
              <a:spcBef>
                <a:spcPts val="1900"/>
              </a:spcBef>
              <a:defRPr sz="1800"/>
            </a:pPr>
            <a:r>
              <a:rPr sz="3200" b="1" dirty="0" err="1">
                <a:solidFill>
                  <a:schemeClr val="tx1"/>
                </a:solidFill>
                <a:latin typeface="宋体" pitchFamily="2" charset="-122"/>
                <a:ea typeface="宋体" pitchFamily="2" charset="-122"/>
                <a:cs typeface="Times New Roman"/>
                <a:sym typeface="楷体_GB2312"/>
              </a:rPr>
              <a:t>电量分布没有很好的对称性时，</a:t>
            </a:r>
            <a:r>
              <a:rPr sz="3200" b="1" dirty="0" err="1" smtClean="0">
                <a:solidFill>
                  <a:schemeClr val="tx1"/>
                </a:solidFill>
                <a:latin typeface="宋体" pitchFamily="2" charset="-122"/>
                <a:ea typeface="宋体" pitchFamily="2" charset="-122"/>
                <a:cs typeface="Times New Roman"/>
                <a:sym typeface="楷体_GB2312"/>
              </a:rPr>
              <a:t>虽然</a:t>
            </a:r>
            <a:r>
              <a:rPr lang="zh-CN" altLang="en-US" sz="3200" b="1" dirty="0" smtClean="0">
                <a:solidFill>
                  <a:schemeClr val="tx1"/>
                </a:solidFill>
                <a:latin typeface="宋体" pitchFamily="2" charset="-122"/>
                <a:ea typeface="宋体" pitchFamily="2" charset="-122"/>
                <a:cs typeface="Times New Roman"/>
              </a:rPr>
              <a:t>不能用高斯定理求场强，但高斯定理仍然成立！</a:t>
            </a:r>
          </a:p>
          <a:p>
            <a:pPr lvl="0" algn="l" defTabSz="762000">
              <a:spcBef>
                <a:spcPts val="1900"/>
              </a:spcBef>
              <a:defRPr sz="1800"/>
            </a:pPr>
            <a:endParaRPr sz="3200" b="1" dirty="0">
              <a:solidFill>
                <a:schemeClr val="tx1"/>
              </a:solidFill>
              <a:latin typeface="宋体" pitchFamily="2" charset="-122"/>
              <a:ea typeface="宋体" pitchFamily="2" charset="-122"/>
              <a:cs typeface="Times New Roman"/>
              <a:sym typeface="楷体_GB2312"/>
            </a:endParaRPr>
          </a:p>
        </p:txBody>
      </p:sp>
      <p:sp>
        <p:nvSpPr>
          <p:cNvPr id="533" name="Shape 533"/>
          <p:cNvSpPr/>
          <p:nvPr/>
        </p:nvSpPr>
        <p:spPr>
          <a:xfrm>
            <a:off x="433493" y="1966525"/>
            <a:ext cx="12571308" cy="623758"/>
          </a:xfrm>
          <a:prstGeom prst="rect">
            <a:avLst/>
          </a:prstGeom>
          <a:ln w="12700">
            <a:miter lim="400000"/>
          </a:ln>
          <a:extLst>
            <a:ext uri="{C572A759-6A51-4108-AA02-DFA0A04FC94B}">
              <ma14:wrappingTextBoxFlag xmlns="" xmlns:ma14="http://schemas.microsoft.com/office/mac/drawingml/2011/main" val="1"/>
            </a:ext>
          </a:extLst>
        </p:spPr>
        <p:txBody>
          <a:bodyPr lIns="65023" tIns="65023" rIns="65023" bIns="65023">
            <a:spAutoFit/>
          </a:bodyPr>
          <a:lstStyle>
            <a:lvl1pPr algn="l" defTabSz="914400">
              <a:spcBef>
                <a:spcPts val="1900"/>
              </a:spcBef>
              <a:defRPr sz="4400" b="1">
                <a:latin typeface="楷体_GB2312"/>
                <a:ea typeface="楷体_GB2312"/>
                <a:cs typeface="楷体_GB2312"/>
                <a:sym typeface="楷体_GB2312"/>
              </a:defRPr>
            </a:lvl1pPr>
          </a:lstStyle>
          <a:p>
            <a:pPr defTabSz="762000">
              <a:defRPr sz="1800"/>
            </a:pPr>
            <a:endParaRPr sz="3200" b="0" dirty="0">
              <a:solidFill>
                <a:schemeClr val="tx1"/>
              </a:solidFill>
              <a:latin typeface="宋体" pitchFamily="2" charset="-122"/>
              <a:ea typeface="宋体" pitchFamily="2" charset="-122"/>
              <a:cs typeface="Times New Roman"/>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fill="hold"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52500" y="444500"/>
            <a:ext cx="11099800" cy="1119932"/>
          </a:xfrm>
        </p:spPr>
        <p:txBody>
          <a:bodyPr>
            <a:normAutofit/>
          </a:bodyPr>
          <a:lstStyle/>
          <a:p>
            <a:pPr algn="l"/>
            <a:r>
              <a:rPr lang="zh-CN" altLang="en-US" sz="5400" dirty="0" smtClean="0"/>
              <a:t>例：</a:t>
            </a:r>
            <a:r>
              <a:rPr lang="en-US" altLang="zh-CN" sz="5400" dirty="0" smtClean="0"/>
              <a:t>P30,</a:t>
            </a:r>
            <a:r>
              <a:rPr lang="zh-CN" altLang="en-US" sz="5400" dirty="0" smtClean="0"/>
              <a:t>第</a:t>
            </a:r>
            <a:r>
              <a:rPr lang="en-US" altLang="zh-CN" sz="5400" dirty="0" smtClean="0"/>
              <a:t>38</a:t>
            </a:r>
            <a:r>
              <a:rPr lang="zh-CN" altLang="en-US" sz="5400" dirty="0" smtClean="0"/>
              <a:t>题</a:t>
            </a:r>
            <a:endParaRPr lang="zh-CN" altLang="en-US" sz="5400" dirty="0"/>
          </a:p>
        </p:txBody>
      </p:sp>
      <p:sp>
        <p:nvSpPr>
          <p:cNvPr id="3" name="文本占位符 2"/>
          <p:cNvSpPr>
            <a:spLocks noGrp="1"/>
          </p:cNvSpPr>
          <p:nvPr>
            <p:ph type="body" idx="1"/>
          </p:nvPr>
        </p:nvSpPr>
        <p:spPr>
          <a:xfrm>
            <a:off x="669752" y="1852464"/>
            <a:ext cx="11099800" cy="1296144"/>
          </a:xfrm>
        </p:spPr>
        <p:txBody>
          <a:bodyPr/>
          <a:lstStyle/>
          <a:p>
            <a:pPr marL="0" indent="0">
              <a:buNone/>
            </a:pPr>
            <a:r>
              <a:rPr lang="zh-CN" altLang="en-US" dirty="0" smtClean="0"/>
              <a:t>（</a:t>
            </a:r>
            <a:r>
              <a:rPr lang="en-US" altLang="zh-CN" dirty="0" smtClean="0"/>
              <a:t>a</a:t>
            </a:r>
            <a:r>
              <a:rPr lang="zh-CN" altLang="en-US" dirty="0"/>
              <a:t>）静电平衡时，导体内部的电场为零，</a:t>
            </a:r>
            <a:r>
              <a:rPr lang="zh-CN" altLang="en-US" dirty="0" smtClean="0"/>
              <a:t>因此平板内</a:t>
            </a:r>
            <a:r>
              <a:rPr lang="zh-CN" altLang="en-US" dirty="0"/>
              <a:t>为</a:t>
            </a:r>
            <a:r>
              <a:rPr lang="en-US" altLang="zh-CN" dirty="0"/>
              <a:t>0</a:t>
            </a:r>
            <a:r>
              <a:rPr lang="zh-CN" altLang="en-US" dirty="0" smtClean="0"/>
              <a:t>。</a:t>
            </a:r>
            <a:endParaRPr lang="zh-CN" altLang="en-US" dirty="0"/>
          </a:p>
        </p:txBody>
      </p:sp>
      <p:sp>
        <p:nvSpPr>
          <p:cNvPr id="4" name="文本框 3"/>
          <p:cNvSpPr txBox="1"/>
          <p:nvPr/>
        </p:nvSpPr>
        <p:spPr>
          <a:xfrm>
            <a:off x="502348" y="3585821"/>
            <a:ext cx="11238532" cy="1210588"/>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rtl="0" latinLnBrk="1" hangingPunct="0"/>
            <a:r>
              <a:rPr kumimoji="0" lang="zh-CN" altLang="en-US" sz="3600" b="0" i="0" u="none" strike="noStrike" cap="none" spc="0" normalizeH="0" baseline="0" dirty="0" smtClean="0">
                <a:ln>
                  <a:noFill/>
                </a:ln>
                <a:solidFill>
                  <a:srgbClr val="000000"/>
                </a:solidFill>
                <a:effectLst/>
                <a:uFillTx/>
                <a:latin typeface="+mn-lt"/>
                <a:ea typeface="+mn-ea"/>
                <a:cs typeface="+mn-cs"/>
                <a:sym typeface="Helvetica Light"/>
              </a:rPr>
              <a:t>（</a:t>
            </a:r>
            <a:r>
              <a:rPr kumimoji="0" lang="en-US" altLang="zh-CN" sz="3600" b="0" i="0" u="none" strike="noStrike" cap="none" spc="0" normalizeH="0" baseline="0" dirty="0" smtClean="0">
                <a:ln>
                  <a:noFill/>
                </a:ln>
                <a:solidFill>
                  <a:srgbClr val="000000"/>
                </a:solidFill>
                <a:effectLst/>
                <a:uFillTx/>
                <a:latin typeface="+mn-lt"/>
                <a:ea typeface="+mn-ea"/>
                <a:cs typeface="+mn-cs"/>
                <a:sym typeface="Helvetica Light"/>
              </a:rPr>
              <a:t>b</a:t>
            </a:r>
            <a:r>
              <a:rPr lang="zh-CN" altLang="en-US" dirty="0" smtClean="0">
                <a:solidFill>
                  <a:srgbClr val="000000"/>
                </a:solidFill>
              </a:rPr>
              <a:t>）建一个圆柱形高斯曲面，它的顶部</a:t>
            </a:r>
            <a:r>
              <a:rPr lang="zh-CN" altLang="en-US" dirty="0">
                <a:solidFill>
                  <a:srgbClr val="000000"/>
                </a:solidFill>
              </a:rPr>
              <a:t>和底部</a:t>
            </a:r>
            <a:r>
              <a:rPr lang="zh-CN" altLang="en-US" dirty="0" smtClean="0">
                <a:solidFill>
                  <a:srgbClr val="000000"/>
                </a:solidFill>
              </a:rPr>
              <a:t>圆形平行</a:t>
            </a:r>
            <a:r>
              <a:rPr lang="zh-CN" altLang="en-US" dirty="0">
                <a:solidFill>
                  <a:srgbClr val="000000"/>
                </a:solidFill>
              </a:rPr>
              <a:t>于板材</a:t>
            </a:r>
            <a:r>
              <a:rPr lang="zh-CN" altLang="en-US" dirty="0" smtClean="0">
                <a:solidFill>
                  <a:srgbClr val="000000"/>
                </a:solidFill>
              </a:rPr>
              <a:t>表面，电场线平行于圆柱的侧面</a:t>
            </a:r>
            <a:r>
              <a:rPr lang="zh-CN" altLang="en-US" dirty="0">
                <a:solidFill>
                  <a:srgbClr val="000000"/>
                </a:solidFill>
              </a:rPr>
              <a:t>。</a:t>
            </a:r>
            <a:endParaRPr kumimoji="0" lang="zh-CN" altLang="en-US" sz="3600" b="0" i="0" u="none" strike="noStrike" cap="none" spc="0" normalizeH="0" baseline="0" dirty="0">
              <a:ln>
                <a:noFill/>
              </a:ln>
              <a:solidFill>
                <a:srgbClr val="000000"/>
              </a:solidFill>
              <a:effectLst/>
              <a:uFillTx/>
              <a:latin typeface="+mn-lt"/>
              <a:ea typeface="+mn-ea"/>
              <a:cs typeface="+mn-cs"/>
              <a:sym typeface="Helvetica Light"/>
            </a:endParaRPr>
          </a:p>
        </p:txBody>
      </p:sp>
      <p:grpSp>
        <p:nvGrpSpPr>
          <p:cNvPr id="16" name="组合 15"/>
          <p:cNvGrpSpPr/>
          <p:nvPr/>
        </p:nvGrpSpPr>
        <p:grpSpPr>
          <a:xfrm>
            <a:off x="10102800" y="4948808"/>
            <a:ext cx="1476164" cy="1728192"/>
            <a:chOff x="9670752" y="5092824"/>
            <a:chExt cx="1476164" cy="1728192"/>
          </a:xfrm>
        </p:grpSpPr>
        <p:cxnSp>
          <p:nvCxnSpPr>
            <p:cNvPr id="6" name="直接连接符 5"/>
            <p:cNvCxnSpPr/>
            <p:nvPr/>
          </p:nvCxnSpPr>
          <p:spPr>
            <a:xfrm>
              <a:off x="9670752" y="5092824"/>
              <a:ext cx="0" cy="1728192"/>
            </a:xfrm>
            <a:prstGeom prst="line">
              <a:avLst/>
            </a:prstGeom>
            <a:ln w="38100"/>
          </p:spPr>
          <p:style>
            <a:lnRef idx="1">
              <a:schemeClr val="accent6"/>
            </a:lnRef>
            <a:fillRef idx="0">
              <a:schemeClr val="accent6"/>
            </a:fillRef>
            <a:effectRef idx="0">
              <a:schemeClr val="accent6"/>
            </a:effectRef>
            <a:fontRef idx="minor">
              <a:schemeClr val="tx1"/>
            </a:fontRef>
          </p:style>
        </p:cxnSp>
        <p:cxnSp>
          <p:nvCxnSpPr>
            <p:cNvPr id="7" name="直接连接符 6"/>
            <p:cNvCxnSpPr/>
            <p:nvPr/>
          </p:nvCxnSpPr>
          <p:spPr>
            <a:xfrm>
              <a:off x="10246816" y="5092824"/>
              <a:ext cx="0" cy="1728192"/>
            </a:xfrm>
            <a:prstGeom prst="line">
              <a:avLst/>
            </a:prstGeom>
            <a:ln w="38100"/>
          </p:spPr>
          <p:style>
            <a:lnRef idx="1">
              <a:schemeClr val="accent6"/>
            </a:lnRef>
            <a:fillRef idx="0">
              <a:schemeClr val="accent6"/>
            </a:fillRef>
            <a:effectRef idx="0">
              <a:schemeClr val="accent6"/>
            </a:effectRef>
            <a:fontRef idx="minor">
              <a:schemeClr val="tx1"/>
            </a:fontRef>
          </p:style>
        </p:cxnSp>
        <p:sp>
          <p:nvSpPr>
            <p:cNvPr id="8" name="流程图: 直接访问存储器 7"/>
            <p:cNvSpPr/>
            <p:nvPr/>
          </p:nvSpPr>
          <p:spPr>
            <a:xfrm>
              <a:off x="9958784" y="5596880"/>
              <a:ext cx="648072" cy="648072"/>
            </a:xfrm>
            <a:prstGeom prst="flowChartMagneticDrum">
              <a:avLst/>
            </a:prstGeom>
            <a:noFill/>
            <a:ln w="12700" cap="flat">
              <a:solidFill>
                <a:schemeClr val="tx1"/>
              </a:solidFill>
              <a:miter lim="400000"/>
            </a:ln>
            <a:effectLst>
              <a:outerShdw blurRad="38100" dist="25400" dir="5400000" rotWithShape="0">
                <a:srgbClr val="000000">
                  <a:alpha val="50000"/>
                </a:srgbClr>
              </a:outerShdw>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1" hangingPunct="0">
                <a:lnSpc>
                  <a:spcPct val="100000"/>
                </a:lnSpc>
                <a:spcBef>
                  <a:spcPts val="0"/>
                </a:spcBef>
                <a:spcAft>
                  <a:spcPts val="0"/>
                </a:spcAft>
                <a:buClrTx/>
                <a:buSzTx/>
                <a:buFontTx/>
                <a:buNone/>
                <a:tabLst/>
              </a:pPr>
              <a:endParaRPr kumimoji="0" lang="zh-CN" altLang="en-US" sz="2400" b="0" i="0" u="none" strike="noStrike" cap="none" spc="0" normalizeH="0" baseline="0">
                <a:ln>
                  <a:noFill/>
                </a:ln>
                <a:solidFill>
                  <a:srgbClr val="FFFFFF"/>
                </a:solidFill>
                <a:effectLst/>
                <a:uFillTx/>
                <a:latin typeface="+mn-lt"/>
                <a:ea typeface="+mn-ea"/>
                <a:cs typeface="+mn-cs"/>
                <a:sym typeface="Helvetica Light"/>
              </a:endParaRPr>
            </a:p>
          </p:txBody>
        </p:sp>
        <p:cxnSp>
          <p:nvCxnSpPr>
            <p:cNvPr id="12" name="直接箭头连接符 11"/>
            <p:cNvCxnSpPr/>
            <p:nvPr/>
          </p:nvCxnSpPr>
          <p:spPr>
            <a:xfrm>
              <a:off x="10210812" y="5740896"/>
              <a:ext cx="9001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3" name="直接箭头连接符 12"/>
            <p:cNvCxnSpPr/>
            <p:nvPr/>
          </p:nvCxnSpPr>
          <p:spPr>
            <a:xfrm>
              <a:off x="10210812" y="5893296"/>
              <a:ext cx="9001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 name="直接箭头连接符 13"/>
            <p:cNvCxnSpPr/>
            <p:nvPr/>
          </p:nvCxnSpPr>
          <p:spPr>
            <a:xfrm>
              <a:off x="10246816" y="6045696"/>
              <a:ext cx="900100"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29209090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 calcmode="lin" valueType="num">
                                      <p:cBhvr additive="base">
                                        <p:cTn id="7" dur="500" fill="hold"/>
                                        <p:tgtEl>
                                          <p:spTgt spid="3">
                                            <p:bg/>
                                          </p:spTgt>
                                        </p:tgtEl>
                                        <p:attrNameLst>
                                          <p:attrName>ppt_x</p:attrName>
                                        </p:attrNameLst>
                                      </p:cBhvr>
                                      <p:tavLst>
                                        <p:tav tm="0">
                                          <p:val>
                                            <p:strVal val="#ppt_x"/>
                                          </p:val>
                                        </p:tav>
                                        <p:tav tm="100000">
                                          <p:val>
                                            <p:strVal val="#ppt_x"/>
                                          </p:val>
                                        </p:tav>
                                      </p:tavLst>
                                    </p:anim>
                                    <p:anim calcmode="lin" valueType="num">
                                      <p:cBhvr additive="base">
                                        <p:cTn id="8" dur="500" fill="hold"/>
                                        <p:tgtEl>
                                          <p:spTgt spid="3">
                                            <p:bg/>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ppt_x"/>
                                          </p:val>
                                        </p:tav>
                                        <p:tav tm="100000">
                                          <p:val>
                                            <p:strVal val="#ppt_x"/>
                                          </p:val>
                                        </p:tav>
                                      </p:tavLst>
                                    </p:anim>
                                    <p:anim calcmode="lin" valueType="num">
                                      <p:cBhvr additive="base">
                                        <p:cTn id="26"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821880" y="3292624"/>
            <a:ext cx="7416824" cy="2308324"/>
          </a:xfrm>
          <a:prstGeom prst="rect">
            <a:avLst/>
          </a:prstGeom>
        </p:spPr>
        <p:txBody>
          <a:bodyPr wrap="square">
            <a:spAutoFit/>
          </a:bodyPr>
          <a:lstStyle/>
          <a:p>
            <a:pPr algn="l">
              <a:lnSpc>
                <a:spcPct val="150000"/>
              </a:lnSpc>
            </a:pPr>
            <a:r>
              <a:rPr lang="zh-CN" altLang="zh-CN" sz="4800" b="1" dirty="0"/>
              <a:t>【练习与作业】</a:t>
            </a:r>
          </a:p>
          <a:p>
            <a:pPr algn="l">
              <a:lnSpc>
                <a:spcPct val="150000"/>
              </a:lnSpc>
            </a:pPr>
            <a:r>
              <a:rPr lang="zh-CN" altLang="en-US" sz="4800" b="1" dirty="0" smtClean="0"/>
              <a:t>计算题：</a:t>
            </a:r>
            <a:r>
              <a:rPr lang="en-US" altLang="zh-CN" sz="4800" b="1" dirty="0" smtClean="0"/>
              <a:t>34</a:t>
            </a:r>
            <a:r>
              <a:rPr lang="zh-CN" altLang="en-US" sz="4800" b="1" dirty="0" smtClean="0"/>
              <a:t>，</a:t>
            </a:r>
            <a:r>
              <a:rPr lang="en-US" altLang="zh-CN" sz="4800" b="1" smtClean="0"/>
              <a:t>35,39,40</a:t>
            </a:r>
            <a:r>
              <a:rPr lang="zh-CN" altLang="en-US" sz="4800" b="1" smtClean="0"/>
              <a:t>题</a:t>
            </a:r>
            <a:endParaRPr lang="zh-CN" altLang="zh-CN" sz="4800" b="1" dirty="0"/>
          </a:p>
        </p:txBody>
      </p:sp>
    </p:spTree>
    <p:extLst>
      <p:ext uri="{BB962C8B-B14F-4D97-AF65-F5344CB8AC3E}">
        <p14:creationId xmlns:p14="http://schemas.microsoft.com/office/powerpoint/2010/main" val="29914677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AMPSSECTIONTITLE" val="GAUSS’S LAW FOR ELECTRIC FIELDS"/>
  <p:tag name="AMPSSECTIONNUMBER" val="16.7"/>
</p:tagLst>
</file>

<file path=ppt/theme/_rels/theme1.xml.rels><?xml version="1.0" encoding="UTF-8" standalone="yes"?>
<Relationships xmlns="http://schemas.openxmlformats.org/package/2006/relationships"><Relationship Id="rId1" Type="http://schemas.openxmlformats.org/officeDocument/2006/relationships/image" Target="../media/image1.png"/></Relationships>
</file>

<file path=ppt/theme/_rels/theme2.xml.rels><?xml version="1.0" encoding="UTF-8" standalone="yes"?>
<Relationships xmlns="http://schemas.openxmlformats.org/package/2006/relationships"><Relationship Id="rId1" Type="http://schemas.openxmlformats.org/officeDocument/2006/relationships/image" Target="../media/image1.png"/></Relationships>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Helvetica Light"/>
        <a:ea typeface="Helvetica Light"/>
        <a:cs typeface="Helvetica Light"/>
      </a:majorFont>
      <a:minorFont>
        <a:latin typeface="Helvetica Light"/>
        <a:ea typeface="Helvetica Light"/>
        <a:cs typeface="Helvetica Light"/>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50000"/>
              </a:srgbClr>
            </a:outerShdw>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xmlns:r="http://schemas.openxmlformats.org/officeDocument/2006/relationships" r:embed="rId1"/>
          <a:srcRect/>
          <a:tile tx="0" ty="0" sx="100000" sy="100000" flip="none" algn="tl"/>
        </a:blipFill>
        <a:ln w="12700" cap="flat">
          <a:noFill/>
          <a:miter lim="400000"/>
        </a:ln>
        <a:effectLst>
          <a:outerShdw blurRad="38100" dist="25400" dir="5400000" rotWithShape="0">
            <a:srgbClr val="000000">
              <a:alpha val="50000"/>
            </a:srgbClr>
          </a:outerShdw>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FFFFFF"/>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ctr" defTabSz="584200" rtl="0" fontAlgn="auto" latinLnBrk="1"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n-lt"/>
            <a:ea typeface="+mn-ea"/>
            <a:cs typeface="+mn-cs"/>
            <a:sym typeface="Helvetica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3089</TotalTime>
  <Words>1931</Words>
  <Application>Microsoft Office PowerPoint</Application>
  <PresentationFormat>自定义</PresentationFormat>
  <Paragraphs>202</Paragraphs>
  <Slides>35</Slides>
  <Notes>8</Notes>
  <HiddenSlides>2</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2</vt:i4>
      </vt:variant>
      <vt:variant>
        <vt:lpstr>幻灯片标题</vt:lpstr>
      </vt:variant>
      <vt:variant>
        <vt:i4>35</vt:i4>
      </vt:variant>
    </vt:vector>
  </HeadingPairs>
  <TitlesOfParts>
    <vt:vector size="55" baseType="lpstr">
      <vt:lpstr>Arial Unicode MS</vt:lpstr>
      <vt:lpstr>Helvetica Light</vt:lpstr>
      <vt:lpstr>Helvetica Neue</vt:lpstr>
      <vt:lpstr>Microsoft Yahei</vt:lpstr>
      <vt:lpstr>SimHei</vt:lpstr>
      <vt:lpstr>SimHei</vt:lpstr>
      <vt:lpstr>楷体_GB2312</vt:lpstr>
      <vt:lpstr>宋体</vt:lpstr>
      <vt:lpstr>Arial</vt:lpstr>
      <vt:lpstr>Bookman Old Style</vt:lpstr>
      <vt:lpstr>Calibri</vt:lpstr>
      <vt:lpstr>Cambria Math</vt:lpstr>
      <vt:lpstr>Candara</vt:lpstr>
      <vt:lpstr>Helvetica</vt:lpstr>
      <vt:lpstr>Symbol</vt:lpstr>
      <vt:lpstr>Times New Roman</vt:lpstr>
      <vt:lpstr>Wingdings</vt:lpstr>
      <vt:lpstr>White</vt:lpstr>
      <vt:lpstr>Equation</vt:lpstr>
      <vt:lpstr>公式</vt:lpstr>
      <vt:lpstr>16.7 电场的高斯定理</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例：P30,第38题</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普通物理学</dc:title>
  <cp:lastModifiedBy>hsl</cp:lastModifiedBy>
  <cp:revision>228</cp:revision>
  <dcterms:modified xsi:type="dcterms:W3CDTF">2021-03-28T07:40:33Z</dcterms:modified>
</cp:coreProperties>
</file>