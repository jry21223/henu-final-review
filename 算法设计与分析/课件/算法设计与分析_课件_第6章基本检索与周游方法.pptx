
<file path=[Content_Types].xml><?xml version="1.0" encoding="utf-8"?>
<Types xmlns="http://schemas.openxmlformats.org/package/2006/content-types">
  <Default Extension="bin" ContentType="application/vnd.openxmlformats-officedocument.oleObject"/>
  <Default Extension="png" ContentType="image/png"/>
  <Default Extension="jpeg" ContentType="image/jpeg"/>
  <Default Extension="wmf" ContentType="image/x-wmf"/>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theme/theme3.xml" ContentType="application/vnd.openxmlformats-officedocument.theme+xml"/>
  <Override PartName="/ppt/slideLayouts/slideLayout14.xml" ContentType="application/vnd.openxmlformats-officedocument.presentationml.slideLayout+xml"/>
  <Override PartName="/ppt/theme/theme4.xml" ContentType="application/vnd.openxmlformats-officedocument.theme+xml"/>
  <Override PartName="/ppt/slideLayouts/slideLayout15.xml" ContentType="application/vnd.openxmlformats-officedocument.presentationml.slideLayout+xml"/>
  <Override PartName="/ppt/theme/theme5.xml" ContentType="application/vnd.openxmlformats-officedocument.theme+xml"/>
  <Override PartName="/ppt/slideLayouts/slideLayout16.xml" ContentType="application/vnd.openxmlformats-officedocument.presentationml.slideLayout+xml"/>
  <Override PartName="/ppt/theme/theme6.xml" ContentType="application/vnd.openxmlformats-officedocument.theme+xml"/>
  <Override PartName="/ppt/slideLayouts/slideLayout17.xml" ContentType="application/vnd.openxmlformats-officedocument.presentationml.slideLayout+xml"/>
  <Override PartName="/ppt/theme/theme7.xml" ContentType="application/vnd.openxmlformats-officedocument.theme+xml"/>
  <Override PartName="/ppt/slideLayouts/slideLayout18.xml" ContentType="application/vnd.openxmlformats-officedocument.presentationml.slideLayout+xml"/>
  <Override PartName="/ppt/theme/theme8.xml" ContentType="application/vnd.openxmlformats-officedocument.theme+xml"/>
  <Override PartName="/ppt/slideLayouts/slideLayout19.xml" ContentType="application/vnd.openxmlformats-officedocument.presentationml.slideLayout+xml"/>
  <Override PartName="/ppt/theme/theme9.xml" ContentType="application/vnd.openxmlformats-officedocument.theme+xml"/>
  <Override PartName="/ppt/slideLayouts/slideLayout20.xml" ContentType="application/vnd.openxmlformats-officedocument.presentationml.slideLayout+xml"/>
  <Override PartName="/ppt/theme/theme10.xml" ContentType="application/vnd.openxmlformats-officedocument.theme+xml"/>
  <Override PartName="/ppt/slideLayouts/slideLayout21.xml" ContentType="application/vnd.openxmlformats-officedocument.presentationml.slideLayout+xml"/>
  <Override PartName="/ppt/theme/theme11.xml" ContentType="application/vnd.openxmlformats-officedocument.theme+xml"/>
  <Override PartName="/ppt/slideLayouts/slideLayout22.xml" ContentType="application/vnd.openxmlformats-officedocument.presentationml.slideLayout+xml"/>
  <Override PartName="/ppt/theme/theme12.xml" ContentType="application/vnd.openxmlformats-officedocument.theme+xml"/>
  <Override PartName="/ppt/slideLayouts/slideLayout23.xml" ContentType="application/vnd.openxmlformats-officedocument.presentationml.slideLayout+xml"/>
  <Override PartName="/ppt/theme/theme13.xml" ContentType="application/vnd.openxmlformats-officedocument.theme+xml"/>
  <Override PartName="/ppt/slideLayouts/slideLayout24.xml" ContentType="application/vnd.openxmlformats-officedocument.presentationml.slideLayout+xml"/>
  <Override PartName="/ppt/theme/theme14.xml" ContentType="application/vnd.openxmlformats-officedocument.theme+xml"/>
  <Override PartName="/ppt/slideLayouts/slideLayout25.xml" ContentType="application/vnd.openxmlformats-officedocument.presentationml.slideLayout+xml"/>
  <Override PartName="/ppt/theme/theme15.xml" ContentType="application/vnd.openxmlformats-officedocument.theme+xml"/>
  <Override PartName="/ppt/slideLayouts/slideLayout26.xml" ContentType="application/vnd.openxmlformats-officedocument.presentationml.slideLayout+xml"/>
  <Override PartName="/ppt/theme/theme16.xml" ContentType="application/vnd.openxmlformats-officedocument.theme+xml"/>
  <Override PartName="/ppt/slideLayouts/slideLayout27.xml" ContentType="application/vnd.openxmlformats-officedocument.presentationml.slideLayout+xml"/>
  <Override PartName="/ppt/theme/theme17.xml" ContentType="application/vnd.openxmlformats-officedocument.theme+xml"/>
  <Override PartName="/ppt/slideLayouts/slideLayout28.xml" ContentType="application/vnd.openxmlformats-officedocument.presentationml.slideLayout+xml"/>
  <Override PartName="/ppt/theme/theme18.xml" ContentType="application/vnd.openxmlformats-officedocument.theme+xml"/>
  <Override PartName="/ppt/slideLayouts/slideLayout29.xml" ContentType="application/vnd.openxmlformats-officedocument.presentationml.slideLayout+xml"/>
  <Override PartName="/ppt/theme/theme19.xml" ContentType="application/vnd.openxmlformats-officedocument.theme+xml"/>
  <Override PartName="/ppt/slideLayouts/slideLayout30.xml" ContentType="application/vnd.openxmlformats-officedocument.presentationml.slideLayout+xml"/>
  <Override PartName="/ppt/theme/theme20.xml" ContentType="application/vnd.openxmlformats-officedocument.theme+xml"/>
  <Override PartName="/ppt/slideLayouts/slideLayout31.xml" ContentType="application/vnd.openxmlformats-officedocument.presentationml.slideLayout+xml"/>
  <Override PartName="/ppt/theme/theme21.xml" ContentType="application/vnd.openxmlformats-officedocument.theme+xml"/>
  <Override PartName="/ppt/slideLayouts/slideLayout32.xml" ContentType="application/vnd.openxmlformats-officedocument.presentationml.slideLayout+xml"/>
  <Override PartName="/ppt/theme/theme22.xml" ContentType="application/vnd.openxmlformats-officedocument.theme+xml"/>
  <Override PartName="/ppt/slideLayouts/slideLayout33.xml" ContentType="application/vnd.openxmlformats-officedocument.presentationml.slideLayout+xml"/>
  <Override PartName="/ppt/theme/theme23.xml" ContentType="application/vnd.openxmlformats-officedocument.theme+xml"/>
  <Override PartName="/ppt/slideLayouts/slideLayout34.xml" ContentType="application/vnd.openxmlformats-officedocument.presentationml.slideLayout+xml"/>
  <Override PartName="/ppt/theme/theme24.xml" ContentType="application/vnd.openxmlformats-officedocument.theme+xml"/>
  <Override PartName="/ppt/slideLayouts/slideLayout35.xml" ContentType="application/vnd.openxmlformats-officedocument.presentationml.slideLayout+xml"/>
  <Override PartName="/ppt/theme/theme25.xml" ContentType="application/vnd.openxmlformats-officedocument.theme+xml"/>
  <Override PartName="/ppt/slideLayouts/slideLayout36.xml" ContentType="application/vnd.openxmlformats-officedocument.presentationml.slideLayout+xml"/>
  <Override PartName="/ppt/theme/theme26.xml" ContentType="application/vnd.openxmlformats-officedocument.theme+xml"/>
  <Override PartName="/ppt/slideLayouts/slideLayout37.xml" ContentType="application/vnd.openxmlformats-officedocument.presentationml.slideLayout+xml"/>
  <Override PartName="/ppt/theme/theme27.xml" ContentType="application/vnd.openxmlformats-officedocument.theme+xml"/>
  <Override PartName="/ppt/slideLayouts/slideLayout38.xml" ContentType="application/vnd.openxmlformats-officedocument.presentationml.slideLayout+xml"/>
  <Override PartName="/ppt/theme/theme28.xml" ContentType="application/vnd.openxmlformats-officedocument.theme+xml"/>
  <Override PartName="/ppt/slideLayouts/slideLayout39.xml" ContentType="application/vnd.openxmlformats-officedocument.presentationml.slideLayout+xml"/>
  <Override PartName="/ppt/theme/theme29.xml" ContentType="application/vnd.openxmlformats-officedocument.theme+xml"/>
  <Override PartName="/ppt/slideLayouts/slideLayout40.xml" ContentType="application/vnd.openxmlformats-officedocument.presentationml.slideLayout+xml"/>
  <Override PartName="/ppt/theme/theme30.xml" ContentType="application/vnd.openxmlformats-officedocument.theme+xml"/>
  <Override PartName="/ppt/slideLayouts/slideLayout41.xml" ContentType="application/vnd.openxmlformats-officedocument.presentationml.slideLayout+xml"/>
  <Override PartName="/ppt/theme/theme31.xml" ContentType="application/vnd.openxmlformats-officedocument.theme+xml"/>
  <Override PartName="/ppt/slideLayouts/slideLayout42.xml" ContentType="application/vnd.openxmlformats-officedocument.presentationml.slideLayout+xml"/>
  <Override PartName="/ppt/theme/theme32.xml" ContentType="application/vnd.openxmlformats-officedocument.theme+xml"/>
  <Override PartName="/ppt/slideLayouts/slideLayout43.xml" ContentType="application/vnd.openxmlformats-officedocument.presentationml.slideLayout+xml"/>
  <Override PartName="/ppt/theme/theme33.xml" ContentType="application/vnd.openxmlformats-officedocument.theme+xml"/>
  <Override PartName="/ppt/slideLayouts/slideLayout44.xml" ContentType="application/vnd.openxmlformats-officedocument.presentationml.slideLayout+xml"/>
  <Override PartName="/ppt/theme/theme34.xml" ContentType="application/vnd.openxmlformats-officedocument.theme+xml"/>
  <Override PartName="/ppt/slideLayouts/slideLayout45.xml" ContentType="application/vnd.openxmlformats-officedocument.presentationml.slideLayout+xml"/>
  <Override PartName="/ppt/theme/theme35.xml" ContentType="application/vnd.openxmlformats-officedocument.theme+xml"/>
  <Override PartName="/ppt/slideLayouts/slideLayout46.xml" ContentType="application/vnd.openxmlformats-officedocument.presentationml.slideLayout+xml"/>
  <Override PartName="/ppt/theme/theme36.xml" ContentType="application/vnd.openxmlformats-officedocument.theme+xml"/>
  <Override PartName="/ppt/slideLayouts/slideLayout47.xml" ContentType="application/vnd.openxmlformats-officedocument.presentationml.slideLayout+xml"/>
  <Override PartName="/ppt/theme/theme37.xml" ContentType="application/vnd.openxmlformats-officedocument.theme+xml"/>
  <Override PartName="/ppt/slideLayouts/slideLayout48.xml" ContentType="application/vnd.openxmlformats-officedocument.presentationml.slideLayout+xml"/>
  <Override PartName="/ppt/theme/theme38.xml" ContentType="application/vnd.openxmlformats-officedocument.theme+xml"/>
  <Override PartName="/ppt/slideLayouts/slideLayout49.xml" ContentType="application/vnd.openxmlformats-officedocument.presentationml.slideLayout+xml"/>
  <Override PartName="/ppt/theme/theme39.xml" ContentType="application/vnd.openxmlformats-officedocument.theme+xml"/>
  <Override PartName="/ppt/slideLayouts/slideLayout50.xml" ContentType="application/vnd.openxmlformats-officedocument.presentationml.slideLayout+xml"/>
  <Override PartName="/ppt/theme/theme40.xml" ContentType="application/vnd.openxmlformats-officedocument.theme+xml"/>
  <Override PartName="/ppt/slideLayouts/slideLayout51.xml" ContentType="application/vnd.openxmlformats-officedocument.presentationml.slideLayout+xml"/>
  <Override PartName="/ppt/theme/theme41.xml" ContentType="application/vnd.openxmlformats-officedocument.theme+xml"/>
  <Override PartName="/ppt/slideLayouts/slideLayout52.xml" ContentType="application/vnd.openxmlformats-officedocument.presentationml.slideLayout+xml"/>
  <Override PartName="/ppt/theme/theme42.xml" ContentType="application/vnd.openxmlformats-officedocument.theme+xml"/>
  <Override PartName="/ppt/slideLayouts/slideLayout53.xml" ContentType="application/vnd.openxmlformats-officedocument.presentationml.slideLayout+xml"/>
  <Override PartName="/ppt/theme/theme43.xml" ContentType="application/vnd.openxmlformats-officedocument.theme+xml"/>
  <Override PartName="/ppt/theme/theme44.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16" r:id="rId1"/>
    <p:sldMasterId id="2147483788" r:id="rId2"/>
    <p:sldMasterId id="2147483792" r:id="rId3"/>
    <p:sldMasterId id="2147483794" r:id="rId4"/>
    <p:sldMasterId id="2147483796" r:id="rId5"/>
    <p:sldMasterId id="2147483798" r:id="rId6"/>
    <p:sldMasterId id="2147483800" r:id="rId7"/>
    <p:sldMasterId id="2147483802" r:id="rId8"/>
    <p:sldMasterId id="2147483804" r:id="rId9"/>
    <p:sldMasterId id="2147483806" r:id="rId10"/>
    <p:sldMasterId id="2147483808" r:id="rId11"/>
    <p:sldMasterId id="2147483810" r:id="rId12"/>
    <p:sldMasterId id="2147483812" r:id="rId13"/>
    <p:sldMasterId id="2147483814" r:id="rId14"/>
    <p:sldMasterId id="2147483816" r:id="rId15"/>
    <p:sldMasterId id="2147483818" r:id="rId16"/>
    <p:sldMasterId id="2147483820" r:id="rId17"/>
    <p:sldMasterId id="2147483822" r:id="rId18"/>
    <p:sldMasterId id="2147483824" r:id="rId19"/>
    <p:sldMasterId id="2147483826" r:id="rId20"/>
    <p:sldMasterId id="2147483828" r:id="rId21"/>
    <p:sldMasterId id="2147483830" r:id="rId22"/>
    <p:sldMasterId id="2147483832" r:id="rId23"/>
    <p:sldMasterId id="2147483834" r:id="rId24"/>
    <p:sldMasterId id="2147483836" r:id="rId25"/>
    <p:sldMasterId id="2147483838" r:id="rId26"/>
    <p:sldMasterId id="2147483840" r:id="rId27"/>
    <p:sldMasterId id="2147483842" r:id="rId28"/>
    <p:sldMasterId id="2147483844" r:id="rId29"/>
    <p:sldMasterId id="2147483846" r:id="rId30"/>
    <p:sldMasterId id="2147483848" r:id="rId31"/>
    <p:sldMasterId id="2147483850" r:id="rId32"/>
    <p:sldMasterId id="2147483852" r:id="rId33"/>
    <p:sldMasterId id="2147483854" r:id="rId34"/>
    <p:sldMasterId id="2147483856" r:id="rId35"/>
    <p:sldMasterId id="2147483858" r:id="rId36"/>
    <p:sldMasterId id="2147483860" r:id="rId37"/>
    <p:sldMasterId id="2147483862" r:id="rId38"/>
    <p:sldMasterId id="2147483864" r:id="rId39"/>
    <p:sldMasterId id="2147483866" r:id="rId40"/>
    <p:sldMasterId id="2147483868" r:id="rId41"/>
    <p:sldMasterId id="2147483872" r:id="rId42"/>
    <p:sldMasterId id="2147483876" r:id="rId43"/>
  </p:sldMasterIdLst>
  <p:notesMasterIdLst>
    <p:notesMasterId r:id="rId114"/>
  </p:notesMasterIdLst>
  <p:sldIdLst>
    <p:sldId id="256" r:id="rId44"/>
    <p:sldId id="257" r:id="rId45"/>
    <p:sldId id="259" r:id="rId46"/>
    <p:sldId id="260" r:id="rId47"/>
    <p:sldId id="261" r:id="rId48"/>
    <p:sldId id="263" r:id="rId49"/>
    <p:sldId id="264" r:id="rId50"/>
    <p:sldId id="265" r:id="rId51"/>
    <p:sldId id="307" r:id="rId52"/>
    <p:sldId id="281" r:id="rId53"/>
    <p:sldId id="282" r:id="rId54"/>
    <p:sldId id="283" r:id="rId55"/>
    <p:sldId id="284" r:id="rId56"/>
    <p:sldId id="285" r:id="rId57"/>
    <p:sldId id="286" r:id="rId58"/>
    <p:sldId id="289" r:id="rId59"/>
    <p:sldId id="294" r:id="rId60"/>
    <p:sldId id="295" r:id="rId61"/>
    <p:sldId id="296" r:id="rId62"/>
    <p:sldId id="297" r:id="rId63"/>
    <p:sldId id="298" r:id="rId64"/>
    <p:sldId id="299" r:id="rId65"/>
    <p:sldId id="308" r:id="rId66"/>
    <p:sldId id="310" r:id="rId67"/>
    <p:sldId id="311" r:id="rId68"/>
    <p:sldId id="312" r:id="rId69"/>
    <p:sldId id="313" r:id="rId70"/>
    <p:sldId id="314" r:id="rId71"/>
    <p:sldId id="315" r:id="rId72"/>
    <p:sldId id="316" r:id="rId73"/>
    <p:sldId id="317" r:id="rId74"/>
    <p:sldId id="318" r:id="rId75"/>
    <p:sldId id="319" r:id="rId76"/>
    <p:sldId id="320" r:id="rId77"/>
    <p:sldId id="321" r:id="rId78"/>
    <p:sldId id="322" r:id="rId79"/>
    <p:sldId id="323" r:id="rId80"/>
    <p:sldId id="324" r:id="rId81"/>
    <p:sldId id="325" r:id="rId82"/>
    <p:sldId id="326" r:id="rId83"/>
    <p:sldId id="327" r:id="rId84"/>
    <p:sldId id="328" r:id="rId85"/>
    <p:sldId id="329" r:id="rId86"/>
    <p:sldId id="330" r:id="rId87"/>
    <p:sldId id="331" r:id="rId88"/>
    <p:sldId id="332" r:id="rId89"/>
    <p:sldId id="333" r:id="rId90"/>
    <p:sldId id="334" r:id="rId91"/>
    <p:sldId id="335" r:id="rId92"/>
    <p:sldId id="336" r:id="rId93"/>
    <p:sldId id="337" r:id="rId94"/>
    <p:sldId id="338" r:id="rId95"/>
    <p:sldId id="339" r:id="rId96"/>
    <p:sldId id="340" r:id="rId97"/>
    <p:sldId id="341" r:id="rId98"/>
    <p:sldId id="342" r:id="rId99"/>
    <p:sldId id="343" r:id="rId100"/>
    <p:sldId id="344" r:id="rId101"/>
    <p:sldId id="345" r:id="rId102"/>
    <p:sldId id="346" r:id="rId103"/>
    <p:sldId id="347" r:id="rId104"/>
    <p:sldId id="348" r:id="rId105"/>
    <p:sldId id="301" r:id="rId106"/>
    <p:sldId id="350" r:id="rId107"/>
    <p:sldId id="352" r:id="rId108"/>
    <p:sldId id="302" r:id="rId109"/>
    <p:sldId id="303" r:id="rId110"/>
    <p:sldId id="304" r:id="rId111"/>
    <p:sldId id="305" r:id="rId112"/>
    <p:sldId id="306" r:id="rId113"/>
  </p:sldIdLst>
  <p:sldSz cx="9144000" cy="6858000" type="screen4x3"/>
  <p:notesSz cx="6858000" cy="9144000"/>
  <p:defaultTextStyle>
    <a:defPPr>
      <a:defRPr lang="zh-CN"/>
    </a:defPPr>
    <a:lvl1pPr algn="l" rtl="0" eaLnBrk="0" fontAlgn="base" hangingPunct="0">
      <a:spcBef>
        <a:spcPct val="0"/>
      </a:spcBef>
      <a:spcAft>
        <a:spcPct val="0"/>
      </a:spcAft>
      <a:defRPr kern="1200">
        <a:solidFill>
          <a:schemeClr val="tx1"/>
        </a:solidFill>
        <a:latin typeface="Arial" pitchFamily="34" charset="0"/>
        <a:ea typeface="宋体" pitchFamily="2" charset="-122"/>
        <a:cs typeface="+mn-cs"/>
      </a:defRPr>
    </a:lvl1pPr>
    <a:lvl2pPr marL="457200" algn="l" rtl="0" eaLnBrk="0" fontAlgn="base" hangingPunct="0">
      <a:spcBef>
        <a:spcPct val="0"/>
      </a:spcBef>
      <a:spcAft>
        <a:spcPct val="0"/>
      </a:spcAft>
      <a:defRPr kern="1200">
        <a:solidFill>
          <a:schemeClr val="tx1"/>
        </a:solidFill>
        <a:latin typeface="Arial" pitchFamily="34" charset="0"/>
        <a:ea typeface="宋体" pitchFamily="2" charset="-122"/>
        <a:cs typeface="+mn-cs"/>
      </a:defRPr>
    </a:lvl2pPr>
    <a:lvl3pPr marL="914400" algn="l" rtl="0" eaLnBrk="0" fontAlgn="base" hangingPunct="0">
      <a:spcBef>
        <a:spcPct val="0"/>
      </a:spcBef>
      <a:spcAft>
        <a:spcPct val="0"/>
      </a:spcAft>
      <a:defRPr kern="1200">
        <a:solidFill>
          <a:schemeClr val="tx1"/>
        </a:solidFill>
        <a:latin typeface="Arial" pitchFamily="34" charset="0"/>
        <a:ea typeface="宋体" pitchFamily="2" charset="-122"/>
        <a:cs typeface="+mn-cs"/>
      </a:defRPr>
    </a:lvl3pPr>
    <a:lvl4pPr marL="1371600" algn="l" rtl="0" eaLnBrk="0" fontAlgn="base" hangingPunct="0">
      <a:spcBef>
        <a:spcPct val="0"/>
      </a:spcBef>
      <a:spcAft>
        <a:spcPct val="0"/>
      </a:spcAft>
      <a:defRPr kern="1200">
        <a:solidFill>
          <a:schemeClr val="tx1"/>
        </a:solidFill>
        <a:latin typeface="Arial" pitchFamily="34" charset="0"/>
        <a:ea typeface="宋体" pitchFamily="2" charset="-122"/>
        <a:cs typeface="+mn-cs"/>
      </a:defRPr>
    </a:lvl4pPr>
    <a:lvl5pPr marL="1828800" algn="l" rtl="0" eaLnBrk="0" fontAlgn="base" hangingPunct="0">
      <a:spcBef>
        <a:spcPct val="0"/>
      </a:spcBef>
      <a:spcAft>
        <a:spcPct val="0"/>
      </a:spcAft>
      <a:defRPr kern="1200">
        <a:solidFill>
          <a:schemeClr val="tx1"/>
        </a:solidFill>
        <a:latin typeface="Arial" pitchFamily="34" charset="0"/>
        <a:ea typeface="宋体" pitchFamily="2" charset="-122"/>
        <a:cs typeface="+mn-cs"/>
      </a:defRPr>
    </a:lvl5pPr>
    <a:lvl6pPr marL="2286000" algn="l" defTabSz="914400" rtl="0" eaLnBrk="1" latinLnBrk="0" hangingPunct="1">
      <a:defRPr kern="1200">
        <a:solidFill>
          <a:schemeClr val="tx1"/>
        </a:solidFill>
        <a:latin typeface="Arial" pitchFamily="34" charset="0"/>
        <a:ea typeface="宋体" pitchFamily="2" charset="-122"/>
        <a:cs typeface="+mn-cs"/>
      </a:defRPr>
    </a:lvl6pPr>
    <a:lvl7pPr marL="2743200" algn="l" defTabSz="914400" rtl="0" eaLnBrk="1" latinLnBrk="0" hangingPunct="1">
      <a:defRPr kern="1200">
        <a:solidFill>
          <a:schemeClr val="tx1"/>
        </a:solidFill>
        <a:latin typeface="Arial" pitchFamily="34" charset="0"/>
        <a:ea typeface="宋体" pitchFamily="2" charset="-122"/>
        <a:cs typeface="+mn-cs"/>
      </a:defRPr>
    </a:lvl7pPr>
    <a:lvl8pPr marL="3200400" algn="l" defTabSz="914400" rtl="0" eaLnBrk="1" latinLnBrk="0" hangingPunct="1">
      <a:defRPr kern="1200">
        <a:solidFill>
          <a:schemeClr val="tx1"/>
        </a:solidFill>
        <a:latin typeface="Arial" pitchFamily="34" charset="0"/>
        <a:ea typeface="宋体" pitchFamily="2" charset="-122"/>
        <a:cs typeface="+mn-cs"/>
      </a:defRPr>
    </a:lvl8pPr>
    <a:lvl9pPr marL="3657600" algn="l" defTabSz="914400" rtl="0" eaLnBrk="1" latinLnBrk="0" hangingPunct="1">
      <a:defRPr kern="1200">
        <a:solidFill>
          <a:schemeClr val="tx1"/>
        </a:solidFill>
        <a:latin typeface="Arial" pitchFamily="34" charset="0"/>
        <a:ea typeface="宋体"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93" d="100"/>
          <a:sy n="93" d="100"/>
        </p:scale>
        <p:origin x="-1314" y="108"/>
      </p:cViewPr>
      <p:guideLst>
        <p:guide orient="horz" pos="2160"/>
        <p:guide pos="2880"/>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6.xml"/><Relationship Id="rId117" Type="http://schemas.openxmlformats.org/officeDocument/2006/relationships/theme" Target="theme/theme1.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47" Type="http://schemas.openxmlformats.org/officeDocument/2006/relationships/slide" Target="slides/slide4.xml"/><Relationship Id="rId63" Type="http://schemas.openxmlformats.org/officeDocument/2006/relationships/slide" Target="slides/slide20.xml"/><Relationship Id="rId68" Type="http://schemas.openxmlformats.org/officeDocument/2006/relationships/slide" Target="slides/slide25.xml"/><Relationship Id="rId84" Type="http://schemas.openxmlformats.org/officeDocument/2006/relationships/slide" Target="slides/slide41.xml"/><Relationship Id="rId89" Type="http://schemas.openxmlformats.org/officeDocument/2006/relationships/slide" Target="slides/slide46.xml"/><Relationship Id="rId112" Type="http://schemas.openxmlformats.org/officeDocument/2006/relationships/slide" Target="slides/slide69.xml"/><Relationship Id="rId16" Type="http://schemas.openxmlformats.org/officeDocument/2006/relationships/slideMaster" Target="slideMasters/slideMaster16.xml"/><Relationship Id="rId107" Type="http://schemas.openxmlformats.org/officeDocument/2006/relationships/slide" Target="slides/slide64.xml"/><Relationship Id="rId11" Type="http://schemas.openxmlformats.org/officeDocument/2006/relationships/slideMaster" Target="slideMasters/slideMaster11.xml"/><Relationship Id="rId24" Type="http://schemas.openxmlformats.org/officeDocument/2006/relationships/slideMaster" Target="slideMasters/slideMaster24.xml"/><Relationship Id="rId32" Type="http://schemas.openxmlformats.org/officeDocument/2006/relationships/slideMaster" Target="slideMasters/slideMaster32.xml"/><Relationship Id="rId37" Type="http://schemas.openxmlformats.org/officeDocument/2006/relationships/slideMaster" Target="slideMasters/slideMaster37.xml"/><Relationship Id="rId40" Type="http://schemas.openxmlformats.org/officeDocument/2006/relationships/slideMaster" Target="slideMasters/slideMaster40.xml"/><Relationship Id="rId45" Type="http://schemas.openxmlformats.org/officeDocument/2006/relationships/slide" Target="slides/slide2.xml"/><Relationship Id="rId53" Type="http://schemas.openxmlformats.org/officeDocument/2006/relationships/slide" Target="slides/slide10.xml"/><Relationship Id="rId58" Type="http://schemas.openxmlformats.org/officeDocument/2006/relationships/slide" Target="slides/slide15.xml"/><Relationship Id="rId66" Type="http://schemas.openxmlformats.org/officeDocument/2006/relationships/slide" Target="slides/slide23.xml"/><Relationship Id="rId74" Type="http://schemas.openxmlformats.org/officeDocument/2006/relationships/slide" Target="slides/slide31.xml"/><Relationship Id="rId79" Type="http://schemas.openxmlformats.org/officeDocument/2006/relationships/slide" Target="slides/slide36.xml"/><Relationship Id="rId87" Type="http://schemas.openxmlformats.org/officeDocument/2006/relationships/slide" Target="slides/slide44.xml"/><Relationship Id="rId102" Type="http://schemas.openxmlformats.org/officeDocument/2006/relationships/slide" Target="slides/slide59.xml"/><Relationship Id="rId110" Type="http://schemas.openxmlformats.org/officeDocument/2006/relationships/slide" Target="slides/slide67.xml"/><Relationship Id="rId115" Type="http://schemas.openxmlformats.org/officeDocument/2006/relationships/presProps" Target="presProps.xml"/><Relationship Id="rId5" Type="http://schemas.openxmlformats.org/officeDocument/2006/relationships/slideMaster" Target="slideMasters/slideMaster5.xml"/><Relationship Id="rId61" Type="http://schemas.openxmlformats.org/officeDocument/2006/relationships/slide" Target="slides/slide18.xml"/><Relationship Id="rId82" Type="http://schemas.openxmlformats.org/officeDocument/2006/relationships/slide" Target="slides/slide39.xml"/><Relationship Id="rId90" Type="http://schemas.openxmlformats.org/officeDocument/2006/relationships/slide" Target="slides/slide47.xml"/><Relationship Id="rId95" Type="http://schemas.openxmlformats.org/officeDocument/2006/relationships/slide" Target="slides/slide52.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43" Type="http://schemas.openxmlformats.org/officeDocument/2006/relationships/slideMaster" Target="slideMasters/slideMaster43.xml"/><Relationship Id="rId48" Type="http://schemas.openxmlformats.org/officeDocument/2006/relationships/slide" Target="slides/slide5.xml"/><Relationship Id="rId56" Type="http://schemas.openxmlformats.org/officeDocument/2006/relationships/slide" Target="slides/slide13.xml"/><Relationship Id="rId64" Type="http://schemas.openxmlformats.org/officeDocument/2006/relationships/slide" Target="slides/slide21.xml"/><Relationship Id="rId69" Type="http://schemas.openxmlformats.org/officeDocument/2006/relationships/slide" Target="slides/slide26.xml"/><Relationship Id="rId77" Type="http://schemas.openxmlformats.org/officeDocument/2006/relationships/slide" Target="slides/slide34.xml"/><Relationship Id="rId100" Type="http://schemas.openxmlformats.org/officeDocument/2006/relationships/slide" Target="slides/slide57.xml"/><Relationship Id="rId105" Type="http://schemas.openxmlformats.org/officeDocument/2006/relationships/slide" Target="slides/slide62.xml"/><Relationship Id="rId113" Type="http://schemas.openxmlformats.org/officeDocument/2006/relationships/slide" Target="slides/slide70.xml"/><Relationship Id="rId118" Type="http://schemas.openxmlformats.org/officeDocument/2006/relationships/tableStyles" Target="tableStyles.xml"/><Relationship Id="rId8" Type="http://schemas.openxmlformats.org/officeDocument/2006/relationships/slideMaster" Target="slideMasters/slideMaster8.xml"/><Relationship Id="rId51" Type="http://schemas.openxmlformats.org/officeDocument/2006/relationships/slide" Target="slides/slide8.xml"/><Relationship Id="rId72" Type="http://schemas.openxmlformats.org/officeDocument/2006/relationships/slide" Target="slides/slide29.xml"/><Relationship Id="rId80" Type="http://schemas.openxmlformats.org/officeDocument/2006/relationships/slide" Target="slides/slide37.xml"/><Relationship Id="rId85" Type="http://schemas.openxmlformats.org/officeDocument/2006/relationships/slide" Target="slides/slide42.xml"/><Relationship Id="rId93" Type="http://schemas.openxmlformats.org/officeDocument/2006/relationships/slide" Target="slides/slide50.xml"/><Relationship Id="rId98" Type="http://schemas.openxmlformats.org/officeDocument/2006/relationships/slide" Target="slides/slide55.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Master" Target="slideMasters/slideMaster25.xml"/><Relationship Id="rId33" Type="http://schemas.openxmlformats.org/officeDocument/2006/relationships/slideMaster" Target="slideMasters/slideMaster33.xml"/><Relationship Id="rId38" Type="http://schemas.openxmlformats.org/officeDocument/2006/relationships/slideMaster" Target="slideMasters/slideMaster38.xml"/><Relationship Id="rId46" Type="http://schemas.openxmlformats.org/officeDocument/2006/relationships/slide" Target="slides/slide3.xml"/><Relationship Id="rId59" Type="http://schemas.openxmlformats.org/officeDocument/2006/relationships/slide" Target="slides/slide16.xml"/><Relationship Id="rId67" Type="http://schemas.openxmlformats.org/officeDocument/2006/relationships/slide" Target="slides/slide24.xml"/><Relationship Id="rId103" Type="http://schemas.openxmlformats.org/officeDocument/2006/relationships/slide" Target="slides/slide60.xml"/><Relationship Id="rId108" Type="http://schemas.openxmlformats.org/officeDocument/2006/relationships/slide" Target="slides/slide65.xml"/><Relationship Id="rId116" Type="http://schemas.openxmlformats.org/officeDocument/2006/relationships/viewProps" Target="viewProps.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54" Type="http://schemas.openxmlformats.org/officeDocument/2006/relationships/slide" Target="slides/slide11.xml"/><Relationship Id="rId62" Type="http://schemas.openxmlformats.org/officeDocument/2006/relationships/slide" Target="slides/slide19.xml"/><Relationship Id="rId70" Type="http://schemas.openxmlformats.org/officeDocument/2006/relationships/slide" Target="slides/slide27.xml"/><Relationship Id="rId75" Type="http://schemas.openxmlformats.org/officeDocument/2006/relationships/slide" Target="slides/slide32.xml"/><Relationship Id="rId83" Type="http://schemas.openxmlformats.org/officeDocument/2006/relationships/slide" Target="slides/slide40.xml"/><Relationship Id="rId88" Type="http://schemas.openxmlformats.org/officeDocument/2006/relationships/slide" Target="slides/slide45.xml"/><Relationship Id="rId91" Type="http://schemas.openxmlformats.org/officeDocument/2006/relationships/slide" Target="slides/slide48.xml"/><Relationship Id="rId96" Type="http://schemas.openxmlformats.org/officeDocument/2006/relationships/slide" Target="slides/slide53.xml"/><Relationship Id="rId111" Type="http://schemas.openxmlformats.org/officeDocument/2006/relationships/slide" Target="slides/slide68.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36" Type="http://schemas.openxmlformats.org/officeDocument/2006/relationships/slideMaster" Target="slideMasters/slideMaster36.xml"/><Relationship Id="rId49" Type="http://schemas.openxmlformats.org/officeDocument/2006/relationships/slide" Target="slides/slide6.xml"/><Relationship Id="rId57" Type="http://schemas.openxmlformats.org/officeDocument/2006/relationships/slide" Target="slides/slide14.xml"/><Relationship Id="rId106" Type="http://schemas.openxmlformats.org/officeDocument/2006/relationships/slide" Target="slides/slide63.xml"/><Relationship Id="rId114" Type="http://schemas.openxmlformats.org/officeDocument/2006/relationships/notesMaster" Target="notesMasters/notesMaster1.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44" Type="http://schemas.openxmlformats.org/officeDocument/2006/relationships/slide" Target="slides/slide1.xml"/><Relationship Id="rId52" Type="http://schemas.openxmlformats.org/officeDocument/2006/relationships/slide" Target="slides/slide9.xml"/><Relationship Id="rId60" Type="http://schemas.openxmlformats.org/officeDocument/2006/relationships/slide" Target="slides/slide17.xml"/><Relationship Id="rId65" Type="http://schemas.openxmlformats.org/officeDocument/2006/relationships/slide" Target="slides/slide22.xml"/><Relationship Id="rId73" Type="http://schemas.openxmlformats.org/officeDocument/2006/relationships/slide" Target="slides/slide30.xml"/><Relationship Id="rId78" Type="http://schemas.openxmlformats.org/officeDocument/2006/relationships/slide" Target="slides/slide35.xml"/><Relationship Id="rId81" Type="http://schemas.openxmlformats.org/officeDocument/2006/relationships/slide" Target="slides/slide38.xml"/><Relationship Id="rId86" Type="http://schemas.openxmlformats.org/officeDocument/2006/relationships/slide" Target="slides/slide43.xml"/><Relationship Id="rId94" Type="http://schemas.openxmlformats.org/officeDocument/2006/relationships/slide" Target="slides/slide51.xml"/><Relationship Id="rId99" Type="http://schemas.openxmlformats.org/officeDocument/2006/relationships/slide" Target="slides/slide56.xml"/><Relationship Id="rId101" Type="http://schemas.openxmlformats.org/officeDocument/2006/relationships/slide" Target="slides/slide58.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109" Type="http://schemas.openxmlformats.org/officeDocument/2006/relationships/slide" Target="slides/slide66.xml"/><Relationship Id="rId34" Type="http://schemas.openxmlformats.org/officeDocument/2006/relationships/slideMaster" Target="slideMasters/slideMaster34.xml"/><Relationship Id="rId50" Type="http://schemas.openxmlformats.org/officeDocument/2006/relationships/slide" Target="slides/slide7.xml"/><Relationship Id="rId55" Type="http://schemas.openxmlformats.org/officeDocument/2006/relationships/slide" Target="slides/slide12.xml"/><Relationship Id="rId76" Type="http://schemas.openxmlformats.org/officeDocument/2006/relationships/slide" Target="slides/slide33.xml"/><Relationship Id="rId97" Type="http://schemas.openxmlformats.org/officeDocument/2006/relationships/slide" Target="slides/slide54.xml"/><Relationship Id="rId104" Type="http://schemas.openxmlformats.org/officeDocument/2006/relationships/slide" Target="slides/slide61.xml"/><Relationship Id="rId7" Type="http://schemas.openxmlformats.org/officeDocument/2006/relationships/slideMaster" Target="slideMasters/slideMaster7.xml"/><Relationship Id="rId71" Type="http://schemas.openxmlformats.org/officeDocument/2006/relationships/slide" Target="slides/slide28.xml"/><Relationship Id="rId92" Type="http://schemas.openxmlformats.org/officeDocument/2006/relationships/slide" Target="slides/slide49.xml"/><Relationship Id="rId2" Type="http://schemas.openxmlformats.org/officeDocument/2006/relationships/slideMaster" Target="slideMasters/slideMaster2.xml"/><Relationship Id="rId29" Type="http://schemas.openxmlformats.org/officeDocument/2006/relationships/slideMaster" Target="slideMasters/slideMaster29.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8.png"/></Relationships>
</file>

<file path=ppt/drawings/_rels/vmlDrawing3.vml.rels><?xml version="1.0" encoding="UTF-8" standalone="yes"?>
<Relationships xmlns="http://schemas.openxmlformats.org/package/2006/relationships"><Relationship Id="rId1" Type="http://schemas.openxmlformats.org/officeDocument/2006/relationships/image" Target="../media/image9.png"/></Relationships>
</file>

<file path=ppt/drawings/_rels/vmlDrawing4.vml.rels><?xml version="1.0" encoding="UTF-8" standalone="yes"?>
<Relationships xmlns="http://schemas.openxmlformats.org/package/2006/relationships"><Relationship Id="rId1" Type="http://schemas.openxmlformats.org/officeDocument/2006/relationships/image" Target="../media/image9.pn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0.png"/></Relationships>
</file>

<file path=ppt/drawings/_rels/vmlDrawing6.v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2.png"/><Relationship Id="rId1" Type="http://schemas.openxmlformats.org/officeDocument/2006/relationships/image" Target="../media/image11.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eaLnBrk="1" hangingPunct="1">
              <a:defRPr sz="1200">
                <a:latin typeface="Arial" charset="0"/>
                <a:ea typeface="宋体" charset="-122"/>
              </a:defRPr>
            </a:lvl1pPr>
          </a:lstStyle>
          <a:p>
            <a:pPr>
              <a:defRPr/>
            </a:pPr>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eaLnBrk="1" hangingPunct="1">
              <a:defRPr sz="1200">
                <a:latin typeface="Arial" charset="0"/>
                <a:ea typeface="宋体" charset="-122"/>
              </a:defRPr>
            </a:lvl1pPr>
          </a:lstStyle>
          <a:p>
            <a:pPr>
              <a:defRPr/>
            </a:pPr>
            <a:fld id="{8709BC4C-AD50-4F84-A245-A0A5A176F59A}" type="datetimeFigureOut">
              <a:rPr lang="zh-CN" altLang="en-US"/>
              <a:pPr>
                <a:defRPr/>
              </a:pPr>
              <a:t>2015/5/28</a:t>
            </a:fld>
            <a:endParaRPr lang="zh-CN" altLang="en-US"/>
          </a:p>
        </p:txBody>
      </p:sp>
      <p:sp>
        <p:nvSpPr>
          <p:cNvPr id="4" name="幻灯片图像占位符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zh-CN" altLang="en-US" noProof="0" smtClean="0"/>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eaLnBrk="1" hangingPunct="1">
              <a:defRPr sz="1200">
                <a:latin typeface="Arial" charset="0"/>
                <a:ea typeface="宋体" charset="-122"/>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fld id="{96E11217-DFD8-48AE-ACBB-1760BF5E8EED}" type="slidenum">
              <a:rPr lang="zh-CN" altLang="en-US"/>
              <a:pPr/>
              <a:t>‹#›</a:t>
            </a:fld>
            <a:endParaRPr lang="zh-CN" altLang="en-US"/>
          </a:p>
        </p:txBody>
      </p:sp>
    </p:spTree>
    <p:extLst>
      <p:ext uri="{BB962C8B-B14F-4D97-AF65-F5344CB8AC3E}">
        <p14:creationId xmlns:p14="http://schemas.microsoft.com/office/powerpoint/2010/main" val="397350144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zh-CN" smtClean="0"/>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 name="矩形 3"/>
          <p:cNvSpPr/>
          <p:nvPr/>
        </p:nvSpPr>
        <p:spPr>
          <a:xfrm>
            <a:off x="0" y="0"/>
            <a:ext cx="9144000" cy="6858000"/>
          </a:xfrm>
          <a:prstGeom prst="rect">
            <a:avLst/>
          </a:prstGeom>
          <a:solidFill>
            <a:srgbClr val="FFFFFF"/>
          </a:solidFill>
          <a:ln w="12700" cap="flat" cmpd="sng" algn="ctr">
            <a:noFill/>
            <a:prstDash val="solid"/>
          </a:ln>
        </p:spPr>
        <p:style>
          <a:lnRef idx="2">
            <a:schemeClr val="accent1"/>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useBgFill="1">
        <p:nvSpPr>
          <p:cNvPr id="5" name="圆角矩形 4"/>
          <p:cNvSpPr/>
          <p:nvPr/>
        </p:nvSpPr>
        <p:spPr>
          <a:xfrm>
            <a:off x="65088" y="69850"/>
            <a:ext cx="9013825" cy="6691313"/>
          </a:xfrm>
          <a:prstGeom prst="roundRect">
            <a:avLst>
              <a:gd name="adj" fmla="val 4929"/>
            </a:avLst>
          </a:prstGeom>
          <a:ln w="6350" cap="sq" cmpd="sng" algn="ctr">
            <a:solidFill>
              <a:schemeClr val="tx1">
                <a:alpha val="100000"/>
              </a:schemeClr>
            </a:solidFill>
            <a:prstDash val="solid"/>
          </a:ln>
          <a:effectLst/>
        </p:spPr>
        <p:style>
          <a:lnRef idx="3">
            <a:schemeClr val="lt1"/>
          </a:lnRef>
          <a:fillRef idx="1001">
            <a:schemeClr val="lt1"/>
          </a:fillRef>
          <a:effectRef idx="1">
            <a:schemeClr val="accent1"/>
          </a:effectRef>
          <a:fontRef idx="minor">
            <a:schemeClr val="lt1"/>
          </a:fontRef>
        </p:style>
        <p:txBody>
          <a:bodyPr anchor="ctr"/>
          <a:lstStyle/>
          <a:p>
            <a:pPr algn="ctr" eaLnBrk="1" hangingPunct="1">
              <a:defRPr/>
            </a:pPr>
            <a:endParaRPr lang="en-US"/>
          </a:p>
        </p:txBody>
      </p:sp>
      <p:sp>
        <p:nvSpPr>
          <p:cNvPr id="6" name="矩形 5"/>
          <p:cNvSpPr/>
          <p:nvPr/>
        </p:nvSpPr>
        <p:spPr>
          <a:xfrm>
            <a:off x="63500" y="1449388"/>
            <a:ext cx="9020175" cy="1527175"/>
          </a:xfrm>
          <a:prstGeom prst="rect">
            <a:avLst/>
          </a:prstGeom>
          <a:solidFill>
            <a:schemeClr val="accent1">
              <a:alpha val="10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7" name="矩形 6"/>
          <p:cNvSpPr/>
          <p:nvPr/>
        </p:nvSpPr>
        <p:spPr>
          <a:xfrm>
            <a:off x="63500" y="1397000"/>
            <a:ext cx="9020175" cy="120650"/>
          </a:xfrm>
          <a:prstGeom prst="rect">
            <a:avLst/>
          </a:prstGeom>
          <a:solidFill>
            <a:schemeClr val="accent1">
              <a:tint val="6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10" name="矩形 9"/>
          <p:cNvSpPr/>
          <p:nvPr/>
        </p:nvSpPr>
        <p:spPr>
          <a:xfrm>
            <a:off x="63500" y="2976563"/>
            <a:ext cx="9020175" cy="111125"/>
          </a:xfrm>
          <a:prstGeom prst="rect">
            <a:avLst/>
          </a:prstGeom>
          <a:solidFill>
            <a:schemeClr val="accent5"/>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9" name="副标题 8"/>
          <p:cNvSpPr>
            <a:spLocks noGrp="1"/>
          </p:cNvSpPr>
          <p:nvPr>
            <p:ph type="subTitle" idx="1"/>
          </p:nvPr>
        </p:nvSpPr>
        <p:spPr>
          <a:xfrm>
            <a:off x="1295400" y="3200400"/>
            <a:ext cx="6400800" cy="1600200"/>
          </a:xfrm>
        </p:spPr>
        <p:txBody>
          <a:bodyPr/>
          <a:lstStyle>
            <a:lvl1pPr marL="0" indent="0" algn="ctr">
              <a:buNone/>
              <a:defRPr sz="2600">
                <a:solidFill>
                  <a:schemeClr val="tx2"/>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zh-CN" altLang="en-US" smtClean="0"/>
              <a:t>单击此处编辑母版副标题样式</a:t>
            </a:r>
            <a:endParaRPr lang="en-US"/>
          </a:p>
        </p:txBody>
      </p:sp>
      <p:sp>
        <p:nvSpPr>
          <p:cNvPr id="8" name="标题 7"/>
          <p:cNvSpPr>
            <a:spLocks noGrp="1"/>
          </p:cNvSpPr>
          <p:nvPr>
            <p:ph type="ctrTitle"/>
          </p:nvPr>
        </p:nvSpPr>
        <p:spPr>
          <a:xfrm>
            <a:off x="457200" y="1505930"/>
            <a:ext cx="8229600" cy="1470025"/>
          </a:xfrm>
        </p:spPr>
        <p:txBody>
          <a:bodyPr anchor="ctr"/>
          <a:lstStyle>
            <a:lvl1pPr algn="ctr">
              <a:defRPr lang="en-US" dirty="0">
                <a:solidFill>
                  <a:srgbClr val="FFFFFF"/>
                </a:solidFill>
              </a:defRPr>
            </a:lvl1pPr>
          </a:lstStyle>
          <a:p>
            <a:r>
              <a:rPr lang="zh-CN" altLang="en-US" smtClean="0"/>
              <a:t>单击此处编辑母版标题样式</a:t>
            </a:r>
            <a:endParaRPr lang="en-US"/>
          </a:p>
        </p:txBody>
      </p:sp>
      <p:sp>
        <p:nvSpPr>
          <p:cNvPr id="11" name="日期占位符 27"/>
          <p:cNvSpPr>
            <a:spLocks noGrp="1"/>
          </p:cNvSpPr>
          <p:nvPr>
            <p:ph type="dt" sz="half" idx="10"/>
          </p:nvPr>
        </p:nvSpPr>
        <p:spPr/>
        <p:txBody>
          <a:bodyPr/>
          <a:lstStyle>
            <a:lvl1pPr>
              <a:defRPr/>
            </a:lvl1pPr>
          </a:lstStyle>
          <a:p>
            <a:pPr>
              <a:defRPr/>
            </a:pPr>
            <a:fld id="{043775AE-72BC-424E-A39C-ED2C45F6C032}" type="datetimeFigureOut">
              <a:rPr lang="zh-CN" altLang="en-US"/>
              <a:pPr>
                <a:defRPr/>
              </a:pPr>
              <a:t>2015/5/28</a:t>
            </a:fld>
            <a:endParaRPr lang="zh-CN" altLang="en-US"/>
          </a:p>
        </p:txBody>
      </p:sp>
      <p:sp>
        <p:nvSpPr>
          <p:cNvPr id="12" name="页脚占位符 16"/>
          <p:cNvSpPr>
            <a:spLocks noGrp="1"/>
          </p:cNvSpPr>
          <p:nvPr>
            <p:ph type="ftr" sz="quarter" idx="11"/>
          </p:nvPr>
        </p:nvSpPr>
        <p:spPr/>
        <p:txBody>
          <a:bodyPr/>
          <a:lstStyle>
            <a:lvl1pPr>
              <a:defRPr/>
            </a:lvl1pPr>
          </a:lstStyle>
          <a:p>
            <a:pPr>
              <a:defRPr/>
            </a:pPr>
            <a:endParaRPr lang="zh-CN" altLang="en-US"/>
          </a:p>
        </p:txBody>
      </p:sp>
      <p:sp>
        <p:nvSpPr>
          <p:cNvPr id="13" name="灯片编号占位符 28"/>
          <p:cNvSpPr>
            <a:spLocks noGrp="1"/>
          </p:cNvSpPr>
          <p:nvPr>
            <p:ph type="sldNum" sz="quarter" idx="12"/>
          </p:nvPr>
        </p:nvSpPr>
        <p:spPr/>
        <p:txBody>
          <a:bodyPr/>
          <a:lstStyle>
            <a:lvl1pPr>
              <a:defRPr/>
            </a:lvl1pPr>
          </a:lstStyle>
          <a:p>
            <a:fld id="{90E5C2E3-E15F-4D53-A472-623488A02F6A}" type="slidenum">
              <a:rPr lang="zh-CN" altLang="en-US"/>
              <a:pPr/>
              <a:t>‹#›</a:t>
            </a:fld>
            <a:endParaRPr lang="zh-CN" altLang="en-US"/>
          </a:p>
        </p:txBody>
      </p:sp>
    </p:spTree>
    <p:extLst>
      <p:ext uri="{BB962C8B-B14F-4D97-AF65-F5344CB8AC3E}">
        <p14:creationId xmlns:p14="http://schemas.microsoft.com/office/powerpoint/2010/main" val="3493553313"/>
      </p:ext>
    </p:extLst>
  </p:cSld>
  <p:clrMapOvr>
    <a:overrideClrMapping bg1="lt1" tx1="dk1" bg2="lt2" tx2="dk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en-US"/>
          </a:p>
        </p:txBody>
      </p:sp>
      <p:sp>
        <p:nvSpPr>
          <p:cNvPr id="8" name="内容占位符 7"/>
          <p:cNvSpPr>
            <a:spLocks noGrp="1"/>
          </p:cNvSpPr>
          <p:nvPr>
            <p:ph sz="quarter" idx="1"/>
          </p:nvPr>
        </p:nvSpPr>
        <p:spPr>
          <a:xfrm>
            <a:off x="914400" y="1447800"/>
            <a:ext cx="7772400" cy="45720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日期占位符 13"/>
          <p:cNvSpPr>
            <a:spLocks noGrp="1"/>
          </p:cNvSpPr>
          <p:nvPr>
            <p:ph type="dt" sz="half" idx="10"/>
          </p:nvPr>
        </p:nvSpPr>
        <p:spPr/>
        <p:txBody>
          <a:bodyPr/>
          <a:lstStyle>
            <a:lvl1pPr>
              <a:defRPr/>
            </a:lvl1pPr>
          </a:lstStyle>
          <a:p>
            <a:pPr>
              <a:defRPr/>
            </a:pPr>
            <a:fld id="{22FD4969-B355-42EC-AE65-5B88222DD9B4}" type="datetimeFigureOut">
              <a:rPr lang="zh-CN" altLang="en-US"/>
              <a:pPr>
                <a:defRPr/>
              </a:pPr>
              <a:t>2015/5/28</a:t>
            </a:fld>
            <a:endParaRPr lang="zh-CN" altLang="en-US"/>
          </a:p>
        </p:txBody>
      </p:sp>
      <p:sp>
        <p:nvSpPr>
          <p:cNvPr id="5" name="页脚占位符 2"/>
          <p:cNvSpPr>
            <a:spLocks noGrp="1"/>
          </p:cNvSpPr>
          <p:nvPr>
            <p:ph type="ftr" sz="quarter" idx="11"/>
          </p:nvPr>
        </p:nvSpPr>
        <p:spPr/>
        <p:txBody>
          <a:bodyPr/>
          <a:lstStyle>
            <a:lvl1pPr>
              <a:defRPr/>
            </a:lvl1pPr>
          </a:lstStyle>
          <a:p>
            <a:pPr>
              <a:defRPr/>
            </a:pPr>
            <a:endParaRPr lang="zh-CN" altLang="en-US"/>
          </a:p>
        </p:txBody>
      </p:sp>
      <p:sp>
        <p:nvSpPr>
          <p:cNvPr id="6" name="灯片编号占位符 22"/>
          <p:cNvSpPr>
            <a:spLocks noGrp="1"/>
          </p:cNvSpPr>
          <p:nvPr>
            <p:ph type="sldNum" sz="quarter" idx="12"/>
          </p:nvPr>
        </p:nvSpPr>
        <p:spPr/>
        <p:txBody>
          <a:bodyPr/>
          <a:lstStyle>
            <a:lvl1pPr>
              <a:defRPr/>
            </a:lvl1pPr>
          </a:lstStyle>
          <a:p>
            <a:fld id="{FE579822-CA11-4041-9CD0-0FA7D4D75F47}" type="slidenum">
              <a:rPr lang="zh-CN" altLang="en-US"/>
              <a:pPr/>
              <a:t>‹#›</a:t>
            </a:fld>
            <a:endParaRPr lang="zh-CN" altLang="en-US"/>
          </a:p>
        </p:txBody>
      </p:sp>
    </p:spTree>
    <p:extLst>
      <p:ext uri="{BB962C8B-B14F-4D97-AF65-F5344CB8AC3E}">
        <p14:creationId xmlns:p14="http://schemas.microsoft.com/office/powerpoint/2010/main" val="39575488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节标题">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 name="矩形 3"/>
          <p:cNvSpPr/>
          <p:nvPr/>
        </p:nvSpPr>
        <p:spPr>
          <a:xfrm>
            <a:off x="0" y="0"/>
            <a:ext cx="9144000" cy="6858000"/>
          </a:xfrm>
          <a:prstGeom prst="rect">
            <a:avLst/>
          </a:prstGeom>
          <a:solidFill>
            <a:srgbClr val="FFFFFF"/>
          </a:solidFill>
          <a:ln w="12700" cap="flat" cmpd="sng" algn="ctr">
            <a:noFill/>
            <a:prstDash val="solid"/>
          </a:ln>
        </p:spPr>
        <p:style>
          <a:lnRef idx="2">
            <a:schemeClr val="accent1"/>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useBgFill="1">
        <p:nvSpPr>
          <p:cNvPr id="5" name="圆角矩形 4"/>
          <p:cNvSpPr/>
          <p:nvPr/>
        </p:nvSpPr>
        <p:spPr>
          <a:xfrm>
            <a:off x="65313" y="69755"/>
            <a:ext cx="9013372" cy="6692201"/>
          </a:xfrm>
          <a:prstGeom prst="roundRect">
            <a:avLst>
              <a:gd name="adj" fmla="val 4929"/>
            </a:avLst>
          </a:prstGeom>
          <a:ln w="6350" cap="sq" cmpd="sng" algn="ctr">
            <a:solidFill>
              <a:schemeClr val="tx1">
                <a:alpha val="100000"/>
              </a:schemeClr>
            </a:solidFill>
            <a:prstDash val="solid"/>
          </a:ln>
          <a:effectLst/>
        </p:spPr>
        <p:style>
          <a:lnRef idx="3">
            <a:schemeClr val="lt1"/>
          </a:lnRef>
          <a:fillRef idx="1003">
            <a:schemeClr val="lt1"/>
          </a:fillRef>
          <a:effectRef idx="1">
            <a:schemeClr val="accent1"/>
          </a:effectRef>
          <a:fontRef idx="minor">
            <a:schemeClr val="lt1"/>
          </a:fontRef>
        </p:style>
        <p:txBody>
          <a:bodyPr anchor="ctr"/>
          <a:lstStyle/>
          <a:p>
            <a:pPr algn="ctr" eaLnBrk="1" hangingPunct="1">
              <a:defRPr/>
            </a:pPr>
            <a:endParaRPr lang="en-US"/>
          </a:p>
        </p:txBody>
      </p:sp>
      <p:sp>
        <p:nvSpPr>
          <p:cNvPr id="6" name="矩形 5"/>
          <p:cNvSpPr/>
          <p:nvPr/>
        </p:nvSpPr>
        <p:spPr>
          <a:xfrm flipV="1">
            <a:off x="69850" y="2376488"/>
            <a:ext cx="9013825" cy="92075"/>
          </a:xfrm>
          <a:prstGeom prst="rect">
            <a:avLst/>
          </a:prstGeom>
          <a:solidFill>
            <a:schemeClr val="accent1">
              <a:alpha val="10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7" name="矩形 6"/>
          <p:cNvSpPr/>
          <p:nvPr/>
        </p:nvSpPr>
        <p:spPr>
          <a:xfrm>
            <a:off x="69850" y="2341563"/>
            <a:ext cx="9013825" cy="46037"/>
          </a:xfrm>
          <a:prstGeom prst="rect">
            <a:avLst/>
          </a:prstGeom>
          <a:solidFill>
            <a:schemeClr val="accent1">
              <a:tint val="6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8" name="矩形 7"/>
          <p:cNvSpPr/>
          <p:nvPr/>
        </p:nvSpPr>
        <p:spPr>
          <a:xfrm>
            <a:off x="68263" y="2468563"/>
            <a:ext cx="9015412" cy="46037"/>
          </a:xfrm>
          <a:prstGeom prst="rect">
            <a:avLst/>
          </a:prstGeom>
          <a:solidFill>
            <a:schemeClr val="accent5"/>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2" name="标题 1"/>
          <p:cNvSpPr>
            <a:spLocks noGrp="1"/>
          </p:cNvSpPr>
          <p:nvPr>
            <p:ph type="title"/>
          </p:nvPr>
        </p:nvSpPr>
        <p:spPr>
          <a:xfrm>
            <a:off x="722313" y="952500"/>
            <a:ext cx="7772400" cy="1362075"/>
          </a:xfrm>
        </p:spPr>
        <p:txBody>
          <a:bodyPr/>
          <a:lstStyle>
            <a:lvl1pPr algn="l">
              <a:buNone/>
              <a:defRPr sz="4000" b="0" cap="none"/>
            </a:lvl1pPr>
          </a:lstStyle>
          <a:p>
            <a:r>
              <a:rPr lang="zh-CN" altLang="en-US" smtClean="0"/>
              <a:t>单击此处编辑母版标题样式</a:t>
            </a:r>
            <a:endParaRPr lang="en-US"/>
          </a:p>
        </p:txBody>
      </p:sp>
      <p:sp>
        <p:nvSpPr>
          <p:cNvPr id="3" name="文本占位符 2"/>
          <p:cNvSpPr>
            <a:spLocks noGrp="1"/>
          </p:cNvSpPr>
          <p:nvPr>
            <p:ph type="body" idx="1"/>
          </p:nvPr>
        </p:nvSpPr>
        <p:spPr>
          <a:xfrm>
            <a:off x="722313" y="2547938"/>
            <a:ext cx="7772400" cy="1338262"/>
          </a:xfrm>
        </p:spPr>
        <p:txBody>
          <a:bodyPr/>
          <a:lstStyle>
            <a:lvl1pPr marL="0" indent="0">
              <a:buNone/>
              <a:defRPr sz="2400">
                <a:solidFill>
                  <a:schemeClr val="tx1">
                    <a:tint val="75000"/>
                  </a:schemeClr>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a:r>
              <a:rPr lang="zh-CN" altLang="en-US" smtClean="0"/>
              <a:t>单击此处编辑母版文本样式</a:t>
            </a:r>
          </a:p>
        </p:txBody>
      </p:sp>
      <p:sp>
        <p:nvSpPr>
          <p:cNvPr id="9" name="日期占位符 3"/>
          <p:cNvSpPr>
            <a:spLocks noGrp="1"/>
          </p:cNvSpPr>
          <p:nvPr>
            <p:ph type="dt" sz="half" idx="10"/>
          </p:nvPr>
        </p:nvSpPr>
        <p:spPr/>
        <p:txBody>
          <a:bodyPr/>
          <a:lstStyle>
            <a:lvl1pPr>
              <a:defRPr/>
            </a:lvl1pPr>
          </a:lstStyle>
          <a:p>
            <a:pPr>
              <a:defRPr/>
            </a:pPr>
            <a:fld id="{3CF51254-4FF1-4D69-8D51-8804FDB4FB0C}" type="datetimeFigureOut">
              <a:rPr lang="zh-CN" altLang="en-US"/>
              <a:pPr>
                <a:defRPr/>
              </a:pPr>
              <a:t>2015/5/28</a:t>
            </a:fld>
            <a:endParaRPr lang="zh-CN" altLang="en-US"/>
          </a:p>
        </p:txBody>
      </p:sp>
      <p:sp>
        <p:nvSpPr>
          <p:cNvPr id="10" name="页脚占位符 4"/>
          <p:cNvSpPr>
            <a:spLocks noGrp="1"/>
          </p:cNvSpPr>
          <p:nvPr>
            <p:ph type="ftr" sz="quarter" idx="11"/>
          </p:nvPr>
        </p:nvSpPr>
        <p:spPr>
          <a:xfrm>
            <a:off x="800100" y="6172200"/>
            <a:ext cx="4000500" cy="457200"/>
          </a:xfrm>
        </p:spPr>
        <p:txBody>
          <a:bodyPr/>
          <a:lstStyle>
            <a:lvl1pPr>
              <a:defRPr/>
            </a:lvl1pPr>
          </a:lstStyle>
          <a:p>
            <a:pPr>
              <a:defRPr/>
            </a:pPr>
            <a:endParaRPr lang="zh-CN" altLang="en-US"/>
          </a:p>
        </p:txBody>
      </p:sp>
      <p:sp>
        <p:nvSpPr>
          <p:cNvPr id="11" name="灯片编号占位符 5"/>
          <p:cNvSpPr>
            <a:spLocks noGrp="1"/>
          </p:cNvSpPr>
          <p:nvPr>
            <p:ph type="sldNum" sz="quarter" idx="12"/>
          </p:nvPr>
        </p:nvSpPr>
        <p:spPr>
          <a:xfrm>
            <a:off x="146050" y="6208713"/>
            <a:ext cx="457200" cy="457200"/>
          </a:xfrm>
        </p:spPr>
        <p:txBody>
          <a:bodyPr/>
          <a:lstStyle>
            <a:lvl1pPr>
              <a:defRPr/>
            </a:lvl1pPr>
          </a:lstStyle>
          <a:p>
            <a:fld id="{EDF36D77-2437-4AC1-8601-CC9047CECBDE}" type="slidenum">
              <a:rPr lang="zh-CN" altLang="en-US"/>
              <a:pPr/>
              <a:t>‹#›</a:t>
            </a:fld>
            <a:endParaRPr lang="zh-CN" altLang="en-US"/>
          </a:p>
        </p:txBody>
      </p:sp>
    </p:spTree>
    <p:extLst>
      <p:ext uri="{BB962C8B-B14F-4D97-AF65-F5344CB8AC3E}">
        <p14:creationId xmlns:p14="http://schemas.microsoft.com/office/powerpoint/2010/main" val="484203904"/>
      </p:ext>
    </p:extLst>
  </p:cSld>
  <p:clrMapOvr>
    <a:overrideClrMapping bg1="lt1" tx1="dk1" bg2="lt2" tx2="dk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en-US"/>
          </a:p>
        </p:txBody>
      </p:sp>
      <p:sp>
        <p:nvSpPr>
          <p:cNvPr id="9" name="内容占位符 8"/>
          <p:cNvSpPr>
            <a:spLocks noGrp="1"/>
          </p:cNvSpPr>
          <p:nvPr>
            <p:ph sz="quarter" idx="1"/>
          </p:nvPr>
        </p:nvSpPr>
        <p:spPr>
          <a:xfrm>
            <a:off x="914400" y="1447800"/>
            <a:ext cx="3749040" cy="45720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11" name="内容占位符 10"/>
          <p:cNvSpPr>
            <a:spLocks noGrp="1"/>
          </p:cNvSpPr>
          <p:nvPr>
            <p:ph sz="quarter" idx="2"/>
          </p:nvPr>
        </p:nvSpPr>
        <p:spPr>
          <a:xfrm>
            <a:off x="4933950" y="1447800"/>
            <a:ext cx="3749040" cy="45720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5" name="日期占位符 13"/>
          <p:cNvSpPr>
            <a:spLocks noGrp="1"/>
          </p:cNvSpPr>
          <p:nvPr>
            <p:ph type="dt" sz="half" idx="10"/>
          </p:nvPr>
        </p:nvSpPr>
        <p:spPr/>
        <p:txBody>
          <a:bodyPr/>
          <a:lstStyle>
            <a:lvl1pPr>
              <a:defRPr/>
            </a:lvl1pPr>
          </a:lstStyle>
          <a:p>
            <a:pPr>
              <a:defRPr/>
            </a:pPr>
            <a:fld id="{AA28930E-9966-4F3D-B0BF-57A47C4B337B}" type="datetimeFigureOut">
              <a:rPr lang="zh-CN" altLang="en-US"/>
              <a:pPr>
                <a:defRPr/>
              </a:pPr>
              <a:t>2015/5/28</a:t>
            </a:fld>
            <a:endParaRPr lang="zh-CN" altLang="en-US"/>
          </a:p>
        </p:txBody>
      </p:sp>
      <p:sp>
        <p:nvSpPr>
          <p:cNvPr id="6" name="页脚占位符 2"/>
          <p:cNvSpPr>
            <a:spLocks noGrp="1"/>
          </p:cNvSpPr>
          <p:nvPr>
            <p:ph type="ftr" sz="quarter" idx="11"/>
          </p:nvPr>
        </p:nvSpPr>
        <p:spPr/>
        <p:txBody>
          <a:bodyPr/>
          <a:lstStyle>
            <a:lvl1pPr>
              <a:defRPr/>
            </a:lvl1pPr>
          </a:lstStyle>
          <a:p>
            <a:pPr>
              <a:defRPr/>
            </a:pPr>
            <a:endParaRPr lang="zh-CN" altLang="en-US"/>
          </a:p>
        </p:txBody>
      </p:sp>
      <p:sp>
        <p:nvSpPr>
          <p:cNvPr id="7" name="灯片编号占位符 22"/>
          <p:cNvSpPr>
            <a:spLocks noGrp="1"/>
          </p:cNvSpPr>
          <p:nvPr>
            <p:ph type="sldNum" sz="quarter" idx="12"/>
          </p:nvPr>
        </p:nvSpPr>
        <p:spPr/>
        <p:txBody>
          <a:bodyPr/>
          <a:lstStyle>
            <a:lvl1pPr>
              <a:defRPr/>
            </a:lvl1pPr>
          </a:lstStyle>
          <a:p>
            <a:fld id="{C03C9B03-A2C1-47B0-91F8-8F4E80E59643}" type="slidenum">
              <a:rPr lang="zh-CN" altLang="en-US"/>
              <a:pPr/>
              <a:t>‹#›</a:t>
            </a:fld>
            <a:endParaRPr lang="zh-CN" altLang="en-US"/>
          </a:p>
        </p:txBody>
      </p:sp>
    </p:spTree>
    <p:extLst>
      <p:ext uri="{BB962C8B-B14F-4D97-AF65-F5344CB8AC3E}">
        <p14:creationId xmlns:p14="http://schemas.microsoft.com/office/powerpoint/2010/main" val="373078777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914400" y="273050"/>
            <a:ext cx="7772400" cy="1143000"/>
          </a:xfrm>
        </p:spPr>
        <p:txBody>
          <a:bodyPr/>
          <a:lstStyle>
            <a:lvl1pPr>
              <a:defRPr/>
            </a:lvl1pPr>
          </a:lstStyle>
          <a:p>
            <a:r>
              <a:rPr lang="zh-CN" altLang="en-US" smtClean="0"/>
              <a:t>单击此处编辑母版标题样式</a:t>
            </a:r>
            <a:endParaRPr lang="en-US"/>
          </a:p>
        </p:txBody>
      </p:sp>
      <p:sp>
        <p:nvSpPr>
          <p:cNvPr id="3" name="文本占位符 2"/>
          <p:cNvSpPr>
            <a:spLocks noGrp="1"/>
          </p:cNvSpPr>
          <p:nvPr>
            <p:ph type="body" idx="1"/>
          </p:nvPr>
        </p:nvSpPr>
        <p:spPr>
          <a:xfrm>
            <a:off x="914400" y="1447800"/>
            <a:ext cx="3733800" cy="762000"/>
          </a:xfrm>
          <a:noFill/>
          <a:ln w="12700" cap="sq" cmpd="sng" algn="ctr">
            <a:noFill/>
            <a:prstDash val="solid"/>
          </a:ln>
        </p:spPr>
        <p:txBody>
          <a:bodyPr anchor="b">
            <a:noAutofit/>
          </a:bodyPr>
          <a:lstStyle>
            <a:lvl1pPr marL="0" indent="0">
              <a:buNone/>
              <a:defRPr sz="2400" b="1">
                <a:solidFill>
                  <a:schemeClr val="accent1"/>
                </a:solidFill>
                <a:latin typeface="+mj-lt"/>
                <a:ea typeface="+mj-ea"/>
                <a:cs typeface="+mj-cs"/>
              </a:defRPr>
            </a:lvl1pPr>
            <a:lvl2pPr>
              <a:buNone/>
              <a:defRPr sz="2000" b="1"/>
            </a:lvl2pPr>
            <a:lvl3pPr>
              <a:buNone/>
              <a:defRPr sz="1800" b="1"/>
            </a:lvl3pPr>
            <a:lvl4pPr>
              <a:buNone/>
              <a:defRPr sz="1600" b="1"/>
            </a:lvl4pPr>
            <a:lvl5pPr>
              <a:buNone/>
              <a:defRPr sz="1600" b="1"/>
            </a:lvl5pPr>
          </a:lstStyle>
          <a:p>
            <a:pPr lvl="0"/>
            <a:r>
              <a:rPr lang="zh-CN" altLang="en-US" smtClean="0"/>
              <a:t>单击此处编辑母版文本样式</a:t>
            </a:r>
          </a:p>
        </p:txBody>
      </p:sp>
      <p:sp>
        <p:nvSpPr>
          <p:cNvPr id="4" name="文本占位符 3"/>
          <p:cNvSpPr>
            <a:spLocks noGrp="1"/>
          </p:cNvSpPr>
          <p:nvPr>
            <p:ph type="body" sz="half" idx="3"/>
          </p:nvPr>
        </p:nvSpPr>
        <p:spPr>
          <a:xfrm>
            <a:off x="4953000" y="1447800"/>
            <a:ext cx="3733800" cy="762000"/>
          </a:xfrm>
          <a:noFill/>
          <a:ln w="12700" cap="sq" cmpd="sng" algn="ctr">
            <a:noFill/>
            <a:prstDash val="solid"/>
          </a:ln>
        </p:spPr>
        <p:txBody>
          <a:bodyPr anchor="b">
            <a:noAutofit/>
          </a:bodyPr>
          <a:lstStyle>
            <a:lvl1pPr marL="0" indent="0">
              <a:buNone/>
              <a:defRPr sz="2400" b="1">
                <a:solidFill>
                  <a:schemeClr val="accent1"/>
                </a:solidFill>
                <a:latin typeface="+mj-lt"/>
                <a:ea typeface="+mj-ea"/>
                <a:cs typeface="+mj-cs"/>
              </a:defRPr>
            </a:lvl1pPr>
            <a:lvl2pPr>
              <a:buNone/>
              <a:defRPr sz="2000" b="1"/>
            </a:lvl2pPr>
            <a:lvl3pPr>
              <a:buNone/>
              <a:defRPr sz="1800" b="1"/>
            </a:lvl3pPr>
            <a:lvl4pPr>
              <a:buNone/>
              <a:defRPr sz="1600" b="1"/>
            </a:lvl4pPr>
            <a:lvl5pPr>
              <a:buNone/>
              <a:defRPr sz="1600" b="1"/>
            </a:lvl5pPr>
          </a:lstStyle>
          <a:p>
            <a:pPr lvl="0"/>
            <a:r>
              <a:rPr lang="zh-CN" altLang="en-US" smtClean="0"/>
              <a:t>单击此处编辑母版文本样式</a:t>
            </a:r>
          </a:p>
        </p:txBody>
      </p:sp>
      <p:sp>
        <p:nvSpPr>
          <p:cNvPr id="11" name="内容占位符 10"/>
          <p:cNvSpPr>
            <a:spLocks noGrp="1"/>
          </p:cNvSpPr>
          <p:nvPr>
            <p:ph sz="half" idx="2"/>
          </p:nvPr>
        </p:nvSpPr>
        <p:spPr>
          <a:xfrm>
            <a:off x="914400" y="2247900"/>
            <a:ext cx="3733800" cy="38862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13" name="内容占位符 12"/>
          <p:cNvSpPr>
            <a:spLocks noGrp="1"/>
          </p:cNvSpPr>
          <p:nvPr>
            <p:ph sz="half" idx="4"/>
          </p:nvPr>
        </p:nvSpPr>
        <p:spPr>
          <a:xfrm>
            <a:off x="4953000" y="2247900"/>
            <a:ext cx="3733800" cy="38862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7" name="日期占位符 13"/>
          <p:cNvSpPr>
            <a:spLocks noGrp="1"/>
          </p:cNvSpPr>
          <p:nvPr>
            <p:ph type="dt" sz="half" idx="10"/>
          </p:nvPr>
        </p:nvSpPr>
        <p:spPr/>
        <p:txBody>
          <a:bodyPr/>
          <a:lstStyle>
            <a:lvl1pPr>
              <a:defRPr/>
            </a:lvl1pPr>
          </a:lstStyle>
          <a:p>
            <a:pPr>
              <a:defRPr/>
            </a:pPr>
            <a:fld id="{0E5535A9-6D8A-41BD-A3DC-4F2512C74FDC}" type="datetimeFigureOut">
              <a:rPr lang="zh-CN" altLang="en-US"/>
              <a:pPr>
                <a:defRPr/>
              </a:pPr>
              <a:t>2015/5/28</a:t>
            </a:fld>
            <a:endParaRPr lang="zh-CN" altLang="en-US"/>
          </a:p>
        </p:txBody>
      </p:sp>
      <p:sp>
        <p:nvSpPr>
          <p:cNvPr id="8" name="页脚占位符 2"/>
          <p:cNvSpPr>
            <a:spLocks noGrp="1"/>
          </p:cNvSpPr>
          <p:nvPr>
            <p:ph type="ftr" sz="quarter" idx="11"/>
          </p:nvPr>
        </p:nvSpPr>
        <p:spPr/>
        <p:txBody>
          <a:bodyPr/>
          <a:lstStyle>
            <a:lvl1pPr>
              <a:defRPr/>
            </a:lvl1pPr>
          </a:lstStyle>
          <a:p>
            <a:pPr>
              <a:defRPr/>
            </a:pPr>
            <a:endParaRPr lang="zh-CN" altLang="en-US"/>
          </a:p>
        </p:txBody>
      </p:sp>
      <p:sp>
        <p:nvSpPr>
          <p:cNvPr id="9" name="灯片编号占位符 22"/>
          <p:cNvSpPr>
            <a:spLocks noGrp="1"/>
          </p:cNvSpPr>
          <p:nvPr>
            <p:ph type="sldNum" sz="quarter" idx="12"/>
          </p:nvPr>
        </p:nvSpPr>
        <p:spPr/>
        <p:txBody>
          <a:bodyPr/>
          <a:lstStyle>
            <a:lvl1pPr>
              <a:defRPr/>
            </a:lvl1pPr>
          </a:lstStyle>
          <a:p>
            <a:fld id="{E3D6236E-27AA-4AD7-8585-1F49500F4639}" type="slidenum">
              <a:rPr lang="zh-CN" altLang="en-US"/>
              <a:pPr/>
              <a:t>‹#›</a:t>
            </a:fld>
            <a:endParaRPr lang="zh-CN" altLang="en-US"/>
          </a:p>
        </p:txBody>
      </p:sp>
    </p:spTree>
    <p:extLst>
      <p:ext uri="{BB962C8B-B14F-4D97-AF65-F5344CB8AC3E}">
        <p14:creationId xmlns:p14="http://schemas.microsoft.com/office/powerpoint/2010/main" val="53030846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en-US"/>
          </a:p>
        </p:txBody>
      </p:sp>
      <p:sp>
        <p:nvSpPr>
          <p:cNvPr id="3" name="日期占位符 13"/>
          <p:cNvSpPr>
            <a:spLocks noGrp="1"/>
          </p:cNvSpPr>
          <p:nvPr>
            <p:ph type="dt" sz="half" idx="10"/>
          </p:nvPr>
        </p:nvSpPr>
        <p:spPr/>
        <p:txBody>
          <a:bodyPr/>
          <a:lstStyle>
            <a:lvl1pPr>
              <a:defRPr/>
            </a:lvl1pPr>
          </a:lstStyle>
          <a:p>
            <a:pPr>
              <a:defRPr/>
            </a:pPr>
            <a:fld id="{6A739181-C9B1-4E0A-A571-0D04A13C61C2}" type="datetimeFigureOut">
              <a:rPr lang="zh-CN" altLang="en-US"/>
              <a:pPr>
                <a:defRPr/>
              </a:pPr>
              <a:t>2015/5/28</a:t>
            </a:fld>
            <a:endParaRPr lang="zh-CN" altLang="en-US"/>
          </a:p>
        </p:txBody>
      </p:sp>
      <p:sp>
        <p:nvSpPr>
          <p:cNvPr id="4" name="页脚占位符 2"/>
          <p:cNvSpPr>
            <a:spLocks noGrp="1"/>
          </p:cNvSpPr>
          <p:nvPr>
            <p:ph type="ftr" sz="quarter" idx="11"/>
          </p:nvPr>
        </p:nvSpPr>
        <p:spPr/>
        <p:txBody>
          <a:bodyPr/>
          <a:lstStyle>
            <a:lvl1pPr>
              <a:defRPr/>
            </a:lvl1pPr>
          </a:lstStyle>
          <a:p>
            <a:pPr>
              <a:defRPr/>
            </a:pPr>
            <a:endParaRPr lang="zh-CN" altLang="en-US"/>
          </a:p>
        </p:txBody>
      </p:sp>
      <p:sp>
        <p:nvSpPr>
          <p:cNvPr id="5" name="灯片编号占位符 22"/>
          <p:cNvSpPr>
            <a:spLocks noGrp="1"/>
          </p:cNvSpPr>
          <p:nvPr>
            <p:ph type="sldNum" sz="quarter" idx="12"/>
          </p:nvPr>
        </p:nvSpPr>
        <p:spPr/>
        <p:txBody>
          <a:bodyPr/>
          <a:lstStyle>
            <a:lvl1pPr>
              <a:defRPr/>
            </a:lvl1pPr>
          </a:lstStyle>
          <a:p>
            <a:fld id="{2FCDA50C-FB6A-42FC-B1BA-54B49C7B3C1A}" type="slidenum">
              <a:rPr lang="zh-CN" altLang="en-US"/>
              <a:pPr/>
              <a:t>‹#›</a:t>
            </a:fld>
            <a:endParaRPr lang="zh-CN" altLang="en-US"/>
          </a:p>
        </p:txBody>
      </p:sp>
    </p:spTree>
    <p:extLst>
      <p:ext uri="{BB962C8B-B14F-4D97-AF65-F5344CB8AC3E}">
        <p14:creationId xmlns:p14="http://schemas.microsoft.com/office/powerpoint/2010/main" val="289983720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3"/>
          <p:cNvSpPr>
            <a:spLocks noGrp="1"/>
          </p:cNvSpPr>
          <p:nvPr>
            <p:ph type="dt" sz="half" idx="10"/>
          </p:nvPr>
        </p:nvSpPr>
        <p:spPr/>
        <p:txBody>
          <a:bodyPr/>
          <a:lstStyle>
            <a:lvl1pPr>
              <a:defRPr/>
            </a:lvl1pPr>
          </a:lstStyle>
          <a:p>
            <a:pPr>
              <a:defRPr/>
            </a:pPr>
            <a:fld id="{E27A3111-BA82-4D01-BAE5-C1F00CB27BDB}" type="datetimeFigureOut">
              <a:rPr lang="zh-CN" altLang="en-US"/>
              <a:pPr>
                <a:defRPr/>
              </a:pPr>
              <a:t>2015/5/28</a:t>
            </a:fld>
            <a:endParaRPr lang="zh-CN" altLang="en-US"/>
          </a:p>
        </p:txBody>
      </p:sp>
      <p:sp>
        <p:nvSpPr>
          <p:cNvPr id="3" name="页脚占位符 2"/>
          <p:cNvSpPr>
            <a:spLocks noGrp="1"/>
          </p:cNvSpPr>
          <p:nvPr>
            <p:ph type="ftr" sz="quarter" idx="11"/>
          </p:nvPr>
        </p:nvSpPr>
        <p:spPr/>
        <p:txBody>
          <a:bodyPr/>
          <a:lstStyle>
            <a:lvl1pPr>
              <a:defRPr/>
            </a:lvl1pPr>
          </a:lstStyle>
          <a:p>
            <a:pPr>
              <a:defRPr/>
            </a:pPr>
            <a:endParaRPr lang="zh-CN" altLang="en-US"/>
          </a:p>
        </p:txBody>
      </p:sp>
      <p:sp>
        <p:nvSpPr>
          <p:cNvPr id="4" name="灯片编号占位符 22"/>
          <p:cNvSpPr>
            <a:spLocks noGrp="1"/>
          </p:cNvSpPr>
          <p:nvPr>
            <p:ph type="sldNum" sz="quarter" idx="12"/>
          </p:nvPr>
        </p:nvSpPr>
        <p:spPr/>
        <p:txBody>
          <a:bodyPr/>
          <a:lstStyle>
            <a:lvl1pPr>
              <a:defRPr/>
            </a:lvl1pPr>
          </a:lstStyle>
          <a:p>
            <a:fld id="{700A8279-2869-41EA-985D-3815B4F382DB}" type="slidenum">
              <a:rPr lang="zh-CN" altLang="en-US"/>
              <a:pPr/>
              <a:t>‹#›</a:t>
            </a:fld>
            <a:endParaRPr lang="zh-CN" altLang="en-US"/>
          </a:p>
        </p:txBody>
      </p:sp>
    </p:spTree>
    <p:extLst>
      <p:ext uri="{BB962C8B-B14F-4D97-AF65-F5344CB8AC3E}">
        <p14:creationId xmlns:p14="http://schemas.microsoft.com/office/powerpoint/2010/main" val="135673222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5" name="矩形 4"/>
          <p:cNvSpPr/>
          <p:nvPr/>
        </p:nvSpPr>
        <p:spPr>
          <a:xfrm>
            <a:off x="0" y="0"/>
            <a:ext cx="9144000" cy="6858000"/>
          </a:xfrm>
          <a:prstGeom prst="rect">
            <a:avLst/>
          </a:prstGeom>
          <a:solidFill>
            <a:srgbClr val="FFFFFF"/>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useBgFill="1">
        <p:nvSpPr>
          <p:cNvPr id="6" name="圆角矩形 5"/>
          <p:cNvSpPr/>
          <p:nvPr/>
        </p:nvSpPr>
        <p:spPr>
          <a:xfrm>
            <a:off x="63500" y="69850"/>
            <a:ext cx="9013825" cy="6692900"/>
          </a:xfrm>
          <a:prstGeom prst="roundRect">
            <a:avLst>
              <a:gd name="adj" fmla="val 4929"/>
            </a:avLst>
          </a:prstGeom>
          <a:ln w="6350" cap="sq" cmpd="sng" algn="ctr">
            <a:solidFill>
              <a:schemeClr val="tx1">
                <a:alpha val="100000"/>
              </a:schemeClr>
            </a:solidFill>
            <a:prstDash val="solid"/>
          </a:ln>
          <a:effectLst/>
        </p:spPr>
        <p:style>
          <a:lnRef idx="3">
            <a:schemeClr val="lt1"/>
          </a:lnRef>
          <a:fillRef idx="1001">
            <a:schemeClr val="lt1"/>
          </a:fillRef>
          <a:effectRef idx="1">
            <a:schemeClr val="accent1"/>
          </a:effectRef>
          <a:fontRef idx="minor">
            <a:schemeClr val="lt1"/>
          </a:fontRef>
        </p:style>
        <p:txBody>
          <a:bodyPr anchor="ctr"/>
          <a:lstStyle/>
          <a:p>
            <a:pPr algn="ctr" eaLnBrk="1" hangingPunct="1">
              <a:defRPr/>
            </a:pPr>
            <a:endParaRPr lang="en-US"/>
          </a:p>
        </p:txBody>
      </p:sp>
      <p:sp>
        <p:nvSpPr>
          <p:cNvPr id="2" name="标题 1"/>
          <p:cNvSpPr>
            <a:spLocks noGrp="1"/>
          </p:cNvSpPr>
          <p:nvPr>
            <p:ph type="title"/>
          </p:nvPr>
        </p:nvSpPr>
        <p:spPr>
          <a:xfrm>
            <a:off x="914400" y="273050"/>
            <a:ext cx="7772400" cy="1143000"/>
          </a:xfrm>
        </p:spPr>
        <p:txBody>
          <a:bodyPr/>
          <a:lstStyle>
            <a:lvl1pPr algn="l">
              <a:buNone/>
              <a:defRPr sz="4000" b="0"/>
            </a:lvl1pPr>
          </a:lstStyle>
          <a:p>
            <a:r>
              <a:rPr lang="zh-CN" altLang="en-US" smtClean="0"/>
              <a:t>单击此处编辑母版标题样式</a:t>
            </a:r>
            <a:endParaRPr lang="en-US"/>
          </a:p>
        </p:txBody>
      </p:sp>
      <p:sp>
        <p:nvSpPr>
          <p:cNvPr id="3" name="文本占位符 2"/>
          <p:cNvSpPr>
            <a:spLocks noGrp="1"/>
          </p:cNvSpPr>
          <p:nvPr>
            <p:ph type="body" idx="2"/>
          </p:nvPr>
        </p:nvSpPr>
        <p:spPr>
          <a:xfrm>
            <a:off x="914400" y="1600200"/>
            <a:ext cx="1905000" cy="4495800"/>
          </a:xfrm>
        </p:spPr>
        <p:txBody>
          <a:bodyPr/>
          <a:lstStyle>
            <a:lvl1pPr marL="0" indent="0">
              <a:buNone/>
              <a:defRPr sz="1800"/>
            </a:lvl1pPr>
            <a:lvl2pPr>
              <a:buNone/>
              <a:defRPr sz="1200"/>
            </a:lvl2pPr>
            <a:lvl3pPr>
              <a:buNone/>
              <a:defRPr sz="1000"/>
            </a:lvl3pPr>
            <a:lvl4pPr>
              <a:buNone/>
              <a:defRPr sz="900"/>
            </a:lvl4pPr>
            <a:lvl5pPr>
              <a:buNone/>
              <a:defRPr sz="900"/>
            </a:lvl5pPr>
          </a:lstStyle>
          <a:p>
            <a:pPr lvl="0"/>
            <a:r>
              <a:rPr lang="zh-CN" altLang="en-US" smtClean="0"/>
              <a:t>单击此处编辑母版文本样式</a:t>
            </a:r>
          </a:p>
        </p:txBody>
      </p:sp>
      <p:sp>
        <p:nvSpPr>
          <p:cNvPr id="11" name="内容占位符 10"/>
          <p:cNvSpPr>
            <a:spLocks noGrp="1"/>
          </p:cNvSpPr>
          <p:nvPr>
            <p:ph sz="quarter" idx="1"/>
          </p:nvPr>
        </p:nvSpPr>
        <p:spPr>
          <a:xfrm>
            <a:off x="2971800" y="1600200"/>
            <a:ext cx="5715000" cy="44958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7" name="日期占位符 4"/>
          <p:cNvSpPr>
            <a:spLocks noGrp="1"/>
          </p:cNvSpPr>
          <p:nvPr>
            <p:ph type="dt" sz="half" idx="10"/>
          </p:nvPr>
        </p:nvSpPr>
        <p:spPr/>
        <p:txBody>
          <a:bodyPr/>
          <a:lstStyle>
            <a:lvl1pPr>
              <a:defRPr/>
            </a:lvl1pPr>
          </a:lstStyle>
          <a:p>
            <a:pPr>
              <a:defRPr/>
            </a:pPr>
            <a:fld id="{997B8A17-F805-4581-BEB8-A30DEEF6331B}" type="datetimeFigureOut">
              <a:rPr lang="zh-CN" altLang="en-US"/>
              <a:pPr>
                <a:defRPr/>
              </a:pPr>
              <a:t>2015/5/28</a:t>
            </a:fld>
            <a:endParaRPr lang="zh-CN" altLang="en-US"/>
          </a:p>
        </p:txBody>
      </p:sp>
      <p:sp>
        <p:nvSpPr>
          <p:cNvPr id="8" name="页脚占位符 5"/>
          <p:cNvSpPr>
            <a:spLocks noGrp="1"/>
          </p:cNvSpPr>
          <p:nvPr>
            <p:ph type="ftr" sz="quarter" idx="11"/>
          </p:nvPr>
        </p:nvSpPr>
        <p:spPr/>
        <p:txBody>
          <a:bodyPr/>
          <a:lstStyle>
            <a:lvl1pPr>
              <a:defRPr/>
            </a:lvl1pPr>
          </a:lstStyle>
          <a:p>
            <a:pPr>
              <a:defRPr/>
            </a:pPr>
            <a:endParaRPr lang="zh-CN" altLang="en-US"/>
          </a:p>
        </p:txBody>
      </p:sp>
      <p:sp>
        <p:nvSpPr>
          <p:cNvPr id="9" name="灯片编号占位符 6"/>
          <p:cNvSpPr>
            <a:spLocks noGrp="1"/>
          </p:cNvSpPr>
          <p:nvPr>
            <p:ph type="sldNum" sz="quarter" idx="12"/>
          </p:nvPr>
        </p:nvSpPr>
        <p:spPr/>
        <p:txBody>
          <a:bodyPr/>
          <a:lstStyle>
            <a:lvl1pPr>
              <a:defRPr/>
            </a:lvl1pPr>
          </a:lstStyle>
          <a:p>
            <a:fld id="{421A8DE5-76CB-437F-8037-9CC2259E62E8}" type="slidenum">
              <a:rPr lang="zh-CN" altLang="en-US"/>
              <a:pPr/>
              <a:t>‹#›</a:t>
            </a:fld>
            <a:endParaRPr lang="zh-CN" altLang="en-US"/>
          </a:p>
        </p:txBody>
      </p:sp>
    </p:spTree>
    <p:extLst>
      <p:ext uri="{BB962C8B-B14F-4D97-AF65-F5344CB8AC3E}">
        <p14:creationId xmlns:p14="http://schemas.microsoft.com/office/powerpoint/2010/main" val="65312240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5" name="矩形 4"/>
          <p:cNvSpPr/>
          <p:nvPr/>
        </p:nvSpPr>
        <p:spPr>
          <a:xfrm flipV="1">
            <a:off x="68263" y="4683125"/>
            <a:ext cx="9007475" cy="92075"/>
          </a:xfrm>
          <a:prstGeom prst="rect">
            <a:avLst/>
          </a:prstGeom>
          <a:solidFill>
            <a:schemeClr val="accent1">
              <a:alpha val="10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6" name="矩形 5"/>
          <p:cNvSpPr/>
          <p:nvPr/>
        </p:nvSpPr>
        <p:spPr>
          <a:xfrm>
            <a:off x="68263" y="4649788"/>
            <a:ext cx="9007475" cy="46037"/>
          </a:xfrm>
          <a:prstGeom prst="rect">
            <a:avLst/>
          </a:prstGeom>
          <a:solidFill>
            <a:schemeClr val="accent1">
              <a:tint val="6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7" name="矩形 6"/>
          <p:cNvSpPr/>
          <p:nvPr/>
        </p:nvSpPr>
        <p:spPr>
          <a:xfrm>
            <a:off x="68263" y="4773613"/>
            <a:ext cx="9007475" cy="47625"/>
          </a:xfrm>
          <a:prstGeom prst="rect">
            <a:avLst/>
          </a:prstGeom>
          <a:solidFill>
            <a:schemeClr val="accent5"/>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hangingPunct="1">
              <a:defRPr/>
            </a:pPr>
            <a:endParaRPr lang="en-US"/>
          </a:p>
        </p:txBody>
      </p:sp>
      <p:sp>
        <p:nvSpPr>
          <p:cNvPr id="2" name="标题 1"/>
          <p:cNvSpPr>
            <a:spLocks noGrp="1"/>
          </p:cNvSpPr>
          <p:nvPr>
            <p:ph type="title"/>
          </p:nvPr>
        </p:nvSpPr>
        <p:spPr>
          <a:xfrm>
            <a:off x="914400" y="4900550"/>
            <a:ext cx="7315200" cy="522288"/>
          </a:xfrm>
        </p:spPr>
        <p:txBody>
          <a:bodyPr anchor="ctr">
            <a:noAutofit/>
          </a:bodyPr>
          <a:lstStyle>
            <a:lvl1pPr algn="l">
              <a:buNone/>
              <a:defRPr sz="2800" b="0"/>
            </a:lvl1pPr>
          </a:lstStyle>
          <a:p>
            <a:r>
              <a:rPr lang="zh-CN" altLang="en-US" smtClean="0"/>
              <a:t>单击此处编辑母版标题样式</a:t>
            </a:r>
            <a:endParaRPr lang="en-US"/>
          </a:p>
        </p:txBody>
      </p:sp>
      <p:sp>
        <p:nvSpPr>
          <p:cNvPr id="4" name="文本占位符 3"/>
          <p:cNvSpPr>
            <a:spLocks noGrp="1"/>
          </p:cNvSpPr>
          <p:nvPr>
            <p:ph type="body" sz="half" idx="2"/>
          </p:nvPr>
        </p:nvSpPr>
        <p:spPr>
          <a:xfrm>
            <a:off x="914400" y="5445825"/>
            <a:ext cx="7315200" cy="685800"/>
          </a:xfrm>
        </p:spPr>
        <p:txBody>
          <a:bodyPr/>
          <a:lstStyle>
            <a:lvl1pPr marL="0" indent="0">
              <a:buFontTx/>
              <a:buNone/>
              <a:defRPr sz="1600"/>
            </a:lvl1pPr>
            <a:lvl2pPr>
              <a:defRPr sz="1200"/>
            </a:lvl2pPr>
            <a:lvl3pPr>
              <a:defRPr sz="1000"/>
            </a:lvl3pPr>
            <a:lvl4pPr>
              <a:defRPr sz="900"/>
            </a:lvl4pPr>
            <a:lvl5pPr>
              <a:defRPr sz="900"/>
            </a:lvl5pPr>
          </a:lstStyle>
          <a:p>
            <a:pPr lvl="0"/>
            <a:r>
              <a:rPr lang="zh-CN" altLang="en-US" smtClean="0"/>
              <a:t>单击此处编辑母版文本样式</a:t>
            </a:r>
          </a:p>
        </p:txBody>
      </p:sp>
      <p:sp>
        <p:nvSpPr>
          <p:cNvPr id="3" name="图片占位符 2"/>
          <p:cNvSpPr>
            <a:spLocks noGrp="1"/>
          </p:cNvSpPr>
          <p:nvPr>
            <p:ph type="pic" idx="1"/>
          </p:nvPr>
        </p:nvSpPr>
        <p:spPr>
          <a:xfrm>
            <a:off x="68308" y="66675"/>
            <a:ext cx="9001873" cy="4581525"/>
          </a:xfrm>
          <a:prstGeom prst="round2SameRect">
            <a:avLst>
              <a:gd name="adj1" fmla="val 7101"/>
              <a:gd name="adj2" fmla="val 0"/>
            </a:avLst>
          </a:prstGeom>
          <a:solidFill>
            <a:schemeClr val="bg2"/>
          </a:solidFill>
          <a:ln w="6350">
            <a:solidFill>
              <a:schemeClr val="tx1"/>
            </a:solidFill>
          </a:ln>
        </p:spPr>
        <p:txBody>
          <a:bodyPr>
            <a:normAutofit/>
          </a:bodyPr>
          <a:lstStyle>
            <a:lvl1pPr marL="0" indent="0">
              <a:buNone/>
              <a:defRPr sz="3200"/>
            </a:lvl1pPr>
          </a:lstStyle>
          <a:p>
            <a:pPr lvl="0"/>
            <a:r>
              <a:rPr lang="zh-CN" altLang="en-US" noProof="0" smtClean="0"/>
              <a:t>单击图标添加图片</a:t>
            </a:r>
            <a:endParaRPr lang="en-US" noProof="0" dirty="0"/>
          </a:p>
        </p:txBody>
      </p:sp>
      <p:sp>
        <p:nvSpPr>
          <p:cNvPr id="8" name="日期占位符 4"/>
          <p:cNvSpPr>
            <a:spLocks noGrp="1"/>
          </p:cNvSpPr>
          <p:nvPr>
            <p:ph type="dt" sz="half" idx="10"/>
          </p:nvPr>
        </p:nvSpPr>
        <p:spPr/>
        <p:txBody>
          <a:bodyPr/>
          <a:lstStyle>
            <a:lvl1pPr>
              <a:defRPr/>
            </a:lvl1pPr>
          </a:lstStyle>
          <a:p>
            <a:pPr>
              <a:defRPr/>
            </a:pPr>
            <a:fld id="{8AAC890C-88D7-47F1-A2A2-E89D6EFB7F94}" type="datetimeFigureOut">
              <a:rPr lang="zh-CN" altLang="en-US"/>
              <a:pPr>
                <a:defRPr/>
              </a:pPr>
              <a:t>2015/5/28</a:t>
            </a:fld>
            <a:endParaRPr lang="zh-CN" altLang="en-US"/>
          </a:p>
        </p:txBody>
      </p:sp>
      <p:sp>
        <p:nvSpPr>
          <p:cNvPr id="9" name="页脚占位符 5"/>
          <p:cNvSpPr>
            <a:spLocks noGrp="1"/>
          </p:cNvSpPr>
          <p:nvPr>
            <p:ph type="ftr" sz="quarter" idx="11"/>
          </p:nvPr>
        </p:nvSpPr>
        <p:spPr>
          <a:xfrm>
            <a:off x="914400" y="6172200"/>
            <a:ext cx="3886200" cy="457200"/>
          </a:xfrm>
        </p:spPr>
        <p:txBody>
          <a:bodyPr/>
          <a:lstStyle>
            <a:lvl1pPr>
              <a:defRPr/>
            </a:lvl1pPr>
          </a:lstStyle>
          <a:p>
            <a:pPr>
              <a:defRPr/>
            </a:pPr>
            <a:endParaRPr lang="zh-CN" altLang="en-US"/>
          </a:p>
        </p:txBody>
      </p:sp>
      <p:sp>
        <p:nvSpPr>
          <p:cNvPr id="10" name="灯片编号占位符 6"/>
          <p:cNvSpPr>
            <a:spLocks noGrp="1"/>
          </p:cNvSpPr>
          <p:nvPr>
            <p:ph type="sldNum" sz="quarter" idx="12"/>
          </p:nvPr>
        </p:nvSpPr>
        <p:spPr>
          <a:xfrm>
            <a:off x="146050" y="6208713"/>
            <a:ext cx="457200" cy="457200"/>
          </a:xfrm>
        </p:spPr>
        <p:txBody>
          <a:bodyPr/>
          <a:lstStyle>
            <a:lvl1pPr>
              <a:defRPr/>
            </a:lvl1pPr>
          </a:lstStyle>
          <a:p>
            <a:fld id="{88C6D749-D15D-41CE-9599-4CD2F4425B69}" type="slidenum">
              <a:rPr lang="zh-CN" altLang="en-US"/>
              <a:pPr/>
              <a:t>‹#›</a:t>
            </a:fld>
            <a:endParaRPr lang="zh-CN" altLang="en-US"/>
          </a:p>
        </p:txBody>
      </p:sp>
    </p:spTree>
    <p:extLst>
      <p:ext uri="{BB962C8B-B14F-4D97-AF65-F5344CB8AC3E}">
        <p14:creationId xmlns:p14="http://schemas.microsoft.com/office/powerpoint/2010/main" val="32193813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日期占位符 13"/>
          <p:cNvSpPr>
            <a:spLocks noGrp="1"/>
          </p:cNvSpPr>
          <p:nvPr>
            <p:ph type="dt" sz="half" idx="10"/>
          </p:nvPr>
        </p:nvSpPr>
        <p:spPr/>
        <p:txBody>
          <a:bodyPr/>
          <a:lstStyle>
            <a:lvl1pPr>
              <a:defRPr/>
            </a:lvl1pPr>
          </a:lstStyle>
          <a:p>
            <a:pPr>
              <a:defRPr/>
            </a:pPr>
            <a:fld id="{C957454B-0170-4C76-9731-021B9E79C8A1}" type="datetimeFigureOut">
              <a:rPr lang="zh-CN" altLang="en-US"/>
              <a:pPr>
                <a:defRPr/>
              </a:pPr>
              <a:t>2015/5/28</a:t>
            </a:fld>
            <a:endParaRPr lang="zh-CN" altLang="en-US"/>
          </a:p>
        </p:txBody>
      </p:sp>
      <p:sp>
        <p:nvSpPr>
          <p:cNvPr id="5" name="页脚占位符 2"/>
          <p:cNvSpPr>
            <a:spLocks noGrp="1"/>
          </p:cNvSpPr>
          <p:nvPr>
            <p:ph type="ftr" sz="quarter" idx="11"/>
          </p:nvPr>
        </p:nvSpPr>
        <p:spPr/>
        <p:txBody>
          <a:bodyPr/>
          <a:lstStyle>
            <a:lvl1pPr>
              <a:defRPr/>
            </a:lvl1pPr>
          </a:lstStyle>
          <a:p>
            <a:pPr>
              <a:defRPr/>
            </a:pPr>
            <a:endParaRPr lang="zh-CN" altLang="en-US"/>
          </a:p>
        </p:txBody>
      </p:sp>
      <p:sp>
        <p:nvSpPr>
          <p:cNvPr id="6" name="灯片编号占位符 22"/>
          <p:cNvSpPr>
            <a:spLocks noGrp="1"/>
          </p:cNvSpPr>
          <p:nvPr>
            <p:ph type="sldNum" sz="quarter" idx="12"/>
          </p:nvPr>
        </p:nvSpPr>
        <p:spPr/>
        <p:txBody>
          <a:bodyPr/>
          <a:lstStyle>
            <a:lvl1pPr>
              <a:defRPr/>
            </a:lvl1pPr>
          </a:lstStyle>
          <a:p>
            <a:fld id="{8524F1B6-761D-4AF7-827D-8CA695C212DE}" type="slidenum">
              <a:rPr lang="zh-CN" altLang="en-US"/>
              <a:pPr/>
              <a:t>‹#›</a:t>
            </a:fld>
            <a:endParaRPr lang="zh-CN" altLang="en-US"/>
          </a:p>
        </p:txBody>
      </p:sp>
    </p:spTree>
    <p:extLst>
      <p:ext uri="{BB962C8B-B14F-4D97-AF65-F5344CB8AC3E}">
        <p14:creationId xmlns:p14="http://schemas.microsoft.com/office/powerpoint/2010/main" val="398019444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41"/>
            <a:ext cx="2011680" cy="5851525"/>
          </a:xfrm>
        </p:spPr>
        <p:txBody>
          <a:bodyPr vert="eaVert"/>
          <a:lstStyle/>
          <a:p>
            <a:r>
              <a:rPr lang="zh-CN" altLang="en-US" smtClean="0"/>
              <a:t>单击此处编辑母版标题样式</a:t>
            </a:r>
            <a:endParaRPr lang="en-US"/>
          </a:p>
        </p:txBody>
      </p:sp>
      <p:sp>
        <p:nvSpPr>
          <p:cNvPr id="3" name="竖排文字占位符 2"/>
          <p:cNvSpPr>
            <a:spLocks noGrp="1"/>
          </p:cNvSpPr>
          <p:nvPr>
            <p:ph type="body" orient="vert" idx="1"/>
          </p:nvPr>
        </p:nvSpPr>
        <p:spPr>
          <a:xfrm>
            <a:off x="914400" y="274640"/>
            <a:ext cx="5562600" cy="5851525"/>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日期占位符 13"/>
          <p:cNvSpPr>
            <a:spLocks noGrp="1"/>
          </p:cNvSpPr>
          <p:nvPr>
            <p:ph type="dt" sz="half" idx="10"/>
          </p:nvPr>
        </p:nvSpPr>
        <p:spPr/>
        <p:txBody>
          <a:bodyPr/>
          <a:lstStyle>
            <a:lvl1pPr>
              <a:defRPr/>
            </a:lvl1pPr>
          </a:lstStyle>
          <a:p>
            <a:pPr>
              <a:defRPr/>
            </a:pPr>
            <a:fld id="{C7D268C9-F742-4B06-B0B5-B9A7D6B4C2B3}" type="datetimeFigureOut">
              <a:rPr lang="zh-CN" altLang="en-US"/>
              <a:pPr>
                <a:defRPr/>
              </a:pPr>
              <a:t>2015/5/28</a:t>
            </a:fld>
            <a:endParaRPr lang="zh-CN" altLang="en-US"/>
          </a:p>
        </p:txBody>
      </p:sp>
      <p:sp>
        <p:nvSpPr>
          <p:cNvPr id="5" name="页脚占位符 2"/>
          <p:cNvSpPr>
            <a:spLocks noGrp="1"/>
          </p:cNvSpPr>
          <p:nvPr>
            <p:ph type="ftr" sz="quarter" idx="11"/>
          </p:nvPr>
        </p:nvSpPr>
        <p:spPr/>
        <p:txBody>
          <a:bodyPr/>
          <a:lstStyle>
            <a:lvl1pPr>
              <a:defRPr/>
            </a:lvl1pPr>
          </a:lstStyle>
          <a:p>
            <a:pPr>
              <a:defRPr/>
            </a:pPr>
            <a:endParaRPr lang="zh-CN" altLang="en-US"/>
          </a:p>
        </p:txBody>
      </p:sp>
      <p:sp>
        <p:nvSpPr>
          <p:cNvPr id="6" name="灯片编号占位符 22"/>
          <p:cNvSpPr>
            <a:spLocks noGrp="1"/>
          </p:cNvSpPr>
          <p:nvPr>
            <p:ph type="sldNum" sz="quarter" idx="12"/>
          </p:nvPr>
        </p:nvSpPr>
        <p:spPr/>
        <p:txBody>
          <a:bodyPr/>
          <a:lstStyle>
            <a:lvl1pPr>
              <a:defRPr/>
            </a:lvl1pPr>
          </a:lstStyle>
          <a:p>
            <a:fld id="{30F8221C-F396-4C48-9475-06336C9CE570}" type="slidenum">
              <a:rPr lang="zh-CN" altLang="en-US"/>
              <a:pPr/>
              <a:t>‹#›</a:t>
            </a:fld>
            <a:endParaRPr lang="zh-CN" altLang="en-US"/>
          </a:p>
        </p:txBody>
      </p:sp>
    </p:spTree>
    <p:extLst>
      <p:ext uri="{BB962C8B-B14F-4D97-AF65-F5344CB8AC3E}">
        <p14:creationId xmlns:p14="http://schemas.microsoft.com/office/powerpoint/2010/main" val="338422508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3458262D-8245-4154-BFBA-84908D2E4A8A}"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256907034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lvl1pPr>
              <a:defRPr/>
            </a:lvl1pPr>
          </a:lstStyle>
          <a:p>
            <a:endParaRPr lang="en-US" altLang="zh-CN">
              <a:solidFill>
                <a:srgbClr val="000000"/>
              </a:solidFill>
            </a:endParaRPr>
          </a:p>
        </p:txBody>
      </p:sp>
      <p:sp>
        <p:nvSpPr>
          <p:cNvPr id="5" name="页脚占位符 4"/>
          <p:cNvSpPr>
            <a:spLocks noGrp="1"/>
          </p:cNvSpPr>
          <p:nvPr>
            <p:ph type="ftr" sz="quarter" idx="11"/>
          </p:nvPr>
        </p:nvSpPr>
        <p:spPr/>
        <p:txBody>
          <a:bodyPr/>
          <a:lstStyle>
            <a:lvl1pPr>
              <a:defRPr/>
            </a:lvl1pPr>
          </a:lstStyle>
          <a:p>
            <a:endParaRPr lang="en-US" altLang="zh-CN">
              <a:solidFill>
                <a:srgbClr val="000000"/>
              </a:solidFill>
            </a:endParaRPr>
          </a:p>
        </p:txBody>
      </p:sp>
      <p:sp>
        <p:nvSpPr>
          <p:cNvPr id="6" name="灯片编号占位符 5"/>
          <p:cNvSpPr>
            <a:spLocks noGrp="1"/>
          </p:cNvSpPr>
          <p:nvPr>
            <p:ph type="sldNum" sz="quarter" idx="12"/>
          </p:nvPr>
        </p:nvSpPr>
        <p:spPr/>
        <p:txBody>
          <a:bodyPr/>
          <a:lstStyle>
            <a:lvl1pPr>
              <a:defRPr/>
            </a:lvl1pPr>
          </a:lstStyle>
          <a:p>
            <a:fld id="{EBF56295-2496-4874-A9EF-2A668D8D7D8C}" type="slidenum">
              <a:rPr lang="en-US" altLang="zh-CN">
                <a:solidFill>
                  <a:srgbClr val="000000"/>
                </a:solidFill>
              </a:rPr>
              <a:pPr/>
              <a:t>‹#›</a:t>
            </a:fld>
            <a:endParaRPr lang="en-US" altLang="zh-CN">
              <a:solidFill>
                <a:srgbClr val="000000"/>
              </a:solidFill>
            </a:endParaRPr>
          </a:p>
        </p:txBody>
      </p:sp>
    </p:spTree>
    <p:extLst>
      <p:ext uri="{BB962C8B-B14F-4D97-AF65-F5344CB8AC3E}">
        <p14:creationId xmlns:p14="http://schemas.microsoft.com/office/powerpoint/2010/main" val="47808961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13.xml"/></Relationships>
</file>

<file path=ppt/slideMasters/_rels/slideMaster4.xml.rels><?xml version="1.0" encoding="UTF-8" standalone="yes"?>
<Relationships xmlns="http://schemas.openxmlformats.org/package/2006/relationships"><Relationship Id="rId2" Type="http://schemas.openxmlformats.org/officeDocument/2006/relationships/theme" Target="../theme/theme4.xml"/><Relationship Id="rId1" Type="http://schemas.openxmlformats.org/officeDocument/2006/relationships/slideLayout" Target="../slideLayouts/slideLayout14.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15.xml"/></Relationships>
</file>

<file path=ppt/slideMasters/_rels/slideMaster6.xml.rels><?xml version="1.0" encoding="UTF-8" standalone="yes"?>
<Relationships xmlns="http://schemas.openxmlformats.org/package/2006/relationships"><Relationship Id="rId2" Type="http://schemas.openxmlformats.org/officeDocument/2006/relationships/theme" Target="../theme/theme6.xml"/><Relationship Id="rId1" Type="http://schemas.openxmlformats.org/officeDocument/2006/relationships/slideLayout" Target="../slideLayouts/slideLayout16.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17.xml"/></Relationships>
</file>

<file path=ppt/slideMasters/_rels/slideMaster8.xml.rels><?xml version="1.0" encoding="UTF-8" standalone="yes"?>
<Relationships xmlns="http://schemas.openxmlformats.org/package/2006/relationships"><Relationship Id="rId2" Type="http://schemas.openxmlformats.org/officeDocument/2006/relationships/theme" Target="../theme/theme8.xml"/><Relationship Id="rId1" Type="http://schemas.openxmlformats.org/officeDocument/2006/relationships/slideLayout" Target="../slideLayouts/slideLayout18.xml"/></Relationships>
</file>

<file path=ppt/slideMasters/_rels/slideMaster9.xml.rels><?xml version="1.0" encoding="UTF-8" standalone="yes"?>
<Relationships xmlns="http://schemas.openxmlformats.org/package/2006/relationships"><Relationship Id="rId2" Type="http://schemas.openxmlformats.org/officeDocument/2006/relationships/theme" Target="../theme/theme9.xml"/><Relationship Id="rId1" Type="http://schemas.openxmlformats.org/officeDocument/2006/relationships/slideLayout" Target="../slideLayouts/slideLayout19.xml"/></Relationships>
</file>

<file path=ppt/slideMasters/_rels/slideMaster10.xml.rels><?xml version="1.0" encoding="UTF-8" standalone="yes"?>
<Relationships xmlns="http://schemas.openxmlformats.org/package/2006/relationships"><Relationship Id="rId2" Type="http://schemas.openxmlformats.org/officeDocument/2006/relationships/theme" Target="../theme/theme10.xml"/><Relationship Id="rId1" Type="http://schemas.openxmlformats.org/officeDocument/2006/relationships/slideLayout" Target="../slideLayouts/slideLayout20.xml"/></Relationships>
</file>

<file path=ppt/slideMasters/_rels/slideMaster11.xml.rels><?xml version="1.0" encoding="UTF-8" standalone="yes"?>
<Relationships xmlns="http://schemas.openxmlformats.org/package/2006/relationships"><Relationship Id="rId2" Type="http://schemas.openxmlformats.org/officeDocument/2006/relationships/theme" Target="../theme/theme11.xml"/><Relationship Id="rId1" Type="http://schemas.openxmlformats.org/officeDocument/2006/relationships/slideLayout" Target="../slideLayouts/slideLayout21.xml"/></Relationships>
</file>

<file path=ppt/slideMasters/_rels/slideMaster12.xml.rels><?xml version="1.0" encoding="UTF-8" standalone="yes"?>
<Relationships xmlns="http://schemas.openxmlformats.org/package/2006/relationships"><Relationship Id="rId2" Type="http://schemas.openxmlformats.org/officeDocument/2006/relationships/theme" Target="../theme/theme12.xml"/><Relationship Id="rId1" Type="http://schemas.openxmlformats.org/officeDocument/2006/relationships/slideLayout" Target="../slideLayouts/slideLayout22.xml"/></Relationships>
</file>

<file path=ppt/slideMasters/_rels/slideMaster13.xml.rels><?xml version="1.0" encoding="UTF-8" standalone="yes"?>
<Relationships xmlns="http://schemas.openxmlformats.org/package/2006/relationships"><Relationship Id="rId2" Type="http://schemas.openxmlformats.org/officeDocument/2006/relationships/theme" Target="../theme/theme13.xml"/><Relationship Id="rId1" Type="http://schemas.openxmlformats.org/officeDocument/2006/relationships/slideLayout" Target="../slideLayouts/slideLayout23.xml"/></Relationships>
</file>

<file path=ppt/slideMasters/_rels/slideMaster14.xml.rels><?xml version="1.0" encoding="UTF-8" standalone="yes"?>
<Relationships xmlns="http://schemas.openxmlformats.org/package/2006/relationships"><Relationship Id="rId2" Type="http://schemas.openxmlformats.org/officeDocument/2006/relationships/theme" Target="../theme/theme14.xml"/><Relationship Id="rId1" Type="http://schemas.openxmlformats.org/officeDocument/2006/relationships/slideLayout" Target="../slideLayouts/slideLayout24.xml"/></Relationships>
</file>

<file path=ppt/slideMasters/_rels/slideMaster15.xml.rels><?xml version="1.0" encoding="UTF-8" standalone="yes"?>
<Relationships xmlns="http://schemas.openxmlformats.org/package/2006/relationships"><Relationship Id="rId2" Type="http://schemas.openxmlformats.org/officeDocument/2006/relationships/theme" Target="../theme/theme15.xml"/><Relationship Id="rId1" Type="http://schemas.openxmlformats.org/officeDocument/2006/relationships/slideLayout" Target="../slideLayouts/slideLayout25.xml"/></Relationships>
</file>

<file path=ppt/slideMasters/_rels/slideMaster16.xml.rels><?xml version="1.0" encoding="UTF-8" standalone="yes"?>
<Relationships xmlns="http://schemas.openxmlformats.org/package/2006/relationships"><Relationship Id="rId2" Type="http://schemas.openxmlformats.org/officeDocument/2006/relationships/theme" Target="../theme/theme16.xml"/><Relationship Id="rId1" Type="http://schemas.openxmlformats.org/officeDocument/2006/relationships/slideLayout" Target="../slideLayouts/slideLayout26.xml"/></Relationships>
</file>

<file path=ppt/slideMasters/_rels/slideMaster17.xml.rels><?xml version="1.0" encoding="UTF-8" standalone="yes"?>
<Relationships xmlns="http://schemas.openxmlformats.org/package/2006/relationships"><Relationship Id="rId2" Type="http://schemas.openxmlformats.org/officeDocument/2006/relationships/theme" Target="../theme/theme17.xml"/><Relationship Id="rId1" Type="http://schemas.openxmlformats.org/officeDocument/2006/relationships/slideLayout" Target="../slideLayouts/slideLayout27.xml"/></Relationships>
</file>

<file path=ppt/slideMasters/_rels/slideMaster18.xml.rels><?xml version="1.0" encoding="UTF-8" standalone="yes"?>
<Relationships xmlns="http://schemas.openxmlformats.org/package/2006/relationships"><Relationship Id="rId2" Type="http://schemas.openxmlformats.org/officeDocument/2006/relationships/theme" Target="../theme/theme18.xml"/><Relationship Id="rId1" Type="http://schemas.openxmlformats.org/officeDocument/2006/relationships/slideLayout" Target="../slideLayouts/slideLayout28.xml"/></Relationships>
</file>

<file path=ppt/slideMasters/_rels/slideMaster19.xml.rels><?xml version="1.0" encoding="UTF-8" standalone="yes"?>
<Relationships xmlns="http://schemas.openxmlformats.org/package/2006/relationships"><Relationship Id="rId2" Type="http://schemas.openxmlformats.org/officeDocument/2006/relationships/theme" Target="../theme/theme19.xml"/><Relationship Id="rId1" Type="http://schemas.openxmlformats.org/officeDocument/2006/relationships/slideLayout" Target="../slideLayouts/slideLayout29.xml"/></Relationships>
</file>

<file path=ppt/slideMasters/_rels/slideMaster20.xml.rels><?xml version="1.0" encoding="UTF-8" standalone="yes"?>
<Relationships xmlns="http://schemas.openxmlformats.org/package/2006/relationships"><Relationship Id="rId2" Type="http://schemas.openxmlformats.org/officeDocument/2006/relationships/theme" Target="../theme/theme20.xml"/><Relationship Id="rId1" Type="http://schemas.openxmlformats.org/officeDocument/2006/relationships/slideLayout" Target="../slideLayouts/slideLayout30.xml"/></Relationships>
</file>

<file path=ppt/slideMasters/_rels/slideMaster21.xml.rels><?xml version="1.0" encoding="UTF-8" standalone="yes"?>
<Relationships xmlns="http://schemas.openxmlformats.org/package/2006/relationships"><Relationship Id="rId2" Type="http://schemas.openxmlformats.org/officeDocument/2006/relationships/theme" Target="../theme/theme21.xml"/><Relationship Id="rId1" Type="http://schemas.openxmlformats.org/officeDocument/2006/relationships/slideLayout" Target="../slideLayouts/slideLayout31.xml"/></Relationships>
</file>

<file path=ppt/slideMasters/_rels/slideMaster22.xml.rels><?xml version="1.0" encoding="UTF-8" standalone="yes"?>
<Relationships xmlns="http://schemas.openxmlformats.org/package/2006/relationships"><Relationship Id="rId2" Type="http://schemas.openxmlformats.org/officeDocument/2006/relationships/theme" Target="../theme/theme22.xml"/><Relationship Id="rId1" Type="http://schemas.openxmlformats.org/officeDocument/2006/relationships/slideLayout" Target="../slideLayouts/slideLayout32.xml"/></Relationships>
</file>

<file path=ppt/slideMasters/_rels/slideMaster23.xml.rels><?xml version="1.0" encoding="UTF-8" standalone="yes"?>
<Relationships xmlns="http://schemas.openxmlformats.org/package/2006/relationships"><Relationship Id="rId2" Type="http://schemas.openxmlformats.org/officeDocument/2006/relationships/theme" Target="../theme/theme23.xml"/><Relationship Id="rId1" Type="http://schemas.openxmlformats.org/officeDocument/2006/relationships/slideLayout" Target="../slideLayouts/slideLayout33.xml"/></Relationships>
</file>

<file path=ppt/slideMasters/_rels/slideMaster24.xml.rels><?xml version="1.0" encoding="UTF-8" standalone="yes"?>
<Relationships xmlns="http://schemas.openxmlformats.org/package/2006/relationships"><Relationship Id="rId2" Type="http://schemas.openxmlformats.org/officeDocument/2006/relationships/theme" Target="../theme/theme24.xml"/><Relationship Id="rId1" Type="http://schemas.openxmlformats.org/officeDocument/2006/relationships/slideLayout" Target="../slideLayouts/slideLayout34.xml"/></Relationships>
</file>

<file path=ppt/slideMasters/_rels/slideMaster25.xml.rels><?xml version="1.0" encoding="UTF-8" standalone="yes"?>
<Relationships xmlns="http://schemas.openxmlformats.org/package/2006/relationships"><Relationship Id="rId2" Type="http://schemas.openxmlformats.org/officeDocument/2006/relationships/theme" Target="../theme/theme25.xml"/><Relationship Id="rId1" Type="http://schemas.openxmlformats.org/officeDocument/2006/relationships/slideLayout" Target="../slideLayouts/slideLayout35.xml"/></Relationships>
</file>

<file path=ppt/slideMasters/_rels/slideMaster26.xml.rels><?xml version="1.0" encoding="UTF-8" standalone="yes"?>
<Relationships xmlns="http://schemas.openxmlformats.org/package/2006/relationships"><Relationship Id="rId2" Type="http://schemas.openxmlformats.org/officeDocument/2006/relationships/theme" Target="../theme/theme26.xml"/><Relationship Id="rId1" Type="http://schemas.openxmlformats.org/officeDocument/2006/relationships/slideLayout" Target="../slideLayouts/slideLayout36.xml"/></Relationships>
</file>

<file path=ppt/slideMasters/_rels/slideMaster27.xml.rels><?xml version="1.0" encoding="UTF-8" standalone="yes"?>
<Relationships xmlns="http://schemas.openxmlformats.org/package/2006/relationships"><Relationship Id="rId2" Type="http://schemas.openxmlformats.org/officeDocument/2006/relationships/theme" Target="../theme/theme27.xml"/><Relationship Id="rId1" Type="http://schemas.openxmlformats.org/officeDocument/2006/relationships/slideLayout" Target="../slideLayouts/slideLayout37.xml"/></Relationships>
</file>

<file path=ppt/slideMasters/_rels/slideMaster28.xml.rels><?xml version="1.0" encoding="UTF-8" standalone="yes"?>
<Relationships xmlns="http://schemas.openxmlformats.org/package/2006/relationships"><Relationship Id="rId2" Type="http://schemas.openxmlformats.org/officeDocument/2006/relationships/theme" Target="../theme/theme28.xml"/><Relationship Id="rId1" Type="http://schemas.openxmlformats.org/officeDocument/2006/relationships/slideLayout" Target="../slideLayouts/slideLayout38.xml"/></Relationships>
</file>

<file path=ppt/slideMasters/_rels/slideMaster29.xml.rels><?xml version="1.0" encoding="UTF-8" standalone="yes"?>
<Relationships xmlns="http://schemas.openxmlformats.org/package/2006/relationships"><Relationship Id="rId2" Type="http://schemas.openxmlformats.org/officeDocument/2006/relationships/theme" Target="../theme/theme29.xml"/><Relationship Id="rId1" Type="http://schemas.openxmlformats.org/officeDocument/2006/relationships/slideLayout" Target="../slideLayouts/slideLayout39.xml"/></Relationships>
</file>

<file path=ppt/slideMasters/_rels/slideMaster30.xml.rels><?xml version="1.0" encoding="UTF-8" standalone="yes"?>
<Relationships xmlns="http://schemas.openxmlformats.org/package/2006/relationships"><Relationship Id="rId2" Type="http://schemas.openxmlformats.org/officeDocument/2006/relationships/theme" Target="../theme/theme30.xml"/><Relationship Id="rId1" Type="http://schemas.openxmlformats.org/officeDocument/2006/relationships/slideLayout" Target="../slideLayouts/slideLayout40.xml"/></Relationships>
</file>

<file path=ppt/slideMasters/_rels/slideMaster31.xml.rels><?xml version="1.0" encoding="UTF-8" standalone="yes"?>
<Relationships xmlns="http://schemas.openxmlformats.org/package/2006/relationships"><Relationship Id="rId2" Type="http://schemas.openxmlformats.org/officeDocument/2006/relationships/theme" Target="../theme/theme31.xml"/><Relationship Id="rId1" Type="http://schemas.openxmlformats.org/officeDocument/2006/relationships/slideLayout" Target="../slideLayouts/slideLayout41.xml"/></Relationships>
</file>

<file path=ppt/slideMasters/_rels/slideMaster32.xml.rels><?xml version="1.0" encoding="UTF-8" standalone="yes"?>
<Relationships xmlns="http://schemas.openxmlformats.org/package/2006/relationships"><Relationship Id="rId2" Type="http://schemas.openxmlformats.org/officeDocument/2006/relationships/theme" Target="../theme/theme32.xml"/><Relationship Id="rId1" Type="http://schemas.openxmlformats.org/officeDocument/2006/relationships/slideLayout" Target="../slideLayouts/slideLayout42.xml"/></Relationships>
</file>

<file path=ppt/slideMasters/_rels/slideMaster33.xml.rels><?xml version="1.0" encoding="UTF-8" standalone="yes"?>
<Relationships xmlns="http://schemas.openxmlformats.org/package/2006/relationships"><Relationship Id="rId2" Type="http://schemas.openxmlformats.org/officeDocument/2006/relationships/theme" Target="../theme/theme33.xml"/><Relationship Id="rId1" Type="http://schemas.openxmlformats.org/officeDocument/2006/relationships/slideLayout" Target="../slideLayouts/slideLayout43.xml"/></Relationships>
</file>

<file path=ppt/slideMasters/_rels/slideMaster34.xml.rels><?xml version="1.0" encoding="UTF-8" standalone="yes"?>
<Relationships xmlns="http://schemas.openxmlformats.org/package/2006/relationships"><Relationship Id="rId2" Type="http://schemas.openxmlformats.org/officeDocument/2006/relationships/theme" Target="../theme/theme34.xml"/><Relationship Id="rId1" Type="http://schemas.openxmlformats.org/officeDocument/2006/relationships/slideLayout" Target="../slideLayouts/slideLayout44.xml"/></Relationships>
</file>

<file path=ppt/slideMasters/_rels/slideMaster35.xml.rels><?xml version="1.0" encoding="UTF-8" standalone="yes"?>
<Relationships xmlns="http://schemas.openxmlformats.org/package/2006/relationships"><Relationship Id="rId2" Type="http://schemas.openxmlformats.org/officeDocument/2006/relationships/theme" Target="../theme/theme35.xml"/><Relationship Id="rId1" Type="http://schemas.openxmlformats.org/officeDocument/2006/relationships/slideLayout" Target="../slideLayouts/slideLayout45.xml"/></Relationships>
</file>

<file path=ppt/slideMasters/_rels/slideMaster36.xml.rels><?xml version="1.0" encoding="UTF-8" standalone="yes"?>
<Relationships xmlns="http://schemas.openxmlformats.org/package/2006/relationships"><Relationship Id="rId2" Type="http://schemas.openxmlformats.org/officeDocument/2006/relationships/theme" Target="../theme/theme36.xml"/><Relationship Id="rId1" Type="http://schemas.openxmlformats.org/officeDocument/2006/relationships/slideLayout" Target="../slideLayouts/slideLayout46.xml"/></Relationships>
</file>

<file path=ppt/slideMasters/_rels/slideMaster37.xml.rels><?xml version="1.0" encoding="UTF-8" standalone="yes"?>
<Relationships xmlns="http://schemas.openxmlformats.org/package/2006/relationships"><Relationship Id="rId2" Type="http://schemas.openxmlformats.org/officeDocument/2006/relationships/theme" Target="../theme/theme37.xml"/><Relationship Id="rId1" Type="http://schemas.openxmlformats.org/officeDocument/2006/relationships/slideLayout" Target="../slideLayouts/slideLayout47.xml"/></Relationships>
</file>

<file path=ppt/slideMasters/_rels/slideMaster38.xml.rels><?xml version="1.0" encoding="UTF-8" standalone="yes"?>
<Relationships xmlns="http://schemas.openxmlformats.org/package/2006/relationships"><Relationship Id="rId2" Type="http://schemas.openxmlformats.org/officeDocument/2006/relationships/theme" Target="../theme/theme38.xml"/><Relationship Id="rId1" Type="http://schemas.openxmlformats.org/officeDocument/2006/relationships/slideLayout" Target="../slideLayouts/slideLayout48.xml"/></Relationships>
</file>

<file path=ppt/slideMasters/_rels/slideMaster39.xml.rels><?xml version="1.0" encoding="UTF-8" standalone="yes"?>
<Relationships xmlns="http://schemas.openxmlformats.org/package/2006/relationships"><Relationship Id="rId2" Type="http://schemas.openxmlformats.org/officeDocument/2006/relationships/theme" Target="../theme/theme39.xml"/><Relationship Id="rId1" Type="http://schemas.openxmlformats.org/officeDocument/2006/relationships/slideLayout" Target="../slideLayouts/slideLayout49.xml"/></Relationships>
</file>

<file path=ppt/slideMasters/_rels/slideMaster40.xml.rels><?xml version="1.0" encoding="UTF-8" standalone="yes"?>
<Relationships xmlns="http://schemas.openxmlformats.org/package/2006/relationships"><Relationship Id="rId2" Type="http://schemas.openxmlformats.org/officeDocument/2006/relationships/theme" Target="../theme/theme40.xml"/><Relationship Id="rId1" Type="http://schemas.openxmlformats.org/officeDocument/2006/relationships/slideLayout" Target="../slideLayouts/slideLayout50.xml"/></Relationships>
</file>

<file path=ppt/slideMasters/_rels/slideMaster41.xml.rels><?xml version="1.0" encoding="UTF-8" standalone="yes"?>
<Relationships xmlns="http://schemas.openxmlformats.org/package/2006/relationships"><Relationship Id="rId2" Type="http://schemas.openxmlformats.org/officeDocument/2006/relationships/theme" Target="../theme/theme41.xml"/><Relationship Id="rId1" Type="http://schemas.openxmlformats.org/officeDocument/2006/relationships/slideLayout" Target="../slideLayouts/slideLayout51.xml"/></Relationships>
</file>

<file path=ppt/slideMasters/_rels/slideMaster42.xml.rels><?xml version="1.0" encoding="UTF-8" standalone="yes"?>
<Relationships xmlns="http://schemas.openxmlformats.org/package/2006/relationships"><Relationship Id="rId2" Type="http://schemas.openxmlformats.org/officeDocument/2006/relationships/theme" Target="../theme/theme42.xml"/><Relationship Id="rId1" Type="http://schemas.openxmlformats.org/officeDocument/2006/relationships/slideLayout" Target="../slideLayouts/slideLayout52.xml"/></Relationships>
</file>

<file path=ppt/slideMasters/_rels/slideMaster43.xml.rels><?xml version="1.0" encoding="UTF-8" standalone="yes"?>
<Relationships xmlns="http://schemas.openxmlformats.org/package/2006/relationships"><Relationship Id="rId2" Type="http://schemas.openxmlformats.org/officeDocument/2006/relationships/theme" Target="../theme/theme43.xml"/><Relationship Id="rId1"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矩形 8"/>
          <p:cNvSpPr/>
          <p:nvPr/>
        </p:nvSpPr>
        <p:spPr>
          <a:xfrm>
            <a:off x="0" y="0"/>
            <a:ext cx="9144000" cy="6858000"/>
          </a:xfrm>
          <a:prstGeom prst="rect">
            <a:avLst/>
          </a:prstGeom>
          <a:solidFill>
            <a:srgbClr val="FFFFFF"/>
          </a:solidFill>
          <a:ln w="12700" cap="flat" cmpd="sng" algn="ctr">
            <a:noFill/>
            <a:prstDash val="solid"/>
          </a:ln>
        </p:spPr>
        <p:style>
          <a:lnRef idx="2">
            <a:schemeClr val="accent1"/>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useBgFill="1">
        <p:nvSpPr>
          <p:cNvPr id="8" name="圆角矩形 7"/>
          <p:cNvSpPr/>
          <p:nvPr/>
        </p:nvSpPr>
        <p:spPr>
          <a:xfrm>
            <a:off x="63500" y="69850"/>
            <a:ext cx="9013825" cy="6692900"/>
          </a:xfrm>
          <a:prstGeom prst="roundRect">
            <a:avLst>
              <a:gd name="adj" fmla="val 4929"/>
            </a:avLst>
          </a:prstGeom>
          <a:ln w="6350" cap="sq" cmpd="sng" algn="ctr">
            <a:solidFill>
              <a:schemeClr val="tx1">
                <a:alpha val="100000"/>
              </a:schemeClr>
            </a:solidFill>
            <a:prstDash val="solid"/>
          </a:ln>
          <a:effectLst/>
        </p:spPr>
        <p:style>
          <a:lnRef idx="3">
            <a:schemeClr val="lt1"/>
          </a:lnRef>
          <a:fillRef idx="1001">
            <a:schemeClr val="lt1"/>
          </a:fillRef>
          <a:effectRef idx="1">
            <a:schemeClr val="accent1"/>
          </a:effectRef>
          <a:fontRef idx="minor">
            <a:schemeClr val="lt1"/>
          </a:fontRef>
        </p:style>
        <p:txBody>
          <a:bodyPr anchor="ctr"/>
          <a:lstStyle/>
          <a:p>
            <a:pPr algn="ctr" eaLnBrk="1" hangingPunct="1">
              <a:defRPr/>
            </a:pPr>
            <a:endParaRPr lang="en-US"/>
          </a:p>
        </p:txBody>
      </p:sp>
      <p:sp>
        <p:nvSpPr>
          <p:cNvPr id="1028" name="标题占位符 21"/>
          <p:cNvSpPr>
            <a:spLocks noGrp="1"/>
          </p:cNvSpPr>
          <p:nvPr>
            <p:ph type="title"/>
          </p:nvPr>
        </p:nvSpPr>
        <p:spPr bwMode="auto">
          <a:xfrm>
            <a:off x="914400" y="274638"/>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91440" numCol="1" anchor="b" anchorCtr="0" compatLnSpc="1">
            <a:prstTxWarp prst="textNoShape">
              <a:avLst/>
            </a:prstTxWarp>
          </a:bodyPr>
          <a:lstStyle/>
          <a:p>
            <a:pPr lvl="0"/>
            <a:r>
              <a:rPr lang="zh-CN" altLang="en-US" smtClean="0"/>
              <a:t>单击此处编辑母版标题样式</a:t>
            </a:r>
            <a:endParaRPr lang="en-US" altLang="zh-CN" smtClean="0"/>
          </a:p>
        </p:txBody>
      </p:sp>
      <p:sp>
        <p:nvSpPr>
          <p:cNvPr id="1029" name="文本占位符 12"/>
          <p:cNvSpPr>
            <a:spLocks noGrp="1"/>
          </p:cNvSpPr>
          <p:nvPr>
            <p:ph type="body" idx="1"/>
          </p:nvPr>
        </p:nvSpPr>
        <p:spPr bwMode="auto">
          <a:xfrm>
            <a:off x="914400" y="1447800"/>
            <a:ext cx="7772400"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ltLang="zh-CN" smtClean="0"/>
          </a:p>
        </p:txBody>
      </p:sp>
      <p:sp>
        <p:nvSpPr>
          <p:cNvPr id="14" name="日期占位符 13"/>
          <p:cNvSpPr>
            <a:spLocks noGrp="1"/>
          </p:cNvSpPr>
          <p:nvPr>
            <p:ph type="dt" sz="half" idx="2"/>
          </p:nvPr>
        </p:nvSpPr>
        <p:spPr>
          <a:xfrm>
            <a:off x="6172200" y="6191250"/>
            <a:ext cx="2476500" cy="476250"/>
          </a:xfrm>
          <a:prstGeom prst="rect">
            <a:avLst/>
          </a:prstGeom>
        </p:spPr>
        <p:txBody>
          <a:bodyPr anchor="ctr" anchorCtr="0"/>
          <a:lstStyle>
            <a:lvl1pPr algn="r" eaLnBrk="1" latinLnBrk="0" hangingPunct="1">
              <a:defRPr kumimoji="0" sz="1400">
                <a:solidFill>
                  <a:schemeClr val="tx2"/>
                </a:solidFill>
              </a:defRPr>
            </a:lvl1pPr>
          </a:lstStyle>
          <a:p>
            <a:pPr>
              <a:defRPr/>
            </a:pPr>
            <a:fld id="{8FB29CC3-E1CE-49C6-A77F-5B722E15E64D}" type="datetimeFigureOut">
              <a:rPr lang="zh-CN" altLang="en-US"/>
              <a:pPr>
                <a:defRPr/>
              </a:pPr>
              <a:t>2015/5/28</a:t>
            </a:fld>
            <a:endParaRPr lang="zh-CN" altLang="en-US"/>
          </a:p>
        </p:txBody>
      </p:sp>
      <p:sp>
        <p:nvSpPr>
          <p:cNvPr id="3" name="页脚占位符 2"/>
          <p:cNvSpPr>
            <a:spLocks noGrp="1"/>
          </p:cNvSpPr>
          <p:nvPr>
            <p:ph type="ftr" sz="quarter" idx="3"/>
          </p:nvPr>
        </p:nvSpPr>
        <p:spPr>
          <a:xfrm>
            <a:off x="914400" y="6172200"/>
            <a:ext cx="3962400" cy="457200"/>
          </a:xfrm>
          <a:prstGeom prst="rect">
            <a:avLst/>
          </a:prstGeom>
        </p:spPr>
        <p:txBody>
          <a:bodyPr anchor="ctr" anchorCtr="0"/>
          <a:lstStyle>
            <a:lvl1pPr eaLnBrk="1" latinLnBrk="0" hangingPunct="1">
              <a:defRPr kumimoji="0" sz="1400">
                <a:solidFill>
                  <a:schemeClr val="tx2"/>
                </a:solidFill>
              </a:defRPr>
            </a:lvl1pPr>
          </a:lstStyle>
          <a:p>
            <a:pPr>
              <a:defRPr/>
            </a:pPr>
            <a:endParaRPr lang="zh-CN" altLang="en-US"/>
          </a:p>
        </p:txBody>
      </p:sp>
      <p:sp>
        <p:nvSpPr>
          <p:cNvPr id="23" name="灯片编号占位符 22"/>
          <p:cNvSpPr>
            <a:spLocks noGrp="1"/>
          </p:cNvSpPr>
          <p:nvPr>
            <p:ph type="sldNum" sz="quarter" idx="4"/>
          </p:nvPr>
        </p:nvSpPr>
        <p:spPr>
          <a:xfrm>
            <a:off x="146050" y="6210300"/>
            <a:ext cx="457200" cy="457200"/>
          </a:xfrm>
          <a:prstGeom prst="ellipse">
            <a:avLst/>
          </a:prstGeom>
          <a:solidFill>
            <a:schemeClr val="accent1"/>
          </a:solidFill>
        </p:spPr>
        <p:txBody>
          <a:bodyPr vert="horz" wrap="none" lIns="0" tIns="0" rIns="0" bIns="0" numCol="1" anchor="ctr" anchorCtr="1" compatLnSpc="1">
            <a:prstTxWarp prst="textNoShape">
              <a:avLst/>
            </a:prstTxWarp>
            <a:noAutofit/>
          </a:bodyPr>
          <a:lstStyle>
            <a:lvl1pPr algn="ctr" eaLnBrk="1" hangingPunct="1">
              <a:defRPr sz="1400">
                <a:solidFill>
                  <a:srgbClr val="FFFFFF"/>
                </a:solidFill>
                <a:latin typeface="Franklin Gothic Book" pitchFamily="34" charset="0"/>
                <a:ea typeface="幼圆" pitchFamily="49" charset="-122"/>
              </a:defRPr>
            </a:lvl1pPr>
          </a:lstStyle>
          <a:p>
            <a:fld id="{414CFEA0-CB7C-4311-BB56-FA9D27779393}" type="slidenum">
              <a:rPr lang="zh-CN" altLang="en-US"/>
              <a:pPr/>
              <a:t>‹#›</a:t>
            </a:fld>
            <a:endParaRPr lang="zh-CN" altLang="en-US"/>
          </a:p>
        </p:txBody>
      </p:sp>
    </p:spTree>
  </p:cSld>
  <p:clrMap bg1="lt1" tx1="dk1" bg2="lt2" tx2="dk2" accent1="accent1" accent2="accent2" accent3="accent3" accent4="accent4" accent5="accent5" accent6="accent6" hlink="hlink" folHlink="folHlink"/>
  <p:sldLayoutIdLst>
    <p:sldLayoutId id="2147483784" r:id="rId1"/>
    <p:sldLayoutId id="2147483777" r:id="rId2"/>
    <p:sldLayoutId id="2147483785" r:id="rId3"/>
    <p:sldLayoutId id="2147483778" r:id="rId4"/>
    <p:sldLayoutId id="2147483779" r:id="rId5"/>
    <p:sldLayoutId id="2147483780" r:id="rId6"/>
    <p:sldLayoutId id="2147483781" r:id="rId7"/>
    <p:sldLayoutId id="2147483786" r:id="rId8"/>
    <p:sldLayoutId id="2147483787" r:id="rId9"/>
    <p:sldLayoutId id="2147483782" r:id="rId10"/>
    <p:sldLayoutId id="2147483783" r:id="rId11"/>
  </p:sldLayoutIdLst>
  <p:txStyles>
    <p:titleStyle>
      <a:lvl1pPr algn="l" rtl="0" eaLnBrk="0" fontAlgn="base" hangingPunct="0">
        <a:spcBef>
          <a:spcPct val="0"/>
        </a:spcBef>
        <a:spcAft>
          <a:spcPct val="0"/>
        </a:spcAft>
        <a:defRPr sz="4000" kern="12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Franklin Gothic Book" pitchFamily="34" charset="0"/>
          <a:ea typeface="幼圆" pitchFamily="49" charset="-122"/>
        </a:defRPr>
      </a:lvl2pPr>
      <a:lvl3pPr algn="l" rtl="0" eaLnBrk="0" fontAlgn="base" hangingPunct="0">
        <a:spcBef>
          <a:spcPct val="0"/>
        </a:spcBef>
        <a:spcAft>
          <a:spcPct val="0"/>
        </a:spcAft>
        <a:defRPr sz="4000">
          <a:solidFill>
            <a:schemeClr val="tx2"/>
          </a:solidFill>
          <a:latin typeface="Franklin Gothic Book" pitchFamily="34" charset="0"/>
          <a:ea typeface="幼圆" pitchFamily="49" charset="-122"/>
        </a:defRPr>
      </a:lvl3pPr>
      <a:lvl4pPr algn="l" rtl="0" eaLnBrk="0" fontAlgn="base" hangingPunct="0">
        <a:spcBef>
          <a:spcPct val="0"/>
        </a:spcBef>
        <a:spcAft>
          <a:spcPct val="0"/>
        </a:spcAft>
        <a:defRPr sz="4000">
          <a:solidFill>
            <a:schemeClr val="tx2"/>
          </a:solidFill>
          <a:latin typeface="Franklin Gothic Book" pitchFamily="34" charset="0"/>
          <a:ea typeface="幼圆" pitchFamily="49" charset="-122"/>
        </a:defRPr>
      </a:lvl4pPr>
      <a:lvl5pPr algn="l" rtl="0" eaLnBrk="0" fontAlgn="base" hangingPunct="0">
        <a:spcBef>
          <a:spcPct val="0"/>
        </a:spcBef>
        <a:spcAft>
          <a:spcPct val="0"/>
        </a:spcAft>
        <a:defRPr sz="4000">
          <a:solidFill>
            <a:schemeClr val="tx2"/>
          </a:solidFill>
          <a:latin typeface="Franklin Gothic Book" pitchFamily="34" charset="0"/>
          <a:ea typeface="幼圆" pitchFamily="49" charset="-122"/>
        </a:defRPr>
      </a:lvl5pPr>
      <a:lvl6pPr marL="457200" algn="l" rtl="0" fontAlgn="base">
        <a:spcBef>
          <a:spcPct val="0"/>
        </a:spcBef>
        <a:spcAft>
          <a:spcPct val="0"/>
        </a:spcAft>
        <a:defRPr sz="4000">
          <a:solidFill>
            <a:schemeClr val="tx2"/>
          </a:solidFill>
          <a:latin typeface="Franklin Gothic Book" pitchFamily="34" charset="0"/>
          <a:ea typeface="幼圆" pitchFamily="49" charset="-122"/>
        </a:defRPr>
      </a:lvl6pPr>
      <a:lvl7pPr marL="914400" algn="l" rtl="0" fontAlgn="base">
        <a:spcBef>
          <a:spcPct val="0"/>
        </a:spcBef>
        <a:spcAft>
          <a:spcPct val="0"/>
        </a:spcAft>
        <a:defRPr sz="4000">
          <a:solidFill>
            <a:schemeClr val="tx2"/>
          </a:solidFill>
          <a:latin typeface="Franklin Gothic Book" pitchFamily="34" charset="0"/>
          <a:ea typeface="幼圆" pitchFamily="49" charset="-122"/>
        </a:defRPr>
      </a:lvl7pPr>
      <a:lvl8pPr marL="1371600" algn="l" rtl="0" fontAlgn="base">
        <a:spcBef>
          <a:spcPct val="0"/>
        </a:spcBef>
        <a:spcAft>
          <a:spcPct val="0"/>
        </a:spcAft>
        <a:defRPr sz="4000">
          <a:solidFill>
            <a:schemeClr val="tx2"/>
          </a:solidFill>
          <a:latin typeface="Franklin Gothic Book" pitchFamily="34" charset="0"/>
          <a:ea typeface="幼圆" pitchFamily="49" charset="-122"/>
        </a:defRPr>
      </a:lvl8pPr>
      <a:lvl9pPr marL="1828800" algn="l" rtl="0" fontAlgn="base">
        <a:spcBef>
          <a:spcPct val="0"/>
        </a:spcBef>
        <a:spcAft>
          <a:spcPct val="0"/>
        </a:spcAft>
        <a:defRPr sz="4000">
          <a:solidFill>
            <a:schemeClr val="tx2"/>
          </a:solidFill>
          <a:latin typeface="Franklin Gothic Book" pitchFamily="34" charset="0"/>
          <a:ea typeface="幼圆" pitchFamily="49" charset="-122"/>
        </a:defRPr>
      </a:lvl9pPr>
    </p:titleStyle>
    <p:bodyStyle>
      <a:lvl1pPr marL="273050" indent="-273050" algn="l" rtl="0" eaLnBrk="0" fontAlgn="base" hangingPunct="0">
        <a:spcBef>
          <a:spcPts val="575"/>
        </a:spcBef>
        <a:spcAft>
          <a:spcPct val="0"/>
        </a:spcAft>
        <a:buClr>
          <a:schemeClr val="accent1"/>
        </a:buClr>
        <a:buSzPct val="85000"/>
        <a:buFont typeface="Wingdings 2" pitchFamily="18" charset="2"/>
        <a:buChar char=""/>
        <a:defRPr sz="2600" kern="1200">
          <a:solidFill>
            <a:schemeClr val="tx1"/>
          </a:solidFill>
          <a:latin typeface="+mn-lt"/>
          <a:ea typeface="+mn-ea"/>
          <a:cs typeface="+mn-cs"/>
        </a:defRPr>
      </a:lvl1pPr>
      <a:lvl2pPr marL="547688" indent="-228600" algn="l" rtl="0" eaLnBrk="0" fontAlgn="base" hangingPunct="0">
        <a:spcBef>
          <a:spcPts val="375"/>
        </a:spcBef>
        <a:spcAft>
          <a:spcPct val="0"/>
        </a:spcAft>
        <a:buClr>
          <a:schemeClr val="accent2"/>
        </a:buClr>
        <a:buSzPct val="85000"/>
        <a:buFont typeface="Wingdings 2" pitchFamily="18" charset="2"/>
        <a:buChar char=""/>
        <a:defRPr sz="2400" kern="1200">
          <a:solidFill>
            <a:schemeClr val="tx1"/>
          </a:solidFill>
          <a:latin typeface="+mn-lt"/>
          <a:ea typeface="+mn-ea"/>
          <a:cs typeface="+mn-cs"/>
        </a:defRPr>
      </a:lvl2pPr>
      <a:lvl3pPr marL="822325" indent="-228600" algn="l" rtl="0" eaLnBrk="0" fontAlgn="base" hangingPunct="0">
        <a:spcBef>
          <a:spcPts val="375"/>
        </a:spcBef>
        <a:spcAft>
          <a:spcPct val="0"/>
        </a:spcAft>
        <a:buClr>
          <a:srgbClr val="E6B1AB"/>
        </a:buClr>
        <a:buSzPct val="85000"/>
        <a:buFont typeface="Wingdings 2" pitchFamily="18" charset="2"/>
        <a:buChar char=""/>
        <a:defRPr sz="2000" kern="1200">
          <a:solidFill>
            <a:schemeClr val="tx1"/>
          </a:solidFill>
          <a:latin typeface="+mn-lt"/>
          <a:ea typeface="+mn-ea"/>
          <a:cs typeface="+mn-cs"/>
        </a:defRPr>
      </a:lvl3pPr>
      <a:lvl4pPr marL="1096963" indent="-228600" algn="l" rtl="0" eaLnBrk="0" fontAlgn="base" hangingPunct="0">
        <a:spcBef>
          <a:spcPts val="375"/>
        </a:spcBef>
        <a:spcAft>
          <a:spcPct val="0"/>
        </a:spcAft>
        <a:buClr>
          <a:srgbClr val="A28E6A"/>
        </a:buClr>
        <a:buSzPct val="80000"/>
        <a:buFont typeface="Wingdings 2" pitchFamily="18" charset="2"/>
        <a:buChar char=""/>
        <a:defRPr sz="2000" kern="1200">
          <a:solidFill>
            <a:schemeClr val="tx1"/>
          </a:solidFill>
          <a:latin typeface="+mn-lt"/>
          <a:ea typeface="+mn-ea"/>
          <a:cs typeface="+mn-cs"/>
        </a:defRPr>
      </a:lvl4pPr>
      <a:lvl5pPr marL="1371600" indent="-228600" algn="l" rtl="0" eaLnBrk="0" fontAlgn="base" hangingPunct="0">
        <a:spcBef>
          <a:spcPts val="375"/>
        </a:spcBef>
        <a:spcAft>
          <a:spcPct val="0"/>
        </a:spcAft>
        <a:buClr>
          <a:srgbClr val="A28E6A"/>
        </a:buClr>
        <a:buChar char="o"/>
        <a:defRPr sz="2000" kern="1200">
          <a:solidFill>
            <a:schemeClr val="tx1"/>
          </a:solidFill>
          <a:latin typeface="+mn-lt"/>
          <a:ea typeface="+mn-ea"/>
          <a:cs typeface="+mn-cs"/>
        </a:defRPr>
      </a:lvl5pPr>
      <a:lvl6pPr marL="1645920" indent="-228600" algn="l" rtl="0" eaLnBrk="1" latinLnBrk="0" hangingPunct="1">
        <a:spcBef>
          <a:spcPts val="370"/>
        </a:spcBef>
        <a:buClr>
          <a:schemeClr val="accent3"/>
        </a:buClr>
        <a:buChar char="•"/>
        <a:defRPr kumimoji="0" sz="1800" kern="1200" baseline="0">
          <a:solidFill>
            <a:schemeClr val="tx1"/>
          </a:solidFill>
          <a:latin typeface="+mn-lt"/>
          <a:ea typeface="+mn-ea"/>
          <a:cs typeface="+mn-cs"/>
        </a:defRPr>
      </a:lvl6pPr>
      <a:lvl7pPr marL="1920240" indent="-228600" algn="l" rtl="0" eaLnBrk="1" latinLnBrk="0" hangingPunct="1">
        <a:spcBef>
          <a:spcPts val="370"/>
        </a:spcBef>
        <a:buClr>
          <a:schemeClr val="accent2"/>
        </a:buClr>
        <a:buChar char="•"/>
        <a:defRPr kumimoji="0" sz="1800" kern="1200">
          <a:solidFill>
            <a:schemeClr val="tx1"/>
          </a:solidFill>
          <a:latin typeface="+mn-lt"/>
          <a:ea typeface="+mn-ea"/>
          <a:cs typeface="+mn-cs"/>
        </a:defRPr>
      </a:lvl7pPr>
      <a:lvl8pPr marL="2194560" indent="-228600" algn="l" rtl="0" eaLnBrk="1" latinLnBrk="0" hangingPunct="1">
        <a:spcBef>
          <a:spcPts val="370"/>
        </a:spcBef>
        <a:buClr>
          <a:schemeClr val="accent1">
            <a:tint val="60000"/>
          </a:schemeClr>
        </a:buClr>
        <a:buChar char="•"/>
        <a:defRPr kumimoji="0" sz="1800" kern="1200">
          <a:solidFill>
            <a:schemeClr val="tx1"/>
          </a:solidFill>
          <a:latin typeface="+mn-lt"/>
          <a:ea typeface="+mn-ea"/>
          <a:cs typeface="+mn-cs"/>
        </a:defRPr>
      </a:lvl8pPr>
      <a:lvl9pPr marL="2468880" indent="-228600" algn="l" rtl="0" eaLnBrk="1" latinLnBrk="0" hangingPunct="1">
        <a:spcBef>
          <a:spcPts val="370"/>
        </a:spcBef>
        <a:buClr>
          <a:schemeClr val="accent2">
            <a:tint val="60000"/>
          </a:schemeClr>
        </a:buClr>
        <a:buChar char="•"/>
        <a:defRPr kumimoji="0" sz="1800" kern="1200">
          <a:solidFill>
            <a:schemeClr val="tx1"/>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78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79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79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79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79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0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0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0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0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0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1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1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1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1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1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2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2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2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2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2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3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3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3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3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3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4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4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4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4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4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5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5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5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5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5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6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6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6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69"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73"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eaLnBrk="1" hangingPunct="1"/>
            <a:endParaRPr lang="en-US" altLang="zh-CN">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eaLnBrk="1" hangingPunct="1"/>
            <a:endParaRPr lang="en-US" altLang="zh-CN">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eaLnBrk="1" hangingPunct="1"/>
            <a:fld id="{217E48F1-1117-490A-9B94-97435E2DD1EF}" type="slidenum">
              <a:rPr lang="en-US" altLang="zh-CN">
                <a:solidFill>
                  <a:srgbClr val="000000"/>
                </a:solidFill>
              </a:rPr>
              <a:pPr eaLnBrk="1" hangingPunct="1"/>
              <a:t>‹#›</a:t>
            </a:fld>
            <a:endParaRPr lang="en-US" altLang="zh-CN">
              <a:solidFill>
                <a:srgbClr val="000000"/>
              </a:solidFill>
            </a:endParaRPr>
          </a:p>
        </p:txBody>
      </p:sp>
    </p:spTree>
  </p:cSld>
  <p:clrMap bg1="lt1" tx1="dk1" bg2="lt2" tx2="dk2" accent1="accent1" accent2="accent2" accent3="accent3" accent4="accent4" accent5="accent5" accent6="accent6" hlink="hlink" folHlink="folHlink"/>
  <p:sldLayoutIdLst>
    <p:sldLayoutId id="2147483877"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itchFamily="34" charset="0"/>
          <a:ea typeface="宋体" pitchFamily="2" charset="-122"/>
        </a:defRPr>
      </a:lvl2pPr>
      <a:lvl3pPr algn="ctr" rtl="0" fontAlgn="base">
        <a:spcBef>
          <a:spcPct val="0"/>
        </a:spcBef>
        <a:spcAft>
          <a:spcPct val="0"/>
        </a:spcAft>
        <a:defRPr sz="4400">
          <a:solidFill>
            <a:schemeClr val="tx2"/>
          </a:solidFill>
          <a:latin typeface="Arial" pitchFamily="34" charset="0"/>
          <a:ea typeface="宋体" pitchFamily="2" charset="-122"/>
        </a:defRPr>
      </a:lvl3pPr>
      <a:lvl4pPr algn="ctr" rtl="0" fontAlgn="base">
        <a:spcBef>
          <a:spcPct val="0"/>
        </a:spcBef>
        <a:spcAft>
          <a:spcPct val="0"/>
        </a:spcAft>
        <a:defRPr sz="4400">
          <a:solidFill>
            <a:schemeClr val="tx2"/>
          </a:solidFill>
          <a:latin typeface="Arial" pitchFamily="34" charset="0"/>
          <a:ea typeface="宋体" pitchFamily="2" charset="-122"/>
        </a:defRPr>
      </a:lvl4pPr>
      <a:lvl5pPr algn="ctr" rtl="0" fontAlgn="base">
        <a:spcBef>
          <a:spcPct val="0"/>
        </a:spcBef>
        <a:spcAft>
          <a:spcPct val="0"/>
        </a:spcAft>
        <a:defRPr sz="4400">
          <a:solidFill>
            <a:schemeClr val="tx2"/>
          </a:solidFill>
          <a:latin typeface="Arial" pitchFamily="34" charset="0"/>
          <a:ea typeface="宋体" pitchFamily="2" charset="-122"/>
        </a:defRPr>
      </a:lvl5pPr>
      <a:lvl6pPr marL="457200" algn="ctr" rtl="0" fontAlgn="base">
        <a:spcBef>
          <a:spcPct val="0"/>
        </a:spcBef>
        <a:spcAft>
          <a:spcPct val="0"/>
        </a:spcAft>
        <a:defRPr sz="4400">
          <a:solidFill>
            <a:schemeClr val="tx2"/>
          </a:solidFill>
          <a:latin typeface="Arial" pitchFamily="34" charset="0"/>
          <a:ea typeface="宋体" pitchFamily="2" charset="-122"/>
        </a:defRPr>
      </a:lvl6pPr>
      <a:lvl7pPr marL="914400" algn="ctr" rtl="0" fontAlgn="base">
        <a:spcBef>
          <a:spcPct val="0"/>
        </a:spcBef>
        <a:spcAft>
          <a:spcPct val="0"/>
        </a:spcAft>
        <a:defRPr sz="4400">
          <a:solidFill>
            <a:schemeClr val="tx2"/>
          </a:solidFill>
          <a:latin typeface="Arial" pitchFamily="34" charset="0"/>
          <a:ea typeface="宋体" pitchFamily="2" charset="-122"/>
        </a:defRPr>
      </a:lvl7pPr>
      <a:lvl8pPr marL="1371600" algn="ctr" rtl="0" fontAlgn="base">
        <a:spcBef>
          <a:spcPct val="0"/>
        </a:spcBef>
        <a:spcAft>
          <a:spcPct val="0"/>
        </a:spcAft>
        <a:defRPr sz="4400">
          <a:solidFill>
            <a:schemeClr val="tx2"/>
          </a:solidFill>
          <a:latin typeface="Arial" pitchFamily="34" charset="0"/>
          <a:ea typeface="宋体" pitchFamily="2" charset="-122"/>
        </a:defRPr>
      </a:lvl8pPr>
      <a:lvl9pPr marL="1828800" algn="ctr" rtl="0" fontAlgn="base">
        <a:spcBef>
          <a:spcPct val="0"/>
        </a:spcBef>
        <a:spcAft>
          <a:spcPct val="0"/>
        </a:spcAft>
        <a:defRPr sz="4400">
          <a:solidFill>
            <a:schemeClr val="tx2"/>
          </a:solidFill>
          <a:latin typeface="Arial" pitchFamily="34" charset="0"/>
          <a:ea typeface="宋体" pitchFamily="2" charset="-122"/>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ea typeface="+mn-ea"/>
        </a:defRPr>
      </a:lvl2pPr>
      <a:lvl3pPr marL="1143000" indent="-228600" algn="l" rtl="0" fontAlgn="base">
        <a:spcBef>
          <a:spcPct val="20000"/>
        </a:spcBef>
        <a:spcAft>
          <a:spcPct val="0"/>
        </a:spcAft>
        <a:buChar char="•"/>
        <a:defRPr sz="2400">
          <a:solidFill>
            <a:schemeClr val="tx1"/>
          </a:solidFill>
          <a:latin typeface="+mn-lt"/>
          <a:ea typeface="+mn-ea"/>
        </a:defRPr>
      </a:lvl3pPr>
      <a:lvl4pPr marL="1600200" indent="-228600" algn="l" rtl="0" fontAlgn="base">
        <a:spcBef>
          <a:spcPct val="20000"/>
        </a:spcBef>
        <a:spcAft>
          <a:spcPct val="0"/>
        </a:spcAft>
        <a:buChar char="–"/>
        <a:defRPr sz="2000">
          <a:solidFill>
            <a:schemeClr val="tx1"/>
          </a:solidFill>
          <a:latin typeface="+mn-lt"/>
          <a:ea typeface="+mn-ea"/>
        </a:defRPr>
      </a:lvl4pPr>
      <a:lvl5pPr marL="2057400" indent="-228600" algn="l" rtl="0" fontAlgn="base">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slide" Target="slide16.xml"/><Relationship Id="rId2" Type="http://schemas.openxmlformats.org/officeDocument/2006/relationships/slide" Target="slide11.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7.xml"/><Relationship Id="rId1" Type="http://schemas.openxmlformats.org/officeDocument/2006/relationships/vmlDrawing" Target="../drawings/vmlDrawing1.vml"/><Relationship Id="rId4" Type="http://schemas.openxmlformats.org/officeDocument/2006/relationships/image" Target="../media/image3.wmf"/></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7.xml"/><Relationship Id="rId5" Type="http://schemas.openxmlformats.org/officeDocument/2006/relationships/image" Target="../media/image7.png"/><Relationship Id="rId4" Type="http://schemas.openxmlformats.org/officeDocument/2006/relationships/image" Target="../media/image6.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slide" Target="slide35.xml"/><Relationship Id="rId7" Type="http://schemas.openxmlformats.org/officeDocument/2006/relationships/image" Target="../media/image8.png"/><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oleObject" Target="../embeddings/oleObject2.bin"/><Relationship Id="rId5" Type="http://schemas.openxmlformats.org/officeDocument/2006/relationships/slide" Target="slide38.xml"/><Relationship Id="rId4" Type="http://schemas.openxmlformats.org/officeDocument/2006/relationships/slide" Target="slide6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2.xml"/><Relationship Id="rId1" Type="http://schemas.openxmlformats.org/officeDocument/2006/relationships/vmlDrawing" Target="../drawings/vmlDrawing3.vml"/><Relationship Id="rId4" Type="http://schemas.openxmlformats.org/officeDocument/2006/relationships/image" Target="../media/image9.png"/></Relationships>
</file>

<file path=ppt/slides/_rels/slide20.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Layout" Target="../slideLayouts/slideLayout2.xml"/><Relationship Id="rId1" Type="http://schemas.openxmlformats.org/officeDocument/2006/relationships/vmlDrawing" Target="../drawings/vmlDrawing4.vml"/><Relationship Id="rId4" Type="http://schemas.openxmlformats.org/officeDocument/2006/relationships/image" Target="../media/image9.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66.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2.xml"/><Relationship Id="rId1" Type="http://schemas.openxmlformats.org/officeDocument/2006/relationships/vmlDrawing" Target="../drawings/vmlDrawing5.vml"/><Relationship Id="rId4" Type="http://schemas.openxmlformats.org/officeDocument/2006/relationships/image" Target="../media/image10.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oleObject" Target="../embeddings/oleObject6.bin"/><Relationship Id="rId7" Type="http://schemas.openxmlformats.org/officeDocument/2006/relationships/oleObject" Target="../embeddings/oleObject8.bin"/><Relationship Id="rId2" Type="http://schemas.openxmlformats.org/officeDocument/2006/relationships/slideLayout" Target="../slideLayouts/slideLayout2.xml"/><Relationship Id="rId1" Type="http://schemas.openxmlformats.org/officeDocument/2006/relationships/vmlDrawing" Target="../drawings/vmlDrawing6.vml"/><Relationship Id="rId6" Type="http://schemas.openxmlformats.org/officeDocument/2006/relationships/image" Target="../media/image12.png"/><Relationship Id="rId5" Type="http://schemas.openxmlformats.org/officeDocument/2006/relationships/oleObject" Target="../embeddings/oleObject7.bin"/><Relationship Id="rId4" Type="http://schemas.openxmlformats.org/officeDocument/2006/relationships/image" Target="../media/image11.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副标题 2"/>
          <p:cNvSpPr>
            <a:spLocks noGrp="1"/>
          </p:cNvSpPr>
          <p:nvPr>
            <p:ph type="subTitle" idx="1"/>
          </p:nvPr>
        </p:nvSpPr>
        <p:spPr/>
        <p:txBody>
          <a:bodyPr/>
          <a:lstStyle/>
          <a:p>
            <a:pPr eaLnBrk="1" hangingPunct="1"/>
            <a:endParaRPr lang="zh-CN" altLang="en-US" smtClean="0"/>
          </a:p>
        </p:txBody>
      </p:sp>
      <p:sp>
        <p:nvSpPr>
          <p:cNvPr id="7171" name="标题 1"/>
          <p:cNvSpPr>
            <a:spLocks noGrp="1"/>
          </p:cNvSpPr>
          <p:nvPr>
            <p:ph type="ctrTitle"/>
          </p:nvPr>
        </p:nvSpPr>
        <p:spPr>
          <a:xfrm>
            <a:off x="428625" y="142875"/>
            <a:ext cx="7858125" cy="4852988"/>
          </a:xfrm>
        </p:spPr>
        <p:txBody>
          <a:bodyPr/>
          <a:lstStyle/>
          <a:p>
            <a:pPr eaLnBrk="1" hangingPunct="1"/>
            <a:r>
              <a:rPr lang="zh-CN" altLang="en-US" b="1" smtClean="0">
                <a:solidFill>
                  <a:schemeClr val="tx1"/>
                </a:solidFill>
              </a:rPr>
              <a:t>第六章   基本检索与周游方法</a:t>
            </a: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5" name="内容占位符 2"/>
          <p:cNvSpPr>
            <a:spLocks noGrp="1"/>
          </p:cNvSpPr>
          <p:nvPr>
            <p:ph sz="quarter" idx="1"/>
          </p:nvPr>
        </p:nvSpPr>
        <p:spPr>
          <a:xfrm>
            <a:off x="914400" y="692696"/>
            <a:ext cx="7772400" cy="5327104"/>
          </a:xfrm>
        </p:spPr>
        <p:txBody>
          <a:bodyPr/>
          <a:lstStyle/>
          <a:p>
            <a:pPr eaLnBrk="1" hangingPunct="1"/>
            <a:r>
              <a:rPr lang="zh-CN" altLang="en-US" sz="3200" dirty="0" smtClean="0"/>
              <a:t>对于问题涉及到二叉树、树和图的处理，要求确定满足某一性质的结点集合，就需要检索的方式来进行，当这种检索必须包括对检索的数据对象的每一个结点进行检查时，就称为周游。</a:t>
            </a:r>
            <a:endParaRPr lang="en-US" altLang="zh-CN" sz="3200" dirty="0" smtClean="0"/>
          </a:p>
          <a:p>
            <a:pPr eaLnBrk="1" hangingPunct="1"/>
            <a:r>
              <a:rPr lang="zh-CN" altLang="en-US" sz="3200" dirty="0" smtClean="0"/>
              <a:t>回顾：线性表的遍历</a:t>
            </a: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txBox="1">
            <a:spLocks noChangeArrowheads="1"/>
          </p:cNvSpPr>
          <p:nvPr/>
        </p:nvSpPr>
        <p:spPr>
          <a:xfrm>
            <a:off x="533400" y="304800"/>
            <a:ext cx="7567613" cy="1295400"/>
          </a:xfrm>
          <a:prstGeom prst="rect">
            <a:avLst/>
          </a:prstGeom>
        </p:spPr>
        <p:txBody>
          <a:bodyPr lIns="0" rIns="0" bIns="0" anchor="b">
            <a:normAutofit/>
          </a:bodyPr>
          <a:lstStyle/>
          <a:p>
            <a:pPr eaLnBrk="1" fontAlgn="auto" hangingPunct="1">
              <a:spcAft>
                <a:spcPts val="0"/>
              </a:spcAft>
              <a:defRPr/>
            </a:pPr>
            <a:r>
              <a:rPr lang="en-US" altLang="zh-CN" sz="4000" dirty="0">
                <a:solidFill>
                  <a:srgbClr val="CC3300"/>
                </a:solidFill>
                <a:effectLst>
                  <a:outerShdw blurRad="38100" dist="38100" dir="2700000" algn="tl">
                    <a:srgbClr val="C0C0C0"/>
                  </a:outerShdw>
                </a:effectLst>
                <a:latin typeface="Times New Roman" pitchFamily="18" charset="0"/>
                <a:ea typeface="楷体_GB2312" pitchFamily="49" charset="-122"/>
                <a:cs typeface="+mj-cs"/>
              </a:rPr>
              <a:t> </a:t>
            </a:r>
            <a:r>
              <a:rPr lang="zh-CN" altLang="en-US" sz="4000" dirty="0">
                <a:latin typeface="Times New Roman" pitchFamily="18" charset="0"/>
                <a:ea typeface="楷体_GB2312" pitchFamily="49" charset="-122"/>
                <a:cs typeface="+mj-cs"/>
              </a:rPr>
              <a:t>二叉树的</a:t>
            </a:r>
            <a:r>
              <a:rPr lang="zh-CN" altLang="en-US" sz="4000" dirty="0" smtClean="0">
                <a:latin typeface="Times New Roman" pitchFamily="18" charset="0"/>
                <a:ea typeface="楷体_GB2312" pitchFamily="49" charset="-122"/>
                <a:cs typeface="+mj-cs"/>
              </a:rPr>
              <a:t>周游（遍历）</a:t>
            </a:r>
            <a:r>
              <a:rPr lang="zh-CN" altLang="en-US" sz="4000" dirty="0">
                <a:solidFill>
                  <a:srgbClr val="CC3300"/>
                </a:solidFill>
                <a:effectLst>
                  <a:outerShdw blurRad="38100" dist="38100" dir="2700000" algn="tl">
                    <a:srgbClr val="C0C0C0"/>
                  </a:outerShdw>
                </a:effectLst>
                <a:latin typeface="Times New Roman" pitchFamily="18" charset="0"/>
                <a:ea typeface="楷体_GB2312" pitchFamily="49" charset="-122"/>
                <a:cs typeface="+mj-cs"/>
              </a:rPr>
              <a:t/>
            </a:r>
            <a:br>
              <a:rPr lang="zh-CN" altLang="en-US" sz="4000" dirty="0">
                <a:solidFill>
                  <a:srgbClr val="CC3300"/>
                </a:solidFill>
                <a:effectLst>
                  <a:outerShdw blurRad="38100" dist="38100" dir="2700000" algn="tl">
                    <a:srgbClr val="C0C0C0"/>
                  </a:outerShdw>
                </a:effectLst>
                <a:latin typeface="Times New Roman" pitchFamily="18" charset="0"/>
                <a:ea typeface="楷体_GB2312" pitchFamily="49" charset="-122"/>
                <a:cs typeface="+mj-cs"/>
              </a:rPr>
            </a:br>
            <a:endParaRPr lang="en-US" altLang="zh-CN" sz="4000" dirty="0">
              <a:solidFill>
                <a:srgbClr val="CC3300"/>
              </a:solidFill>
              <a:effectLst>
                <a:outerShdw blurRad="38100" dist="38100" dir="2700000" algn="tl">
                  <a:srgbClr val="C0C0C0"/>
                </a:outerShdw>
              </a:effectLst>
              <a:latin typeface="Times New Roman" pitchFamily="18" charset="0"/>
              <a:ea typeface="楷体_GB2312" pitchFamily="49" charset="-122"/>
              <a:cs typeface="+mj-cs"/>
            </a:endParaRPr>
          </a:p>
        </p:txBody>
      </p:sp>
      <p:sp>
        <p:nvSpPr>
          <p:cNvPr id="5" name="Rectangle 9"/>
          <p:cNvSpPr txBox="1">
            <a:spLocks noChangeArrowheads="1"/>
          </p:cNvSpPr>
          <p:nvPr/>
        </p:nvSpPr>
        <p:spPr>
          <a:xfrm>
            <a:off x="285750" y="1500188"/>
            <a:ext cx="8534400" cy="4648200"/>
          </a:xfrm>
          <a:prstGeom prst="rect">
            <a:avLst/>
          </a:prstGeom>
        </p:spPr>
        <p:txBody>
          <a:bodyPr>
            <a:normAutofit/>
          </a:bodyPr>
          <a:lstStyle/>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en-US" altLang="zh-CN" sz="3200" b="1" dirty="0">
                <a:effectLst>
                  <a:outerShdw blurRad="38100" dist="38100" dir="2700000" algn="tl">
                    <a:srgbClr val="C0C0C0"/>
                  </a:outerShdw>
                </a:effectLst>
                <a:latin typeface="+mn-lt"/>
                <a:ea typeface="楷体_GB2312" pitchFamily="49" charset="-122"/>
              </a:rPr>
              <a:t>       </a:t>
            </a:r>
            <a:r>
              <a:rPr lang="zh-CN" altLang="en-US" sz="2800" b="1" dirty="0">
                <a:latin typeface="+mn-lt"/>
                <a:ea typeface="楷体_GB2312" pitchFamily="49" charset="-122"/>
              </a:rPr>
              <a:t>所谓树的遍历，就是按某种次序访问树中的结点，要求每个结点访问一次且仅访问一次。</a:t>
            </a:r>
          </a:p>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zh-CN" altLang="en-US" sz="2800" b="1" dirty="0">
                <a:latin typeface="+mn-lt"/>
                <a:ea typeface="楷体_GB2312" pitchFamily="49" charset="-122"/>
              </a:rPr>
              <a:t>       </a:t>
            </a:r>
            <a:r>
              <a:rPr lang="zh-CN" altLang="en-US" sz="2800" b="1" dirty="0">
                <a:solidFill>
                  <a:srgbClr val="CC3300"/>
                </a:solidFill>
                <a:latin typeface="+mn-lt"/>
                <a:ea typeface="楷体_GB2312" pitchFamily="49" charset="-122"/>
              </a:rPr>
              <a:t>遍历的结果：</a:t>
            </a:r>
            <a:r>
              <a:rPr lang="zh-CN" altLang="en-US" sz="2800" b="1" dirty="0">
                <a:latin typeface="+mn-lt"/>
                <a:ea typeface="楷体_GB2312" pitchFamily="49" charset="-122"/>
              </a:rPr>
              <a:t>产生一个关于结点的线性序列。</a:t>
            </a:r>
          </a:p>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zh-CN" altLang="en-US" sz="2800" b="1" dirty="0">
                <a:latin typeface="+mn-lt"/>
                <a:ea typeface="楷体_GB2312" pitchFamily="49" charset="-122"/>
              </a:rPr>
              <a:t>       </a:t>
            </a:r>
            <a:r>
              <a:rPr lang="zh-CN" altLang="en-US" sz="2800" b="1" dirty="0">
                <a:latin typeface="Times New Roman" pitchFamily="18" charset="0"/>
                <a:ea typeface="楷体_GB2312" pitchFamily="49" charset="-122"/>
              </a:rPr>
              <a:t>设</a:t>
            </a:r>
            <a:r>
              <a:rPr lang="zh-CN" altLang="en-US" sz="2800" b="1" dirty="0">
                <a:solidFill>
                  <a:srgbClr val="FF3300"/>
                </a:solidFill>
                <a:latin typeface="Times New Roman" pitchFamily="18" charset="0"/>
                <a:ea typeface="楷体_GB2312" pitchFamily="49" charset="-122"/>
              </a:rPr>
              <a:t>访问根结点</a:t>
            </a:r>
            <a:r>
              <a:rPr lang="zh-CN" altLang="en-US" sz="2800" b="1" dirty="0">
                <a:latin typeface="Times New Roman" pitchFamily="18" charset="0"/>
                <a:ea typeface="楷体_GB2312" pitchFamily="49" charset="-122"/>
              </a:rPr>
              <a:t>记作 </a:t>
            </a:r>
            <a:r>
              <a:rPr lang="en-US" altLang="zh-CN" sz="2800" b="1" dirty="0">
                <a:solidFill>
                  <a:srgbClr val="FF3300"/>
                </a:solidFill>
                <a:latin typeface="Times New Roman" pitchFamily="18" charset="0"/>
                <a:ea typeface="楷体_GB2312" pitchFamily="49" charset="-122"/>
              </a:rPr>
              <a:t>D</a:t>
            </a:r>
            <a:endParaRPr lang="en-US" altLang="zh-CN" sz="2800" b="1" dirty="0">
              <a:latin typeface="Times New Roman" pitchFamily="18" charset="0"/>
              <a:ea typeface="楷体_GB2312" pitchFamily="49" charset="-122"/>
            </a:endParaRPr>
          </a:p>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en-US" altLang="zh-CN" sz="2800" b="1" dirty="0">
                <a:latin typeface="Times New Roman" pitchFamily="18" charset="0"/>
                <a:ea typeface="楷体_GB2312" pitchFamily="49" charset="-122"/>
              </a:rPr>
              <a:t>            </a:t>
            </a:r>
            <a:r>
              <a:rPr lang="zh-CN" altLang="en-US" sz="2800" b="1" dirty="0">
                <a:solidFill>
                  <a:srgbClr val="FF3300"/>
                </a:solidFill>
                <a:latin typeface="Times New Roman" pitchFamily="18" charset="0"/>
                <a:ea typeface="楷体_GB2312" pitchFamily="49" charset="-122"/>
              </a:rPr>
              <a:t>遍历根的左子树</a:t>
            </a:r>
            <a:r>
              <a:rPr lang="zh-CN" altLang="en-US" sz="2800" b="1" dirty="0">
                <a:latin typeface="Times New Roman" pitchFamily="18" charset="0"/>
                <a:ea typeface="楷体_GB2312" pitchFamily="49" charset="-122"/>
              </a:rPr>
              <a:t>记作 </a:t>
            </a:r>
            <a:r>
              <a:rPr lang="en-US" altLang="zh-CN" sz="2800" b="1" dirty="0">
                <a:solidFill>
                  <a:srgbClr val="FF3300"/>
                </a:solidFill>
                <a:latin typeface="Times New Roman" pitchFamily="18" charset="0"/>
                <a:ea typeface="楷体_GB2312" pitchFamily="49" charset="-122"/>
              </a:rPr>
              <a:t>L</a:t>
            </a:r>
            <a:endParaRPr lang="en-US" altLang="zh-CN" sz="2800" b="1" dirty="0">
              <a:latin typeface="Times New Roman" pitchFamily="18" charset="0"/>
              <a:ea typeface="楷体_GB2312" pitchFamily="49" charset="-122"/>
            </a:endParaRPr>
          </a:p>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en-US" altLang="zh-CN" sz="2800" b="1" dirty="0">
                <a:latin typeface="Times New Roman" pitchFamily="18" charset="0"/>
                <a:ea typeface="楷体_GB2312" pitchFamily="49" charset="-122"/>
              </a:rPr>
              <a:t>            </a:t>
            </a:r>
            <a:r>
              <a:rPr lang="zh-CN" altLang="en-US" sz="2800" b="1" dirty="0">
                <a:solidFill>
                  <a:srgbClr val="FF3300"/>
                </a:solidFill>
                <a:latin typeface="Times New Roman" pitchFamily="18" charset="0"/>
                <a:ea typeface="楷体_GB2312" pitchFamily="49" charset="-122"/>
              </a:rPr>
              <a:t>遍历根的右子树</a:t>
            </a:r>
            <a:r>
              <a:rPr lang="zh-CN" altLang="en-US" sz="2800" b="1" dirty="0">
                <a:latin typeface="Times New Roman" pitchFamily="18" charset="0"/>
                <a:ea typeface="楷体_GB2312" pitchFamily="49" charset="-122"/>
              </a:rPr>
              <a:t>记作 </a:t>
            </a:r>
            <a:r>
              <a:rPr lang="en-US" altLang="zh-CN" sz="2800" b="1" dirty="0">
                <a:solidFill>
                  <a:srgbClr val="FF3300"/>
                </a:solidFill>
                <a:latin typeface="Times New Roman" pitchFamily="18" charset="0"/>
                <a:ea typeface="楷体_GB2312" pitchFamily="49" charset="-122"/>
              </a:rPr>
              <a:t>R</a:t>
            </a:r>
            <a:endParaRPr lang="en-US" altLang="zh-CN" sz="2800" b="1" dirty="0">
              <a:latin typeface="Times New Roman" pitchFamily="18" charset="0"/>
              <a:ea typeface="楷体_GB2312" pitchFamily="49" charset="-122"/>
            </a:endParaRPr>
          </a:p>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en-US" altLang="zh-CN" sz="2800" b="1" dirty="0">
                <a:latin typeface="+mn-lt"/>
                <a:ea typeface="楷体_GB2312" pitchFamily="49" charset="-122"/>
              </a:rPr>
              <a:t>       </a:t>
            </a:r>
            <a:r>
              <a:rPr lang="zh-CN" altLang="en-US" sz="2800" b="1" dirty="0">
                <a:latin typeface="+mn-lt"/>
                <a:ea typeface="楷体_GB2312" pitchFamily="49" charset="-122"/>
              </a:rPr>
              <a:t>则可能的遍历次序有</a:t>
            </a:r>
          </a:p>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zh-CN" altLang="en-US" sz="2800" b="1" dirty="0">
                <a:effectLst>
                  <a:outerShdw blurRad="38100" dist="38100" dir="2700000" algn="tl">
                    <a:srgbClr val="C0C0C0"/>
                  </a:outerShdw>
                </a:effectLst>
                <a:latin typeface="+mn-lt"/>
                <a:ea typeface="楷体_GB2312" pitchFamily="49" charset="-122"/>
              </a:rPr>
              <a:t>           </a:t>
            </a:r>
            <a:r>
              <a:rPr lang="zh-CN" altLang="en-US" sz="2800" b="1" dirty="0">
                <a:latin typeface="Times New Roman" pitchFamily="18" charset="0"/>
                <a:ea typeface="楷体_GB2312" pitchFamily="49" charset="-122"/>
              </a:rPr>
              <a:t>先序      </a:t>
            </a:r>
            <a:r>
              <a:rPr lang="en-US" altLang="zh-CN" sz="2800" b="1" dirty="0">
                <a:latin typeface="Times New Roman" pitchFamily="18" charset="0"/>
                <a:ea typeface="楷体_GB2312" pitchFamily="49" charset="-122"/>
              </a:rPr>
              <a:t>DLR       DRL   </a:t>
            </a:r>
            <a:r>
              <a:rPr lang="zh-CN" altLang="en-US" sz="2800" b="1" dirty="0">
                <a:latin typeface="Times New Roman" pitchFamily="18" charset="0"/>
                <a:ea typeface="楷体_GB2312" pitchFamily="49" charset="-122"/>
              </a:rPr>
              <a:t>逆先序</a:t>
            </a:r>
          </a:p>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zh-CN" altLang="en-US" sz="2800" b="1" dirty="0">
                <a:latin typeface="Times New Roman" pitchFamily="18" charset="0"/>
                <a:ea typeface="楷体_GB2312" pitchFamily="49" charset="-122"/>
              </a:rPr>
              <a:t>            中序      </a:t>
            </a:r>
            <a:r>
              <a:rPr lang="en-US" altLang="zh-CN" sz="2800" b="1" dirty="0">
                <a:latin typeface="Times New Roman" pitchFamily="18" charset="0"/>
                <a:ea typeface="楷体_GB2312" pitchFamily="49" charset="-122"/>
              </a:rPr>
              <a:t>LDR       RDL   </a:t>
            </a:r>
            <a:r>
              <a:rPr lang="zh-CN" altLang="en-US" sz="2800" b="1" dirty="0">
                <a:latin typeface="Times New Roman" pitchFamily="18" charset="0"/>
                <a:ea typeface="楷体_GB2312" pitchFamily="49" charset="-122"/>
              </a:rPr>
              <a:t>逆中序</a:t>
            </a:r>
          </a:p>
          <a:p>
            <a:pPr marL="274320" indent="-274320" eaLnBrk="1" fontAlgn="auto" hangingPunct="1">
              <a:lnSpc>
                <a:spcPct val="90000"/>
              </a:lnSpc>
              <a:spcBef>
                <a:spcPct val="10000"/>
              </a:spcBef>
              <a:spcAft>
                <a:spcPts val="0"/>
              </a:spcAft>
              <a:buClr>
                <a:schemeClr val="accent3"/>
              </a:buClr>
              <a:buSzPct val="95000"/>
              <a:buFont typeface="Wingdings 2"/>
              <a:buChar char=""/>
              <a:defRPr/>
            </a:pPr>
            <a:r>
              <a:rPr lang="zh-CN" altLang="en-US" sz="2800" b="1" dirty="0">
                <a:latin typeface="Times New Roman" pitchFamily="18" charset="0"/>
                <a:ea typeface="楷体_GB2312" pitchFamily="49" charset="-122"/>
              </a:rPr>
              <a:t>            后序      </a:t>
            </a:r>
            <a:r>
              <a:rPr lang="en-US" altLang="zh-CN" sz="2800" b="1" dirty="0">
                <a:latin typeface="Times New Roman" pitchFamily="18" charset="0"/>
                <a:ea typeface="楷体_GB2312" pitchFamily="49" charset="-122"/>
              </a:rPr>
              <a:t>LRD       RLD</a:t>
            </a:r>
            <a:r>
              <a:rPr lang="en-US" altLang="zh-CN" sz="2800" b="1" dirty="0">
                <a:latin typeface="+mn-lt"/>
                <a:ea typeface="楷体_GB2312" pitchFamily="49" charset="-122"/>
              </a:rPr>
              <a:t>   </a:t>
            </a:r>
            <a:r>
              <a:rPr lang="zh-CN" altLang="en-US" sz="2800" b="1" dirty="0">
                <a:latin typeface="+mn-lt"/>
                <a:ea typeface="楷体_GB2312" pitchFamily="49" charset="-122"/>
              </a:rPr>
              <a:t>逆后序</a:t>
            </a:r>
            <a:endParaRPr lang="zh-CN" altLang="en-US" sz="2800" dirty="0">
              <a:latin typeface="+mn-lt"/>
              <a:ea typeface="+mn-ea"/>
            </a:endParaRPr>
          </a:p>
        </p:txBody>
      </p:sp>
      <p:sp>
        <p:nvSpPr>
          <p:cNvPr id="9220" name="Text Box 7"/>
          <p:cNvSpPr txBox="1">
            <a:spLocks noChangeArrowheads="1"/>
          </p:cNvSpPr>
          <p:nvPr/>
        </p:nvSpPr>
        <p:spPr bwMode="auto">
          <a:xfrm>
            <a:off x="0" y="4572000"/>
            <a:ext cx="9144000" cy="893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100">
                <a:latin typeface="Times New Roman" pitchFamily="18" charset="0"/>
              </a:rPr>
              <a:t>						</a:t>
            </a:r>
          </a:p>
          <a:p>
            <a:pPr eaLnBrk="1" hangingPunct="1">
              <a:spcBef>
                <a:spcPct val="50000"/>
              </a:spcBef>
              <a:buClrTx/>
              <a:buSzTx/>
              <a:buFontTx/>
              <a:buNone/>
            </a:pPr>
            <a:endParaRPr lang="en-US" altLang="zh-CN" sz="2100">
              <a:latin typeface="Times New Roman" pitchFamily="18" charset="0"/>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ChangeArrowheads="1"/>
          </p:cNvSpPr>
          <p:nvPr/>
        </p:nvSpPr>
        <p:spPr bwMode="auto">
          <a:xfrm>
            <a:off x="609600" y="304800"/>
            <a:ext cx="3200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accent1"/>
                </a:solidFill>
                <a:latin typeface="Arial" pitchFamily="34" charset="0"/>
              </a:rPr>
              <a:t>遍历规则</a:t>
            </a:r>
            <a:r>
              <a:rPr lang="en-US" altLang="zh-CN" sz="2800">
                <a:solidFill>
                  <a:schemeClr val="accent1"/>
                </a:solidFill>
                <a:latin typeface="Arial" pitchFamily="34" charset="0"/>
              </a:rPr>
              <a:t>———</a:t>
            </a:r>
            <a:endParaRPr lang="zh-TW" altLang="en-US" sz="2800">
              <a:solidFill>
                <a:schemeClr val="accent1"/>
              </a:solidFill>
              <a:latin typeface="Arial" pitchFamily="34" charset="0"/>
            </a:endParaRPr>
          </a:p>
        </p:txBody>
      </p:sp>
      <p:sp>
        <p:nvSpPr>
          <p:cNvPr id="242691" name="Rectangle 3"/>
          <p:cNvSpPr>
            <a:spLocks noChangeArrowheads="1"/>
          </p:cNvSpPr>
          <p:nvPr/>
        </p:nvSpPr>
        <p:spPr bwMode="auto">
          <a:xfrm>
            <a:off x="304800" y="1219200"/>
            <a:ext cx="8382000" cy="426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20000"/>
              </a:spcBef>
              <a:buClr>
                <a:schemeClr val="tx1"/>
              </a:buClr>
              <a:buSzTx/>
              <a:buFont typeface="Wingdings" pitchFamily="2" charset="2"/>
              <a:buChar char="v"/>
            </a:pPr>
            <a:r>
              <a:rPr lang="zh-CN" altLang="en-US">
                <a:solidFill>
                  <a:schemeClr val="accent1"/>
                </a:solidFill>
                <a:latin typeface="Arial" pitchFamily="34" charset="0"/>
              </a:rPr>
              <a:t>若限定先左后右</a:t>
            </a:r>
            <a:r>
              <a:rPr lang="zh-CN" altLang="en-US">
                <a:latin typeface="Arial" pitchFamily="34" charset="0"/>
              </a:rPr>
              <a:t>，则有三种实现方案：</a:t>
            </a:r>
            <a:endParaRPr lang="zh-TW" altLang="en-US">
              <a:latin typeface="Arial" pitchFamily="34" charset="0"/>
              <a:ea typeface="PMingLiU" pitchFamily="18" charset="-120"/>
            </a:endParaRPr>
          </a:p>
          <a:p>
            <a:pPr lvl="1" eaLnBrk="1" hangingPunct="1">
              <a:spcBef>
                <a:spcPct val="20000"/>
              </a:spcBef>
              <a:buClrTx/>
              <a:buSzTx/>
              <a:buFontTx/>
              <a:buNone/>
            </a:pPr>
            <a:r>
              <a:rPr lang="zh-CN" altLang="en-US" sz="2600">
                <a:solidFill>
                  <a:srgbClr val="FF33CC"/>
                </a:solidFill>
                <a:latin typeface="Arial" pitchFamily="34" charset="0"/>
              </a:rPr>
              <a:t>         </a:t>
            </a:r>
            <a:r>
              <a:rPr lang="en-US" altLang="zh-CN" sz="2600">
                <a:solidFill>
                  <a:srgbClr val="FF33CC"/>
                </a:solidFill>
                <a:latin typeface="Arial" pitchFamily="34" charset="0"/>
              </a:rPr>
              <a:t>D</a:t>
            </a:r>
            <a:r>
              <a:rPr lang="en-US" altLang="zh-TW" sz="2600">
                <a:latin typeface="Arial" pitchFamily="34" charset="0"/>
                <a:ea typeface="PMingLiU" pitchFamily="18" charset="-120"/>
              </a:rPr>
              <a:t>LR                    L</a:t>
            </a:r>
            <a:r>
              <a:rPr lang="en-US" altLang="zh-CN" sz="2600">
                <a:solidFill>
                  <a:srgbClr val="FF33CC"/>
                </a:solidFill>
                <a:latin typeface="Arial" pitchFamily="34" charset="0"/>
              </a:rPr>
              <a:t>D</a:t>
            </a:r>
            <a:r>
              <a:rPr lang="en-US" altLang="zh-TW" sz="2600">
                <a:latin typeface="Arial" pitchFamily="34" charset="0"/>
                <a:ea typeface="PMingLiU" pitchFamily="18" charset="-120"/>
              </a:rPr>
              <a:t>R                     LR</a:t>
            </a:r>
            <a:r>
              <a:rPr lang="en-US" altLang="zh-CN" sz="2600">
                <a:solidFill>
                  <a:srgbClr val="FF33CC"/>
                </a:solidFill>
                <a:latin typeface="Arial" pitchFamily="34" charset="0"/>
              </a:rPr>
              <a:t>D</a:t>
            </a:r>
            <a:endParaRPr lang="en-US" altLang="zh-TW" sz="2600">
              <a:latin typeface="Arial" pitchFamily="34" charset="0"/>
              <a:ea typeface="PMingLiU" pitchFamily="18" charset="-120"/>
            </a:endParaRPr>
          </a:p>
          <a:p>
            <a:pPr lvl="1" eaLnBrk="1" hangingPunct="1">
              <a:spcBef>
                <a:spcPct val="20000"/>
              </a:spcBef>
              <a:buClrTx/>
              <a:buSzTx/>
              <a:buFontTx/>
              <a:buNone/>
            </a:pPr>
            <a:r>
              <a:rPr lang="zh-CN" altLang="en-US" sz="2600">
                <a:solidFill>
                  <a:srgbClr val="FF33CC"/>
                </a:solidFill>
                <a:latin typeface="Arial" pitchFamily="34" charset="0"/>
              </a:rPr>
              <a:t>先 </a:t>
            </a:r>
            <a:r>
              <a:rPr lang="en-US" altLang="zh-CN" sz="2600">
                <a:latin typeface="Arial" pitchFamily="34" charset="0"/>
              </a:rPr>
              <a:t>(</a:t>
            </a:r>
            <a:r>
              <a:rPr lang="zh-CN" altLang="en-US" sz="2600">
                <a:latin typeface="Arial" pitchFamily="34" charset="0"/>
              </a:rPr>
              <a:t>根</a:t>
            </a:r>
            <a:r>
              <a:rPr lang="en-US" altLang="zh-CN" sz="2600">
                <a:latin typeface="Arial" pitchFamily="34" charset="0"/>
              </a:rPr>
              <a:t>)</a:t>
            </a:r>
            <a:r>
              <a:rPr lang="zh-CN" altLang="en-US" sz="2600">
                <a:latin typeface="Arial" pitchFamily="34" charset="0"/>
              </a:rPr>
              <a:t>序遍历       </a:t>
            </a:r>
            <a:r>
              <a:rPr lang="zh-CN" altLang="en-US" sz="2600">
                <a:solidFill>
                  <a:srgbClr val="FF33CC"/>
                </a:solidFill>
                <a:latin typeface="Arial" pitchFamily="34" charset="0"/>
              </a:rPr>
              <a:t>中 </a:t>
            </a:r>
            <a:r>
              <a:rPr lang="en-US" altLang="zh-CN" sz="2600">
                <a:latin typeface="Arial" pitchFamily="34" charset="0"/>
              </a:rPr>
              <a:t>(</a:t>
            </a:r>
            <a:r>
              <a:rPr lang="zh-CN" altLang="en-US" sz="2600">
                <a:latin typeface="Arial" pitchFamily="34" charset="0"/>
              </a:rPr>
              <a:t>根</a:t>
            </a:r>
            <a:r>
              <a:rPr lang="en-US" altLang="zh-CN" sz="2600">
                <a:latin typeface="Arial" pitchFamily="34" charset="0"/>
              </a:rPr>
              <a:t>)</a:t>
            </a:r>
            <a:r>
              <a:rPr lang="zh-CN" altLang="en-US" sz="2600">
                <a:latin typeface="Arial" pitchFamily="34" charset="0"/>
              </a:rPr>
              <a:t>序遍历        </a:t>
            </a:r>
            <a:r>
              <a:rPr lang="zh-CN" altLang="en-US" sz="2600">
                <a:solidFill>
                  <a:srgbClr val="FF33CC"/>
                </a:solidFill>
                <a:latin typeface="Arial" pitchFamily="34" charset="0"/>
              </a:rPr>
              <a:t>后</a:t>
            </a:r>
            <a:r>
              <a:rPr lang="en-US" altLang="zh-CN" sz="2600">
                <a:latin typeface="Arial" pitchFamily="34" charset="0"/>
              </a:rPr>
              <a:t>(</a:t>
            </a:r>
            <a:r>
              <a:rPr lang="zh-CN" altLang="en-US" sz="2600">
                <a:latin typeface="Arial" pitchFamily="34" charset="0"/>
              </a:rPr>
              <a:t>根</a:t>
            </a:r>
            <a:r>
              <a:rPr lang="en-US" altLang="zh-CN" sz="2600">
                <a:latin typeface="Arial" pitchFamily="34" charset="0"/>
              </a:rPr>
              <a:t>)</a:t>
            </a:r>
            <a:r>
              <a:rPr lang="zh-CN" altLang="en-US" sz="2600">
                <a:latin typeface="Arial" pitchFamily="34" charset="0"/>
              </a:rPr>
              <a:t>序遍历</a:t>
            </a:r>
            <a:r>
              <a:rPr lang="zh-TW" altLang="en-US" sz="2600">
                <a:latin typeface="Arial" pitchFamily="34" charset="0"/>
                <a:ea typeface="PMingLiU" pitchFamily="18" charset="-120"/>
              </a:rPr>
              <a:t> </a:t>
            </a:r>
          </a:p>
          <a:p>
            <a:pPr lvl="1" eaLnBrk="1" hangingPunct="1">
              <a:spcBef>
                <a:spcPct val="20000"/>
              </a:spcBef>
              <a:buClrTx/>
              <a:buSzTx/>
              <a:buFontTx/>
              <a:buNone/>
            </a:pPr>
            <a:endParaRPr lang="zh-CN" altLang="en-US" sz="2600">
              <a:solidFill>
                <a:schemeClr val="accent1"/>
              </a:solidFill>
              <a:latin typeface="Arial" pitchFamily="34" charset="0"/>
            </a:endParaRPr>
          </a:p>
          <a:p>
            <a:pPr lvl="1" eaLnBrk="1" hangingPunct="1">
              <a:spcBef>
                <a:spcPct val="20000"/>
              </a:spcBef>
              <a:buClrTx/>
              <a:buSzTx/>
              <a:buFontTx/>
              <a:buNone/>
            </a:pPr>
            <a:r>
              <a:rPr lang="zh-CN" altLang="en-US">
                <a:solidFill>
                  <a:schemeClr val="accent2"/>
                </a:solidFill>
                <a:latin typeface="Arial" pitchFamily="34" charset="0"/>
              </a:rPr>
              <a:t>注：“先、中、后”的意思是指访问的结点</a:t>
            </a:r>
            <a:r>
              <a:rPr lang="en-US" altLang="zh-CN">
                <a:solidFill>
                  <a:schemeClr val="accent2"/>
                </a:solidFill>
                <a:latin typeface="Arial" pitchFamily="34" charset="0"/>
              </a:rPr>
              <a:t>D</a:t>
            </a:r>
            <a:r>
              <a:rPr lang="zh-CN" altLang="en-US">
                <a:solidFill>
                  <a:schemeClr val="accent2"/>
                </a:solidFill>
                <a:latin typeface="Arial" pitchFamily="34" charset="0"/>
              </a:rPr>
              <a:t>是先于子树出现还是后于子树出现。</a:t>
            </a:r>
            <a:endParaRPr lang="zh-TW" altLang="en-US">
              <a:solidFill>
                <a:schemeClr val="accent2"/>
              </a:solidFill>
              <a:latin typeface="Arial"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242691">
                                            <p:txEl>
                                              <p:pRg st="0" end="0"/>
                                            </p:txEl>
                                          </p:spTgt>
                                        </p:tgtEl>
                                        <p:attrNameLst>
                                          <p:attrName>style.visibility</p:attrName>
                                        </p:attrNameLst>
                                      </p:cBhvr>
                                      <p:to>
                                        <p:strVal val="visible"/>
                                      </p:to>
                                    </p:set>
                                    <p:animEffect transition="in" filter="strips(downRight)">
                                      <p:cBhvr>
                                        <p:cTn id="7" dur="500"/>
                                        <p:tgtEl>
                                          <p:spTgt spid="242691">
                                            <p:txEl>
                                              <p:pRg st="0" end="0"/>
                                            </p:txEl>
                                          </p:spTgt>
                                        </p:tgtEl>
                                      </p:cBhvr>
                                    </p:animEffect>
                                  </p:childTnLst>
                                </p:cTn>
                              </p:par>
                              <p:par>
                                <p:cTn id="8" presetID="18" presetClass="entr" presetSubtype="6" fill="hold" grpId="0" nodeType="withEffect">
                                  <p:stCondLst>
                                    <p:cond delay="0"/>
                                  </p:stCondLst>
                                  <p:childTnLst>
                                    <p:set>
                                      <p:cBhvr>
                                        <p:cTn id="9" dur="1" fill="hold">
                                          <p:stCondLst>
                                            <p:cond delay="0"/>
                                          </p:stCondLst>
                                        </p:cTn>
                                        <p:tgtEl>
                                          <p:spTgt spid="242691">
                                            <p:txEl>
                                              <p:pRg st="1" end="1"/>
                                            </p:txEl>
                                          </p:spTgt>
                                        </p:tgtEl>
                                        <p:attrNameLst>
                                          <p:attrName>style.visibility</p:attrName>
                                        </p:attrNameLst>
                                      </p:cBhvr>
                                      <p:to>
                                        <p:strVal val="visible"/>
                                      </p:to>
                                    </p:set>
                                    <p:animEffect transition="in" filter="strips(downRight)">
                                      <p:cBhvr>
                                        <p:cTn id="10" dur="500"/>
                                        <p:tgtEl>
                                          <p:spTgt spid="242691">
                                            <p:txEl>
                                              <p:pRg st="1" end="1"/>
                                            </p:txEl>
                                          </p:spTgt>
                                        </p:tgtEl>
                                      </p:cBhvr>
                                    </p:animEffect>
                                  </p:childTnLst>
                                </p:cTn>
                              </p:par>
                              <p:par>
                                <p:cTn id="11" presetID="18" presetClass="entr" presetSubtype="6" fill="hold" grpId="0" nodeType="withEffect">
                                  <p:stCondLst>
                                    <p:cond delay="0"/>
                                  </p:stCondLst>
                                  <p:childTnLst>
                                    <p:set>
                                      <p:cBhvr>
                                        <p:cTn id="12" dur="1" fill="hold">
                                          <p:stCondLst>
                                            <p:cond delay="0"/>
                                          </p:stCondLst>
                                        </p:cTn>
                                        <p:tgtEl>
                                          <p:spTgt spid="242691">
                                            <p:txEl>
                                              <p:pRg st="2" end="2"/>
                                            </p:txEl>
                                          </p:spTgt>
                                        </p:tgtEl>
                                        <p:attrNameLst>
                                          <p:attrName>style.visibility</p:attrName>
                                        </p:attrNameLst>
                                      </p:cBhvr>
                                      <p:to>
                                        <p:strVal val="visible"/>
                                      </p:to>
                                    </p:set>
                                    <p:animEffect transition="in" filter="strips(downRight)">
                                      <p:cBhvr>
                                        <p:cTn id="13" dur="500"/>
                                        <p:tgtEl>
                                          <p:spTgt spid="242691">
                                            <p:txEl>
                                              <p:pRg st="2" end="2"/>
                                            </p:txEl>
                                          </p:spTgt>
                                        </p:tgtEl>
                                      </p:cBhvr>
                                    </p:animEffect>
                                  </p:childTnLst>
                                </p:cTn>
                              </p:par>
                              <p:par>
                                <p:cTn id="14" presetID="18" presetClass="entr" presetSubtype="6" fill="hold" grpId="0" nodeType="withEffect">
                                  <p:stCondLst>
                                    <p:cond delay="0"/>
                                  </p:stCondLst>
                                  <p:childTnLst>
                                    <p:set>
                                      <p:cBhvr>
                                        <p:cTn id="15" dur="1" fill="hold">
                                          <p:stCondLst>
                                            <p:cond delay="0"/>
                                          </p:stCondLst>
                                        </p:cTn>
                                        <p:tgtEl>
                                          <p:spTgt spid="242691">
                                            <p:txEl>
                                              <p:pRg st="4" end="4"/>
                                            </p:txEl>
                                          </p:spTgt>
                                        </p:tgtEl>
                                        <p:attrNameLst>
                                          <p:attrName>style.visibility</p:attrName>
                                        </p:attrNameLst>
                                      </p:cBhvr>
                                      <p:to>
                                        <p:strVal val="visible"/>
                                      </p:to>
                                    </p:set>
                                    <p:animEffect transition="in" filter="strips(downRight)">
                                      <p:cBhvr>
                                        <p:cTn id="16" dur="500"/>
                                        <p:tgtEl>
                                          <p:spTgt spid="24269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691" grpId="0" build="p" autoUpdateAnimBg="0"/>
    </p:bldLst>
  </p:timing>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a:xfrm>
            <a:off x="381000" y="381000"/>
            <a:ext cx="1295400" cy="609600"/>
          </a:xfrm>
        </p:spPr>
        <p:txBody>
          <a:bodyPr>
            <a:normAutofit fontScale="90000"/>
          </a:bodyPr>
          <a:lstStyle/>
          <a:p>
            <a:pPr eaLnBrk="1" fontAlgn="auto" hangingPunct="1">
              <a:spcAft>
                <a:spcPts val="0"/>
              </a:spcAft>
              <a:defRPr/>
            </a:pPr>
            <a:r>
              <a:rPr lang="zh-CN" altLang="en-US" sz="3200" b="1" smtClean="0">
                <a:solidFill>
                  <a:schemeClr val="accent1"/>
                </a:solidFill>
              </a:rPr>
              <a:t>例</a:t>
            </a:r>
            <a:r>
              <a:rPr lang="en-US" altLang="zh-CN" sz="3200" b="1" smtClean="0">
                <a:solidFill>
                  <a:schemeClr val="accent1"/>
                </a:solidFill>
              </a:rPr>
              <a:t>1</a:t>
            </a:r>
            <a:r>
              <a:rPr lang="zh-CN" altLang="en-US" sz="3200" b="1" smtClean="0">
                <a:solidFill>
                  <a:schemeClr val="accent1"/>
                </a:solidFill>
              </a:rPr>
              <a:t>：</a:t>
            </a:r>
          </a:p>
        </p:txBody>
      </p:sp>
      <p:sp>
        <p:nvSpPr>
          <p:cNvPr id="244739" name="Text Box 3"/>
          <p:cNvSpPr txBox="1">
            <a:spLocks noChangeArrowheads="1"/>
          </p:cNvSpPr>
          <p:nvPr/>
        </p:nvSpPr>
        <p:spPr bwMode="auto">
          <a:xfrm>
            <a:off x="2895600" y="1066800"/>
            <a:ext cx="3548063" cy="180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just" eaLnBrk="1" hangingPunct="1">
              <a:spcBef>
                <a:spcPct val="50000"/>
              </a:spcBef>
              <a:buClrTx/>
              <a:buSzTx/>
              <a:buFontTx/>
              <a:buNone/>
            </a:pPr>
            <a:r>
              <a:rPr kumimoji="1" lang="zh-CN" altLang="en-US" sz="2800">
                <a:latin typeface="Times New Roman" pitchFamily="18" charset="0"/>
              </a:rPr>
              <a:t>先序遍历的结果是：</a:t>
            </a:r>
          </a:p>
          <a:p>
            <a:pPr algn="just" eaLnBrk="1" hangingPunct="1">
              <a:spcBef>
                <a:spcPct val="50000"/>
              </a:spcBef>
              <a:buClrTx/>
              <a:buSzTx/>
              <a:buFontTx/>
              <a:buNone/>
            </a:pPr>
            <a:r>
              <a:rPr kumimoji="1" lang="zh-CN" altLang="en-US" sz="2800">
                <a:latin typeface="Times New Roman" pitchFamily="18" charset="0"/>
              </a:rPr>
              <a:t>中序遍历的结果是：</a:t>
            </a:r>
          </a:p>
          <a:p>
            <a:pPr algn="just" eaLnBrk="1" hangingPunct="1">
              <a:spcBef>
                <a:spcPct val="50000"/>
              </a:spcBef>
              <a:buClrTx/>
              <a:buSzTx/>
              <a:buFontTx/>
              <a:buNone/>
            </a:pPr>
            <a:r>
              <a:rPr kumimoji="1" lang="zh-CN" altLang="en-US" sz="2800">
                <a:latin typeface="Times New Roman" pitchFamily="18" charset="0"/>
              </a:rPr>
              <a:t>后序遍历的结果是：</a:t>
            </a:r>
          </a:p>
        </p:txBody>
      </p:sp>
      <p:grpSp>
        <p:nvGrpSpPr>
          <p:cNvPr id="2" name="Group 4"/>
          <p:cNvGrpSpPr>
            <a:grpSpLocks/>
          </p:cNvGrpSpPr>
          <p:nvPr/>
        </p:nvGrpSpPr>
        <p:grpSpPr bwMode="auto">
          <a:xfrm>
            <a:off x="228600" y="990600"/>
            <a:ext cx="2514600" cy="1801813"/>
            <a:chOff x="144" y="624"/>
            <a:chExt cx="1584" cy="1135"/>
          </a:xfrm>
        </p:grpSpPr>
        <p:sp>
          <p:nvSpPr>
            <p:cNvPr id="12295" name="Rectangle 5"/>
            <p:cNvSpPr>
              <a:spLocks noChangeArrowheads="1"/>
            </p:cNvSpPr>
            <p:nvPr/>
          </p:nvSpPr>
          <p:spPr bwMode="auto">
            <a:xfrm>
              <a:off x="144" y="624"/>
              <a:ext cx="1584" cy="1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kumimoji="1" lang="en-US" altLang="zh-CN" sz="2800">
                  <a:latin typeface="Times New Roman" pitchFamily="18" charset="0"/>
                </a:rPr>
                <a:t>          A </a:t>
              </a:r>
            </a:p>
            <a:p>
              <a:pPr eaLnBrk="1" hangingPunct="1">
                <a:spcBef>
                  <a:spcPct val="50000"/>
                </a:spcBef>
                <a:buClrTx/>
                <a:buSzTx/>
                <a:buFontTx/>
                <a:buNone/>
              </a:pPr>
              <a:r>
                <a:rPr kumimoji="1" lang="en-US" altLang="zh-CN" sz="2800">
                  <a:latin typeface="Times New Roman" pitchFamily="18" charset="0"/>
                </a:rPr>
                <a:t>    B          C</a:t>
              </a:r>
            </a:p>
            <a:p>
              <a:pPr eaLnBrk="1" hangingPunct="1">
                <a:spcBef>
                  <a:spcPct val="50000"/>
                </a:spcBef>
                <a:buClrTx/>
                <a:buSzTx/>
                <a:buFontTx/>
                <a:buNone/>
              </a:pPr>
              <a:r>
                <a:rPr kumimoji="1" lang="en-US" altLang="zh-CN" sz="2800">
                  <a:latin typeface="Times New Roman" pitchFamily="18" charset="0"/>
                </a:rPr>
                <a:t>D      E</a:t>
              </a:r>
            </a:p>
          </p:txBody>
        </p:sp>
        <p:sp>
          <p:nvSpPr>
            <p:cNvPr id="12296" name="Line 6"/>
            <p:cNvSpPr>
              <a:spLocks noChangeShapeType="1"/>
            </p:cNvSpPr>
            <p:nvPr/>
          </p:nvSpPr>
          <p:spPr bwMode="auto">
            <a:xfrm flipH="1">
              <a:off x="576" y="912"/>
              <a:ext cx="192" cy="24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7" name="Line 7"/>
            <p:cNvSpPr>
              <a:spLocks noChangeShapeType="1"/>
            </p:cNvSpPr>
            <p:nvPr/>
          </p:nvSpPr>
          <p:spPr bwMode="auto">
            <a:xfrm>
              <a:off x="912" y="864"/>
              <a:ext cx="240" cy="24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8" name="Line 8"/>
            <p:cNvSpPr>
              <a:spLocks noChangeShapeType="1"/>
            </p:cNvSpPr>
            <p:nvPr/>
          </p:nvSpPr>
          <p:spPr bwMode="auto">
            <a:xfrm>
              <a:off x="576" y="1296"/>
              <a:ext cx="144" cy="24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9" name="Line 9"/>
            <p:cNvSpPr>
              <a:spLocks noChangeShapeType="1"/>
            </p:cNvSpPr>
            <p:nvPr/>
          </p:nvSpPr>
          <p:spPr bwMode="auto">
            <a:xfrm flipH="1">
              <a:off x="240" y="1296"/>
              <a:ext cx="192" cy="24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44746" name="Rectangle 10"/>
          <p:cNvSpPr>
            <a:spLocks noChangeArrowheads="1"/>
          </p:cNvSpPr>
          <p:nvPr/>
        </p:nvSpPr>
        <p:spPr bwMode="auto">
          <a:xfrm>
            <a:off x="6443663" y="981075"/>
            <a:ext cx="1827212" cy="180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kumimoji="1" lang="en-US" altLang="zh-CN" sz="2800">
                <a:solidFill>
                  <a:schemeClr val="accent1"/>
                </a:solidFill>
                <a:latin typeface="Times New Roman" pitchFamily="18" charset="0"/>
              </a:rPr>
              <a:t>A B D E C</a:t>
            </a:r>
            <a:endParaRPr kumimoji="1" lang="en-US" altLang="zh-CN" sz="2800">
              <a:solidFill>
                <a:srgbClr val="66FF33"/>
              </a:solidFill>
              <a:latin typeface="Times New Roman" pitchFamily="18" charset="0"/>
            </a:endParaRPr>
          </a:p>
          <a:p>
            <a:pPr eaLnBrk="1" hangingPunct="1">
              <a:spcBef>
                <a:spcPct val="50000"/>
              </a:spcBef>
              <a:buClrTx/>
              <a:buSzTx/>
              <a:buFontTx/>
              <a:buNone/>
            </a:pPr>
            <a:r>
              <a:rPr kumimoji="1" lang="en-US" altLang="zh-CN" sz="2800">
                <a:solidFill>
                  <a:schemeClr val="hlink"/>
                </a:solidFill>
                <a:latin typeface="Times New Roman" pitchFamily="18" charset="0"/>
              </a:rPr>
              <a:t>D B E A C</a:t>
            </a:r>
            <a:endParaRPr kumimoji="1" lang="en-US" altLang="zh-CN" sz="2800">
              <a:solidFill>
                <a:srgbClr val="66FF33"/>
              </a:solidFill>
              <a:latin typeface="Times New Roman" pitchFamily="18" charset="0"/>
            </a:endParaRPr>
          </a:p>
          <a:p>
            <a:pPr eaLnBrk="1" hangingPunct="1">
              <a:spcBef>
                <a:spcPct val="50000"/>
              </a:spcBef>
              <a:buClrTx/>
              <a:buSzTx/>
              <a:buFontTx/>
              <a:buNone/>
            </a:pPr>
            <a:r>
              <a:rPr kumimoji="1" lang="en-US" altLang="zh-CN" sz="2800">
                <a:solidFill>
                  <a:schemeClr val="hlink"/>
                </a:solidFill>
                <a:latin typeface="Times New Roman" pitchFamily="18" charset="0"/>
              </a:rPr>
              <a:t>D E B C A</a:t>
            </a:r>
          </a:p>
        </p:txBody>
      </p:sp>
      <p:sp>
        <p:nvSpPr>
          <p:cNvPr id="244747" name="Rectangle 11"/>
          <p:cNvSpPr>
            <a:spLocks noChangeArrowheads="1"/>
          </p:cNvSpPr>
          <p:nvPr/>
        </p:nvSpPr>
        <p:spPr bwMode="auto">
          <a:xfrm>
            <a:off x="381000" y="3429000"/>
            <a:ext cx="4876800" cy="210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kumimoji="1" lang="zh-CN" altLang="en-US" sz="2400">
                <a:latin typeface="Times New Roman" pitchFamily="18" charset="0"/>
              </a:rPr>
              <a:t>口诀：</a:t>
            </a:r>
          </a:p>
          <a:p>
            <a:pPr eaLnBrk="1" hangingPunct="1">
              <a:spcBef>
                <a:spcPct val="50000"/>
              </a:spcBef>
              <a:buClrTx/>
              <a:buSzTx/>
              <a:buFontTx/>
              <a:buNone/>
            </a:pPr>
            <a:r>
              <a:rPr kumimoji="1" lang="en-US" altLang="zh-CN" sz="2400">
                <a:solidFill>
                  <a:schemeClr val="hlink"/>
                </a:solidFill>
                <a:latin typeface="Times New Roman" pitchFamily="18" charset="0"/>
              </a:rPr>
              <a:t>D</a:t>
            </a:r>
            <a:r>
              <a:rPr kumimoji="1" lang="en-US" altLang="zh-CN" sz="2400">
                <a:latin typeface="Times New Roman" pitchFamily="18" charset="0"/>
              </a:rPr>
              <a:t>LR—</a:t>
            </a:r>
            <a:r>
              <a:rPr kumimoji="1" lang="zh-CN" altLang="en-US" sz="2400">
                <a:latin typeface="Times New Roman" pitchFamily="18" charset="0"/>
              </a:rPr>
              <a:t>先序遍历，即</a:t>
            </a:r>
            <a:r>
              <a:rPr kumimoji="1" lang="zh-CN" altLang="en-US" sz="2400">
                <a:solidFill>
                  <a:schemeClr val="hlink"/>
                </a:solidFill>
                <a:latin typeface="Times New Roman" pitchFamily="18" charset="0"/>
              </a:rPr>
              <a:t>先根再左再右</a:t>
            </a:r>
          </a:p>
          <a:p>
            <a:pPr eaLnBrk="1" hangingPunct="1">
              <a:spcBef>
                <a:spcPct val="50000"/>
              </a:spcBef>
              <a:buClrTx/>
              <a:buSzTx/>
              <a:buFontTx/>
              <a:buNone/>
            </a:pPr>
            <a:r>
              <a:rPr kumimoji="1" lang="en-US" altLang="zh-CN" sz="2400">
                <a:latin typeface="Times New Roman" pitchFamily="18" charset="0"/>
              </a:rPr>
              <a:t>L</a:t>
            </a:r>
            <a:r>
              <a:rPr kumimoji="1" lang="en-US" altLang="zh-CN" sz="2400">
                <a:solidFill>
                  <a:schemeClr val="hlink"/>
                </a:solidFill>
                <a:latin typeface="Times New Roman" pitchFamily="18" charset="0"/>
              </a:rPr>
              <a:t>D</a:t>
            </a:r>
            <a:r>
              <a:rPr kumimoji="1" lang="en-US" altLang="zh-CN" sz="2400">
                <a:latin typeface="Times New Roman" pitchFamily="18" charset="0"/>
              </a:rPr>
              <a:t>R—</a:t>
            </a:r>
            <a:r>
              <a:rPr kumimoji="1" lang="zh-CN" altLang="en-US" sz="2400">
                <a:latin typeface="Times New Roman" pitchFamily="18" charset="0"/>
              </a:rPr>
              <a:t>中序遍历，即先左再根再右</a:t>
            </a:r>
          </a:p>
          <a:p>
            <a:pPr eaLnBrk="1" hangingPunct="1">
              <a:spcBef>
                <a:spcPct val="50000"/>
              </a:spcBef>
              <a:buClrTx/>
              <a:buSzTx/>
              <a:buFontTx/>
              <a:buNone/>
            </a:pPr>
            <a:r>
              <a:rPr kumimoji="1" lang="en-US" altLang="zh-CN" sz="2400">
                <a:latin typeface="Times New Roman" pitchFamily="18" charset="0"/>
              </a:rPr>
              <a:t>LR</a:t>
            </a:r>
            <a:r>
              <a:rPr kumimoji="1" lang="en-US" altLang="zh-CN" sz="2400">
                <a:solidFill>
                  <a:schemeClr val="hlink"/>
                </a:solidFill>
                <a:latin typeface="Times New Roman" pitchFamily="18" charset="0"/>
              </a:rPr>
              <a:t>D</a:t>
            </a:r>
            <a:r>
              <a:rPr kumimoji="1" lang="en-US" altLang="zh-CN" sz="2400">
                <a:latin typeface="Times New Roman" pitchFamily="18" charset="0"/>
              </a:rPr>
              <a:t>—</a:t>
            </a:r>
            <a:r>
              <a:rPr kumimoji="1" lang="zh-CN" altLang="en-US" sz="2400">
                <a:latin typeface="Times New Roman" pitchFamily="18" charset="0"/>
              </a:rPr>
              <a:t>后序遍历，即先左再右再根</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44739"/>
                                        </p:tgtEl>
                                        <p:attrNameLst>
                                          <p:attrName>style.visibility</p:attrName>
                                        </p:attrNameLst>
                                      </p:cBhvr>
                                      <p:to>
                                        <p:strVal val="visible"/>
                                      </p:to>
                                    </p:set>
                                    <p:animEffect transition="in" filter="wipe(up)">
                                      <p:cBhvr>
                                        <p:cTn id="12" dur="500"/>
                                        <p:tgtEl>
                                          <p:spTgt spid="24473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44747"/>
                                        </p:tgtEl>
                                        <p:attrNameLst>
                                          <p:attrName>style.visibility</p:attrName>
                                        </p:attrNameLst>
                                      </p:cBhvr>
                                      <p:to>
                                        <p:strVal val="visible"/>
                                      </p:to>
                                    </p:set>
                                    <p:animEffect transition="in" filter="wipe(up)">
                                      <p:cBhvr>
                                        <p:cTn id="17" dur="500"/>
                                        <p:tgtEl>
                                          <p:spTgt spid="2447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iterate type="wd">
                                    <p:tmAbs val="300"/>
                                  </p:iterate>
                                  <p:childTnLst>
                                    <p:set>
                                      <p:cBhvr>
                                        <p:cTn id="21" dur="1" fill="hold">
                                          <p:stCondLst>
                                            <p:cond delay="299"/>
                                          </p:stCondLst>
                                        </p:cTn>
                                        <p:tgtEl>
                                          <p:spTgt spid="244746">
                                            <p:txEl>
                                              <p:pRg st="0" end="0"/>
                                            </p:txEl>
                                          </p:spTgt>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iterate type="wd">
                                    <p:tmAbs val="300"/>
                                  </p:iterate>
                                  <p:childTnLst>
                                    <p:set>
                                      <p:cBhvr>
                                        <p:cTn id="25" dur="1" fill="hold">
                                          <p:stCondLst>
                                            <p:cond delay="299"/>
                                          </p:stCondLst>
                                        </p:cTn>
                                        <p:tgtEl>
                                          <p:spTgt spid="244746">
                                            <p:txEl>
                                              <p:pRg st="1" end="1"/>
                                            </p:txEl>
                                          </p:spTgt>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iterate type="wd">
                                    <p:tmAbs val="300"/>
                                  </p:iterate>
                                  <p:childTnLst>
                                    <p:set>
                                      <p:cBhvr>
                                        <p:cTn id="29" dur="1" fill="hold">
                                          <p:stCondLst>
                                            <p:cond delay="299"/>
                                          </p:stCondLst>
                                        </p:cTn>
                                        <p:tgtEl>
                                          <p:spTgt spid="244746">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739" grpId="0" autoUpdateAnimBg="0"/>
      <p:bldP spid="244746" grpId="0" build="p" autoUpdateAnimBg="0"/>
      <p:bldP spid="244747" grpId="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2"/>
          <p:cNvSpPr txBox="1">
            <a:spLocks noChangeArrowheads="1"/>
          </p:cNvSpPr>
          <p:nvPr/>
        </p:nvSpPr>
        <p:spPr bwMode="auto">
          <a:xfrm>
            <a:off x="152400" y="152400"/>
            <a:ext cx="8991600" cy="4478338"/>
          </a:xfrm>
          <a:prstGeom prst="rect">
            <a:avLst/>
          </a:prstGeom>
          <a:noFill/>
          <a:ln w="9525">
            <a:noFill/>
            <a:miter lim="800000"/>
            <a:headEnd/>
            <a:tailEnd/>
          </a:ln>
          <a:effectLst/>
        </p:spPr>
        <p:txBody>
          <a:bodyPr>
            <a:spAutoFit/>
          </a:bodyPr>
          <a:lstStyle/>
          <a:p>
            <a:pPr eaLnBrk="1" fontAlgn="auto" hangingPunct="1">
              <a:lnSpc>
                <a:spcPct val="95000"/>
              </a:lnSpc>
              <a:spcBef>
                <a:spcPts val="0"/>
              </a:spcBef>
              <a:spcAft>
                <a:spcPts val="0"/>
              </a:spcAft>
              <a:defRPr/>
            </a:pPr>
            <a:r>
              <a:rPr lang="zh-CN" altLang="en-US" sz="3200" b="1" u="sng" dirty="0">
                <a:effectLst>
                  <a:outerShdw blurRad="38100" dist="38100" dir="2700000" algn="tl">
                    <a:srgbClr val="C0C0C0"/>
                  </a:outerShdw>
                </a:effectLst>
                <a:latin typeface="Times New Roman" pitchFamily="18" charset="0"/>
                <a:ea typeface="隶书" pitchFamily="49" charset="-122"/>
              </a:rPr>
              <a:t>先序遍历二叉树的递归算法</a:t>
            </a:r>
            <a:endParaRPr lang="en-US" altLang="zh-CN" sz="3200" b="1" u="sng" dirty="0">
              <a:effectLst>
                <a:outerShdw blurRad="38100" dist="38100" dir="2700000" algn="tl">
                  <a:srgbClr val="C0C0C0"/>
                </a:outerShdw>
              </a:effectLst>
              <a:latin typeface="Times New Roman" pitchFamily="18" charset="0"/>
              <a:ea typeface="隶书" pitchFamily="49" charset="-122"/>
            </a:endParaRPr>
          </a:p>
          <a:p>
            <a:pPr eaLnBrk="1" fontAlgn="auto" hangingPunct="1">
              <a:lnSpc>
                <a:spcPct val="95000"/>
              </a:lnSpc>
              <a:spcBef>
                <a:spcPts val="0"/>
              </a:spcBef>
              <a:spcAft>
                <a:spcPts val="0"/>
              </a:spcAft>
              <a:defRPr/>
            </a:pPr>
            <a:endParaRPr lang="zh-CN" altLang="en-US" sz="3200" dirty="0">
              <a:latin typeface="Times New Roman" pitchFamily="18" charset="0"/>
              <a:ea typeface="宋体" charset="-122"/>
            </a:endParaRPr>
          </a:p>
          <a:p>
            <a:pPr eaLnBrk="1" fontAlgn="auto" hangingPunct="1">
              <a:lnSpc>
                <a:spcPct val="95000"/>
              </a:lnSpc>
              <a:spcBef>
                <a:spcPts val="0"/>
              </a:spcBef>
              <a:spcAft>
                <a:spcPts val="0"/>
              </a:spcAft>
              <a:defRPr/>
            </a:pPr>
            <a:endParaRPr lang="zh-CN" altLang="en-US" sz="1200" dirty="0">
              <a:latin typeface="Times New Roman" pitchFamily="18" charset="0"/>
              <a:ea typeface="宋体" charset="-122"/>
            </a:endParaRP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void </a:t>
            </a:r>
            <a:r>
              <a:rPr lang="en-US" altLang="zh-CN" sz="3200" b="1" dirty="0" err="1">
                <a:latin typeface="Times New Roman" pitchFamily="18" charset="0"/>
                <a:ea typeface="宋体" charset="-122"/>
              </a:rPr>
              <a:t>PreOrderTraverse</a:t>
            </a:r>
            <a:r>
              <a:rPr lang="en-US" altLang="zh-CN" sz="3200" b="1" dirty="0">
                <a:latin typeface="Times New Roman" pitchFamily="18" charset="0"/>
                <a:ea typeface="宋体" charset="-122"/>
              </a:rPr>
              <a:t>(</a:t>
            </a:r>
            <a:r>
              <a:rPr lang="en-US" altLang="zh-CN" sz="3200" b="1" dirty="0" err="1">
                <a:latin typeface="Times New Roman" pitchFamily="18" charset="0"/>
                <a:ea typeface="宋体" charset="-122"/>
              </a:rPr>
              <a:t>BiTree</a:t>
            </a:r>
            <a:r>
              <a:rPr lang="en-US" altLang="zh-CN" sz="3200" b="1" dirty="0">
                <a:latin typeface="Times New Roman" pitchFamily="18" charset="0"/>
                <a:ea typeface="宋体" charset="-122"/>
              </a:rPr>
              <a:t> T){</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if (T){</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a:t>
            </a:r>
            <a:r>
              <a:rPr lang="en-US" altLang="zh-CN" sz="3200" b="1" dirty="0" err="1">
                <a:latin typeface="Times New Roman" pitchFamily="18" charset="0"/>
                <a:ea typeface="宋体" charset="-122"/>
              </a:rPr>
              <a:t>printf</a:t>
            </a:r>
            <a:r>
              <a:rPr lang="en-US" altLang="zh-CN" sz="3200" b="1" dirty="0">
                <a:latin typeface="Times New Roman" pitchFamily="18" charset="0"/>
                <a:ea typeface="宋体" charset="-122"/>
              </a:rPr>
              <a:t>("%</a:t>
            </a:r>
            <a:r>
              <a:rPr lang="en-US" altLang="zh-CN" sz="3200" b="1" dirty="0" err="1">
                <a:latin typeface="Times New Roman" pitchFamily="18" charset="0"/>
                <a:ea typeface="宋体" charset="-122"/>
              </a:rPr>
              <a:t>c",T</a:t>
            </a:r>
            <a:r>
              <a:rPr lang="en-US" altLang="zh-CN" sz="3200" b="1" dirty="0">
                <a:latin typeface="Times New Roman" pitchFamily="18" charset="0"/>
                <a:ea typeface="宋体" charset="-122"/>
              </a:rPr>
              <a:t>-&gt;data);</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a:t>
            </a:r>
            <a:r>
              <a:rPr lang="en-US" altLang="zh-CN" sz="3200" b="1" dirty="0" err="1">
                <a:latin typeface="Times New Roman" pitchFamily="18" charset="0"/>
                <a:ea typeface="宋体" charset="-122"/>
              </a:rPr>
              <a:t>PreOrderTraverse</a:t>
            </a:r>
            <a:r>
              <a:rPr lang="en-US" altLang="zh-CN" sz="3200" b="1" dirty="0">
                <a:latin typeface="Times New Roman" pitchFamily="18" charset="0"/>
                <a:ea typeface="宋体" charset="-122"/>
              </a:rPr>
              <a:t>(T-&gt;</a:t>
            </a:r>
            <a:r>
              <a:rPr lang="en-US" altLang="zh-CN" sz="3200" b="1" dirty="0" err="1">
                <a:latin typeface="Times New Roman" pitchFamily="18" charset="0"/>
                <a:ea typeface="宋体" charset="-122"/>
              </a:rPr>
              <a:t>lchild</a:t>
            </a:r>
            <a:r>
              <a:rPr lang="en-US" altLang="zh-CN" sz="3200" b="1" dirty="0">
                <a:latin typeface="Times New Roman" pitchFamily="18" charset="0"/>
                <a:ea typeface="宋体" charset="-122"/>
              </a:rPr>
              <a:t>);</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a:t>
            </a:r>
            <a:r>
              <a:rPr lang="en-US" altLang="zh-CN" sz="3200" b="1" dirty="0" err="1">
                <a:latin typeface="Times New Roman" pitchFamily="18" charset="0"/>
                <a:ea typeface="宋体" charset="-122"/>
              </a:rPr>
              <a:t>PreOrderTraverse</a:t>
            </a:r>
            <a:r>
              <a:rPr lang="en-US" altLang="zh-CN" sz="3200" b="1" dirty="0">
                <a:latin typeface="Times New Roman" pitchFamily="18" charset="0"/>
                <a:ea typeface="宋体" charset="-122"/>
              </a:rPr>
              <a:t>(T-&gt;</a:t>
            </a:r>
            <a:r>
              <a:rPr lang="en-US" altLang="zh-CN" sz="3200" b="1" dirty="0" err="1">
                <a:latin typeface="Times New Roman" pitchFamily="18" charset="0"/>
                <a:ea typeface="宋体" charset="-122"/>
              </a:rPr>
              <a:t>rchild</a:t>
            </a:r>
            <a:r>
              <a:rPr lang="en-US" altLang="zh-CN" sz="3200" b="1" dirty="0">
                <a:latin typeface="Times New Roman" pitchFamily="18" charset="0"/>
                <a:ea typeface="宋体" charset="-122"/>
              </a:rPr>
              <a:t>);</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a:t>
            </a:r>
          </a:p>
        </p:txBody>
      </p:sp>
    </p:spTree>
  </p:cSld>
  <p:clrMapOvr>
    <a:masterClrMapping/>
  </p:clrMapOvr>
  <p:transition>
    <p:pull dir="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25602">
                                            <p:txEl>
                                              <p:pRg st="3" end="3"/>
                                            </p:txEl>
                                          </p:spTgt>
                                        </p:tgtEl>
                                        <p:attrNameLst>
                                          <p:attrName>style.visibility</p:attrName>
                                        </p:attrNameLst>
                                      </p:cBhvr>
                                      <p:to>
                                        <p:strVal val="visible"/>
                                      </p:to>
                                    </p:set>
                                    <p:animEffect transition="in" filter="blinds(horizontal)">
                                      <p:cBhvr>
                                        <p:cTn id="7" dur="500"/>
                                        <p:tgtEl>
                                          <p:spTgt spid="25602">
                                            <p:txEl>
                                              <p:pRg st="3" end="3"/>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25602">
                                            <p:txEl>
                                              <p:pRg st="4" end="4"/>
                                            </p:txEl>
                                          </p:spTgt>
                                        </p:tgtEl>
                                        <p:attrNameLst>
                                          <p:attrName>style.visibility</p:attrName>
                                        </p:attrNameLst>
                                      </p:cBhvr>
                                      <p:to>
                                        <p:strVal val="visible"/>
                                      </p:to>
                                    </p:set>
                                    <p:animEffect transition="in" filter="blinds(horizontal)">
                                      <p:cBhvr>
                                        <p:cTn id="10" dur="500"/>
                                        <p:tgtEl>
                                          <p:spTgt spid="25602">
                                            <p:txEl>
                                              <p:pRg st="4" end="4"/>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25602">
                                            <p:txEl>
                                              <p:pRg st="5" end="5"/>
                                            </p:txEl>
                                          </p:spTgt>
                                        </p:tgtEl>
                                        <p:attrNameLst>
                                          <p:attrName>style.visibility</p:attrName>
                                        </p:attrNameLst>
                                      </p:cBhvr>
                                      <p:to>
                                        <p:strVal val="visible"/>
                                      </p:to>
                                    </p:set>
                                    <p:animEffect transition="in" filter="blinds(horizontal)">
                                      <p:cBhvr>
                                        <p:cTn id="13" dur="500"/>
                                        <p:tgtEl>
                                          <p:spTgt spid="25602">
                                            <p:txEl>
                                              <p:pRg st="5" end="5"/>
                                            </p:txEl>
                                          </p:spTgt>
                                        </p:tgtEl>
                                      </p:cBhvr>
                                    </p:animEffect>
                                  </p:childTnLst>
                                </p:cTn>
                              </p:par>
                              <p:par>
                                <p:cTn id="14" presetID="3" presetClass="entr" presetSubtype="10" fill="hold" nodeType="withEffect">
                                  <p:stCondLst>
                                    <p:cond delay="0"/>
                                  </p:stCondLst>
                                  <p:childTnLst>
                                    <p:set>
                                      <p:cBhvr>
                                        <p:cTn id="15" dur="1" fill="hold">
                                          <p:stCondLst>
                                            <p:cond delay="0"/>
                                          </p:stCondLst>
                                        </p:cTn>
                                        <p:tgtEl>
                                          <p:spTgt spid="25602">
                                            <p:txEl>
                                              <p:pRg st="6" end="6"/>
                                            </p:txEl>
                                          </p:spTgt>
                                        </p:tgtEl>
                                        <p:attrNameLst>
                                          <p:attrName>style.visibility</p:attrName>
                                        </p:attrNameLst>
                                      </p:cBhvr>
                                      <p:to>
                                        <p:strVal val="visible"/>
                                      </p:to>
                                    </p:set>
                                    <p:animEffect transition="in" filter="blinds(horizontal)">
                                      <p:cBhvr>
                                        <p:cTn id="16" dur="500"/>
                                        <p:tgtEl>
                                          <p:spTgt spid="25602">
                                            <p:txEl>
                                              <p:pRg st="6" end="6"/>
                                            </p:txEl>
                                          </p:spTgt>
                                        </p:tgtEl>
                                      </p:cBhvr>
                                    </p:animEffect>
                                  </p:childTnLst>
                                </p:cTn>
                              </p:par>
                              <p:par>
                                <p:cTn id="17" presetID="3" presetClass="entr" presetSubtype="10" fill="hold" nodeType="withEffect">
                                  <p:stCondLst>
                                    <p:cond delay="0"/>
                                  </p:stCondLst>
                                  <p:childTnLst>
                                    <p:set>
                                      <p:cBhvr>
                                        <p:cTn id="18" dur="1" fill="hold">
                                          <p:stCondLst>
                                            <p:cond delay="0"/>
                                          </p:stCondLst>
                                        </p:cTn>
                                        <p:tgtEl>
                                          <p:spTgt spid="25602">
                                            <p:txEl>
                                              <p:pRg st="7" end="7"/>
                                            </p:txEl>
                                          </p:spTgt>
                                        </p:tgtEl>
                                        <p:attrNameLst>
                                          <p:attrName>style.visibility</p:attrName>
                                        </p:attrNameLst>
                                      </p:cBhvr>
                                      <p:to>
                                        <p:strVal val="visible"/>
                                      </p:to>
                                    </p:set>
                                    <p:animEffect transition="in" filter="blinds(horizontal)">
                                      <p:cBhvr>
                                        <p:cTn id="19" dur="500"/>
                                        <p:tgtEl>
                                          <p:spTgt spid="25602">
                                            <p:txEl>
                                              <p:pRg st="7" end="7"/>
                                            </p:txEl>
                                          </p:spTgt>
                                        </p:tgtEl>
                                      </p:cBhvr>
                                    </p:animEffect>
                                  </p:childTnLst>
                                </p:cTn>
                              </p:par>
                              <p:par>
                                <p:cTn id="20" presetID="3" presetClass="entr" presetSubtype="10" fill="hold" nodeType="withEffect">
                                  <p:stCondLst>
                                    <p:cond delay="0"/>
                                  </p:stCondLst>
                                  <p:childTnLst>
                                    <p:set>
                                      <p:cBhvr>
                                        <p:cTn id="21" dur="1" fill="hold">
                                          <p:stCondLst>
                                            <p:cond delay="0"/>
                                          </p:stCondLst>
                                        </p:cTn>
                                        <p:tgtEl>
                                          <p:spTgt spid="25602">
                                            <p:txEl>
                                              <p:pRg st="8" end="8"/>
                                            </p:txEl>
                                          </p:spTgt>
                                        </p:tgtEl>
                                        <p:attrNameLst>
                                          <p:attrName>style.visibility</p:attrName>
                                        </p:attrNameLst>
                                      </p:cBhvr>
                                      <p:to>
                                        <p:strVal val="visible"/>
                                      </p:to>
                                    </p:set>
                                    <p:animEffect transition="in" filter="blinds(horizontal)">
                                      <p:cBhvr>
                                        <p:cTn id="22" dur="500"/>
                                        <p:tgtEl>
                                          <p:spTgt spid="25602">
                                            <p:txEl>
                                              <p:pRg st="8" end="8"/>
                                            </p:txEl>
                                          </p:spTgt>
                                        </p:tgtEl>
                                      </p:cBhvr>
                                    </p:animEffect>
                                  </p:childTnLst>
                                </p:cTn>
                              </p:par>
                              <p:par>
                                <p:cTn id="23" presetID="3" presetClass="entr" presetSubtype="10" fill="hold" nodeType="withEffect">
                                  <p:stCondLst>
                                    <p:cond delay="0"/>
                                  </p:stCondLst>
                                  <p:childTnLst>
                                    <p:set>
                                      <p:cBhvr>
                                        <p:cTn id="24" dur="1" fill="hold">
                                          <p:stCondLst>
                                            <p:cond delay="0"/>
                                          </p:stCondLst>
                                        </p:cTn>
                                        <p:tgtEl>
                                          <p:spTgt spid="25602">
                                            <p:txEl>
                                              <p:pRg st="9" end="9"/>
                                            </p:txEl>
                                          </p:spTgt>
                                        </p:tgtEl>
                                        <p:attrNameLst>
                                          <p:attrName>style.visibility</p:attrName>
                                        </p:attrNameLst>
                                      </p:cBhvr>
                                      <p:to>
                                        <p:strVal val="visible"/>
                                      </p:to>
                                    </p:set>
                                    <p:animEffect transition="in" filter="blinds(horizontal)">
                                      <p:cBhvr>
                                        <p:cTn id="25" dur="500"/>
                                        <p:tgtEl>
                                          <p:spTgt spid="25602">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Text Box 3"/>
          <p:cNvSpPr txBox="1">
            <a:spLocks noChangeArrowheads="1"/>
          </p:cNvSpPr>
          <p:nvPr/>
        </p:nvSpPr>
        <p:spPr bwMode="auto">
          <a:xfrm>
            <a:off x="152400" y="123825"/>
            <a:ext cx="8763000" cy="4032250"/>
          </a:xfrm>
          <a:prstGeom prst="rect">
            <a:avLst/>
          </a:prstGeom>
          <a:noFill/>
          <a:ln w="9525">
            <a:noFill/>
            <a:miter lim="800000"/>
            <a:headEnd/>
            <a:tailEnd/>
          </a:ln>
          <a:effectLst/>
        </p:spPr>
        <p:txBody>
          <a:bodyPr>
            <a:spAutoFit/>
          </a:bodyPr>
          <a:lstStyle/>
          <a:p>
            <a:pPr eaLnBrk="1" fontAlgn="auto" hangingPunct="1">
              <a:lnSpc>
                <a:spcPct val="95000"/>
              </a:lnSpc>
              <a:spcBef>
                <a:spcPts val="0"/>
              </a:spcBef>
              <a:spcAft>
                <a:spcPts val="0"/>
              </a:spcAft>
              <a:defRPr/>
            </a:pPr>
            <a:r>
              <a:rPr lang="zh-CN" altLang="en-US" sz="3200" b="1" u="sng" dirty="0">
                <a:effectLst>
                  <a:outerShdw blurRad="38100" dist="38100" dir="2700000" algn="tl">
                    <a:srgbClr val="C0C0C0"/>
                  </a:outerShdw>
                </a:effectLst>
                <a:latin typeface="Times New Roman" pitchFamily="18" charset="0"/>
                <a:ea typeface="隶书" pitchFamily="49" charset="-122"/>
              </a:rPr>
              <a:t>中序遍历二叉树的递归算法</a:t>
            </a:r>
            <a:endParaRPr lang="zh-CN" altLang="en-US" sz="3200" dirty="0">
              <a:solidFill>
                <a:srgbClr val="CC3300"/>
              </a:solidFill>
              <a:latin typeface="Times New Roman" pitchFamily="18" charset="0"/>
              <a:ea typeface="宋体" charset="-122"/>
            </a:endParaRPr>
          </a:p>
          <a:p>
            <a:pPr eaLnBrk="1" fontAlgn="auto" hangingPunct="1">
              <a:lnSpc>
                <a:spcPct val="95000"/>
              </a:lnSpc>
              <a:spcBef>
                <a:spcPts val="0"/>
              </a:spcBef>
              <a:spcAft>
                <a:spcPts val="0"/>
              </a:spcAft>
              <a:defRPr/>
            </a:pPr>
            <a:endParaRPr lang="zh-CN" altLang="en-US" sz="1600" dirty="0">
              <a:solidFill>
                <a:srgbClr val="CC3300"/>
              </a:solidFill>
              <a:latin typeface="Times New Roman" pitchFamily="18" charset="0"/>
              <a:ea typeface="宋体" charset="-122"/>
            </a:endParaRP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void </a:t>
            </a:r>
            <a:r>
              <a:rPr lang="en-US" altLang="zh-CN" sz="3200" b="1" dirty="0" err="1">
                <a:latin typeface="Times New Roman" pitchFamily="18" charset="0"/>
                <a:ea typeface="宋体" charset="-122"/>
              </a:rPr>
              <a:t>InOrderTraverse</a:t>
            </a:r>
            <a:r>
              <a:rPr lang="en-US" altLang="zh-CN" sz="3200" b="1" dirty="0">
                <a:latin typeface="Times New Roman" pitchFamily="18" charset="0"/>
                <a:ea typeface="宋体" charset="-122"/>
              </a:rPr>
              <a:t>(</a:t>
            </a:r>
            <a:r>
              <a:rPr lang="en-US" altLang="zh-CN" sz="3200" b="1" dirty="0" err="1">
                <a:latin typeface="Times New Roman" pitchFamily="18" charset="0"/>
                <a:ea typeface="宋体" charset="-122"/>
              </a:rPr>
              <a:t>BiTree</a:t>
            </a:r>
            <a:r>
              <a:rPr lang="en-US" altLang="zh-CN" sz="3200" b="1" dirty="0">
                <a:latin typeface="Times New Roman" pitchFamily="18" charset="0"/>
                <a:ea typeface="宋体" charset="-122"/>
              </a:rPr>
              <a:t> T){</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if (T) {</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a:t>
            </a:r>
            <a:r>
              <a:rPr lang="en-US" altLang="zh-CN" sz="3200" b="1" dirty="0" err="1">
                <a:latin typeface="Times New Roman" pitchFamily="18" charset="0"/>
                <a:ea typeface="宋体" charset="-122"/>
              </a:rPr>
              <a:t>InOrderTraverse</a:t>
            </a:r>
            <a:r>
              <a:rPr lang="en-US" altLang="zh-CN" sz="3200" b="1" dirty="0">
                <a:latin typeface="Times New Roman" pitchFamily="18" charset="0"/>
                <a:ea typeface="宋体" charset="-122"/>
              </a:rPr>
              <a:t>(T-&gt;</a:t>
            </a:r>
            <a:r>
              <a:rPr lang="en-US" altLang="zh-CN" sz="3200" b="1" dirty="0" err="1">
                <a:latin typeface="Times New Roman" pitchFamily="18" charset="0"/>
                <a:ea typeface="宋体" charset="-122"/>
              </a:rPr>
              <a:t>lchild</a:t>
            </a:r>
            <a:r>
              <a:rPr lang="en-US" altLang="zh-CN" sz="3200" b="1" dirty="0">
                <a:latin typeface="Times New Roman" pitchFamily="18" charset="0"/>
                <a:ea typeface="宋体" charset="-122"/>
              </a:rPr>
              <a:t>);</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a:t>
            </a:r>
            <a:r>
              <a:rPr lang="en-US" altLang="zh-CN" sz="3200" b="1" dirty="0" err="1">
                <a:latin typeface="Times New Roman" pitchFamily="18" charset="0"/>
                <a:ea typeface="宋体" charset="-122"/>
              </a:rPr>
              <a:t>printf</a:t>
            </a:r>
            <a:r>
              <a:rPr lang="en-US" altLang="zh-CN" sz="3200" b="1" dirty="0">
                <a:latin typeface="Times New Roman" pitchFamily="18" charset="0"/>
                <a:ea typeface="宋体" charset="-122"/>
              </a:rPr>
              <a:t>("%</a:t>
            </a:r>
            <a:r>
              <a:rPr lang="en-US" altLang="zh-CN" sz="3200" b="1" dirty="0" err="1">
                <a:latin typeface="Times New Roman" pitchFamily="18" charset="0"/>
                <a:ea typeface="宋体" charset="-122"/>
              </a:rPr>
              <a:t>c",T</a:t>
            </a:r>
            <a:r>
              <a:rPr lang="en-US" altLang="zh-CN" sz="3200" b="1" dirty="0">
                <a:latin typeface="Times New Roman" pitchFamily="18" charset="0"/>
                <a:ea typeface="宋体" charset="-122"/>
              </a:rPr>
              <a:t>-&gt;data);</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a:t>
            </a:r>
            <a:r>
              <a:rPr lang="en-US" altLang="zh-CN" sz="3200" b="1" dirty="0" err="1">
                <a:latin typeface="Times New Roman" pitchFamily="18" charset="0"/>
                <a:ea typeface="宋体" charset="-122"/>
              </a:rPr>
              <a:t>InOrderTraverse</a:t>
            </a:r>
            <a:r>
              <a:rPr lang="en-US" altLang="zh-CN" sz="3200" b="1" dirty="0">
                <a:latin typeface="Times New Roman" pitchFamily="18" charset="0"/>
                <a:ea typeface="宋体" charset="-122"/>
              </a:rPr>
              <a:t>(T-&gt;</a:t>
            </a:r>
            <a:r>
              <a:rPr lang="en-US" altLang="zh-CN" sz="3200" b="1" dirty="0" err="1">
                <a:latin typeface="Times New Roman" pitchFamily="18" charset="0"/>
                <a:ea typeface="宋体" charset="-122"/>
              </a:rPr>
              <a:t>rchild</a:t>
            </a:r>
            <a:r>
              <a:rPr lang="en-US" altLang="zh-CN" sz="3200" b="1" dirty="0">
                <a:latin typeface="Times New Roman" pitchFamily="18" charset="0"/>
                <a:ea typeface="宋体" charset="-122"/>
              </a:rPr>
              <a:t>);</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	}</a:t>
            </a:r>
          </a:p>
          <a:p>
            <a:pPr eaLnBrk="1" fontAlgn="auto" hangingPunct="1">
              <a:lnSpc>
                <a:spcPct val="95000"/>
              </a:lnSpc>
              <a:spcBef>
                <a:spcPts val="0"/>
              </a:spcBef>
              <a:spcAft>
                <a:spcPts val="0"/>
              </a:spcAft>
              <a:defRPr/>
            </a:pPr>
            <a:r>
              <a:rPr lang="en-US" altLang="zh-CN" sz="3200" b="1" dirty="0">
                <a:latin typeface="Times New Roman" pitchFamily="18" charset="0"/>
                <a:ea typeface="宋体" charset="-122"/>
              </a:rPr>
              <a:t>}</a:t>
            </a:r>
          </a:p>
        </p:txBody>
      </p:sp>
    </p:spTree>
  </p:cSld>
  <p:clrMapOvr>
    <a:masterClrMapping/>
  </p:clrMapOvr>
  <p:transition>
    <p:pull dir="l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531">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2531">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2531">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2531">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2531">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2531">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2531">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Text Box 2"/>
          <p:cNvSpPr txBox="1">
            <a:spLocks noChangeArrowheads="1"/>
          </p:cNvSpPr>
          <p:nvPr/>
        </p:nvSpPr>
        <p:spPr bwMode="auto">
          <a:xfrm>
            <a:off x="152400" y="76200"/>
            <a:ext cx="8991600" cy="397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lnSpc>
                <a:spcPct val="95000"/>
              </a:lnSpc>
              <a:spcBef>
                <a:spcPct val="0"/>
              </a:spcBef>
              <a:buClrTx/>
              <a:buSzTx/>
              <a:buFontTx/>
              <a:buNone/>
            </a:pPr>
            <a:r>
              <a:rPr lang="zh-CN" altLang="en-US" sz="3200" b="1" u="sng">
                <a:latin typeface="Times New Roman" pitchFamily="18" charset="0"/>
                <a:ea typeface="隶书" pitchFamily="49" charset="-122"/>
              </a:rPr>
              <a:t>后序遍历二叉树的递归算法</a:t>
            </a:r>
            <a:endParaRPr lang="zh-CN" altLang="en-US" sz="3200">
              <a:latin typeface="Times New Roman" pitchFamily="18" charset="0"/>
              <a:ea typeface="隶书" pitchFamily="49" charset="-122"/>
            </a:endParaRPr>
          </a:p>
          <a:p>
            <a:pPr eaLnBrk="1" hangingPunct="1">
              <a:lnSpc>
                <a:spcPct val="95000"/>
              </a:lnSpc>
              <a:spcBef>
                <a:spcPct val="0"/>
              </a:spcBef>
              <a:buClrTx/>
              <a:buSzTx/>
              <a:buFontTx/>
              <a:buNone/>
            </a:pPr>
            <a:endParaRPr lang="zh-CN" altLang="en-US" sz="1200">
              <a:latin typeface="Times New Roman" pitchFamily="18" charset="0"/>
              <a:ea typeface="隶书" pitchFamily="49" charset="-122"/>
            </a:endParaRPr>
          </a:p>
          <a:p>
            <a:pPr eaLnBrk="1" hangingPunct="1">
              <a:lnSpc>
                <a:spcPct val="95000"/>
              </a:lnSpc>
              <a:spcBef>
                <a:spcPct val="0"/>
              </a:spcBef>
              <a:buClrTx/>
              <a:buSzTx/>
              <a:buFontTx/>
              <a:buNone/>
            </a:pPr>
            <a:r>
              <a:rPr lang="en-US" altLang="zh-CN" sz="3200">
                <a:latin typeface="Times New Roman" pitchFamily="18" charset="0"/>
                <a:ea typeface="隶书" pitchFamily="49" charset="-122"/>
              </a:rPr>
              <a:t>void PostOrderTraverse(BiTree T){</a:t>
            </a:r>
          </a:p>
          <a:p>
            <a:pPr eaLnBrk="1" hangingPunct="1">
              <a:lnSpc>
                <a:spcPct val="95000"/>
              </a:lnSpc>
              <a:spcBef>
                <a:spcPct val="0"/>
              </a:spcBef>
              <a:buClrTx/>
              <a:buSzTx/>
              <a:buFontTx/>
              <a:buNone/>
            </a:pPr>
            <a:r>
              <a:rPr lang="en-US" altLang="zh-CN" sz="3200">
                <a:latin typeface="Times New Roman" pitchFamily="18" charset="0"/>
                <a:ea typeface="隶书" pitchFamily="49" charset="-122"/>
              </a:rPr>
              <a:t>	if (T) {</a:t>
            </a:r>
          </a:p>
          <a:p>
            <a:pPr eaLnBrk="1" hangingPunct="1">
              <a:lnSpc>
                <a:spcPct val="95000"/>
              </a:lnSpc>
              <a:spcBef>
                <a:spcPct val="0"/>
              </a:spcBef>
              <a:buClrTx/>
              <a:buSzTx/>
              <a:buFontTx/>
              <a:buNone/>
            </a:pPr>
            <a:r>
              <a:rPr lang="en-US" altLang="zh-CN" sz="3200">
                <a:latin typeface="Times New Roman" pitchFamily="18" charset="0"/>
                <a:ea typeface="隶书" pitchFamily="49" charset="-122"/>
              </a:rPr>
              <a:t>		PostOrderTraverse(T-&gt;lchild);</a:t>
            </a:r>
          </a:p>
          <a:p>
            <a:pPr eaLnBrk="1" hangingPunct="1">
              <a:lnSpc>
                <a:spcPct val="95000"/>
              </a:lnSpc>
              <a:spcBef>
                <a:spcPct val="0"/>
              </a:spcBef>
              <a:buClrTx/>
              <a:buSzTx/>
              <a:buFontTx/>
              <a:buNone/>
            </a:pPr>
            <a:r>
              <a:rPr lang="en-US" altLang="zh-CN" sz="3200">
                <a:latin typeface="Times New Roman" pitchFamily="18" charset="0"/>
                <a:ea typeface="隶书" pitchFamily="49" charset="-122"/>
              </a:rPr>
              <a:t>		PostOrderTraverse(T-&gt;rchild);</a:t>
            </a:r>
          </a:p>
          <a:p>
            <a:pPr eaLnBrk="1" hangingPunct="1">
              <a:lnSpc>
                <a:spcPct val="95000"/>
              </a:lnSpc>
              <a:spcBef>
                <a:spcPct val="0"/>
              </a:spcBef>
              <a:buClrTx/>
              <a:buSzTx/>
              <a:buFontTx/>
              <a:buNone/>
            </a:pPr>
            <a:r>
              <a:rPr lang="en-US" altLang="zh-CN" sz="3200">
                <a:latin typeface="Times New Roman" pitchFamily="18" charset="0"/>
                <a:ea typeface="隶书" pitchFamily="49" charset="-122"/>
              </a:rPr>
              <a:t>		printf("%c",T-&gt;data);</a:t>
            </a:r>
          </a:p>
          <a:p>
            <a:pPr eaLnBrk="1" hangingPunct="1">
              <a:lnSpc>
                <a:spcPct val="95000"/>
              </a:lnSpc>
              <a:spcBef>
                <a:spcPct val="0"/>
              </a:spcBef>
              <a:buClrTx/>
              <a:buSzTx/>
              <a:buFontTx/>
              <a:buNone/>
            </a:pPr>
            <a:r>
              <a:rPr lang="en-US" altLang="zh-CN" sz="3200">
                <a:latin typeface="Times New Roman" pitchFamily="18" charset="0"/>
                <a:ea typeface="隶书" pitchFamily="49" charset="-122"/>
              </a:rPr>
              <a:t>	}</a:t>
            </a:r>
          </a:p>
          <a:p>
            <a:pPr eaLnBrk="1" hangingPunct="1">
              <a:lnSpc>
                <a:spcPct val="95000"/>
              </a:lnSpc>
              <a:spcBef>
                <a:spcPct val="0"/>
              </a:spcBef>
              <a:buClrTx/>
              <a:buSzTx/>
              <a:buFontTx/>
              <a:buNone/>
            </a:pPr>
            <a:r>
              <a:rPr lang="en-US" altLang="zh-CN" sz="3200">
                <a:latin typeface="Times New Roman" pitchFamily="18" charset="0"/>
                <a:ea typeface="隶书" pitchFamily="49" charset="-122"/>
              </a:rPr>
              <a:t>}</a:t>
            </a:r>
          </a:p>
        </p:txBody>
      </p:sp>
    </p:spTree>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4338">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338">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4338">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4338">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4338">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4338">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4338">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Text Box 2"/>
          <p:cNvSpPr txBox="1">
            <a:spLocks noChangeArrowheads="1"/>
          </p:cNvSpPr>
          <p:nvPr/>
        </p:nvSpPr>
        <p:spPr bwMode="auto">
          <a:xfrm>
            <a:off x="1066800" y="4038600"/>
            <a:ext cx="46037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just">
              <a:lnSpc>
                <a:spcPct val="80000"/>
              </a:lnSpc>
            </a:pPr>
            <a:r>
              <a:rPr kumimoji="1" lang="en-US" altLang="zh-CN" sz="3600">
                <a:latin typeface="Times New Roman" pitchFamily="18" charset="0"/>
              </a:rPr>
              <a:t>G                         H</a:t>
            </a:r>
            <a:endParaRPr kumimoji="1" lang="en-US" altLang="zh-CN" sz="900">
              <a:latin typeface="Times New Roman" pitchFamily="18" charset="0"/>
            </a:endParaRPr>
          </a:p>
        </p:txBody>
      </p:sp>
      <p:sp>
        <p:nvSpPr>
          <p:cNvPr id="227333" name="Text Box 5"/>
          <p:cNvSpPr txBox="1">
            <a:spLocks noChangeArrowheads="1"/>
          </p:cNvSpPr>
          <p:nvPr/>
        </p:nvSpPr>
        <p:spPr bwMode="auto">
          <a:xfrm>
            <a:off x="2667000" y="1066800"/>
            <a:ext cx="12382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just">
              <a:lnSpc>
                <a:spcPct val="80000"/>
              </a:lnSpc>
            </a:pPr>
            <a:r>
              <a:rPr kumimoji="1" lang="en-US" altLang="zh-CN" sz="3600">
                <a:latin typeface="Times New Roman" pitchFamily="18" charset="0"/>
              </a:rPr>
              <a:t>A</a:t>
            </a:r>
            <a:endParaRPr kumimoji="1" lang="en-US" altLang="zh-CN" sz="900">
              <a:latin typeface="Times New Roman" pitchFamily="18" charset="0"/>
            </a:endParaRPr>
          </a:p>
        </p:txBody>
      </p:sp>
      <p:sp>
        <p:nvSpPr>
          <p:cNvPr id="227334" name="Oval 6"/>
          <p:cNvSpPr>
            <a:spLocks noChangeArrowheads="1"/>
          </p:cNvSpPr>
          <p:nvPr/>
        </p:nvSpPr>
        <p:spPr bwMode="auto">
          <a:xfrm>
            <a:off x="2651125" y="1125538"/>
            <a:ext cx="450850" cy="492125"/>
          </a:xfrm>
          <a:prstGeom prst="ellipse">
            <a:avLst/>
          </a:prstGeom>
          <a:noFill/>
          <a:ln w="9525">
            <a:solidFill>
              <a:schemeClr val="tx1"/>
            </a:solidFill>
            <a:round/>
            <a:headEnd/>
            <a:tailEnd/>
          </a:ln>
          <a:extLst>
            <a:ext uri="{909E8E84-426E-40DD-AFC4-6F175D3DCCD1}">
              <a14:hiddenFill xmlns:a14="http://schemas.microsoft.com/office/drawing/2010/main">
                <a:solidFill>
                  <a:srgbClr val="00CC99"/>
                </a:solidFill>
              </a14:hiddenFill>
            </a:ext>
          </a:extLst>
        </p:spPr>
        <p:txBody>
          <a:bodyPr wrap="none" anchor="ctr"/>
          <a:lstStyle/>
          <a:p>
            <a:endParaRPr lang="zh-CN" altLang="en-US"/>
          </a:p>
        </p:txBody>
      </p:sp>
      <p:sp>
        <p:nvSpPr>
          <p:cNvPr id="227335" name="Oval 7"/>
          <p:cNvSpPr>
            <a:spLocks noChangeArrowheads="1"/>
          </p:cNvSpPr>
          <p:nvPr/>
        </p:nvSpPr>
        <p:spPr bwMode="auto">
          <a:xfrm>
            <a:off x="4232275" y="4079875"/>
            <a:ext cx="452438" cy="492125"/>
          </a:xfrm>
          <a:prstGeom prst="ellipse">
            <a:avLst/>
          </a:prstGeom>
          <a:noFill/>
          <a:ln w="9525">
            <a:solidFill>
              <a:schemeClr val="tx1"/>
            </a:solidFill>
            <a:round/>
            <a:headEnd/>
            <a:tailEnd/>
          </a:ln>
          <a:extLst>
            <a:ext uri="{909E8E84-426E-40DD-AFC4-6F175D3DCCD1}">
              <a14:hiddenFill xmlns:a14="http://schemas.microsoft.com/office/drawing/2010/main">
                <a:solidFill>
                  <a:srgbClr val="00CC99"/>
                </a:solidFill>
              </a14:hiddenFill>
            </a:ext>
          </a:extLst>
        </p:spPr>
        <p:txBody>
          <a:bodyPr wrap="none" anchor="ctr"/>
          <a:lstStyle/>
          <a:p>
            <a:endParaRPr lang="zh-CN" altLang="en-US"/>
          </a:p>
        </p:txBody>
      </p:sp>
      <p:sp>
        <p:nvSpPr>
          <p:cNvPr id="227336" name="Oval 8"/>
          <p:cNvSpPr>
            <a:spLocks noChangeArrowheads="1"/>
          </p:cNvSpPr>
          <p:nvPr/>
        </p:nvSpPr>
        <p:spPr bwMode="auto">
          <a:xfrm>
            <a:off x="1068388" y="4079875"/>
            <a:ext cx="452437" cy="492125"/>
          </a:xfrm>
          <a:prstGeom prst="ellipse">
            <a:avLst/>
          </a:prstGeom>
          <a:noFill/>
          <a:ln w="9525">
            <a:solidFill>
              <a:schemeClr val="tx1"/>
            </a:solidFill>
            <a:round/>
            <a:headEnd/>
            <a:tailEnd/>
          </a:ln>
          <a:extLst>
            <a:ext uri="{909E8E84-426E-40DD-AFC4-6F175D3DCCD1}">
              <a14:hiddenFill xmlns:a14="http://schemas.microsoft.com/office/drawing/2010/main">
                <a:solidFill>
                  <a:srgbClr val="00CC99"/>
                </a:solidFill>
              </a14:hiddenFill>
            </a:ext>
          </a:extLst>
        </p:spPr>
        <p:txBody>
          <a:bodyPr wrap="none" anchor="ctr"/>
          <a:lstStyle/>
          <a:p>
            <a:endParaRPr lang="zh-CN" altLang="en-US"/>
          </a:p>
        </p:txBody>
      </p:sp>
      <p:sp>
        <p:nvSpPr>
          <p:cNvPr id="227337" name="Oval 9"/>
          <p:cNvSpPr>
            <a:spLocks noChangeArrowheads="1"/>
          </p:cNvSpPr>
          <p:nvPr/>
        </p:nvSpPr>
        <p:spPr bwMode="auto">
          <a:xfrm>
            <a:off x="390525" y="3095625"/>
            <a:ext cx="452438" cy="492125"/>
          </a:xfrm>
          <a:prstGeom prst="ellipse">
            <a:avLst/>
          </a:prstGeom>
          <a:noFill/>
          <a:ln w="9525">
            <a:solidFill>
              <a:schemeClr val="tx1"/>
            </a:solidFill>
            <a:round/>
            <a:headEnd/>
            <a:tailEnd/>
          </a:ln>
          <a:extLst>
            <a:ext uri="{909E8E84-426E-40DD-AFC4-6F175D3DCCD1}">
              <a14:hiddenFill xmlns:a14="http://schemas.microsoft.com/office/drawing/2010/main">
                <a:solidFill>
                  <a:srgbClr val="00CC99"/>
                </a:solidFill>
              </a14:hiddenFill>
            </a:ext>
          </a:extLst>
        </p:spPr>
        <p:txBody>
          <a:bodyPr wrap="none" anchor="ctr"/>
          <a:lstStyle/>
          <a:p>
            <a:endParaRPr lang="zh-CN" altLang="en-US"/>
          </a:p>
        </p:txBody>
      </p:sp>
      <p:sp>
        <p:nvSpPr>
          <p:cNvPr id="227338" name="Oval 10"/>
          <p:cNvSpPr>
            <a:spLocks noChangeArrowheads="1"/>
          </p:cNvSpPr>
          <p:nvPr/>
        </p:nvSpPr>
        <p:spPr bwMode="auto">
          <a:xfrm>
            <a:off x="2876550" y="3095625"/>
            <a:ext cx="452438" cy="492125"/>
          </a:xfrm>
          <a:prstGeom prst="ellipse">
            <a:avLst/>
          </a:prstGeom>
          <a:noFill/>
          <a:ln w="9525">
            <a:solidFill>
              <a:schemeClr val="tx1"/>
            </a:solidFill>
            <a:round/>
            <a:headEnd/>
            <a:tailEnd/>
          </a:ln>
          <a:extLst>
            <a:ext uri="{909E8E84-426E-40DD-AFC4-6F175D3DCCD1}">
              <a14:hiddenFill xmlns:a14="http://schemas.microsoft.com/office/drawing/2010/main">
                <a:solidFill>
                  <a:srgbClr val="00CC99"/>
                </a:solidFill>
              </a14:hiddenFill>
            </a:ext>
          </a:extLst>
        </p:spPr>
        <p:txBody>
          <a:bodyPr wrap="none" anchor="ctr"/>
          <a:lstStyle/>
          <a:p>
            <a:endParaRPr lang="zh-CN" altLang="en-US"/>
          </a:p>
        </p:txBody>
      </p:sp>
      <p:sp>
        <p:nvSpPr>
          <p:cNvPr id="227339" name="Oval 11"/>
          <p:cNvSpPr>
            <a:spLocks noChangeArrowheads="1"/>
          </p:cNvSpPr>
          <p:nvPr/>
        </p:nvSpPr>
        <p:spPr bwMode="auto">
          <a:xfrm>
            <a:off x="4910138" y="3095625"/>
            <a:ext cx="452437" cy="492125"/>
          </a:xfrm>
          <a:prstGeom prst="ellipse">
            <a:avLst/>
          </a:prstGeom>
          <a:noFill/>
          <a:ln w="9525">
            <a:solidFill>
              <a:schemeClr val="tx1"/>
            </a:solidFill>
            <a:round/>
            <a:headEnd/>
            <a:tailEnd/>
          </a:ln>
          <a:extLst>
            <a:ext uri="{909E8E84-426E-40DD-AFC4-6F175D3DCCD1}">
              <a14:hiddenFill xmlns:a14="http://schemas.microsoft.com/office/drawing/2010/main">
                <a:solidFill>
                  <a:srgbClr val="00CC99"/>
                </a:solidFill>
              </a14:hiddenFill>
            </a:ext>
          </a:extLst>
        </p:spPr>
        <p:txBody>
          <a:bodyPr wrap="none" anchor="ctr"/>
          <a:lstStyle/>
          <a:p>
            <a:endParaRPr lang="zh-CN" altLang="en-US"/>
          </a:p>
        </p:txBody>
      </p:sp>
      <p:sp>
        <p:nvSpPr>
          <p:cNvPr id="227340" name="Oval 12"/>
          <p:cNvSpPr>
            <a:spLocks noChangeArrowheads="1"/>
          </p:cNvSpPr>
          <p:nvPr/>
        </p:nvSpPr>
        <p:spPr bwMode="auto">
          <a:xfrm>
            <a:off x="1520825" y="2109788"/>
            <a:ext cx="452438" cy="492125"/>
          </a:xfrm>
          <a:prstGeom prst="ellipse">
            <a:avLst/>
          </a:prstGeom>
          <a:noFill/>
          <a:ln w="9525">
            <a:solidFill>
              <a:schemeClr val="tx1"/>
            </a:solidFill>
            <a:round/>
            <a:headEnd/>
            <a:tailEnd/>
          </a:ln>
          <a:extLst>
            <a:ext uri="{909E8E84-426E-40DD-AFC4-6F175D3DCCD1}">
              <a14:hiddenFill xmlns:a14="http://schemas.microsoft.com/office/drawing/2010/main">
                <a:solidFill>
                  <a:srgbClr val="00CC99"/>
                </a:solidFill>
              </a14:hiddenFill>
            </a:ext>
          </a:extLst>
        </p:spPr>
        <p:txBody>
          <a:bodyPr wrap="none" anchor="ctr"/>
          <a:lstStyle/>
          <a:p>
            <a:endParaRPr lang="zh-CN" altLang="en-US"/>
          </a:p>
        </p:txBody>
      </p:sp>
      <p:sp>
        <p:nvSpPr>
          <p:cNvPr id="227341" name="Oval 13"/>
          <p:cNvSpPr>
            <a:spLocks noChangeArrowheads="1"/>
          </p:cNvSpPr>
          <p:nvPr/>
        </p:nvSpPr>
        <p:spPr bwMode="auto">
          <a:xfrm>
            <a:off x="3779838" y="2109788"/>
            <a:ext cx="452437" cy="492125"/>
          </a:xfrm>
          <a:prstGeom prst="ellipse">
            <a:avLst/>
          </a:prstGeom>
          <a:noFill/>
          <a:ln w="9525">
            <a:solidFill>
              <a:schemeClr val="tx1"/>
            </a:solidFill>
            <a:round/>
            <a:headEnd/>
            <a:tailEnd/>
          </a:ln>
          <a:extLst>
            <a:ext uri="{909E8E84-426E-40DD-AFC4-6F175D3DCCD1}">
              <a14:hiddenFill xmlns:a14="http://schemas.microsoft.com/office/drawing/2010/main">
                <a:solidFill>
                  <a:srgbClr val="00CC99"/>
                </a:solidFill>
              </a14:hiddenFill>
            </a:ext>
          </a:extLst>
        </p:spPr>
        <p:txBody>
          <a:bodyPr wrap="none" anchor="ctr"/>
          <a:lstStyle/>
          <a:p>
            <a:endParaRPr lang="zh-CN" altLang="en-US"/>
          </a:p>
        </p:txBody>
      </p:sp>
      <p:cxnSp>
        <p:nvCxnSpPr>
          <p:cNvPr id="227342" name="AutoShape 14"/>
          <p:cNvCxnSpPr>
            <a:cxnSpLocks noChangeShapeType="1"/>
            <a:stCxn id="227334" idx="3"/>
            <a:endCxn id="227340" idx="7"/>
          </p:cNvCxnSpPr>
          <p:nvPr/>
        </p:nvCxnSpPr>
        <p:spPr bwMode="auto">
          <a:xfrm flipH="1">
            <a:off x="1906588" y="1546225"/>
            <a:ext cx="809625" cy="6365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27343" name="AutoShape 15"/>
          <p:cNvCxnSpPr>
            <a:cxnSpLocks noChangeShapeType="1"/>
            <a:stCxn id="227334" idx="5"/>
            <a:endCxn id="227341" idx="1"/>
          </p:cNvCxnSpPr>
          <p:nvPr/>
        </p:nvCxnSpPr>
        <p:spPr bwMode="auto">
          <a:xfrm>
            <a:off x="3036888" y="1546225"/>
            <a:ext cx="809625" cy="6365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27344" name="AutoShape 16"/>
          <p:cNvCxnSpPr>
            <a:cxnSpLocks noChangeShapeType="1"/>
            <a:stCxn id="227340" idx="3"/>
            <a:endCxn id="227337" idx="7"/>
          </p:cNvCxnSpPr>
          <p:nvPr/>
        </p:nvCxnSpPr>
        <p:spPr bwMode="auto">
          <a:xfrm flipH="1">
            <a:off x="776288" y="2530475"/>
            <a:ext cx="809625" cy="6365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27345" name="AutoShape 17"/>
          <p:cNvCxnSpPr>
            <a:cxnSpLocks noChangeShapeType="1"/>
            <a:stCxn id="227341" idx="3"/>
            <a:endCxn id="227338" idx="7"/>
          </p:cNvCxnSpPr>
          <p:nvPr/>
        </p:nvCxnSpPr>
        <p:spPr bwMode="auto">
          <a:xfrm flipH="1">
            <a:off x="3262313" y="2530475"/>
            <a:ext cx="584200" cy="6365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27346" name="AutoShape 18"/>
          <p:cNvCxnSpPr>
            <a:cxnSpLocks noChangeShapeType="1"/>
            <a:stCxn id="227341" idx="5"/>
            <a:endCxn id="227339" idx="1"/>
          </p:cNvCxnSpPr>
          <p:nvPr/>
        </p:nvCxnSpPr>
        <p:spPr bwMode="auto">
          <a:xfrm>
            <a:off x="4167188" y="2530475"/>
            <a:ext cx="809625" cy="6365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27347" name="AutoShape 19"/>
          <p:cNvCxnSpPr>
            <a:cxnSpLocks noChangeShapeType="1"/>
            <a:stCxn id="227337" idx="5"/>
            <a:endCxn id="227336" idx="1"/>
          </p:cNvCxnSpPr>
          <p:nvPr/>
        </p:nvCxnSpPr>
        <p:spPr bwMode="auto">
          <a:xfrm>
            <a:off x="776288" y="3514725"/>
            <a:ext cx="358775" cy="6365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27348" name="AutoShape 20"/>
          <p:cNvCxnSpPr>
            <a:cxnSpLocks noChangeShapeType="1"/>
            <a:stCxn id="227339" idx="3"/>
            <a:endCxn id="227335" idx="7"/>
          </p:cNvCxnSpPr>
          <p:nvPr/>
        </p:nvCxnSpPr>
        <p:spPr bwMode="auto">
          <a:xfrm flipH="1">
            <a:off x="4618038" y="3514725"/>
            <a:ext cx="358775" cy="6365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27331" name="Text Box 3"/>
          <p:cNvSpPr txBox="1">
            <a:spLocks noChangeArrowheads="1"/>
          </p:cNvSpPr>
          <p:nvPr/>
        </p:nvSpPr>
        <p:spPr bwMode="auto">
          <a:xfrm>
            <a:off x="381000" y="3124200"/>
            <a:ext cx="6019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FFFF"/>
                </a:solidFill>
                <a:miter lim="800000"/>
                <a:headEnd/>
                <a:tailEnd/>
              </a14:hiddenLine>
            </a:ext>
          </a:extLst>
        </p:spPr>
        <p:txBody>
          <a:bodyPr/>
          <a:lstStyle/>
          <a:p>
            <a:pPr algn="just">
              <a:lnSpc>
                <a:spcPct val="80000"/>
              </a:lnSpc>
            </a:pPr>
            <a:r>
              <a:rPr kumimoji="1" lang="en-US" altLang="zh-CN" sz="3600">
                <a:latin typeface="Times New Roman" pitchFamily="18" charset="0"/>
              </a:rPr>
              <a:t>D                   E                F</a:t>
            </a:r>
            <a:endParaRPr kumimoji="1" lang="en-US" altLang="zh-CN" sz="900">
              <a:latin typeface="Times New Roman" pitchFamily="18" charset="0"/>
            </a:endParaRPr>
          </a:p>
        </p:txBody>
      </p:sp>
      <p:sp>
        <p:nvSpPr>
          <p:cNvPr id="227332" name="Text Box 4"/>
          <p:cNvSpPr txBox="1">
            <a:spLocks noChangeArrowheads="1"/>
          </p:cNvSpPr>
          <p:nvPr/>
        </p:nvSpPr>
        <p:spPr bwMode="auto">
          <a:xfrm>
            <a:off x="1524000" y="2133600"/>
            <a:ext cx="4425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just">
              <a:lnSpc>
                <a:spcPct val="80000"/>
              </a:lnSpc>
            </a:pPr>
            <a:r>
              <a:rPr kumimoji="1" lang="en-US" altLang="zh-CN" sz="3600">
                <a:latin typeface="Times New Roman" pitchFamily="18" charset="0"/>
              </a:rPr>
              <a:t>B                 C</a:t>
            </a:r>
            <a:endParaRPr kumimoji="1" lang="en-US" altLang="zh-CN" sz="900">
              <a:latin typeface="Times New Roman" pitchFamily="18" charset="0"/>
            </a:endParaRPr>
          </a:p>
        </p:txBody>
      </p:sp>
      <p:sp>
        <p:nvSpPr>
          <p:cNvPr id="227349" name="Text Box 21"/>
          <p:cNvSpPr txBox="1">
            <a:spLocks noChangeArrowheads="1"/>
          </p:cNvSpPr>
          <p:nvPr/>
        </p:nvSpPr>
        <p:spPr bwMode="auto">
          <a:xfrm>
            <a:off x="4953000" y="1219200"/>
            <a:ext cx="38417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latin typeface="Times New Roman" pitchFamily="18" charset="0"/>
              </a:rPr>
              <a:t>前序序列：	</a:t>
            </a:r>
            <a:r>
              <a:rPr kumimoji="1" lang="en-US" altLang="zh-CN" sz="2400" b="1">
                <a:latin typeface="Times New Roman" pitchFamily="18" charset="0"/>
              </a:rPr>
              <a:t>ABDGCEFH	</a:t>
            </a:r>
          </a:p>
          <a:p>
            <a:r>
              <a:rPr kumimoji="1" lang="zh-CN" altLang="en-US" sz="2400" b="1">
                <a:latin typeface="Times New Roman" pitchFamily="18" charset="0"/>
              </a:rPr>
              <a:t>中序序列：	</a:t>
            </a:r>
            <a:r>
              <a:rPr kumimoji="1" lang="en-US" altLang="zh-CN" sz="2400" b="1">
                <a:latin typeface="Times New Roman" pitchFamily="18" charset="0"/>
              </a:rPr>
              <a:t>DGBAECHF	</a:t>
            </a:r>
          </a:p>
          <a:p>
            <a:r>
              <a:rPr kumimoji="1" lang="zh-CN" altLang="en-US" sz="2400" b="1">
                <a:latin typeface="Times New Roman" pitchFamily="18" charset="0"/>
              </a:rPr>
              <a:t>后序序列：	</a:t>
            </a:r>
            <a:r>
              <a:rPr kumimoji="1" lang="en-US" altLang="zh-CN" sz="2400" b="1">
                <a:latin typeface="Times New Roman" pitchFamily="18" charset="0"/>
              </a:rPr>
              <a:t>GDBEHFCA	</a:t>
            </a:r>
            <a:endParaRPr kumimoji="1" lang="en-US" altLang="zh-CN" sz="2400">
              <a:latin typeface="Times New Roman" pitchFamily="18" charset="0"/>
            </a:endParaRPr>
          </a:p>
          <a:p>
            <a:endParaRPr kumimoji="1" lang="en-US" altLang="zh-CN" sz="2400">
              <a:latin typeface="Times New Roman" pitchFamily="18" charset="0"/>
            </a:endParaRPr>
          </a:p>
        </p:txBody>
      </p:sp>
      <p:sp>
        <p:nvSpPr>
          <p:cNvPr id="227353" name="Rectangle 25"/>
          <p:cNvSpPr>
            <a:spLocks noChangeArrowheads="1"/>
          </p:cNvSpPr>
          <p:nvPr/>
        </p:nvSpPr>
        <p:spPr bwMode="auto">
          <a:xfrm>
            <a:off x="323850" y="260350"/>
            <a:ext cx="360045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zh-CN" altLang="en-US" sz="3600" b="1" dirty="0" smtClean="0">
                <a:solidFill>
                  <a:schemeClr val="hlink"/>
                </a:solidFill>
                <a:latin typeface="Tahoma" pitchFamily="34" charset="0"/>
              </a:rPr>
              <a:t>练习</a:t>
            </a:r>
            <a:endParaRPr lang="zh-CN" altLang="en-US" sz="3600" b="1" dirty="0">
              <a:solidFill>
                <a:schemeClr val="hlink"/>
              </a:solidFill>
              <a:latin typeface="Tahoma" pitchFamily="34" charset="0"/>
            </a:endParaRPr>
          </a:p>
        </p:txBody>
      </p:sp>
      <p:sp>
        <p:nvSpPr>
          <p:cNvPr id="2" name="TextBox 1"/>
          <p:cNvSpPr txBox="1"/>
          <p:nvPr/>
        </p:nvSpPr>
        <p:spPr>
          <a:xfrm>
            <a:off x="776288" y="4941168"/>
            <a:ext cx="8188200" cy="1421928"/>
          </a:xfrm>
          <a:prstGeom prst="rect">
            <a:avLst/>
          </a:prstGeom>
          <a:noFill/>
        </p:spPr>
        <p:txBody>
          <a:bodyPr wrap="square" rtlCol="0">
            <a:spAutoFit/>
          </a:bodyPr>
          <a:lstStyle/>
          <a:p>
            <a:pPr>
              <a:lnSpc>
                <a:spcPct val="90000"/>
              </a:lnSpc>
              <a:buFontTx/>
              <a:buNone/>
            </a:pPr>
            <a:r>
              <a:rPr lang="zh-CN" altLang="en-US" sz="3200" dirty="0" smtClean="0"/>
              <a:t>那么对于图，我们怎样进行遍历呢？</a:t>
            </a:r>
          </a:p>
          <a:p>
            <a:pPr>
              <a:lnSpc>
                <a:spcPct val="90000"/>
              </a:lnSpc>
            </a:pPr>
            <a:r>
              <a:rPr lang="zh-CN" altLang="en-US" sz="3200" dirty="0" smtClean="0"/>
              <a:t>图的深度优先遍历</a:t>
            </a:r>
          </a:p>
          <a:p>
            <a:pPr>
              <a:lnSpc>
                <a:spcPct val="90000"/>
              </a:lnSpc>
            </a:pPr>
            <a:r>
              <a:rPr lang="zh-CN" altLang="en-US" sz="3200" dirty="0" smtClean="0"/>
              <a:t>图的广度优先遍历</a:t>
            </a:r>
            <a:endParaRPr lang="zh-CN" altLang="en-US" sz="3200"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27349"/>
                                        </p:tgtEl>
                                        <p:attrNameLst>
                                          <p:attrName>style.visibility</p:attrName>
                                        </p:attrNameLst>
                                      </p:cBhvr>
                                      <p:to>
                                        <p:strVal val="visible"/>
                                      </p:to>
                                    </p:set>
                                    <p:anim calcmode="lin" valueType="num">
                                      <p:cBhvr additive="base">
                                        <p:cTn id="7" dur="500" fill="hold"/>
                                        <p:tgtEl>
                                          <p:spTgt spid="227349"/>
                                        </p:tgtEl>
                                        <p:attrNameLst>
                                          <p:attrName>ppt_x</p:attrName>
                                        </p:attrNameLst>
                                      </p:cBhvr>
                                      <p:tavLst>
                                        <p:tav tm="0">
                                          <p:val>
                                            <p:strVal val="#ppt_x"/>
                                          </p:val>
                                        </p:tav>
                                        <p:tav tm="100000">
                                          <p:val>
                                            <p:strVal val="#ppt_x"/>
                                          </p:val>
                                        </p:tav>
                                      </p:tavLst>
                                    </p:anim>
                                    <p:anim calcmode="lin" valueType="num">
                                      <p:cBhvr additive="base">
                                        <p:cTn id="8" dur="500" fill="hold"/>
                                        <p:tgtEl>
                                          <p:spTgt spid="22734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349" grpId="0"/>
      <p:bldP spid="2" grpId="0"/>
    </p:bldLst>
  </p:timing>
</p:sld>
</file>

<file path=ppt/slides/slide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6194" name="Rectangle 2"/>
          <p:cNvSpPr>
            <a:spLocks noGrp="1"/>
          </p:cNvSpPr>
          <p:nvPr>
            <p:ph type="title"/>
          </p:nvPr>
        </p:nvSpPr>
        <p:spPr>
          <a:xfrm>
            <a:off x="1403350" y="404813"/>
            <a:ext cx="5256213" cy="617537"/>
          </a:xfrm>
        </p:spPr>
        <p:txBody>
          <a:bodyPr>
            <a:normAutofit fontScale="90000"/>
          </a:bodyPr>
          <a:lstStyle/>
          <a:p>
            <a:pPr eaLnBrk="1" fontAlgn="auto" hangingPunct="1">
              <a:spcAft>
                <a:spcPts val="0"/>
              </a:spcAft>
              <a:defRPr/>
            </a:pPr>
            <a:r>
              <a:rPr lang="en-US" altLang="zh-CN" sz="4200" b="1" dirty="0" smtClean="0">
                <a:effectLst>
                  <a:outerShdw blurRad="38100" dist="38100" dir="2700000" algn="tl">
                    <a:srgbClr val="C0C0C0"/>
                  </a:outerShdw>
                </a:effectLst>
                <a:latin typeface="宋体" charset="-122"/>
              </a:rPr>
              <a:t>  </a:t>
            </a:r>
            <a:r>
              <a:rPr lang="zh-CN" altLang="en-US" sz="4200" b="1" dirty="0" smtClean="0">
                <a:effectLst>
                  <a:outerShdw blurRad="38100" dist="38100" dir="2700000" algn="tl">
                    <a:srgbClr val="C0C0C0"/>
                  </a:outerShdw>
                </a:effectLst>
                <a:latin typeface="宋体" charset="-122"/>
              </a:rPr>
              <a:t>图的存储结构</a:t>
            </a:r>
            <a:endParaRPr lang="zh-CN" altLang="en-US" sz="4200" dirty="0" smtClean="0">
              <a:effectLst>
                <a:outerShdw blurRad="38100" dist="38100" dir="2700000" algn="tl">
                  <a:srgbClr val="C0C0C0"/>
                </a:outerShdw>
              </a:effectLst>
              <a:ea typeface="仿宋_GB2312" pitchFamily="49" charset="-122"/>
            </a:endParaRPr>
          </a:p>
        </p:txBody>
      </p:sp>
      <p:sp>
        <p:nvSpPr>
          <p:cNvPr id="22531" name="Rectangle 3"/>
          <p:cNvSpPr>
            <a:spLocks noGrp="1"/>
          </p:cNvSpPr>
          <p:nvPr>
            <p:ph sz="quarter" idx="1"/>
          </p:nvPr>
        </p:nvSpPr>
        <p:spPr>
          <a:xfrm>
            <a:off x="1042988" y="1066800"/>
            <a:ext cx="5715000" cy="533400"/>
          </a:xfrm>
        </p:spPr>
        <p:txBody>
          <a:bodyPr/>
          <a:lstStyle/>
          <a:p>
            <a:pPr eaLnBrk="1" hangingPunct="1">
              <a:buFont typeface="Wingdings 2" pitchFamily="18" charset="2"/>
              <a:buNone/>
            </a:pPr>
            <a:r>
              <a:rPr lang="zh-CN" altLang="en-US" sz="2200" b="1" smtClean="0">
                <a:latin typeface="楷体_GB2312" pitchFamily="49" charset="-122"/>
                <a:ea typeface="楷体_GB2312" pitchFamily="49" charset="-122"/>
              </a:rPr>
              <a:t>图的特点：非线性结构（</a:t>
            </a:r>
            <a:r>
              <a:rPr lang="en-US" altLang="zh-CN" sz="2200" b="1" smtClean="0">
                <a:latin typeface="楷体_GB2312" pitchFamily="49" charset="-122"/>
                <a:ea typeface="楷体_GB2312" pitchFamily="49" charset="-122"/>
              </a:rPr>
              <a:t>m :n </a:t>
            </a:r>
            <a:r>
              <a:rPr lang="zh-CN" altLang="en-US" sz="2200" b="1" smtClean="0">
                <a:latin typeface="楷体_GB2312" pitchFamily="49" charset="-122"/>
                <a:ea typeface="楷体_GB2312" pitchFamily="49" charset="-122"/>
              </a:rPr>
              <a:t>）</a:t>
            </a:r>
          </a:p>
        </p:txBody>
      </p:sp>
      <p:sp>
        <p:nvSpPr>
          <p:cNvPr id="136197" name="AutoShape 5"/>
          <p:cNvSpPr>
            <a:spLocks noChangeArrowheads="1"/>
          </p:cNvSpPr>
          <p:nvPr/>
        </p:nvSpPr>
        <p:spPr bwMode="auto">
          <a:xfrm>
            <a:off x="6011863" y="2782888"/>
            <a:ext cx="2989262" cy="457200"/>
          </a:xfrm>
          <a:prstGeom prst="wedgeEllipseCallout">
            <a:avLst>
              <a:gd name="adj1" fmla="val -68000"/>
              <a:gd name="adj2" fmla="val -200347"/>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000">
                <a:latin typeface="楷体_GB2312" pitchFamily="49" charset="-122"/>
                <a:ea typeface="楷体_GB2312" pitchFamily="49" charset="-122"/>
              </a:rPr>
              <a:t>设计为邻接矩阵</a:t>
            </a:r>
          </a:p>
        </p:txBody>
      </p:sp>
      <p:sp>
        <p:nvSpPr>
          <p:cNvPr id="22533" name="Rectangle 6"/>
          <p:cNvSpPr>
            <a:spLocks noChangeArrowheads="1"/>
          </p:cNvSpPr>
          <p:nvPr/>
        </p:nvSpPr>
        <p:spPr bwMode="auto">
          <a:xfrm>
            <a:off x="296863" y="2706688"/>
            <a:ext cx="2754312"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accent1"/>
                </a:solidFill>
                <a:latin typeface="黑体" pitchFamily="49" charset="-122"/>
                <a:ea typeface="黑体" pitchFamily="49" charset="-122"/>
              </a:rPr>
              <a:t>链式存储结构：</a:t>
            </a:r>
          </a:p>
        </p:txBody>
      </p:sp>
      <p:sp>
        <p:nvSpPr>
          <p:cNvPr id="22534" name="Rectangle 7"/>
          <p:cNvSpPr>
            <a:spLocks noChangeArrowheads="1"/>
          </p:cNvSpPr>
          <p:nvPr/>
        </p:nvSpPr>
        <p:spPr bwMode="auto">
          <a:xfrm>
            <a:off x="296863" y="1716088"/>
            <a:ext cx="29718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accent1"/>
                </a:solidFill>
                <a:latin typeface="黑体" pitchFamily="49" charset="-122"/>
                <a:ea typeface="黑体" pitchFamily="49" charset="-122"/>
              </a:rPr>
              <a:t>顺序存储结构：</a:t>
            </a:r>
          </a:p>
        </p:txBody>
      </p:sp>
      <p:sp>
        <p:nvSpPr>
          <p:cNvPr id="22535" name="Rectangle 8"/>
          <p:cNvSpPr>
            <a:spLocks noChangeArrowheads="1"/>
          </p:cNvSpPr>
          <p:nvPr/>
        </p:nvSpPr>
        <p:spPr bwMode="auto">
          <a:xfrm>
            <a:off x="2692400" y="1716088"/>
            <a:ext cx="8985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accent2"/>
                </a:solidFill>
                <a:latin typeface="Arial" pitchFamily="34" charset="0"/>
                <a:ea typeface="黑体" pitchFamily="49" charset="-122"/>
              </a:rPr>
              <a:t>无！</a:t>
            </a:r>
          </a:p>
        </p:txBody>
      </p:sp>
      <p:sp>
        <p:nvSpPr>
          <p:cNvPr id="22536" name="Rectangle 9"/>
          <p:cNvSpPr>
            <a:spLocks noChangeArrowheads="1"/>
          </p:cNvSpPr>
          <p:nvPr/>
        </p:nvSpPr>
        <p:spPr bwMode="auto">
          <a:xfrm>
            <a:off x="3195638" y="1787525"/>
            <a:ext cx="50292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2"/>
                </a:solidFill>
                <a:latin typeface="楷体_GB2312" pitchFamily="49" charset="-122"/>
                <a:ea typeface="楷体_GB2312" pitchFamily="49" charset="-122"/>
              </a:rPr>
              <a:t>（多个顶点，无序可言）</a:t>
            </a:r>
          </a:p>
          <a:p>
            <a:pPr eaLnBrk="1" hangingPunct="1">
              <a:spcBef>
                <a:spcPct val="0"/>
              </a:spcBef>
              <a:buClrTx/>
              <a:buSzTx/>
              <a:buFontTx/>
              <a:buNone/>
            </a:pPr>
            <a:r>
              <a:rPr lang="zh-CN" altLang="en-US" sz="2800">
                <a:latin typeface="楷体_GB2312" pitchFamily="49" charset="-122"/>
                <a:ea typeface="楷体_GB2312" pitchFamily="49" charset="-122"/>
              </a:rPr>
              <a:t>但可</a:t>
            </a:r>
            <a:r>
              <a:rPr lang="zh-CN" altLang="en-US" sz="2800">
                <a:latin typeface="黑体" pitchFamily="49" charset="-122"/>
                <a:ea typeface="楷体_GB2312" pitchFamily="49" charset="-122"/>
              </a:rPr>
              <a:t>用</a:t>
            </a:r>
            <a:r>
              <a:rPr lang="zh-CN" altLang="en-US" sz="2800">
                <a:solidFill>
                  <a:schemeClr val="accent2"/>
                </a:solidFill>
                <a:latin typeface="Arial" pitchFamily="34" charset="0"/>
                <a:ea typeface="黑体" pitchFamily="49" charset="-122"/>
              </a:rPr>
              <a:t>数组</a:t>
            </a:r>
            <a:r>
              <a:rPr lang="zh-CN" altLang="en-US" sz="2800">
                <a:latin typeface="黑体" pitchFamily="49" charset="-122"/>
                <a:ea typeface="楷体_GB2312" pitchFamily="49" charset="-122"/>
              </a:rPr>
              <a:t>描述元素间关系。</a:t>
            </a:r>
            <a:endParaRPr lang="zh-CN" altLang="en-US" sz="2800">
              <a:latin typeface="楷体_GB2312" pitchFamily="49" charset="-122"/>
              <a:ea typeface="楷体_GB2312" pitchFamily="49" charset="-122"/>
            </a:endParaRPr>
          </a:p>
        </p:txBody>
      </p:sp>
      <p:sp>
        <p:nvSpPr>
          <p:cNvPr id="22537" name="Rectangle 10"/>
          <p:cNvSpPr>
            <a:spLocks noChangeArrowheads="1"/>
          </p:cNvSpPr>
          <p:nvPr/>
        </p:nvSpPr>
        <p:spPr bwMode="auto">
          <a:xfrm>
            <a:off x="3040063" y="2706688"/>
            <a:ext cx="25908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latin typeface="楷体_GB2312" pitchFamily="49" charset="-122"/>
                <a:ea typeface="楷体_GB2312" pitchFamily="49" charset="-122"/>
              </a:rPr>
              <a:t>可用多重链表</a:t>
            </a:r>
          </a:p>
        </p:txBody>
      </p:sp>
      <p:sp>
        <p:nvSpPr>
          <p:cNvPr id="22538" name="Rectangle 12"/>
          <p:cNvSpPr>
            <a:spLocks noChangeArrowheads="1"/>
          </p:cNvSpPr>
          <p:nvPr/>
        </p:nvSpPr>
        <p:spPr bwMode="auto">
          <a:xfrm>
            <a:off x="357188" y="3786188"/>
            <a:ext cx="1970087"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accent1"/>
                </a:solidFill>
                <a:latin typeface="黑体" pitchFamily="49" charset="-122"/>
                <a:ea typeface="黑体" pitchFamily="49" charset="-122"/>
              </a:rPr>
              <a:t>重点介绍：</a:t>
            </a:r>
          </a:p>
        </p:txBody>
      </p:sp>
      <p:sp>
        <p:nvSpPr>
          <p:cNvPr id="22539" name="Rectangle 13"/>
          <p:cNvSpPr>
            <a:spLocks noChangeArrowheads="1"/>
          </p:cNvSpPr>
          <p:nvPr/>
        </p:nvSpPr>
        <p:spPr bwMode="auto">
          <a:xfrm>
            <a:off x="2286000" y="3857625"/>
            <a:ext cx="4495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3200">
                <a:solidFill>
                  <a:srgbClr val="FF0000"/>
                </a:solidFill>
                <a:latin typeface="楷体_GB2312" pitchFamily="49" charset="-122"/>
                <a:ea typeface="楷体_GB2312" pitchFamily="49" charset="-122"/>
                <a:hlinkClick r:id="rId2" action="ppaction://hlinksldjump"/>
              </a:rPr>
              <a:t>邻接矩阵</a:t>
            </a:r>
            <a:r>
              <a:rPr lang="en-US" altLang="zh-CN" sz="3200">
                <a:solidFill>
                  <a:srgbClr val="FF0000"/>
                </a:solidFill>
                <a:latin typeface="楷体_GB2312" pitchFamily="49" charset="-122"/>
                <a:ea typeface="楷体_GB2312" pitchFamily="49" charset="-122"/>
              </a:rPr>
              <a:t>(</a:t>
            </a:r>
            <a:r>
              <a:rPr lang="zh-CN" altLang="en-US" sz="3200">
                <a:solidFill>
                  <a:srgbClr val="FF0000"/>
                </a:solidFill>
                <a:latin typeface="楷体_GB2312" pitchFamily="49" charset="-122"/>
                <a:ea typeface="楷体_GB2312" pitchFamily="49" charset="-122"/>
              </a:rPr>
              <a:t>数组</a:t>
            </a:r>
            <a:r>
              <a:rPr lang="en-US" altLang="zh-CN" sz="3200">
                <a:solidFill>
                  <a:srgbClr val="FF0000"/>
                </a:solidFill>
                <a:latin typeface="楷体_GB2312" pitchFamily="49" charset="-122"/>
                <a:ea typeface="楷体_GB2312" pitchFamily="49" charset="-122"/>
              </a:rPr>
              <a:t>)</a:t>
            </a:r>
            <a:r>
              <a:rPr lang="zh-CN" altLang="en-US" sz="3200">
                <a:solidFill>
                  <a:srgbClr val="FF0000"/>
                </a:solidFill>
                <a:latin typeface="楷体_GB2312" pitchFamily="49" charset="-122"/>
                <a:ea typeface="楷体_GB2312" pitchFamily="49" charset="-122"/>
              </a:rPr>
              <a:t>表示法</a:t>
            </a:r>
            <a:endParaRPr lang="zh-CN" altLang="en-US" sz="3200">
              <a:latin typeface="楷体_GB2312" pitchFamily="49" charset="-122"/>
              <a:ea typeface="楷体_GB2312" pitchFamily="49" charset="-122"/>
            </a:endParaRPr>
          </a:p>
          <a:p>
            <a:pPr eaLnBrk="1" hangingPunct="1">
              <a:spcBef>
                <a:spcPct val="0"/>
              </a:spcBef>
              <a:buClrTx/>
              <a:buSzTx/>
              <a:buFontTx/>
              <a:buNone/>
            </a:pPr>
            <a:r>
              <a:rPr lang="zh-CN" altLang="en-US" sz="3200">
                <a:solidFill>
                  <a:srgbClr val="FF0000"/>
                </a:solidFill>
                <a:latin typeface="楷体_GB2312" pitchFamily="49" charset="-122"/>
                <a:ea typeface="楷体_GB2312" pitchFamily="49" charset="-122"/>
                <a:hlinkClick r:id="rId3" action="ppaction://hlinksldjump"/>
              </a:rPr>
              <a:t>邻接表</a:t>
            </a:r>
            <a:r>
              <a:rPr lang="en-US" altLang="zh-CN" sz="3200">
                <a:solidFill>
                  <a:srgbClr val="FF0000"/>
                </a:solidFill>
                <a:latin typeface="楷体_GB2312" pitchFamily="49" charset="-122"/>
                <a:ea typeface="楷体_GB2312" pitchFamily="49" charset="-122"/>
                <a:hlinkClick r:id="rId3" action="ppaction://hlinksldjump"/>
              </a:rPr>
              <a:t>(</a:t>
            </a:r>
            <a:r>
              <a:rPr lang="zh-CN" altLang="en-US" sz="3200">
                <a:solidFill>
                  <a:srgbClr val="FF0000"/>
                </a:solidFill>
                <a:latin typeface="楷体_GB2312" pitchFamily="49" charset="-122"/>
                <a:ea typeface="楷体_GB2312" pitchFamily="49" charset="-122"/>
              </a:rPr>
              <a:t>链式</a:t>
            </a:r>
            <a:r>
              <a:rPr lang="en-US" altLang="zh-CN" sz="3200">
                <a:solidFill>
                  <a:srgbClr val="FF0000"/>
                </a:solidFill>
                <a:latin typeface="楷体_GB2312" pitchFamily="49" charset="-122"/>
                <a:ea typeface="楷体_GB2312" pitchFamily="49" charset="-122"/>
              </a:rPr>
              <a:t>)</a:t>
            </a:r>
            <a:r>
              <a:rPr lang="zh-CN" altLang="en-US" sz="3200">
                <a:solidFill>
                  <a:srgbClr val="FF0000"/>
                </a:solidFill>
                <a:latin typeface="楷体_GB2312" pitchFamily="49" charset="-122"/>
                <a:ea typeface="楷体_GB2312" pitchFamily="49" charset="-122"/>
              </a:rPr>
              <a:t>表示法</a:t>
            </a:r>
          </a:p>
        </p:txBody>
      </p:sp>
      <p:grpSp>
        <p:nvGrpSpPr>
          <p:cNvPr id="22540" name="Group 15"/>
          <p:cNvGrpSpPr>
            <a:grpSpLocks/>
          </p:cNvGrpSpPr>
          <p:nvPr/>
        </p:nvGrpSpPr>
        <p:grpSpPr bwMode="auto">
          <a:xfrm>
            <a:off x="6781800" y="0"/>
            <a:ext cx="2292350" cy="2154238"/>
            <a:chOff x="4272" y="0"/>
            <a:chExt cx="1444" cy="1357"/>
          </a:xfrm>
        </p:grpSpPr>
        <p:grpSp>
          <p:nvGrpSpPr>
            <p:cNvPr id="22541" name="Group 16"/>
            <p:cNvGrpSpPr>
              <a:grpSpLocks/>
            </p:cNvGrpSpPr>
            <p:nvPr/>
          </p:nvGrpSpPr>
          <p:grpSpPr bwMode="auto">
            <a:xfrm>
              <a:off x="4272" y="0"/>
              <a:ext cx="1444" cy="1357"/>
              <a:chOff x="2256" y="384"/>
              <a:chExt cx="1584" cy="1440"/>
            </a:xfrm>
          </p:grpSpPr>
          <p:sp>
            <p:nvSpPr>
              <p:cNvPr id="22552" name="Oval 17"/>
              <p:cNvSpPr>
                <a:spLocks noChangeArrowheads="1"/>
              </p:cNvSpPr>
              <p:nvPr/>
            </p:nvSpPr>
            <p:spPr bwMode="auto">
              <a:xfrm>
                <a:off x="2928" y="384"/>
                <a:ext cx="288" cy="288"/>
              </a:xfrm>
              <a:prstGeom prst="ellipse">
                <a:avLst/>
              </a:prstGeom>
              <a:solidFill>
                <a:srgbClr val="CCFFFF"/>
              </a:solidFill>
              <a:ln w="9525">
                <a:solidFill>
                  <a:schemeClr val="tx1"/>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latin typeface="Arial" pitchFamily="34" charset="0"/>
                  </a:rPr>
                  <a:t>V1</a:t>
                </a:r>
              </a:p>
            </p:txBody>
          </p:sp>
          <p:sp>
            <p:nvSpPr>
              <p:cNvPr id="22553" name="Oval 18"/>
              <p:cNvSpPr>
                <a:spLocks noChangeArrowheads="1"/>
              </p:cNvSpPr>
              <p:nvPr/>
            </p:nvSpPr>
            <p:spPr bwMode="auto">
              <a:xfrm>
                <a:off x="2256" y="816"/>
                <a:ext cx="288" cy="288"/>
              </a:xfrm>
              <a:prstGeom prst="ellipse">
                <a:avLst/>
              </a:prstGeom>
              <a:solidFill>
                <a:srgbClr val="CCFFFF"/>
              </a:solidFill>
              <a:ln w="9525">
                <a:solidFill>
                  <a:schemeClr val="tx1"/>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latin typeface="Arial" pitchFamily="34" charset="0"/>
                  </a:rPr>
                  <a:t>V2</a:t>
                </a:r>
              </a:p>
            </p:txBody>
          </p:sp>
          <p:sp>
            <p:nvSpPr>
              <p:cNvPr id="22554" name="Oval 19"/>
              <p:cNvSpPr>
                <a:spLocks noChangeArrowheads="1"/>
              </p:cNvSpPr>
              <p:nvPr/>
            </p:nvSpPr>
            <p:spPr bwMode="auto">
              <a:xfrm>
                <a:off x="2928" y="1056"/>
                <a:ext cx="288" cy="288"/>
              </a:xfrm>
              <a:prstGeom prst="ellipse">
                <a:avLst/>
              </a:prstGeom>
              <a:solidFill>
                <a:srgbClr val="CCFFFF"/>
              </a:solidFill>
              <a:ln w="9525">
                <a:solidFill>
                  <a:schemeClr val="tx1"/>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latin typeface="Arial" pitchFamily="34" charset="0"/>
                  </a:rPr>
                  <a:t>V3</a:t>
                </a:r>
              </a:p>
            </p:txBody>
          </p:sp>
          <p:sp>
            <p:nvSpPr>
              <p:cNvPr id="22555" name="Oval 20"/>
              <p:cNvSpPr>
                <a:spLocks noChangeArrowheads="1"/>
              </p:cNvSpPr>
              <p:nvPr/>
            </p:nvSpPr>
            <p:spPr bwMode="auto">
              <a:xfrm>
                <a:off x="3552" y="816"/>
                <a:ext cx="288" cy="288"/>
              </a:xfrm>
              <a:prstGeom prst="ellipse">
                <a:avLst/>
              </a:prstGeom>
              <a:solidFill>
                <a:srgbClr val="CCFFFF"/>
              </a:solidFill>
              <a:ln w="9525">
                <a:solidFill>
                  <a:schemeClr val="tx1"/>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latin typeface="Arial" pitchFamily="34" charset="0"/>
                  </a:rPr>
                  <a:t>V4</a:t>
                </a:r>
              </a:p>
            </p:txBody>
          </p:sp>
          <p:sp>
            <p:nvSpPr>
              <p:cNvPr id="22556" name="Oval 21"/>
              <p:cNvSpPr>
                <a:spLocks noChangeArrowheads="1"/>
              </p:cNvSpPr>
              <p:nvPr/>
            </p:nvSpPr>
            <p:spPr bwMode="auto">
              <a:xfrm>
                <a:off x="2496" y="1536"/>
                <a:ext cx="288" cy="288"/>
              </a:xfrm>
              <a:prstGeom prst="ellipse">
                <a:avLst/>
              </a:prstGeom>
              <a:solidFill>
                <a:srgbClr val="CCFFFF"/>
              </a:solidFill>
              <a:ln w="9525">
                <a:solidFill>
                  <a:schemeClr val="tx1"/>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latin typeface="Arial" pitchFamily="34" charset="0"/>
                  </a:rPr>
                  <a:t>V5</a:t>
                </a:r>
              </a:p>
            </p:txBody>
          </p:sp>
          <p:sp>
            <p:nvSpPr>
              <p:cNvPr id="22557" name="Oval 22"/>
              <p:cNvSpPr>
                <a:spLocks noChangeArrowheads="1"/>
              </p:cNvSpPr>
              <p:nvPr/>
            </p:nvSpPr>
            <p:spPr bwMode="auto">
              <a:xfrm>
                <a:off x="3408" y="1536"/>
                <a:ext cx="288" cy="288"/>
              </a:xfrm>
              <a:prstGeom prst="ellipse">
                <a:avLst/>
              </a:prstGeom>
              <a:solidFill>
                <a:srgbClr val="CCFFFF"/>
              </a:solidFill>
              <a:ln w="9525">
                <a:solidFill>
                  <a:schemeClr val="tx1"/>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latin typeface="Arial" pitchFamily="34" charset="0"/>
                  </a:rPr>
                  <a:t>V6</a:t>
                </a:r>
              </a:p>
            </p:txBody>
          </p:sp>
        </p:grpSp>
        <p:sp>
          <p:nvSpPr>
            <p:cNvPr id="22542" name="Line 23"/>
            <p:cNvSpPr>
              <a:spLocks noChangeShapeType="1"/>
            </p:cNvSpPr>
            <p:nvPr/>
          </p:nvSpPr>
          <p:spPr bwMode="auto">
            <a:xfrm>
              <a:off x="5016" y="272"/>
              <a:ext cx="0" cy="3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43" name="Line 24"/>
            <p:cNvSpPr>
              <a:spLocks noChangeShapeType="1"/>
            </p:cNvSpPr>
            <p:nvPr/>
          </p:nvSpPr>
          <p:spPr bwMode="auto">
            <a:xfrm flipH="1">
              <a:off x="4623" y="905"/>
              <a:ext cx="306" cy="1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44" name="Line 25"/>
            <p:cNvSpPr>
              <a:spLocks noChangeShapeType="1"/>
            </p:cNvSpPr>
            <p:nvPr/>
          </p:nvSpPr>
          <p:spPr bwMode="auto">
            <a:xfrm>
              <a:off x="5060" y="905"/>
              <a:ext cx="349" cy="1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45" name="Line 26"/>
            <p:cNvSpPr>
              <a:spLocks noChangeShapeType="1"/>
            </p:cNvSpPr>
            <p:nvPr/>
          </p:nvSpPr>
          <p:spPr bwMode="auto">
            <a:xfrm>
              <a:off x="4534" y="588"/>
              <a:ext cx="351"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46" name="Line 27"/>
            <p:cNvSpPr>
              <a:spLocks noChangeShapeType="1"/>
            </p:cNvSpPr>
            <p:nvPr/>
          </p:nvSpPr>
          <p:spPr bwMode="auto">
            <a:xfrm flipV="1">
              <a:off x="5147" y="633"/>
              <a:ext cx="351" cy="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47" name="Line 28"/>
            <p:cNvSpPr>
              <a:spLocks noChangeShapeType="1"/>
            </p:cNvSpPr>
            <p:nvPr/>
          </p:nvSpPr>
          <p:spPr bwMode="auto">
            <a:xfrm flipV="1">
              <a:off x="4447" y="181"/>
              <a:ext cx="438" cy="22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48" name="Line 29"/>
            <p:cNvSpPr>
              <a:spLocks noChangeShapeType="1"/>
            </p:cNvSpPr>
            <p:nvPr/>
          </p:nvSpPr>
          <p:spPr bwMode="auto">
            <a:xfrm>
              <a:off x="5147" y="181"/>
              <a:ext cx="438" cy="22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49" name="Line 30"/>
            <p:cNvSpPr>
              <a:spLocks noChangeShapeType="1"/>
            </p:cNvSpPr>
            <p:nvPr/>
          </p:nvSpPr>
          <p:spPr bwMode="auto">
            <a:xfrm>
              <a:off x="4403" y="679"/>
              <a:ext cx="220" cy="4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50" name="Line 31"/>
            <p:cNvSpPr>
              <a:spLocks noChangeShapeType="1"/>
            </p:cNvSpPr>
            <p:nvPr/>
          </p:nvSpPr>
          <p:spPr bwMode="auto">
            <a:xfrm flipH="1">
              <a:off x="5454" y="679"/>
              <a:ext cx="131" cy="4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2551" name="Line 32"/>
            <p:cNvSpPr>
              <a:spLocks noChangeShapeType="1"/>
            </p:cNvSpPr>
            <p:nvPr/>
          </p:nvSpPr>
          <p:spPr bwMode="auto">
            <a:xfrm>
              <a:off x="4754" y="1222"/>
              <a:ext cx="56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zh-CN" altLang="en-US"/>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36197"/>
                                        </p:tgtEl>
                                        <p:attrNameLst>
                                          <p:attrName>style.visibility</p:attrName>
                                        </p:attrNameLst>
                                      </p:cBhvr>
                                      <p:to>
                                        <p:strVal val="visible"/>
                                      </p:to>
                                    </p:set>
                                    <p:animEffect transition="in" filter="blinds(horizontal)">
                                      <p:cBhvr>
                                        <p:cTn id="7" dur="500"/>
                                        <p:tgtEl>
                                          <p:spTgt spid="1361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19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ChangeArrowheads="1"/>
          </p:cNvSpPr>
          <p:nvPr/>
        </p:nvSpPr>
        <p:spPr bwMode="auto">
          <a:xfrm>
            <a:off x="228600" y="14288"/>
            <a:ext cx="6935788" cy="519112"/>
          </a:xfrm>
          <a:prstGeom prst="rect">
            <a:avLst/>
          </a:prstGeom>
          <a:noFill/>
          <a:ln w="9525">
            <a:noFill/>
            <a:miter lim="800000"/>
            <a:headEnd/>
            <a:tailEnd/>
          </a:ln>
          <a:effectLst/>
        </p:spPr>
        <p:txBody>
          <a:bodyPr anchor="ctr"/>
          <a:lstStyle/>
          <a:p>
            <a:pPr eaLnBrk="1" hangingPunct="1">
              <a:defRPr/>
            </a:pPr>
            <a:r>
              <a:rPr lang="zh-CN" altLang="en-US" sz="3300" dirty="0">
                <a:solidFill>
                  <a:schemeClr val="tx2"/>
                </a:solidFill>
                <a:effectLst>
                  <a:outerShdw blurRad="38100" dist="38100" dir="2700000" algn="tl">
                    <a:srgbClr val="C0C0C0"/>
                  </a:outerShdw>
                </a:effectLst>
                <a:latin typeface="Calibri" pitchFamily="34" charset="0"/>
                <a:ea typeface="楷体_GB2312" pitchFamily="49" charset="-122"/>
              </a:rPr>
              <a:t>一、邻接矩阵（数组）表示法</a:t>
            </a:r>
          </a:p>
        </p:txBody>
      </p:sp>
      <p:sp>
        <p:nvSpPr>
          <p:cNvPr id="137219" name="Rectangle 3"/>
          <p:cNvSpPr>
            <a:spLocks noChangeArrowheads="1"/>
          </p:cNvSpPr>
          <p:nvPr/>
        </p:nvSpPr>
        <p:spPr bwMode="auto">
          <a:xfrm>
            <a:off x="69850" y="765175"/>
            <a:ext cx="907415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lnSpc>
                <a:spcPct val="90000"/>
              </a:lnSpc>
              <a:spcBef>
                <a:spcPct val="0"/>
              </a:spcBef>
              <a:buClrTx/>
              <a:buSzTx/>
              <a:buFontTx/>
              <a:buNone/>
            </a:pPr>
            <a:r>
              <a:rPr lang="zh-CN" altLang="en-US" sz="2400">
                <a:latin typeface="楷体_GB2312" pitchFamily="49" charset="-122"/>
                <a:ea typeface="楷体_GB2312" pitchFamily="49" charset="-122"/>
              </a:rPr>
              <a:t>用二维数组分别表示</a:t>
            </a:r>
            <a:r>
              <a:rPr lang="zh-CN" altLang="en-US" sz="2400">
                <a:solidFill>
                  <a:srgbClr val="0000FF"/>
                </a:solidFill>
                <a:latin typeface="楷体_GB2312" pitchFamily="49" charset="-122"/>
                <a:ea typeface="楷体_GB2312" pitchFamily="49" charset="-122"/>
              </a:rPr>
              <a:t>数据元素</a:t>
            </a:r>
            <a:r>
              <a:rPr lang="zh-CN" altLang="en-US" sz="2400">
                <a:latin typeface="楷体_GB2312" pitchFamily="49" charset="-122"/>
                <a:ea typeface="楷体_GB2312" pitchFamily="49" charset="-122"/>
              </a:rPr>
              <a:t>的（顶点）的信息和（弧）的信息。</a:t>
            </a:r>
            <a:endParaRPr lang="zh-CN" altLang="en-US" sz="2400">
              <a:latin typeface="宋体" pitchFamily="2" charset="-122"/>
            </a:endParaRPr>
          </a:p>
        </p:txBody>
      </p:sp>
      <p:sp>
        <p:nvSpPr>
          <p:cNvPr id="137220" name="Rectangle 4"/>
          <p:cNvSpPr>
            <a:spLocks noChangeArrowheads="1"/>
          </p:cNvSpPr>
          <p:nvPr/>
        </p:nvSpPr>
        <p:spPr bwMode="auto">
          <a:xfrm>
            <a:off x="250825" y="1268413"/>
            <a:ext cx="7262813" cy="153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lnSpc>
                <a:spcPct val="90000"/>
              </a:lnSpc>
              <a:spcBef>
                <a:spcPct val="50000"/>
              </a:spcBef>
              <a:buClrTx/>
              <a:buSzTx/>
              <a:buFontTx/>
              <a:buNone/>
            </a:pPr>
            <a:r>
              <a:rPr lang="zh-CN" altLang="en-US" sz="2400">
                <a:latin typeface="宋体" pitchFamily="2" charset="-122"/>
              </a:rPr>
              <a:t>设图 </a:t>
            </a:r>
            <a:r>
              <a:rPr lang="en-US" altLang="zh-CN" sz="2400">
                <a:latin typeface="宋体" pitchFamily="2" charset="-122"/>
              </a:rPr>
              <a:t>A = (</a:t>
            </a:r>
            <a:r>
              <a:rPr lang="en-US" altLang="zh-CN" sz="2400" i="1">
                <a:latin typeface="宋体" pitchFamily="2" charset="-122"/>
              </a:rPr>
              <a:t>V</a:t>
            </a:r>
            <a:r>
              <a:rPr lang="en-US" altLang="zh-CN" sz="2400">
                <a:latin typeface="宋体" pitchFamily="2" charset="-122"/>
              </a:rPr>
              <a:t>, </a:t>
            </a:r>
            <a:r>
              <a:rPr lang="en-US" altLang="zh-CN" sz="2400" i="1">
                <a:latin typeface="宋体" pitchFamily="2" charset="-122"/>
              </a:rPr>
              <a:t>E</a:t>
            </a:r>
            <a:r>
              <a:rPr lang="en-US" altLang="zh-CN" sz="2400">
                <a:latin typeface="宋体" pitchFamily="2" charset="-122"/>
              </a:rPr>
              <a:t>) </a:t>
            </a:r>
            <a:r>
              <a:rPr lang="zh-CN" altLang="en-US" sz="2400">
                <a:latin typeface="宋体" pitchFamily="2" charset="-122"/>
              </a:rPr>
              <a:t>有 </a:t>
            </a:r>
            <a:r>
              <a:rPr lang="en-US" altLang="zh-CN" sz="2400" i="1">
                <a:solidFill>
                  <a:schemeClr val="folHlink"/>
                </a:solidFill>
                <a:latin typeface="宋体" pitchFamily="2" charset="-122"/>
              </a:rPr>
              <a:t>n</a:t>
            </a:r>
            <a:r>
              <a:rPr lang="en-US" altLang="zh-CN" sz="2400" i="1">
                <a:solidFill>
                  <a:srgbClr val="99FF33"/>
                </a:solidFill>
                <a:latin typeface="宋体" pitchFamily="2" charset="-122"/>
              </a:rPr>
              <a:t> </a:t>
            </a:r>
            <a:r>
              <a:rPr lang="zh-CN" altLang="en-US" sz="2400">
                <a:latin typeface="宋体" pitchFamily="2" charset="-122"/>
              </a:rPr>
              <a:t>个顶点，</a:t>
            </a:r>
          </a:p>
          <a:p>
            <a:pPr eaLnBrk="1" hangingPunct="1">
              <a:spcBef>
                <a:spcPct val="50000"/>
              </a:spcBef>
              <a:buClrTx/>
              <a:buSzTx/>
              <a:buFontTx/>
              <a:buNone/>
            </a:pPr>
            <a:r>
              <a:rPr lang="zh-CN" altLang="en-US" sz="2400">
                <a:latin typeface="宋体" pitchFamily="2" charset="-122"/>
              </a:rPr>
              <a:t>则图的用于表示数据元素之间关系的邻接矩阵是一个</a:t>
            </a:r>
          </a:p>
          <a:p>
            <a:pPr eaLnBrk="1" hangingPunct="1">
              <a:spcBef>
                <a:spcPct val="50000"/>
              </a:spcBef>
              <a:buClrTx/>
              <a:buSzTx/>
              <a:buFontTx/>
              <a:buNone/>
            </a:pPr>
            <a:r>
              <a:rPr lang="zh-CN" altLang="en-US" sz="2400">
                <a:latin typeface="宋体" pitchFamily="2" charset="-122"/>
              </a:rPr>
              <a:t>二维数组 </a:t>
            </a:r>
            <a:r>
              <a:rPr lang="en-US" altLang="zh-CN" sz="2400">
                <a:solidFill>
                  <a:schemeClr val="accent2"/>
                </a:solidFill>
                <a:latin typeface="宋体" pitchFamily="2" charset="-122"/>
              </a:rPr>
              <a:t>A.Edge[n][n]</a:t>
            </a:r>
            <a:r>
              <a:rPr lang="zh-CN" altLang="en-US" sz="2400">
                <a:latin typeface="宋体" pitchFamily="2" charset="-122"/>
              </a:rPr>
              <a:t>，定义为：</a:t>
            </a:r>
          </a:p>
        </p:txBody>
      </p:sp>
      <p:graphicFrame>
        <p:nvGraphicFramePr>
          <p:cNvPr id="137221" name="Object 5"/>
          <p:cNvGraphicFramePr>
            <a:graphicFrameLocks noChangeAspect="1"/>
          </p:cNvGraphicFramePr>
          <p:nvPr/>
        </p:nvGraphicFramePr>
        <p:xfrm>
          <a:off x="755650" y="2924175"/>
          <a:ext cx="7772400" cy="950913"/>
        </p:xfrm>
        <a:graphic>
          <a:graphicData uri="http://schemas.openxmlformats.org/presentationml/2006/ole">
            <mc:AlternateContent xmlns:mc="http://schemas.openxmlformats.org/markup-compatibility/2006">
              <mc:Choice xmlns:v="urn:schemas-microsoft-com:vml" Requires="v">
                <p:oleObj spid="_x0000_s23586" name="Microsoft 公式 3.0" r:id="rId3" imgW="3390900" imgH="482600" progId="Equation.3">
                  <p:embed/>
                </p:oleObj>
              </mc:Choice>
              <mc:Fallback>
                <p:oleObj name="Microsoft 公式 3.0" r:id="rId3" imgW="3390900" imgH="4826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650" y="2924175"/>
                        <a:ext cx="7772400" cy="950913"/>
                      </a:xfrm>
                      <a:prstGeom prst="rect">
                        <a:avLst/>
                      </a:prstGeom>
                      <a:noFill/>
                      <a:ln>
                        <a:noFill/>
                      </a:ln>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7222" name="Rectangle 6"/>
          <p:cNvSpPr>
            <a:spLocks noChangeArrowheads="1"/>
          </p:cNvSpPr>
          <p:nvPr/>
        </p:nvSpPr>
        <p:spPr bwMode="auto">
          <a:xfrm>
            <a:off x="0" y="4005263"/>
            <a:ext cx="2808288" cy="488950"/>
          </a:xfrm>
          <a:prstGeom prst="rect">
            <a:avLst/>
          </a:prstGeom>
          <a:noFill/>
          <a:ln w="9525">
            <a:noFill/>
            <a:miter lim="800000"/>
            <a:headEnd/>
            <a:tailEnd/>
          </a:ln>
          <a:effectLst/>
        </p:spPr>
        <p:txBody>
          <a:bodyPr>
            <a:spAutoFit/>
          </a:bodyPr>
          <a:lstStyle/>
          <a:p>
            <a:pPr eaLnBrk="1" hangingPunct="1">
              <a:defRPr/>
            </a:pPr>
            <a:r>
              <a:rPr lang="zh-CN" altLang="en-US" sz="2600">
                <a:solidFill>
                  <a:schemeClr val="accent1"/>
                </a:solidFill>
                <a:effectLst>
                  <a:outerShdw blurRad="38100" dist="38100" dir="2700000" algn="tl">
                    <a:srgbClr val="C0C0C0"/>
                  </a:outerShdw>
                </a:effectLst>
                <a:ea typeface="仿宋_GB2312" pitchFamily="49" charset="-122"/>
              </a:rPr>
              <a:t>例</a:t>
            </a:r>
            <a:r>
              <a:rPr lang="en-US" altLang="zh-CN" sz="2600">
                <a:solidFill>
                  <a:schemeClr val="accent1"/>
                </a:solidFill>
                <a:effectLst>
                  <a:outerShdw blurRad="38100" dist="38100" dir="2700000" algn="tl">
                    <a:srgbClr val="C0C0C0"/>
                  </a:outerShdw>
                </a:effectLst>
                <a:ea typeface="仿宋_GB2312" pitchFamily="49" charset="-122"/>
              </a:rPr>
              <a:t>1</a:t>
            </a:r>
            <a:r>
              <a:rPr lang="zh-CN" altLang="en-US">
                <a:solidFill>
                  <a:schemeClr val="accent1"/>
                </a:solidFill>
                <a:effectLst>
                  <a:outerShdw blurRad="38100" dist="38100" dir="2700000" algn="tl">
                    <a:srgbClr val="C0C0C0"/>
                  </a:outerShdw>
                </a:effectLst>
                <a:ea typeface="仿宋_GB2312" pitchFamily="49" charset="-122"/>
              </a:rPr>
              <a:t>（无向图邻接矩阵）：</a:t>
            </a:r>
          </a:p>
        </p:txBody>
      </p:sp>
      <p:grpSp>
        <p:nvGrpSpPr>
          <p:cNvPr id="2" name="Group 7"/>
          <p:cNvGrpSpPr>
            <a:grpSpLocks/>
          </p:cNvGrpSpPr>
          <p:nvPr/>
        </p:nvGrpSpPr>
        <p:grpSpPr bwMode="auto">
          <a:xfrm>
            <a:off x="565150" y="4464050"/>
            <a:ext cx="2782888" cy="1295400"/>
            <a:chOff x="167" y="3072"/>
            <a:chExt cx="1753" cy="816"/>
          </a:xfrm>
        </p:grpSpPr>
        <p:sp>
          <p:nvSpPr>
            <p:cNvPr id="23570" name="Oval 8"/>
            <p:cNvSpPr>
              <a:spLocks noChangeArrowheads="1"/>
            </p:cNvSpPr>
            <p:nvPr/>
          </p:nvSpPr>
          <p:spPr bwMode="auto">
            <a:xfrm>
              <a:off x="568" y="3100"/>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v1</a:t>
              </a:r>
            </a:p>
          </p:txBody>
        </p:sp>
        <p:sp>
          <p:nvSpPr>
            <p:cNvPr id="23571" name="Oval 9"/>
            <p:cNvSpPr>
              <a:spLocks noChangeArrowheads="1"/>
            </p:cNvSpPr>
            <p:nvPr/>
          </p:nvSpPr>
          <p:spPr bwMode="auto">
            <a:xfrm>
              <a:off x="1504" y="3072"/>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v2</a:t>
              </a:r>
            </a:p>
          </p:txBody>
        </p:sp>
        <p:sp>
          <p:nvSpPr>
            <p:cNvPr id="23572" name="Oval 10"/>
            <p:cNvSpPr>
              <a:spLocks noChangeArrowheads="1"/>
            </p:cNvSpPr>
            <p:nvPr/>
          </p:nvSpPr>
          <p:spPr bwMode="auto">
            <a:xfrm>
              <a:off x="1036" y="3382"/>
              <a:ext cx="312" cy="196"/>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v3</a:t>
              </a:r>
            </a:p>
          </p:txBody>
        </p:sp>
        <p:sp>
          <p:nvSpPr>
            <p:cNvPr id="23573" name="Oval 11"/>
            <p:cNvSpPr>
              <a:spLocks noChangeArrowheads="1"/>
            </p:cNvSpPr>
            <p:nvPr/>
          </p:nvSpPr>
          <p:spPr bwMode="auto">
            <a:xfrm>
              <a:off x="1608" y="3691"/>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v5</a:t>
              </a:r>
            </a:p>
          </p:txBody>
        </p:sp>
        <p:sp>
          <p:nvSpPr>
            <p:cNvPr id="23574" name="Line 12"/>
            <p:cNvSpPr>
              <a:spLocks noChangeShapeType="1"/>
            </p:cNvSpPr>
            <p:nvPr/>
          </p:nvSpPr>
          <p:spPr bwMode="auto">
            <a:xfrm>
              <a:off x="880" y="3185"/>
              <a:ext cx="624" cy="0"/>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575" name="Line 13"/>
            <p:cNvSpPr>
              <a:spLocks noChangeShapeType="1"/>
            </p:cNvSpPr>
            <p:nvPr/>
          </p:nvSpPr>
          <p:spPr bwMode="auto">
            <a:xfrm flipH="1">
              <a:off x="724" y="3297"/>
              <a:ext cx="0" cy="366"/>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576" name="Line 14"/>
            <p:cNvSpPr>
              <a:spLocks noChangeShapeType="1"/>
            </p:cNvSpPr>
            <p:nvPr/>
          </p:nvSpPr>
          <p:spPr bwMode="auto">
            <a:xfrm>
              <a:off x="880" y="3804"/>
              <a:ext cx="728" cy="0"/>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577" name="Line 15"/>
            <p:cNvSpPr>
              <a:spLocks noChangeShapeType="1"/>
            </p:cNvSpPr>
            <p:nvPr/>
          </p:nvSpPr>
          <p:spPr bwMode="auto">
            <a:xfrm>
              <a:off x="1296" y="3552"/>
              <a:ext cx="416" cy="167"/>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578" name="Oval 16"/>
            <p:cNvSpPr>
              <a:spLocks noChangeArrowheads="1"/>
            </p:cNvSpPr>
            <p:nvPr/>
          </p:nvSpPr>
          <p:spPr bwMode="auto">
            <a:xfrm>
              <a:off x="568" y="3663"/>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v4</a:t>
              </a:r>
            </a:p>
          </p:txBody>
        </p:sp>
        <p:sp>
          <p:nvSpPr>
            <p:cNvPr id="23579" name="Line 17"/>
            <p:cNvSpPr>
              <a:spLocks noChangeShapeType="1"/>
            </p:cNvSpPr>
            <p:nvPr/>
          </p:nvSpPr>
          <p:spPr bwMode="auto">
            <a:xfrm flipH="1">
              <a:off x="828" y="3550"/>
              <a:ext cx="260" cy="141"/>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580" name="Line 18"/>
            <p:cNvSpPr>
              <a:spLocks noChangeShapeType="1"/>
            </p:cNvSpPr>
            <p:nvPr/>
          </p:nvSpPr>
          <p:spPr bwMode="auto">
            <a:xfrm flipH="1">
              <a:off x="1296" y="3241"/>
              <a:ext cx="260" cy="169"/>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581" name="Line 19"/>
            <p:cNvSpPr>
              <a:spLocks noChangeShapeType="1"/>
            </p:cNvSpPr>
            <p:nvPr/>
          </p:nvSpPr>
          <p:spPr bwMode="auto">
            <a:xfrm>
              <a:off x="1712" y="3269"/>
              <a:ext cx="0" cy="422"/>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582" name="Oval 20"/>
            <p:cNvSpPr>
              <a:spLocks noChangeArrowheads="1"/>
            </p:cNvSpPr>
            <p:nvPr/>
          </p:nvSpPr>
          <p:spPr bwMode="auto">
            <a:xfrm>
              <a:off x="568" y="3663"/>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v4</a:t>
              </a:r>
            </a:p>
          </p:txBody>
        </p:sp>
        <p:sp>
          <p:nvSpPr>
            <p:cNvPr id="23583" name="Rectangle 21"/>
            <p:cNvSpPr>
              <a:spLocks noChangeArrowheads="1"/>
            </p:cNvSpPr>
            <p:nvPr/>
          </p:nvSpPr>
          <p:spPr bwMode="auto">
            <a:xfrm>
              <a:off x="167" y="3312"/>
              <a:ext cx="3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400">
                  <a:latin typeface="Arial" pitchFamily="34" charset="0"/>
                  <a:ea typeface="黑体" pitchFamily="49" charset="-122"/>
                </a:rPr>
                <a:t>A</a:t>
              </a:r>
            </a:p>
          </p:txBody>
        </p:sp>
      </p:grpSp>
      <p:sp>
        <p:nvSpPr>
          <p:cNvPr id="137238" name="AutoShape 22"/>
          <p:cNvSpPr>
            <a:spLocks/>
          </p:cNvSpPr>
          <p:nvPr/>
        </p:nvSpPr>
        <p:spPr bwMode="auto">
          <a:xfrm>
            <a:off x="5757863" y="4484688"/>
            <a:ext cx="152400" cy="1600200"/>
          </a:xfrm>
          <a:prstGeom prst="leftBracket">
            <a:avLst>
              <a:gd name="adj" fmla="val 87500"/>
            </a:avLst>
          </a:prstGeom>
          <a:noFill/>
          <a:ln w="38100">
            <a:solidFill>
              <a:srgbClr val="BADE7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137239" name="AutoShape 23"/>
          <p:cNvSpPr>
            <a:spLocks/>
          </p:cNvSpPr>
          <p:nvPr/>
        </p:nvSpPr>
        <p:spPr bwMode="auto">
          <a:xfrm>
            <a:off x="7607300" y="4484688"/>
            <a:ext cx="207963" cy="1600200"/>
          </a:xfrm>
          <a:prstGeom prst="rightBracket">
            <a:avLst>
              <a:gd name="adj" fmla="val 64122"/>
            </a:avLst>
          </a:prstGeom>
          <a:noFill/>
          <a:ln w="38100">
            <a:solidFill>
              <a:srgbClr val="BADE7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137240" name="Text Box 24"/>
          <p:cNvSpPr txBox="1">
            <a:spLocks noChangeArrowheads="1"/>
          </p:cNvSpPr>
          <p:nvPr/>
        </p:nvSpPr>
        <p:spPr bwMode="auto">
          <a:xfrm>
            <a:off x="3805238" y="4895850"/>
            <a:ext cx="1600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800">
                <a:solidFill>
                  <a:schemeClr val="accent1"/>
                </a:solidFill>
                <a:latin typeface="Arial" pitchFamily="34" charset="0"/>
                <a:ea typeface="黑体" pitchFamily="49" charset="-122"/>
              </a:rPr>
              <a:t>A.</a:t>
            </a:r>
            <a:r>
              <a:rPr lang="en-US" altLang="zh-CN" sz="2800" i="1">
                <a:solidFill>
                  <a:schemeClr val="accent1"/>
                </a:solidFill>
                <a:latin typeface="Arial" pitchFamily="34" charset="0"/>
                <a:ea typeface="黑体" pitchFamily="49" charset="-122"/>
              </a:rPr>
              <a:t>Edge</a:t>
            </a:r>
            <a:r>
              <a:rPr lang="en-US" altLang="zh-CN" sz="2800">
                <a:latin typeface="Arial" pitchFamily="34" charset="0"/>
                <a:ea typeface="黑体" pitchFamily="49" charset="-122"/>
              </a:rPr>
              <a:t> =</a:t>
            </a:r>
          </a:p>
        </p:txBody>
      </p:sp>
      <p:sp>
        <p:nvSpPr>
          <p:cNvPr id="137241" name="Rectangle 25"/>
          <p:cNvSpPr>
            <a:spLocks noChangeArrowheads="1"/>
          </p:cNvSpPr>
          <p:nvPr/>
        </p:nvSpPr>
        <p:spPr bwMode="auto">
          <a:xfrm>
            <a:off x="5605463" y="4103688"/>
            <a:ext cx="25908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000">
                <a:latin typeface="Arial" pitchFamily="34" charset="0"/>
                <a:ea typeface="黑体" pitchFamily="49" charset="-122"/>
              </a:rPr>
              <a:t>（</a:t>
            </a:r>
            <a:r>
              <a:rPr lang="zh-CN" altLang="en-US" sz="2000">
                <a:solidFill>
                  <a:srgbClr val="99FF33"/>
                </a:solidFill>
                <a:latin typeface="Arial" pitchFamily="34" charset="0"/>
                <a:ea typeface="黑体" pitchFamily="49" charset="-122"/>
              </a:rPr>
              <a:t> </a:t>
            </a:r>
            <a:r>
              <a:rPr lang="en-US" altLang="zh-CN" sz="2000">
                <a:solidFill>
                  <a:schemeClr val="folHlink"/>
                </a:solidFill>
                <a:latin typeface="Arial" pitchFamily="34" charset="0"/>
                <a:ea typeface="黑体" pitchFamily="49" charset="-122"/>
              </a:rPr>
              <a:t>v1 v2</a:t>
            </a:r>
            <a:r>
              <a:rPr lang="en-US" altLang="zh-CN" sz="2000" baseline="-6000">
                <a:solidFill>
                  <a:schemeClr val="folHlink"/>
                </a:solidFill>
                <a:latin typeface="Arial" pitchFamily="34" charset="0"/>
                <a:ea typeface="黑体" pitchFamily="49" charset="-122"/>
              </a:rPr>
              <a:t>  </a:t>
            </a:r>
            <a:r>
              <a:rPr lang="en-US" altLang="zh-CN" sz="2000">
                <a:solidFill>
                  <a:schemeClr val="folHlink"/>
                </a:solidFill>
                <a:latin typeface="Arial" pitchFamily="34" charset="0"/>
                <a:ea typeface="黑体" pitchFamily="49" charset="-122"/>
              </a:rPr>
              <a:t>v3 v4 v5</a:t>
            </a:r>
            <a:r>
              <a:rPr lang="en-US" altLang="zh-CN" sz="2000">
                <a:solidFill>
                  <a:srgbClr val="99FF33"/>
                </a:solidFill>
                <a:latin typeface="Arial" pitchFamily="34" charset="0"/>
                <a:ea typeface="黑体" pitchFamily="49" charset="-122"/>
              </a:rPr>
              <a:t>  </a:t>
            </a:r>
            <a:r>
              <a:rPr lang="en-US" altLang="zh-CN" sz="2000">
                <a:solidFill>
                  <a:schemeClr val="accent1"/>
                </a:solidFill>
                <a:latin typeface="Arial" pitchFamily="34" charset="0"/>
                <a:ea typeface="黑体" pitchFamily="49" charset="-122"/>
              </a:rPr>
              <a:t> </a:t>
            </a:r>
            <a:r>
              <a:rPr lang="zh-CN" altLang="en-US" sz="2000">
                <a:latin typeface="Arial" pitchFamily="34" charset="0"/>
                <a:ea typeface="黑体" pitchFamily="49" charset="-122"/>
              </a:rPr>
              <a:t>）</a:t>
            </a:r>
          </a:p>
        </p:txBody>
      </p:sp>
      <p:sp>
        <p:nvSpPr>
          <p:cNvPr id="137242" name="Rectangle 26"/>
          <p:cNvSpPr>
            <a:spLocks noChangeArrowheads="1"/>
          </p:cNvSpPr>
          <p:nvPr/>
        </p:nvSpPr>
        <p:spPr bwMode="auto">
          <a:xfrm>
            <a:off x="5316538" y="4319588"/>
            <a:ext cx="457200"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solidFill>
                  <a:schemeClr val="accent2"/>
                </a:solidFill>
                <a:latin typeface="Arial" pitchFamily="34" charset="0"/>
                <a:ea typeface="黑体" pitchFamily="49" charset="-122"/>
              </a:rPr>
              <a:t>v1</a:t>
            </a:r>
          </a:p>
          <a:p>
            <a:pPr eaLnBrk="1" hangingPunct="1">
              <a:spcBef>
                <a:spcPct val="0"/>
              </a:spcBef>
              <a:buClrTx/>
              <a:buSzTx/>
              <a:buFontTx/>
              <a:buNone/>
            </a:pPr>
            <a:r>
              <a:rPr lang="en-US" altLang="zh-CN" sz="2000">
                <a:solidFill>
                  <a:schemeClr val="accent2"/>
                </a:solidFill>
                <a:latin typeface="Arial" pitchFamily="34" charset="0"/>
                <a:ea typeface="黑体" pitchFamily="49" charset="-122"/>
              </a:rPr>
              <a:t>v2</a:t>
            </a:r>
          </a:p>
          <a:p>
            <a:pPr eaLnBrk="1" hangingPunct="1">
              <a:spcBef>
                <a:spcPct val="0"/>
              </a:spcBef>
              <a:buClrTx/>
              <a:buSzTx/>
              <a:buFontTx/>
              <a:buNone/>
            </a:pPr>
            <a:r>
              <a:rPr lang="en-US" altLang="zh-CN" sz="2000">
                <a:solidFill>
                  <a:schemeClr val="accent2"/>
                </a:solidFill>
                <a:latin typeface="Arial" pitchFamily="34" charset="0"/>
                <a:ea typeface="黑体" pitchFamily="49" charset="-122"/>
              </a:rPr>
              <a:t>v3</a:t>
            </a:r>
          </a:p>
          <a:p>
            <a:pPr eaLnBrk="1" hangingPunct="1">
              <a:spcBef>
                <a:spcPct val="0"/>
              </a:spcBef>
              <a:buClrTx/>
              <a:buSzTx/>
              <a:buFontTx/>
              <a:buNone/>
            </a:pPr>
            <a:r>
              <a:rPr lang="en-US" altLang="zh-CN" sz="2000">
                <a:solidFill>
                  <a:schemeClr val="accent2"/>
                </a:solidFill>
                <a:latin typeface="Arial" pitchFamily="34" charset="0"/>
                <a:ea typeface="黑体" pitchFamily="49" charset="-122"/>
              </a:rPr>
              <a:t>v4</a:t>
            </a:r>
          </a:p>
          <a:p>
            <a:pPr eaLnBrk="1" hangingPunct="1">
              <a:spcBef>
                <a:spcPct val="0"/>
              </a:spcBef>
              <a:buClrTx/>
              <a:buSzTx/>
              <a:buFontTx/>
              <a:buNone/>
            </a:pPr>
            <a:r>
              <a:rPr lang="en-US" altLang="zh-CN" sz="2000">
                <a:solidFill>
                  <a:schemeClr val="accent2"/>
                </a:solidFill>
                <a:latin typeface="Arial" pitchFamily="34" charset="0"/>
                <a:ea typeface="黑体" pitchFamily="49" charset="-122"/>
              </a:rPr>
              <a:t>v5</a:t>
            </a:r>
          </a:p>
        </p:txBody>
      </p:sp>
      <p:sp>
        <p:nvSpPr>
          <p:cNvPr id="137243" name="Rectangle 27"/>
          <p:cNvSpPr>
            <a:spLocks noChangeArrowheads="1"/>
          </p:cNvSpPr>
          <p:nvPr/>
        </p:nvSpPr>
        <p:spPr bwMode="auto">
          <a:xfrm>
            <a:off x="6062663" y="4484688"/>
            <a:ext cx="1579562"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a:t>
            </a:r>
          </a:p>
          <a:p>
            <a:pPr eaLnBrk="1" hangingPunct="1">
              <a:spcBef>
                <a:spcPct val="0"/>
              </a:spcBef>
              <a:buClrTx/>
              <a:buSzTx/>
              <a:buFontTx/>
              <a:buNone/>
            </a:pPr>
            <a:r>
              <a:rPr lang="en-US" altLang="zh-CN" sz="2000">
                <a:latin typeface="Arial" pitchFamily="34" charset="0"/>
                <a:ea typeface="黑体" pitchFamily="49" charset="-122"/>
              </a:rPr>
              <a:t>0   0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0   0   0</a:t>
            </a: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0   0   0   0</a:t>
            </a:r>
          </a:p>
          <a:p>
            <a:pPr eaLnBrk="1" hangingPunct="1">
              <a:spcBef>
                <a:spcPct val="0"/>
              </a:spcBef>
              <a:buClrTx/>
              <a:buSzTx/>
              <a:buFontTx/>
              <a:buNone/>
            </a:pPr>
            <a:r>
              <a:rPr lang="en-US" altLang="zh-CN" sz="2000">
                <a:latin typeface="Arial" pitchFamily="34" charset="0"/>
                <a:ea typeface="黑体" pitchFamily="49" charset="-122"/>
              </a:rPr>
              <a:t>0   0   0   0   0</a:t>
            </a:r>
          </a:p>
          <a:p>
            <a:pPr eaLnBrk="1" hangingPunct="1">
              <a:spcBef>
                <a:spcPct val="0"/>
              </a:spcBef>
              <a:buClrTx/>
              <a:buSzTx/>
              <a:buFontTx/>
              <a:buNone/>
            </a:pPr>
            <a:r>
              <a:rPr lang="en-US" altLang="zh-CN" sz="2000">
                <a:latin typeface="Arial" pitchFamily="34" charset="0"/>
                <a:ea typeface="黑体" pitchFamily="49" charset="-122"/>
              </a:rPr>
              <a:t>0   0   0   0   0</a:t>
            </a:r>
          </a:p>
        </p:txBody>
      </p:sp>
      <p:sp>
        <p:nvSpPr>
          <p:cNvPr id="137244" name="Rectangle 28"/>
          <p:cNvSpPr>
            <a:spLocks noChangeArrowheads="1"/>
          </p:cNvSpPr>
          <p:nvPr/>
        </p:nvSpPr>
        <p:spPr bwMode="auto">
          <a:xfrm>
            <a:off x="6062663" y="4484688"/>
            <a:ext cx="1579562" cy="1600200"/>
          </a:xfrm>
          <a:prstGeom prst="rect">
            <a:avLst/>
          </a:prstGeom>
          <a:solidFill>
            <a:srgbClr val="000099"/>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a:t>
            </a:r>
            <a:r>
              <a:rPr lang="en-US" altLang="zh-CN" sz="2000">
                <a:solidFill>
                  <a:schemeClr val="accent1"/>
                </a:solidFill>
                <a:latin typeface="Arial" pitchFamily="34" charset="0"/>
                <a:ea typeface="黑体" pitchFamily="49" charset="-122"/>
              </a:rPr>
              <a:t>1</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1</a:t>
            </a:r>
            <a:r>
              <a:rPr lang="en-US" altLang="zh-CN" sz="2000">
                <a:latin typeface="Arial" pitchFamily="34" charset="0"/>
                <a:ea typeface="黑体" pitchFamily="49" charset="-122"/>
              </a:rPr>
              <a:t>   0</a:t>
            </a:r>
          </a:p>
          <a:p>
            <a:pPr eaLnBrk="1" hangingPunct="1">
              <a:spcBef>
                <a:spcPct val="0"/>
              </a:spcBef>
              <a:buClrTx/>
              <a:buSzTx/>
              <a:buFontTx/>
              <a:buNone/>
            </a:pPr>
            <a:r>
              <a:rPr lang="en-US" altLang="zh-CN" sz="2000">
                <a:solidFill>
                  <a:schemeClr val="accent1"/>
                </a:solidFill>
                <a:latin typeface="Arial" pitchFamily="34" charset="0"/>
                <a:ea typeface="黑体" pitchFamily="49" charset="-122"/>
              </a:rPr>
              <a:t>1</a:t>
            </a:r>
            <a:r>
              <a:rPr lang="en-US" altLang="zh-CN" sz="2000">
                <a:latin typeface="Arial" pitchFamily="34" charset="0"/>
                <a:ea typeface="黑体" pitchFamily="49" charset="-122"/>
              </a:rPr>
              <a:t>   0</a:t>
            </a:r>
            <a:r>
              <a:rPr lang="en-US" altLang="zh-CN" sz="2000" baseline="-60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1 </a:t>
            </a:r>
            <a:r>
              <a:rPr lang="en-US" altLang="zh-CN" sz="2000">
                <a:latin typeface="Arial" pitchFamily="34" charset="0"/>
                <a:ea typeface="黑体" pitchFamily="49" charset="-122"/>
              </a:rPr>
              <a:t>  0   </a:t>
            </a:r>
            <a:r>
              <a:rPr lang="en-US" altLang="zh-CN" sz="2000">
                <a:solidFill>
                  <a:schemeClr val="accent1"/>
                </a:solidFill>
                <a:latin typeface="Arial" pitchFamily="34" charset="0"/>
                <a:ea typeface="黑体" pitchFamily="49" charset="-122"/>
              </a:rPr>
              <a:t>1</a:t>
            </a: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1  </a:t>
            </a:r>
            <a:r>
              <a:rPr lang="en-US" altLang="zh-CN" sz="2000">
                <a:latin typeface="Arial" pitchFamily="34" charset="0"/>
                <a:ea typeface="黑体" pitchFamily="49" charset="-122"/>
              </a:rPr>
              <a:t> 0   </a:t>
            </a:r>
            <a:r>
              <a:rPr lang="en-US" altLang="zh-CN" sz="2000">
                <a:solidFill>
                  <a:schemeClr val="accent1"/>
                </a:solidFill>
                <a:latin typeface="Arial" pitchFamily="34" charset="0"/>
                <a:ea typeface="黑体" pitchFamily="49" charset="-122"/>
              </a:rPr>
              <a:t>1   1</a:t>
            </a:r>
          </a:p>
          <a:p>
            <a:pPr eaLnBrk="1" hangingPunct="1">
              <a:spcBef>
                <a:spcPct val="0"/>
              </a:spcBef>
              <a:buClrTx/>
              <a:buSzTx/>
              <a:buFontTx/>
              <a:buNone/>
            </a:pPr>
            <a:r>
              <a:rPr lang="en-US" altLang="zh-CN" sz="2000">
                <a:solidFill>
                  <a:schemeClr val="accent1"/>
                </a:solidFill>
                <a:latin typeface="Arial" pitchFamily="34" charset="0"/>
                <a:ea typeface="黑体" pitchFamily="49" charset="-122"/>
              </a:rPr>
              <a:t>1 </a:t>
            </a:r>
            <a:r>
              <a:rPr lang="en-US" altLang="zh-CN" sz="2000">
                <a:latin typeface="Arial" pitchFamily="34" charset="0"/>
                <a:ea typeface="黑体" pitchFamily="49" charset="-122"/>
              </a:rPr>
              <a:t>  0   </a:t>
            </a:r>
            <a:r>
              <a:rPr lang="en-US" altLang="zh-CN" sz="2000">
                <a:solidFill>
                  <a:schemeClr val="accent1"/>
                </a:solidFill>
                <a:latin typeface="Arial" pitchFamily="34" charset="0"/>
                <a:ea typeface="黑体" pitchFamily="49" charset="-122"/>
              </a:rPr>
              <a:t>1</a:t>
            </a:r>
            <a:r>
              <a:rPr lang="en-US" altLang="zh-CN" sz="2000">
                <a:latin typeface="Arial" pitchFamily="34" charset="0"/>
                <a:ea typeface="黑体" pitchFamily="49" charset="-122"/>
              </a:rPr>
              <a:t>   0   </a:t>
            </a:r>
            <a:r>
              <a:rPr lang="en-US" altLang="zh-CN" sz="2000">
                <a:solidFill>
                  <a:schemeClr val="accent1"/>
                </a:solidFill>
                <a:latin typeface="Arial" pitchFamily="34" charset="0"/>
                <a:ea typeface="黑体" pitchFamily="49" charset="-122"/>
              </a:rPr>
              <a:t>1</a:t>
            </a:r>
          </a:p>
          <a:p>
            <a:pPr eaLnBrk="1" hangingPunct="1">
              <a:spcBef>
                <a:spcPct val="0"/>
              </a:spcBef>
              <a:buClrTx/>
              <a:buSzTx/>
              <a:buFontTx/>
              <a:buNone/>
            </a:pPr>
            <a:r>
              <a:rPr lang="en-US" altLang="zh-CN" sz="2000">
                <a:latin typeface="Arial" pitchFamily="34" charset="0"/>
                <a:ea typeface="黑体" pitchFamily="49" charset="-122"/>
              </a:rPr>
              <a:t>0   </a:t>
            </a:r>
            <a:r>
              <a:rPr lang="en-US" altLang="zh-CN" sz="2000">
                <a:solidFill>
                  <a:schemeClr val="accent1"/>
                </a:solidFill>
                <a:latin typeface="Arial" pitchFamily="34" charset="0"/>
                <a:ea typeface="黑体" pitchFamily="49" charset="-122"/>
              </a:rPr>
              <a:t>1   1</a:t>
            </a:r>
            <a:r>
              <a:rPr lang="en-US" altLang="zh-CN" sz="20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1 </a:t>
            </a:r>
            <a:r>
              <a:rPr lang="en-US" altLang="zh-CN" sz="2000">
                <a:latin typeface="Arial" pitchFamily="34" charset="0"/>
                <a:ea typeface="黑体" pitchFamily="49" charset="-122"/>
              </a:rPr>
              <a:t>  0</a:t>
            </a:r>
          </a:p>
        </p:txBody>
      </p:sp>
      <p:sp>
        <p:nvSpPr>
          <p:cNvPr id="137245" name="Rectangle 29"/>
          <p:cNvSpPr>
            <a:spLocks noChangeArrowheads="1"/>
          </p:cNvSpPr>
          <p:nvPr/>
        </p:nvSpPr>
        <p:spPr bwMode="auto">
          <a:xfrm>
            <a:off x="6062663" y="4484688"/>
            <a:ext cx="1652587" cy="1600200"/>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0   1</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1   0</a:t>
            </a:r>
          </a:p>
          <a:p>
            <a:pPr eaLnBrk="1" hangingPunct="1">
              <a:spcBef>
                <a:spcPct val="0"/>
              </a:spcBef>
              <a:buClrTx/>
              <a:buSzTx/>
              <a:buFontTx/>
              <a:buNone/>
            </a:pPr>
            <a:r>
              <a:rPr lang="en-US" altLang="zh-CN" sz="2000">
                <a:latin typeface="Arial" pitchFamily="34" charset="0"/>
                <a:ea typeface="黑体" pitchFamily="49" charset="-122"/>
              </a:rPr>
              <a:t>1   0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1   0   1</a:t>
            </a: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1   0   1   1</a:t>
            </a:r>
          </a:p>
          <a:p>
            <a:pPr eaLnBrk="1" hangingPunct="1">
              <a:spcBef>
                <a:spcPct val="0"/>
              </a:spcBef>
              <a:buClrTx/>
              <a:buSzTx/>
              <a:buFontTx/>
              <a:buNone/>
            </a:pPr>
            <a:r>
              <a:rPr lang="en-US" altLang="zh-CN" sz="2000">
                <a:latin typeface="Arial" pitchFamily="34" charset="0"/>
                <a:ea typeface="黑体" pitchFamily="49" charset="-122"/>
              </a:rPr>
              <a:t>1   0   1   0   1</a:t>
            </a:r>
          </a:p>
          <a:p>
            <a:pPr eaLnBrk="1" hangingPunct="1">
              <a:spcBef>
                <a:spcPct val="0"/>
              </a:spcBef>
              <a:buClrTx/>
              <a:buSzTx/>
              <a:buFontTx/>
              <a:buNone/>
            </a:pPr>
            <a:r>
              <a:rPr lang="en-US" altLang="zh-CN" sz="2000">
                <a:latin typeface="Arial" pitchFamily="34" charset="0"/>
                <a:ea typeface="黑体" pitchFamily="49" charset="-122"/>
              </a:rPr>
              <a:t>0   1   1   1   0</a:t>
            </a:r>
          </a:p>
        </p:txBody>
      </p:sp>
      <p:sp>
        <p:nvSpPr>
          <p:cNvPr id="137246" name="Rectangle 30"/>
          <p:cNvSpPr>
            <a:spLocks noChangeArrowheads="1"/>
          </p:cNvSpPr>
          <p:nvPr/>
        </p:nvSpPr>
        <p:spPr bwMode="auto">
          <a:xfrm>
            <a:off x="3924300" y="4005263"/>
            <a:ext cx="1408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2"/>
                </a:solidFill>
                <a:latin typeface="Arial" pitchFamily="34" charset="0"/>
                <a:ea typeface="仿宋_GB2312" pitchFamily="49" charset="-122"/>
              </a:rPr>
              <a:t>顶点表：</a:t>
            </a:r>
          </a:p>
        </p:txBody>
      </p:sp>
      <p:sp>
        <p:nvSpPr>
          <p:cNvPr id="137247" name="Text Box 31"/>
          <p:cNvSpPr txBox="1">
            <a:spLocks noChangeArrowheads="1"/>
          </p:cNvSpPr>
          <p:nvPr/>
        </p:nvSpPr>
        <p:spPr bwMode="auto">
          <a:xfrm>
            <a:off x="179388" y="2852738"/>
            <a:ext cx="504825" cy="1006475"/>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zh-CN" altLang="en-US" sz="2000">
                <a:solidFill>
                  <a:srgbClr val="FF0000"/>
                </a:solidFill>
                <a:latin typeface="宋体" pitchFamily="2" charset="-122"/>
              </a:rPr>
              <a:t>无权图</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13721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3721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3722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37247"/>
                                        </p:tgtEl>
                                        <p:attrNameLst>
                                          <p:attrName>style.visibility</p:attrName>
                                        </p:attrNameLst>
                                      </p:cBhvr>
                                      <p:to>
                                        <p:strVal val="visible"/>
                                      </p:to>
                                    </p:set>
                                    <p:anim calcmode="lin" valueType="num">
                                      <p:cBhvr additive="base">
                                        <p:cTn id="19" dur="500" fill="hold"/>
                                        <p:tgtEl>
                                          <p:spTgt spid="137247"/>
                                        </p:tgtEl>
                                        <p:attrNameLst>
                                          <p:attrName>ppt_x</p:attrName>
                                        </p:attrNameLst>
                                      </p:cBhvr>
                                      <p:tavLst>
                                        <p:tav tm="0">
                                          <p:val>
                                            <p:strVal val="0-#ppt_w/2"/>
                                          </p:val>
                                        </p:tav>
                                        <p:tav tm="100000">
                                          <p:val>
                                            <p:strVal val="#ppt_x"/>
                                          </p:val>
                                        </p:tav>
                                      </p:tavLst>
                                    </p:anim>
                                    <p:anim calcmode="lin" valueType="num">
                                      <p:cBhvr additive="base">
                                        <p:cTn id="20" dur="500" fill="hold"/>
                                        <p:tgtEl>
                                          <p:spTgt spid="137247"/>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nodeType="clickEffect">
                                  <p:stCondLst>
                                    <p:cond delay="0"/>
                                  </p:stCondLst>
                                  <p:childTnLst>
                                    <p:set>
                                      <p:cBhvr>
                                        <p:cTn id="24" dur="1" fill="hold">
                                          <p:stCondLst>
                                            <p:cond delay="0"/>
                                          </p:stCondLst>
                                        </p:cTn>
                                        <p:tgtEl>
                                          <p:spTgt spid="137221"/>
                                        </p:tgtEl>
                                        <p:attrNameLst>
                                          <p:attrName>style.visibility</p:attrName>
                                        </p:attrNameLst>
                                      </p:cBhvr>
                                      <p:to>
                                        <p:strVal val="visible"/>
                                      </p:to>
                                    </p:set>
                                    <p:animEffect transition="in" filter="wipe(left)">
                                      <p:cBhvr>
                                        <p:cTn id="25" dur="500"/>
                                        <p:tgtEl>
                                          <p:spTgt spid="13722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499"/>
                                          </p:stCondLst>
                                        </p:cTn>
                                        <p:tgtEl>
                                          <p:spTgt spid="137222"/>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499"/>
                                          </p:stCondLst>
                                        </p:cTn>
                                        <p:tgtEl>
                                          <p:spTgt spid="2"/>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grpId="0" nodeType="clickEffect">
                                  <p:stCondLst>
                                    <p:cond delay="0"/>
                                  </p:stCondLst>
                                  <p:childTnLst>
                                    <p:set>
                                      <p:cBhvr>
                                        <p:cTn id="37" dur="1" fill="hold">
                                          <p:stCondLst>
                                            <p:cond delay="499"/>
                                          </p:stCondLst>
                                        </p:cTn>
                                        <p:tgtEl>
                                          <p:spTgt spid="137246"/>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37241"/>
                                        </p:tgtEl>
                                        <p:attrNameLst>
                                          <p:attrName>style.visibility</p:attrName>
                                        </p:attrNameLst>
                                      </p:cBhvr>
                                      <p:to>
                                        <p:strVal val="visible"/>
                                      </p:to>
                                    </p:set>
                                    <p:animEffect transition="in" filter="wipe(left)">
                                      <p:cBhvr>
                                        <p:cTn id="42" dur="500"/>
                                        <p:tgtEl>
                                          <p:spTgt spid="13724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499"/>
                                          </p:stCondLst>
                                        </p:cTn>
                                        <p:tgtEl>
                                          <p:spTgt spid="137240"/>
                                        </p:tgtEl>
                                        <p:attrNameLst>
                                          <p:attrName>style.visibility</p:attrName>
                                        </p:attrNameLst>
                                      </p:cBhvr>
                                      <p:to>
                                        <p:strVal val="visible"/>
                                      </p:to>
                                    </p:set>
                                  </p:childTnLst>
                                </p:cTn>
                              </p:par>
                            </p:childTnLst>
                          </p:cTn>
                        </p:par>
                        <p:par>
                          <p:cTn id="47" fill="hold" nodeType="afterGroup">
                            <p:stCondLst>
                              <p:cond delay="500"/>
                            </p:stCondLst>
                            <p:childTnLst>
                              <p:par>
                                <p:cTn id="48" presetID="22" presetClass="entr" presetSubtype="1" fill="hold" grpId="0" nodeType="afterEffect">
                                  <p:stCondLst>
                                    <p:cond delay="0"/>
                                  </p:stCondLst>
                                  <p:childTnLst>
                                    <p:set>
                                      <p:cBhvr>
                                        <p:cTn id="49" dur="1" fill="hold">
                                          <p:stCondLst>
                                            <p:cond delay="0"/>
                                          </p:stCondLst>
                                        </p:cTn>
                                        <p:tgtEl>
                                          <p:spTgt spid="137238"/>
                                        </p:tgtEl>
                                        <p:attrNameLst>
                                          <p:attrName>style.visibility</p:attrName>
                                        </p:attrNameLst>
                                      </p:cBhvr>
                                      <p:to>
                                        <p:strVal val="visible"/>
                                      </p:to>
                                    </p:set>
                                    <p:animEffect transition="in" filter="wipe(up)">
                                      <p:cBhvr>
                                        <p:cTn id="50" dur="500"/>
                                        <p:tgtEl>
                                          <p:spTgt spid="137238"/>
                                        </p:tgtEl>
                                      </p:cBhvr>
                                    </p:animEffect>
                                  </p:childTnLst>
                                </p:cTn>
                              </p:par>
                            </p:childTnLst>
                          </p:cTn>
                        </p:par>
                        <p:par>
                          <p:cTn id="51" fill="hold" nodeType="afterGroup">
                            <p:stCondLst>
                              <p:cond delay="1000"/>
                            </p:stCondLst>
                            <p:childTnLst>
                              <p:par>
                                <p:cTn id="52" presetID="22" presetClass="entr" presetSubtype="1" fill="hold" grpId="0" nodeType="afterEffect">
                                  <p:stCondLst>
                                    <p:cond delay="0"/>
                                  </p:stCondLst>
                                  <p:childTnLst>
                                    <p:set>
                                      <p:cBhvr>
                                        <p:cTn id="53" dur="1" fill="hold">
                                          <p:stCondLst>
                                            <p:cond delay="0"/>
                                          </p:stCondLst>
                                        </p:cTn>
                                        <p:tgtEl>
                                          <p:spTgt spid="137239"/>
                                        </p:tgtEl>
                                        <p:attrNameLst>
                                          <p:attrName>style.visibility</p:attrName>
                                        </p:attrNameLst>
                                      </p:cBhvr>
                                      <p:to>
                                        <p:strVal val="visible"/>
                                      </p:to>
                                    </p:set>
                                    <p:animEffect transition="in" filter="wipe(up)">
                                      <p:cBhvr>
                                        <p:cTn id="54" dur="500"/>
                                        <p:tgtEl>
                                          <p:spTgt spid="137239"/>
                                        </p:tgtEl>
                                      </p:cBhvr>
                                    </p:animEffect>
                                  </p:childTnLst>
                                </p:cTn>
                              </p:par>
                            </p:childTnLst>
                          </p:cTn>
                        </p:par>
                        <p:par>
                          <p:cTn id="55" fill="hold" nodeType="afterGroup">
                            <p:stCondLst>
                              <p:cond delay="1500"/>
                            </p:stCondLst>
                            <p:childTnLst>
                              <p:par>
                                <p:cTn id="56" presetID="22" presetClass="entr" presetSubtype="1" fill="hold" grpId="0" nodeType="afterEffect">
                                  <p:stCondLst>
                                    <p:cond delay="0"/>
                                  </p:stCondLst>
                                  <p:childTnLst>
                                    <p:set>
                                      <p:cBhvr>
                                        <p:cTn id="57" dur="1" fill="hold">
                                          <p:stCondLst>
                                            <p:cond delay="0"/>
                                          </p:stCondLst>
                                        </p:cTn>
                                        <p:tgtEl>
                                          <p:spTgt spid="137242"/>
                                        </p:tgtEl>
                                        <p:attrNameLst>
                                          <p:attrName>style.visibility</p:attrName>
                                        </p:attrNameLst>
                                      </p:cBhvr>
                                      <p:to>
                                        <p:strVal val="visible"/>
                                      </p:to>
                                    </p:set>
                                    <p:animEffect transition="in" filter="wipe(up)">
                                      <p:cBhvr>
                                        <p:cTn id="58" dur="500"/>
                                        <p:tgtEl>
                                          <p:spTgt spid="137242"/>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grpId="0" nodeType="clickEffect">
                                  <p:stCondLst>
                                    <p:cond delay="0"/>
                                  </p:stCondLst>
                                  <p:childTnLst>
                                    <p:set>
                                      <p:cBhvr>
                                        <p:cTn id="62" dur="1" fill="hold">
                                          <p:stCondLst>
                                            <p:cond delay="499"/>
                                          </p:stCondLst>
                                        </p:cTn>
                                        <p:tgtEl>
                                          <p:spTgt spid="137243"/>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iterate type="wd">
                                    <p:tmAbs val="300"/>
                                  </p:iterate>
                                  <p:childTnLst>
                                    <p:set>
                                      <p:cBhvr>
                                        <p:cTn id="66" dur="1" fill="hold">
                                          <p:stCondLst>
                                            <p:cond delay="299"/>
                                          </p:stCondLst>
                                        </p:cTn>
                                        <p:tgtEl>
                                          <p:spTgt spid="137245">
                                            <p:txEl>
                                              <p:pRg st="0" end="0"/>
                                            </p:txEl>
                                          </p:spTgt>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grpId="0" nodeType="clickEffect">
                                  <p:stCondLst>
                                    <p:cond delay="0"/>
                                  </p:stCondLst>
                                  <p:iterate type="wd">
                                    <p:tmAbs val="300"/>
                                  </p:iterate>
                                  <p:childTnLst>
                                    <p:set>
                                      <p:cBhvr>
                                        <p:cTn id="70" dur="1" fill="hold">
                                          <p:stCondLst>
                                            <p:cond delay="299"/>
                                          </p:stCondLst>
                                        </p:cTn>
                                        <p:tgtEl>
                                          <p:spTgt spid="137245">
                                            <p:txEl>
                                              <p:pRg st="1" end="1"/>
                                            </p:txEl>
                                          </p:spTgt>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grpId="0" nodeType="clickEffect">
                                  <p:stCondLst>
                                    <p:cond delay="0"/>
                                  </p:stCondLst>
                                  <p:iterate type="wd">
                                    <p:tmAbs val="300"/>
                                  </p:iterate>
                                  <p:childTnLst>
                                    <p:set>
                                      <p:cBhvr>
                                        <p:cTn id="74" dur="1" fill="hold">
                                          <p:stCondLst>
                                            <p:cond delay="299"/>
                                          </p:stCondLst>
                                        </p:cTn>
                                        <p:tgtEl>
                                          <p:spTgt spid="137245">
                                            <p:txEl>
                                              <p:pRg st="2" end="2"/>
                                            </p:txEl>
                                          </p:spTgt>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iterate type="wd">
                                    <p:tmAbs val="300"/>
                                  </p:iterate>
                                  <p:childTnLst>
                                    <p:set>
                                      <p:cBhvr>
                                        <p:cTn id="78" dur="1" fill="hold">
                                          <p:stCondLst>
                                            <p:cond delay="299"/>
                                          </p:stCondLst>
                                        </p:cTn>
                                        <p:tgtEl>
                                          <p:spTgt spid="137245">
                                            <p:txEl>
                                              <p:pRg st="3" end="3"/>
                                            </p:txEl>
                                          </p:spTgt>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iterate type="wd">
                                    <p:tmAbs val="300"/>
                                  </p:iterate>
                                  <p:childTnLst>
                                    <p:set>
                                      <p:cBhvr>
                                        <p:cTn id="82" dur="1" fill="hold">
                                          <p:stCondLst>
                                            <p:cond delay="299"/>
                                          </p:stCondLst>
                                        </p:cTn>
                                        <p:tgtEl>
                                          <p:spTgt spid="137245">
                                            <p:txEl>
                                              <p:pRg st="4" end="4"/>
                                            </p:txEl>
                                          </p:spTgt>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499"/>
                                          </p:stCondLst>
                                        </p:cTn>
                                        <p:tgtEl>
                                          <p:spTgt spid="1372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218" grpId="0" autoUpdateAnimBg="0"/>
      <p:bldP spid="137219" grpId="0" autoUpdateAnimBg="0"/>
      <p:bldP spid="137220" grpId="0" autoUpdateAnimBg="0"/>
      <p:bldP spid="137222" grpId="0" autoUpdateAnimBg="0"/>
      <p:bldP spid="137238" grpId="0" animBg="1"/>
      <p:bldP spid="137239" grpId="0" animBg="1"/>
      <p:bldP spid="137240" grpId="0" autoUpdateAnimBg="0"/>
      <p:bldP spid="137241" grpId="0" autoUpdateAnimBg="0"/>
      <p:bldP spid="137242" grpId="0" autoUpdateAnimBg="0"/>
      <p:bldP spid="137243" grpId="0" autoUpdateAnimBg="0"/>
      <p:bldP spid="137244" grpId="0" animBg="1" autoUpdateAnimBg="0"/>
      <p:bldP spid="137245" grpId="0" build="p" autoUpdateAnimBg="0"/>
      <p:bldP spid="137246" grpId="0" autoUpdateAnimBg="0"/>
      <p:bldP spid="137247" grpId="0" animBg="1"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2"/>
          <p:cNvSpPr>
            <a:spLocks noChangeArrowheads="1"/>
          </p:cNvSpPr>
          <p:nvPr/>
        </p:nvSpPr>
        <p:spPr bwMode="auto">
          <a:xfrm>
            <a:off x="152400" y="3200400"/>
            <a:ext cx="8785225" cy="173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lnSpc>
                <a:spcPct val="150000"/>
              </a:lnSpc>
              <a:spcBef>
                <a:spcPct val="0"/>
              </a:spcBef>
              <a:buClrTx/>
              <a:buSzTx/>
              <a:buFontTx/>
              <a:buNone/>
            </a:pPr>
            <a:r>
              <a:rPr lang="zh-CN" altLang="en-US" sz="2400">
                <a:solidFill>
                  <a:schemeClr val="accent1"/>
                </a:solidFill>
                <a:latin typeface="Arial" pitchFamily="34" charset="0"/>
                <a:ea typeface="仿宋_GB2312" pitchFamily="49" charset="-122"/>
              </a:rPr>
              <a:t>分析</a:t>
            </a:r>
            <a:r>
              <a:rPr lang="en-US" altLang="zh-CN" sz="2400">
                <a:solidFill>
                  <a:schemeClr val="accent1"/>
                </a:solidFill>
                <a:latin typeface="Arial" pitchFamily="34" charset="0"/>
                <a:ea typeface="仿宋_GB2312" pitchFamily="49" charset="-122"/>
              </a:rPr>
              <a:t>1</a:t>
            </a:r>
            <a:r>
              <a:rPr lang="zh-CN" altLang="en-US" sz="2400">
                <a:solidFill>
                  <a:schemeClr val="accent1"/>
                </a:solidFill>
                <a:latin typeface="Arial" pitchFamily="34" charset="0"/>
                <a:ea typeface="仿宋_GB2312" pitchFamily="49" charset="-122"/>
              </a:rPr>
              <a:t>：</a:t>
            </a:r>
            <a:r>
              <a:rPr lang="zh-CN" altLang="en-US" sz="2400">
                <a:latin typeface="Arial" pitchFamily="34" charset="0"/>
                <a:ea typeface="仿宋_GB2312" pitchFamily="49" charset="-122"/>
              </a:rPr>
              <a:t>无向图的邻接矩阵是</a:t>
            </a:r>
            <a:r>
              <a:rPr lang="zh-CN" altLang="en-US" sz="2400">
                <a:solidFill>
                  <a:schemeClr val="accent2"/>
                </a:solidFill>
                <a:latin typeface="Arial" pitchFamily="34" charset="0"/>
                <a:ea typeface="仿宋_GB2312" pitchFamily="49" charset="-122"/>
              </a:rPr>
              <a:t>对称</a:t>
            </a:r>
            <a:r>
              <a:rPr lang="zh-CN" altLang="en-US" sz="2400">
                <a:latin typeface="Arial" pitchFamily="34" charset="0"/>
                <a:ea typeface="仿宋_GB2312" pitchFamily="49" charset="-122"/>
              </a:rPr>
              <a:t>的；</a:t>
            </a:r>
          </a:p>
          <a:p>
            <a:pPr eaLnBrk="1" hangingPunct="1">
              <a:lnSpc>
                <a:spcPct val="150000"/>
              </a:lnSpc>
              <a:spcBef>
                <a:spcPct val="0"/>
              </a:spcBef>
              <a:buClrTx/>
              <a:buSzTx/>
              <a:buFontTx/>
              <a:buNone/>
            </a:pPr>
            <a:r>
              <a:rPr lang="zh-CN" altLang="en-US" sz="2400">
                <a:solidFill>
                  <a:schemeClr val="accent1"/>
                </a:solidFill>
                <a:latin typeface="Arial" pitchFamily="34" charset="0"/>
                <a:ea typeface="仿宋_GB2312" pitchFamily="49" charset="-122"/>
              </a:rPr>
              <a:t>分析</a:t>
            </a:r>
            <a:r>
              <a:rPr lang="en-US" altLang="zh-CN" sz="2400">
                <a:solidFill>
                  <a:schemeClr val="accent1"/>
                </a:solidFill>
                <a:latin typeface="Arial" pitchFamily="34" charset="0"/>
                <a:ea typeface="仿宋_GB2312" pitchFamily="49" charset="-122"/>
              </a:rPr>
              <a:t>2</a:t>
            </a:r>
            <a:r>
              <a:rPr lang="zh-CN" altLang="en-US" sz="2400">
                <a:solidFill>
                  <a:schemeClr val="accent1"/>
                </a:solidFill>
                <a:latin typeface="Arial" pitchFamily="34" charset="0"/>
                <a:ea typeface="仿宋_GB2312" pitchFamily="49" charset="-122"/>
              </a:rPr>
              <a:t>：对于无向图来说，</a:t>
            </a:r>
            <a:r>
              <a:rPr lang="zh-CN" altLang="zh-CN" sz="2400">
                <a:latin typeface="Arial" pitchFamily="34" charset="0"/>
                <a:ea typeface="仿宋_GB2312" pitchFamily="49" charset="-122"/>
              </a:rPr>
              <a:t>顶点</a:t>
            </a:r>
            <a:r>
              <a:rPr lang="en-US" altLang="zh-CN" sz="2400" i="1">
                <a:latin typeface="Arial" pitchFamily="34" charset="0"/>
                <a:ea typeface="仿宋_GB2312" pitchFamily="49" charset="-122"/>
              </a:rPr>
              <a:t>i</a:t>
            </a:r>
            <a:r>
              <a:rPr lang="en-US" altLang="zh-CN" sz="2400">
                <a:latin typeface="Arial" pitchFamily="34" charset="0"/>
                <a:ea typeface="仿宋_GB2312" pitchFamily="49" charset="-122"/>
              </a:rPr>
              <a:t> </a:t>
            </a:r>
            <a:r>
              <a:rPr lang="zh-CN" altLang="zh-CN" sz="2400">
                <a:latin typeface="Arial" pitchFamily="34" charset="0"/>
                <a:ea typeface="仿宋_GB2312" pitchFamily="49" charset="-122"/>
              </a:rPr>
              <a:t>的</a:t>
            </a:r>
            <a:r>
              <a:rPr lang="zh-CN" altLang="zh-CN" sz="2400">
                <a:solidFill>
                  <a:schemeClr val="accent2"/>
                </a:solidFill>
                <a:latin typeface="Arial" pitchFamily="34" charset="0"/>
                <a:ea typeface="仿宋_GB2312" pitchFamily="49" charset="-122"/>
              </a:rPr>
              <a:t>度</a:t>
            </a:r>
            <a:r>
              <a:rPr lang="zh-CN" altLang="en-US" sz="2400">
                <a:latin typeface="Arial" pitchFamily="34" charset="0"/>
                <a:ea typeface="仿宋_GB2312" pitchFamily="49" charset="-122"/>
              </a:rPr>
              <a:t>＝第 </a:t>
            </a:r>
            <a:r>
              <a:rPr lang="en-US" altLang="zh-CN" sz="2400" i="1">
                <a:latin typeface="Arial" pitchFamily="34" charset="0"/>
                <a:ea typeface="仿宋_GB2312" pitchFamily="49" charset="-122"/>
              </a:rPr>
              <a:t>i</a:t>
            </a:r>
            <a:r>
              <a:rPr lang="en-US" altLang="zh-CN" sz="2400">
                <a:latin typeface="Arial" pitchFamily="34" charset="0"/>
                <a:ea typeface="仿宋_GB2312" pitchFamily="49" charset="-122"/>
              </a:rPr>
              <a:t> </a:t>
            </a:r>
            <a:r>
              <a:rPr lang="zh-CN" altLang="zh-CN" sz="2400">
                <a:latin typeface="Arial" pitchFamily="34" charset="0"/>
                <a:ea typeface="仿宋_GB2312" pitchFamily="49" charset="-122"/>
              </a:rPr>
              <a:t>行 (列) </a:t>
            </a:r>
            <a:r>
              <a:rPr lang="zh-CN" altLang="en-US" sz="2400">
                <a:latin typeface="Arial" pitchFamily="34" charset="0"/>
                <a:ea typeface="仿宋_GB2312" pitchFamily="49" charset="-122"/>
              </a:rPr>
              <a:t>中</a:t>
            </a:r>
            <a:r>
              <a:rPr lang="zh-CN" altLang="zh-CN" sz="2400">
                <a:solidFill>
                  <a:schemeClr val="accent1"/>
                </a:solidFill>
                <a:latin typeface="Arial" pitchFamily="34" charset="0"/>
                <a:ea typeface="仿宋_GB2312" pitchFamily="49" charset="-122"/>
              </a:rPr>
              <a:t>1 </a:t>
            </a:r>
            <a:r>
              <a:rPr lang="zh-CN" altLang="zh-CN" sz="2400">
                <a:latin typeface="Arial" pitchFamily="34" charset="0"/>
                <a:ea typeface="仿宋_GB2312" pitchFamily="49" charset="-122"/>
              </a:rPr>
              <a:t>的个数</a:t>
            </a:r>
            <a:r>
              <a:rPr lang="zh-CN" altLang="en-US" sz="2400">
                <a:latin typeface="Arial" pitchFamily="34" charset="0"/>
                <a:ea typeface="仿宋_GB2312" pitchFamily="49" charset="-122"/>
              </a:rPr>
              <a:t>；</a:t>
            </a:r>
          </a:p>
          <a:p>
            <a:pPr eaLnBrk="1" hangingPunct="1">
              <a:lnSpc>
                <a:spcPct val="150000"/>
              </a:lnSpc>
              <a:spcBef>
                <a:spcPct val="0"/>
              </a:spcBef>
              <a:buClrTx/>
              <a:buSzTx/>
              <a:buFontTx/>
              <a:buNone/>
            </a:pPr>
            <a:r>
              <a:rPr lang="zh-CN" altLang="en-US" sz="2400">
                <a:solidFill>
                  <a:schemeClr val="accent2"/>
                </a:solidFill>
                <a:latin typeface="Arial" pitchFamily="34" charset="0"/>
                <a:ea typeface="仿宋_GB2312" pitchFamily="49" charset="-122"/>
              </a:rPr>
              <a:t>特别：完全图的邻接矩阵中，对角元素为</a:t>
            </a:r>
            <a:r>
              <a:rPr lang="en-US" altLang="zh-CN" sz="2400">
                <a:solidFill>
                  <a:schemeClr val="accent2"/>
                </a:solidFill>
                <a:latin typeface="Arial" pitchFamily="34" charset="0"/>
                <a:ea typeface="仿宋_GB2312" pitchFamily="49" charset="-122"/>
              </a:rPr>
              <a:t>0</a:t>
            </a:r>
            <a:r>
              <a:rPr lang="zh-CN" altLang="en-US" sz="2400">
                <a:solidFill>
                  <a:schemeClr val="accent2"/>
                </a:solidFill>
                <a:latin typeface="Arial" pitchFamily="34" charset="0"/>
                <a:ea typeface="仿宋_GB2312" pitchFamily="49" charset="-122"/>
              </a:rPr>
              <a:t>，其余全</a:t>
            </a:r>
            <a:r>
              <a:rPr lang="en-US" altLang="zh-CN" sz="2400">
                <a:solidFill>
                  <a:schemeClr val="accent2"/>
                </a:solidFill>
                <a:latin typeface="Arial" pitchFamily="34" charset="0"/>
                <a:ea typeface="仿宋_GB2312" pitchFamily="49" charset="-122"/>
              </a:rPr>
              <a:t>1</a:t>
            </a:r>
            <a:r>
              <a:rPr lang="zh-CN" altLang="en-US" sz="2400">
                <a:solidFill>
                  <a:schemeClr val="accent2"/>
                </a:solidFill>
                <a:latin typeface="Arial" pitchFamily="34" charset="0"/>
                <a:ea typeface="仿宋_GB2312" pitchFamily="49" charset="-122"/>
              </a:rPr>
              <a:t>。</a:t>
            </a:r>
          </a:p>
        </p:txBody>
      </p:sp>
      <p:sp>
        <p:nvSpPr>
          <p:cNvPr id="138243" name="Rectangle 3"/>
          <p:cNvSpPr>
            <a:spLocks noChangeArrowheads="1"/>
          </p:cNvSpPr>
          <p:nvPr/>
        </p:nvSpPr>
        <p:spPr bwMode="auto">
          <a:xfrm>
            <a:off x="322263" y="631825"/>
            <a:ext cx="1319212" cy="488950"/>
          </a:xfrm>
          <a:prstGeom prst="rect">
            <a:avLst/>
          </a:prstGeom>
          <a:noFill/>
          <a:ln w="9525">
            <a:noFill/>
            <a:miter lim="800000"/>
            <a:headEnd/>
            <a:tailEnd/>
          </a:ln>
          <a:effectLst/>
        </p:spPr>
        <p:txBody>
          <a:bodyPr>
            <a:spAutoFit/>
          </a:bodyPr>
          <a:lstStyle/>
          <a:p>
            <a:pPr eaLnBrk="1" hangingPunct="1">
              <a:defRPr/>
            </a:pPr>
            <a:r>
              <a:rPr lang="zh-CN" altLang="en-US" sz="2600">
                <a:solidFill>
                  <a:schemeClr val="accent1"/>
                </a:solidFill>
                <a:effectLst>
                  <a:outerShdw blurRad="38100" dist="38100" dir="2700000" algn="tl">
                    <a:srgbClr val="C0C0C0"/>
                  </a:outerShdw>
                </a:effectLst>
                <a:ea typeface="仿宋_GB2312" pitchFamily="49" charset="-122"/>
              </a:rPr>
              <a:t>例</a:t>
            </a:r>
            <a:r>
              <a:rPr lang="en-US" altLang="zh-CN" sz="2600">
                <a:solidFill>
                  <a:schemeClr val="accent1"/>
                </a:solidFill>
                <a:effectLst>
                  <a:outerShdw blurRad="38100" dist="38100" dir="2700000" algn="tl">
                    <a:srgbClr val="C0C0C0"/>
                  </a:outerShdw>
                </a:effectLst>
                <a:ea typeface="仿宋_GB2312" pitchFamily="49" charset="-122"/>
              </a:rPr>
              <a:t>1</a:t>
            </a:r>
            <a:r>
              <a:rPr lang="zh-CN" altLang="en-US" sz="2600">
                <a:solidFill>
                  <a:schemeClr val="accent1"/>
                </a:solidFill>
                <a:effectLst>
                  <a:outerShdw blurRad="38100" dist="38100" dir="2700000" algn="tl">
                    <a:srgbClr val="C0C0C0"/>
                  </a:outerShdw>
                </a:effectLst>
                <a:ea typeface="仿宋_GB2312" pitchFamily="49" charset="-122"/>
              </a:rPr>
              <a:t>：</a:t>
            </a:r>
          </a:p>
        </p:txBody>
      </p:sp>
      <p:grpSp>
        <p:nvGrpSpPr>
          <p:cNvPr id="24580" name="Group 4"/>
          <p:cNvGrpSpPr>
            <a:grpSpLocks/>
          </p:cNvGrpSpPr>
          <p:nvPr/>
        </p:nvGrpSpPr>
        <p:grpSpPr bwMode="auto">
          <a:xfrm>
            <a:off x="755650" y="992188"/>
            <a:ext cx="2782888" cy="1295400"/>
            <a:chOff x="167" y="3072"/>
            <a:chExt cx="1753" cy="816"/>
          </a:xfrm>
        </p:grpSpPr>
        <p:sp>
          <p:nvSpPr>
            <p:cNvPr id="24590" name="Oval 5"/>
            <p:cNvSpPr>
              <a:spLocks noChangeArrowheads="1"/>
            </p:cNvSpPr>
            <p:nvPr/>
          </p:nvSpPr>
          <p:spPr bwMode="auto">
            <a:xfrm>
              <a:off x="568" y="3100"/>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v1</a:t>
              </a:r>
            </a:p>
          </p:txBody>
        </p:sp>
        <p:sp>
          <p:nvSpPr>
            <p:cNvPr id="24591" name="Oval 6"/>
            <p:cNvSpPr>
              <a:spLocks noChangeArrowheads="1"/>
            </p:cNvSpPr>
            <p:nvPr/>
          </p:nvSpPr>
          <p:spPr bwMode="auto">
            <a:xfrm>
              <a:off x="1504" y="3072"/>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v2</a:t>
              </a:r>
            </a:p>
          </p:txBody>
        </p:sp>
        <p:sp>
          <p:nvSpPr>
            <p:cNvPr id="24592" name="Oval 7"/>
            <p:cNvSpPr>
              <a:spLocks noChangeArrowheads="1"/>
            </p:cNvSpPr>
            <p:nvPr/>
          </p:nvSpPr>
          <p:spPr bwMode="auto">
            <a:xfrm>
              <a:off x="1036" y="3382"/>
              <a:ext cx="312" cy="196"/>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v3</a:t>
              </a:r>
            </a:p>
          </p:txBody>
        </p:sp>
        <p:sp>
          <p:nvSpPr>
            <p:cNvPr id="24593" name="Oval 8"/>
            <p:cNvSpPr>
              <a:spLocks noChangeArrowheads="1"/>
            </p:cNvSpPr>
            <p:nvPr/>
          </p:nvSpPr>
          <p:spPr bwMode="auto">
            <a:xfrm>
              <a:off x="1608" y="3691"/>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v5</a:t>
              </a:r>
            </a:p>
          </p:txBody>
        </p:sp>
        <p:sp>
          <p:nvSpPr>
            <p:cNvPr id="24594" name="Line 9"/>
            <p:cNvSpPr>
              <a:spLocks noChangeShapeType="1"/>
            </p:cNvSpPr>
            <p:nvPr/>
          </p:nvSpPr>
          <p:spPr bwMode="auto">
            <a:xfrm>
              <a:off x="880" y="3185"/>
              <a:ext cx="624" cy="0"/>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595" name="Line 10"/>
            <p:cNvSpPr>
              <a:spLocks noChangeShapeType="1"/>
            </p:cNvSpPr>
            <p:nvPr/>
          </p:nvSpPr>
          <p:spPr bwMode="auto">
            <a:xfrm flipH="1">
              <a:off x="724" y="3297"/>
              <a:ext cx="0" cy="366"/>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596" name="Line 11"/>
            <p:cNvSpPr>
              <a:spLocks noChangeShapeType="1"/>
            </p:cNvSpPr>
            <p:nvPr/>
          </p:nvSpPr>
          <p:spPr bwMode="auto">
            <a:xfrm>
              <a:off x="880" y="3804"/>
              <a:ext cx="728" cy="0"/>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597" name="Line 12"/>
            <p:cNvSpPr>
              <a:spLocks noChangeShapeType="1"/>
            </p:cNvSpPr>
            <p:nvPr/>
          </p:nvSpPr>
          <p:spPr bwMode="auto">
            <a:xfrm>
              <a:off x="1296" y="3552"/>
              <a:ext cx="416" cy="167"/>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598" name="Oval 13"/>
            <p:cNvSpPr>
              <a:spLocks noChangeArrowheads="1"/>
            </p:cNvSpPr>
            <p:nvPr/>
          </p:nvSpPr>
          <p:spPr bwMode="auto">
            <a:xfrm>
              <a:off x="568" y="3663"/>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v4</a:t>
              </a:r>
            </a:p>
          </p:txBody>
        </p:sp>
        <p:sp>
          <p:nvSpPr>
            <p:cNvPr id="24599" name="Line 14"/>
            <p:cNvSpPr>
              <a:spLocks noChangeShapeType="1"/>
            </p:cNvSpPr>
            <p:nvPr/>
          </p:nvSpPr>
          <p:spPr bwMode="auto">
            <a:xfrm flipH="1">
              <a:off x="828" y="3550"/>
              <a:ext cx="260" cy="141"/>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0" name="Line 15"/>
            <p:cNvSpPr>
              <a:spLocks noChangeShapeType="1"/>
            </p:cNvSpPr>
            <p:nvPr/>
          </p:nvSpPr>
          <p:spPr bwMode="auto">
            <a:xfrm flipH="1">
              <a:off x="1296" y="3241"/>
              <a:ext cx="260" cy="169"/>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1" name="Line 16"/>
            <p:cNvSpPr>
              <a:spLocks noChangeShapeType="1"/>
            </p:cNvSpPr>
            <p:nvPr/>
          </p:nvSpPr>
          <p:spPr bwMode="auto">
            <a:xfrm>
              <a:off x="1712" y="3269"/>
              <a:ext cx="0" cy="422"/>
            </a:xfrm>
            <a:prstGeom prst="line">
              <a:avLst/>
            </a:prstGeom>
            <a:noFill/>
            <a:ln w="38100">
              <a:solidFill>
                <a:srgbClr val="BADE78"/>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2" name="Oval 17"/>
            <p:cNvSpPr>
              <a:spLocks noChangeArrowheads="1"/>
            </p:cNvSpPr>
            <p:nvPr/>
          </p:nvSpPr>
          <p:spPr bwMode="auto">
            <a:xfrm>
              <a:off x="568" y="3663"/>
              <a:ext cx="312" cy="197"/>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v4</a:t>
              </a:r>
            </a:p>
          </p:txBody>
        </p:sp>
        <p:sp>
          <p:nvSpPr>
            <p:cNvPr id="24603" name="Rectangle 18"/>
            <p:cNvSpPr>
              <a:spLocks noChangeArrowheads="1"/>
            </p:cNvSpPr>
            <p:nvPr/>
          </p:nvSpPr>
          <p:spPr bwMode="auto">
            <a:xfrm>
              <a:off x="167" y="3312"/>
              <a:ext cx="36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400">
                  <a:latin typeface="Arial" pitchFamily="34" charset="0"/>
                  <a:ea typeface="黑体" pitchFamily="49" charset="-122"/>
                </a:rPr>
                <a:t>A</a:t>
              </a:r>
            </a:p>
          </p:txBody>
        </p:sp>
      </p:grpSp>
      <p:sp>
        <p:nvSpPr>
          <p:cNvPr id="24581" name="AutoShape 19"/>
          <p:cNvSpPr>
            <a:spLocks/>
          </p:cNvSpPr>
          <p:nvPr/>
        </p:nvSpPr>
        <p:spPr bwMode="auto">
          <a:xfrm>
            <a:off x="5948363" y="1012825"/>
            <a:ext cx="152400" cy="1600200"/>
          </a:xfrm>
          <a:prstGeom prst="leftBracket">
            <a:avLst>
              <a:gd name="adj" fmla="val 87500"/>
            </a:avLst>
          </a:prstGeom>
          <a:noFill/>
          <a:ln w="38100">
            <a:solidFill>
              <a:srgbClr val="BADE7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24582" name="AutoShape 20"/>
          <p:cNvSpPr>
            <a:spLocks/>
          </p:cNvSpPr>
          <p:nvPr/>
        </p:nvSpPr>
        <p:spPr bwMode="auto">
          <a:xfrm>
            <a:off x="7797800" y="1012825"/>
            <a:ext cx="207963" cy="1600200"/>
          </a:xfrm>
          <a:prstGeom prst="rightBracket">
            <a:avLst>
              <a:gd name="adj" fmla="val 64122"/>
            </a:avLst>
          </a:prstGeom>
          <a:noFill/>
          <a:ln w="38100">
            <a:solidFill>
              <a:srgbClr val="BADE7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24583" name="Text Box 21"/>
          <p:cNvSpPr txBox="1">
            <a:spLocks noChangeArrowheads="1"/>
          </p:cNvSpPr>
          <p:nvPr/>
        </p:nvSpPr>
        <p:spPr bwMode="auto">
          <a:xfrm>
            <a:off x="3995738" y="1423988"/>
            <a:ext cx="16002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800">
                <a:solidFill>
                  <a:schemeClr val="accent1"/>
                </a:solidFill>
                <a:latin typeface="Arial" pitchFamily="34" charset="0"/>
                <a:ea typeface="黑体" pitchFamily="49" charset="-122"/>
              </a:rPr>
              <a:t>A.</a:t>
            </a:r>
            <a:r>
              <a:rPr lang="en-US" altLang="zh-CN" sz="2800" i="1">
                <a:solidFill>
                  <a:schemeClr val="accent1"/>
                </a:solidFill>
                <a:latin typeface="Arial" pitchFamily="34" charset="0"/>
                <a:ea typeface="黑体" pitchFamily="49" charset="-122"/>
              </a:rPr>
              <a:t>Edge</a:t>
            </a:r>
            <a:r>
              <a:rPr lang="en-US" altLang="zh-CN" sz="2800">
                <a:latin typeface="Arial" pitchFamily="34" charset="0"/>
                <a:ea typeface="黑体" pitchFamily="49" charset="-122"/>
              </a:rPr>
              <a:t> =</a:t>
            </a:r>
          </a:p>
        </p:txBody>
      </p:sp>
      <p:sp>
        <p:nvSpPr>
          <p:cNvPr id="24584" name="Rectangle 22"/>
          <p:cNvSpPr>
            <a:spLocks noChangeArrowheads="1"/>
          </p:cNvSpPr>
          <p:nvPr/>
        </p:nvSpPr>
        <p:spPr bwMode="auto">
          <a:xfrm>
            <a:off x="5795963" y="631825"/>
            <a:ext cx="25908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000">
                <a:latin typeface="Arial" pitchFamily="34" charset="0"/>
                <a:ea typeface="黑体" pitchFamily="49" charset="-122"/>
              </a:rPr>
              <a:t>（</a:t>
            </a:r>
            <a:r>
              <a:rPr lang="zh-CN" altLang="en-US" sz="2000">
                <a:solidFill>
                  <a:srgbClr val="99FF33"/>
                </a:solidFill>
                <a:latin typeface="Arial" pitchFamily="34" charset="0"/>
                <a:ea typeface="黑体" pitchFamily="49" charset="-122"/>
              </a:rPr>
              <a:t> </a:t>
            </a:r>
            <a:r>
              <a:rPr lang="en-US" altLang="zh-CN" sz="2000">
                <a:solidFill>
                  <a:schemeClr val="folHlink"/>
                </a:solidFill>
                <a:latin typeface="Arial" pitchFamily="34" charset="0"/>
                <a:ea typeface="黑体" pitchFamily="49" charset="-122"/>
              </a:rPr>
              <a:t>v1 v2</a:t>
            </a:r>
            <a:r>
              <a:rPr lang="en-US" altLang="zh-CN" sz="2000" baseline="-6000">
                <a:solidFill>
                  <a:schemeClr val="folHlink"/>
                </a:solidFill>
                <a:latin typeface="Arial" pitchFamily="34" charset="0"/>
                <a:ea typeface="黑体" pitchFamily="49" charset="-122"/>
              </a:rPr>
              <a:t>  </a:t>
            </a:r>
            <a:r>
              <a:rPr lang="en-US" altLang="zh-CN" sz="2000">
                <a:solidFill>
                  <a:schemeClr val="folHlink"/>
                </a:solidFill>
                <a:latin typeface="Arial" pitchFamily="34" charset="0"/>
                <a:ea typeface="黑体" pitchFamily="49" charset="-122"/>
              </a:rPr>
              <a:t>v3 v4 v5</a:t>
            </a:r>
            <a:r>
              <a:rPr lang="en-US" altLang="zh-CN" sz="2000">
                <a:solidFill>
                  <a:srgbClr val="99FF33"/>
                </a:solidFill>
                <a:latin typeface="Arial" pitchFamily="34" charset="0"/>
                <a:ea typeface="黑体" pitchFamily="49" charset="-122"/>
              </a:rPr>
              <a:t>  </a:t>
            </a:r>
            <a:r>
              <a:rPr lang="en-US" altLang="zh-CN" sz="2000">
                <a:solidFill>
                  <a:schemeClr val="accent1"/>
                </a:solidFill>
                <a:latin typeface="Arial" pitchFamily="34" charset="0"/>
                <a:ea typeface="黑体" pitchFamily="49" charset="-122"/>
              </a:rPr>
              <a:t> </a:t>
            </a:r>
            <a:r>
              <a:rPr lang="zh-CN" altLang="en-US" sz="2000">
                <a:latin typeface="Arial" pitchFamily="34" charset="0"/>
                <a:ea typeface="黑体" pitchFamily="49" charset="-122"/>
              </a:rPr>
              <a:t>）</a:t>
            </a:r>
          </a:p>
        </p:txBody>
      </p:sp>
      <p:sp>
        <p:nvSpPr>
          <p:cNvPr id="24585" name="Rectangle 23"/>
          <p:cNvSpPr>
            <a:spLocks noChangeArrowheads="1"/>
          </p:cNvSpPr>
          <p:nvPr/>
        </p:nvSpPr>
        <p:spPr bwMode="auto">
          <a:xfrm>
            <a:off x="5507038" y="920750"/>
            <a:ext cx="457200"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solidFill>
                  <a:schemeClr val="accent2"/>
                </a:solidFill>
                <a:latin typeface="Arial" pitchFamily="34" charset="0"/>
                <a:ea typeface="黑体" pitchFamily="49" charset="-122"/>
              </a:rPr>
              <a:t>v1</a:t>
            </a:r>
          </a:p>
          <a:p>
            <a:pPr eaLnBrk="1" hangingPunct="1">
              <a:spcBef>
                <a:spcPct val="0"/>
              </a:spcBef>
              <a:buClrTx/>
              <a:buSzTx/>
              <a:buFontTx/>
              <a:buNone/>
            </a:pPr>
            <a:r>
              <a:rPr lang="en-US" altLang="zh-CN" sz="2000">
                <a:solidFill>
                  <a:schemeClr val="accent2"/>
                </a:solidFill>
                <a:latin typeface="Arial" pitchFamily="34" charset="0"/>
                <a:ea typeface="黑体" pitchFamily="49" charset="-122"/>
              </a:rPr>
              <a:t>v2</a:t>
            </a:r>
          </a:p>
          <a:p>
            <a:pPr eaLnBrk="1" hangingPunct="1">
              <a:spcBef>
                <a:spcPct val="0"/>
              </a:spcBef>
              <a:buClrTx/>
              <a:buSzTx/>
              <a:buFontTx/>
              <a:buNone/>
            </a:pPr>
            <a:r>
              <a:rPr lang="en-US" altLang="zh-CN" sz="2000">
                <a:solidFill>
                  <a:schemeClr val="accent2"/>
                </a:solidFill>
                <a:latin typeface="Arial" pitchFamily="34" charset="0"/>
                <a:ea typeface="黑体" pitchFamily="49" charset="-122"/>
              </a:rPr>
              <a:t>v3</a:t>
            </a:r>
          </a:p>
          <a:p>
            <a:pPr eaLnBrk="1" hangingPunct="1">
              <a:spcBef>
                <a:spcPct val="0"/>
              </a:spcBef>
              <a:buClrTx/>
              <a:buSzTx/>
              <a:buFontTx/>
              <a:buNone/>
            </a:pPr>
            <a:r>
              <a:rPr lang="en-US" altLang="zh-CN" sz="2000">
                <a:solidFill>
                  <a:schemeClr val="accent2"/>
                </a:solidFill>
                <a:latin typeface="Arial" pitchFamily="34" charset="0"/>
                <a:ea typeface="黑体" pitchFamily="49" charset="-122"/>
              </a:rPr>
              <a:t>v4</a:t>
            </a:r>
          </a:p>
          <a:p>
            <a:pPr eaLnBrk="1" hangingPunct="1">
              <a:spcBef>
                <a:spcPct val="0"/>
              </a:spcBef>
              <a:buClrTx/>
              <a:buSzTx/>
              <a:buFontTx/>
              <a:buNone/>
            </a:pPr>
            <a:r>
              <a:rPr lang="en-US" altLang="zh-CN" sz="2000">
                <a:solidFill>
                  <a:schemeClr val="accent2"/>
                </a:solidFill>
                <a:latin typeface="Arial" pitchFamily="34" charset="0"/>
                <a:ea typeface="黑体" pitchFamily="49" charset="-122"/>
              </a:rPr>
              <a:t>v5</a:t>
            </a:r>
          </a:p>
        </p:txBody>
      </p:sp>
      <p:sp>
        <p:nvSpPr>
          <p:cNvPr id="24586" name="Rectangle 24"/>
          <p:cNvSpPr>
            <a:spLocks noChangeArrowheads="1"/>
          </p:cNvSpPr>
          <p:nvPr/>
        </p:nvSpPr>
        <p:spPr bwMode="auto">
          <a:xfrm>
            <a:off x="6253163" y="1012825"/>
            <a:ext cx="1579562"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a:t>
            </a:r>
          </a:p>
          <a:p>
            <a:pPr eaLnBrk="1" hangingPunct="1">
              <a:spcBef>
                <a:spcPct val="0"/>
              </a:spcBef>
              <a:buClrTx/>
              <a:buSzTx/>
              <a:buFontTx/>
              <a:buNone/>
            </a:pPr>
            <a:r>
              <a:rPr lang="en-US" altLang="zh-CN" sz="2000">
                <a:latin typeface="Arial" pitchFamily="34" charset="0"/>
                <a:ea typeface="黑体" pitchFamily="49" charset="-122"/>
              </a:rPr>
              <a:t>0   0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0   0   0</a:t>
            </a: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0   0   0   0</a:t>
            </a:r>
          </a:p>
          <a:p>
            <a:pPr eaLnBrk="1" hangingPunct="1">
              <a:spcBef>
                <a:spcPct val="0"/>
              </a:spcBef>
              <a:buClrTx/>
              <a:buSzTx/>
              <a:buFontTx/>
              <a:buNone/>
            </a:pPr>
            <a:r>
              <a:rPr lang="en-US" altLang="zh-CN" sz="2000">
                <a:latin typeface="Arial" pitchFamily="34" charset="0"/>
                <a:ea typeface="黑体" pitchFamily="49" charset="-122"/>
              </a:rPr>
              <a:t>0   0   0   0   0</a:t>
            </a:r>
          </a:p>
          <a:p>
            <a:pPr eaLnBrk="1" hangingPunct="1">
              <a:spcBef>
                <a:spcPct val="0"/>
              </a:spcBef>
              <a:buClrTx/>
              <a:buSzTx/>
              <a:buFontTx/>
              <a:buNone/>
            </a:pPr>
            <a:r>
              <a:rPr lang="en-US" altLang="zh-CN" sz="2000">
                <a:latin typeface="Arial" pitchFamily="34" charset="0"/>
                <a:ea typeface="黑体" pitchFamily="49" charset="-122"/>
              </a:rPr>
              <a:t>0   0   0   0   0</a:t>
            </a:r>
          </a:p>
        </p:txBody>
      </p:sp>
      <p:sp>
        <p:nvSpPr>
          <p:cNvPr id="24587" name="Rectangle 25"/>
          <p:cNvSpPr>
            <a:spLocks noChangeArrowheads="1"/>
          </p:cNvSpPr>
          <p:nvPr/>
        </p:nvSpPr>
        <p:spPr bwMode="auto">
          <a:xfrm>
            <a:off x="6253163" y="1012825"/>
            <a:ext cx="1579562" cy="1600200"/>
          </a:xfrm>
          <a:prstGeom prst="rect">
            <a:avLst/>
          </a:prstGeom>
          <a:solidFill>
            <a:srgbClr val="000099"/>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a:t>
            </a:r>
            <a:r>
              <a:rPr lang="en-US" altLang="zh-CN" sz="2000">
                <a:solidFill>
                  <a:schemeClr val="accent1"/>
                </a:solidFill>
                <a:latin typeface="Arial" pitchFamily="34" charset="0"/>
                <a:ea typeface="黑体" pitchFamily="49" charset="-122"/>
              </a:rPr>
              <a:t>1</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1</a:t>
            </a:r>
            <a:r>
              <a:rPr lang="en-US" altLang="zh-CN" sz="2000">
                <a:latin typeface="Arial" pitchFamily="34" charset="0"/>
                <a:ea typeface="黑体" pitchFamily="49" charset="-122"/>
              </a:rPr>
              <a:t>   0</a:t>
            </a:r>
          </a:p>
          <a:p>
            <a:pPr eaLnBrk="1" hangingPunct="1">
              <a:spcBef>
                <a:spcPct val="0"/>
              </a:spcBef>
              <a:buClrTx/>
              <a:buSzTx/>
              <a:buFontTx/>
              <a:buNone/>
            </a:pPr>
            <a:r>
              <a:rPr lang="en-US" altLang="zh-CN" sz="2000">
                <a:solidFill>
                  <a:schemeClr val="accent1"/>
                </a:solidFill>
                <a:latin typeface="Arial" pitchFamily="34" charset="0"/>
                <a:ea typeface="黑体" pitchFamily="49" charset="-122"/>
              </a:rPr>
              <a:t>1</a:t>
            </a:r>
            <a:r>
              <a:rPr lang="en-US" altLang="zh-CN" sz="2000">
                <a:latin typeface="Arial" pitchFamily="34" charset="0"/>
                <a:ea typeface="黑体" pitchFamily="49" charset="-122"/>
              </a:rPr>
              <a:t>   0</a:t>
            </a:r>
            <a:r>
              <a:rPr lang="en-US" altLang="zh-CN" sz="2000" baseline="-60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1 </a:t>
            </a:r>
            <a:r>
              <a:rPr lang="en-US" altLang="zh-CN" sz="2000">
                <a:latin typeface="Arial" pitchFamily="34" charset="0"/>
                <a:ea typeface="黑体" pitchFamily="49" charset="-122"/>
              </a:rPr>
              <a:t>  0   </a:t>
            </a:r>
            <a:r>
              <a:rPr lang="en-US" altLang="zh-CN" sz="2000">
                <a:solidFill>
                  <a:schemeClr val="accent1"/>
                </a:solidFill>
                <a:latin typeface="Arial" pitchFamily="34" charset="0"/>
                <a:ea typeface="黑体" pitchFamily="49" charset="-122"/>
              </a:rPr>
              <a:t>1</a:t>
            </a: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1  </a:t>
            </a:r>
            <a:r>
              <a:rPr lang="en-US" altLang="zh-CN" sz="2000">
                <a:latin typeface="Arial" pitchFamily="34" charset="0"/>
                <a:ea typeface="黑体" pitchFamily="49" charset="-122"/>
              </a:rPr>
              <a:t> 0   </a:t>
            </a:r>
            <a:r>
              <a:rPr lang="en-US" altLang="zh-CN" sz="2000">
                <a:solidFill>
                  <a:schemeClr val="accent1"/>
                </a:solidFill>
                <a:latin typeface="Arial" pitchFamily="34" charset="0"/>
                <a:ea typeface="黑体" pitchFamily="49" charset="-122"/>
              </a:rPr>
              <a:t>1   1</a:t>
            </a:r>
          </a:p>
          <a:p>
            <a:pPr eaLnBrk="1" hangingPunct="1">
              <a:spcBef>
                <a:spcPct val="0"/>
              </a:spcBef>
              <a:buClrTx/>
              <a:buSzTx/>
              <a:buFontTx/>
              <a:buNone/>
            </a:pPr>
            <a:r>
              <a:rPr lang="en-US" altLang="zh-CN" sz="2000">
                <a:solidFill>
                  <a:schemeClr val="accent1"/>
                </a:solidFill>
                <a:latin typeface="Arial" pitchFamily="34" charset="0"/>
                <a:ea typeface="黑体" pitchFamily="49" charset="-122"/>
              </a:rPr>
              <a:t>1 </a:t>
            </a:r>
            <a:r>
              <a:rPr lang="en-US" altLang="zh-CN" sz="2000">
                <a:latin typeface="Arial" pitchFamily="34" charset="0"/>
                <a:ea typeface="黑体" pitchFamily="49" charset="-122"/>
              </a:rPr>
              <a:t>  0   </a:t>
            </a:r>
            <a:r>
              <a:rPr lang="en-US" altLang="zh-CN" sz="2000">
                <a:solidFill>
                  <a:schemeClr val="accent1"/>
                </a:solidFill>
                <a:latin typeface="Arial" pitchFamily="34" charset="0"/>
                <a:ea typeface="黑体" pitchFamily="49" charset="-122"/>
              </a:rPr>
              <a:t>1</a:t>
            </a:r>
            <a:r>
              <a:rPr lang="en-US" altLang="zh-CN" sz="2000">
                <a:latin typeface="Arial" pitchFamily="34" charset="0"/>
                <a:ea typeface="黑体" pitchFamily="49" charset="-122"/>
              </a:rPr>
              <a:t>   0   </a:t>
            </a:r>
            <a:r>
              <a:rPr lang="en-US" altLang="zh-CN" sz="2000">
                <a:solidFill>
                  <a:schemeClr val="accent1"/>
                </a:solidFill>
                <a:latin typeface="Arial" pitchFamily="34" charset="0"/>
                <a:ea typeface="黑体" pitchFamily="49" charset="-122"/>
              </a:rPr>
              <a:t>1</a:t>
            </a:r>
          </a:p>
          <a:p>
            <a:pPr eaLnBrk="1" hangingPunct="1">
              <a:spcBef>
                <a:spcPct val="0"/>
              </a:spcBef>
              <a:buClrTx/>
              <a:buSzTx/>
              <a:buFontTx/>
              <a:buNone/>
            </a:pPr>
            <a:r>
              <a:rPr lang="en-US" altLang="zh-CN" sz="2000">
                <a:latin typeface="Arial" pitchFamily="34" charset="0"/>
                <a:ea typeface="黑体" pitchFamily="49" charset="-122"/>
              </a:rPr>
              <a:t>0   </a:t>
            </a:r>
            <a:r>
              <a:rPr lang="en-US" altLang="zh-CN" sz="2000">
                <a:solidFill>
                  <a:schemeClr val="accent1"/>
                </a:solidFill>
                <a:latin typeface="Arial" pitchFamily="34" charset="0"/>
                <a:ea typeface="黑体" pitchFamily="49" charset="-122"/>
              </a:rPr>
              <a:t>1   1</a:t>
            </a:r>
            <a:r>
              <a:rPr lang="en-US" altLang="zh-CN" sz="20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1 </a:t>
            </a:r>
            <a:r>
              <a:rPr lang="en-US" altLang="zh-CN" sz="2000">
                <a:latin typeface="Arial" pitchFamily="34" charset="0"/>
                <a:ea typeface="黑体" pitchFamily="49" charset="-122"/>
              </a:rPr>
              <a:t>  0</a:t>
            </a:r>
          </a:p>
        </p:txBody>
      </p:sp>
      <p:sp>
        <p:nvSpPr>
          <p:cNvPr id="24588" name="Rectangle 26"/>
          <p:cNvSpPr>
            <a:spLocks noChangeArrowheads="1"/>
          </p:cNvSpPr>
          <p:nvPr/>
        </p:nvSpPr>
        <p:spPr bwMode="auto">
          <a:xfrm>
            <a:off x="6253163" y="1012825"/>
            <a:ext cx="1676400" cy="1600200"/>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a:t>
            </a:r>
            <a:r>
              <a:rPr lang="en-US" altLang="zh-CN" sz="2000">
                <a:solidFill>
                  <a:schemeClr val="hlink"/>
                </a:solidFill>
                <a:latin typeface="Arial" pitchFamily="34" charset="0"/>
                <a:ea typeface="黑体" pitchFamily="49" charset="-122"/>
              </a:rPr>
              <a:t>1</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solidFill>
                  <a:schemeClr val="hlink"/>
                </a:solidFill>
                <a:latin typeface="Arial" pitchFamily="34" charset="0"/>
                <a:ea typeface="黑体" pitchFamily="49" charset="-122"/>
              </a:rPr>
              <a:t>1</a:t>
            </a:r>
            <a:r>
              <a:rPr lang="en-US" altLang="zh-CN" sz="2000">
                <a:latin typeface="Arial" pitchFamily="34" charset="0"/>
                <a:ea typeface="黑体" pitchFamily="49" charset="-122"/>
              </a:rPr>
              <a:t>   0</a:t>
            </a:r>
          </a:p>
          <a:p>
            <a:pPr eaLnBrk="1" hangingPunct="1">
              <a:spcBef>
                <a:spcPct val="0"/>
              </a:spcBef>
              <a:buClrTx/>
              <a:buSzTx/>
              <a:buFontTx/>
              <a:buNone/>
            </a:pPr>
            <a:r>
              <a:rPr lang="en-US" altLang="zh-CN" sz="2000">
                <a:solidFill>
                  <a:schemeClr val="hlink"/>
                </a:solidFill>
                <a:latin typeface="Arial" pitchFamily="34" charset="0"/>
                <a:ea typeface="黑体" pitchFamily="49" charset="-122"/>
              </a:rPr>
              <a:t>1</a:t>
            </a:r>
            <a:r>
              <a:rPr lang="en-US" altLang="zh-CN" sz="2000">
                <a:latin typeface="Arial" pitchFamily="34" charset="0"/>
                <a:ea typeface="黑体" pitchFamily="49" charset="-122"/>
              </a:rPr>
              <a:t>   0</a:t>
            </a:r>
            <a:r>
              <a:rPr lang="en-US" altLang="zh-CN" sz="2000" baseline="-6000">
                <a:latin typeface="Arial" pitchFamily="34" charset="0"/>
                <a:ea typeface="黑体" pitchFamily="49" charset="-122"/>
              </a:rPr>
              <a:t>    </a:t>
            </a:r>
            <a:r>
              <a:rPr lang="en-US" altLang="zh-CN" sz="2000">
                <a:solidFill>
                  <a:schemeClr val="hlink"/>
                </a:solidFill>
                <a:latin typeface="Arial" pitchFamily="34" charset="0"/>
                <a:ea typeface="黑体" pitchFamily="49" charset="-122"/>
              </a:rPr>
              <a:t>1</a:t>
            </a:r>
            <a:r>
              <a:rPr lang="en-US" altLang="zh-CN" sz="2000">
                <a:solidFill>
                  <a:schemeClr val="accent1"/>
                </a:solidFill>
                <a:latin typeface="Arial" pitchFamily="34" charset="0"/>
                <a:ea typeface="黑体" pitchFamily="49" charset="-122"/>
              </a:rPr>
              <a:t> </a:t>
            </a:r>
            <a:r>
              <a:rPr lang="en-US" altLang="zh-CN" sz="2000">
                <a:latin typeface="Arial" pitchFamily="34" charset="0"/>
                <a:ea typeface="黑体" pitchFamily="49" charset="-122"/>
              </a:rPr>
              <a:t>  0   </a:t>
            </a:r>
            <a:r>
              <a:rPr lang="en-US" altLang="zh-CN" sz="2000">
                <a:solidFill>
                  <a:schemeClr val="hlink"/>
                </a:solidFill>
                <a:latin typeface="Arial" pitchFamily="34" charset="0"/>
                <a:ea typeface="黑体" pitchFamily="49" charset="-122"/>
              </a:rPr>
              <a:t>1</a:t>
            </a: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solidFill>
                  <a:schemeClr val="hlink"/>
                </a:solidFill>
                <a:latin typeface="Arial" pitchFamily="34" charset="0"/>
                <a:ea typeface="黑体" pitchFamily="49" charset="-122"/>
              </a:rPr>
              <a:t>1</a:t>
            </a:r>
            <a:r>
              <a:rPr lang="en-US" altLang="zh-CN" sz="2000">
                <a:solidFill>
                  <a:schemeClr val="accent1"/>
                </a:solidFill>
                <a:latin typeface="Arial" pitchFamily="34" charset="0"/>
                <a:ea typeface="黑体" pitchFamily="49" charset="-122"/>
              </a:rPr>
              <a:t>  </a:t>
            </a:r>
            <a:r>
              <a:rPr lang="en-US" altLang="zh-CN" sz="2000">
                <a:latin typeface="Arial" pitchFamily="34" charset="0"/>
                <a:ea typeface="黑体" pitchFamily="49" charset="-122"/>
              </a:rPr>
              <a:t> 0   </a:t>
            </a:r>
            <a:r>
              <a:rPr lang="en-US" altLang="zh-CN" sz="2000">
                <a:solidFill>
                  <a:schemeClr val="hlink"/>
                </a:solidFill>
                <a:latin typeface="Arial" pitchFamily="34" charset="0"/>
                <a:ea typeface="黑体" pitchFamily="49" charset="-122"/>
              </a:rPr>
              <a:t>1   1</a:t>
            </a:r>
          </a:p>
          <a:p>
            <a:pPr eaLnBrk="1" hangingPunct="1">
              <a:spcBef>
                <a:spcPct val="0"/>
              </a:spcBef>
              <a:buClrTx/>
              <a:buSzTx/>
              <a:buFontTx/>
              <a:buNone/>
            </a:pPr>
            <a:r>
              <a:rPr lang="en-US" altLang="zh-CN" sz="2000">
                <a:solidFill>
                  <a:schemeClr val="hlink"/>
                </a:solidFill>
                <a:latin typeface="Arial" pitchFamily="34" charset="0"/>
                <a:ea typeface="黑体" pitchFamily="49" charset="-122"/>
              </a:rPr>
              <a:t>1 </a:t>
            </a:r>
            <a:r>
              <a:rPr lang="en-US" altLang="zh-CN" sz="2000">
                <a:latin typeface="Arial" pitchFamily="34" charset="0"/>
                <a:ea typeface="黑体" pitchFamily="49" charset="-122"/>
              </a:rPr>
              <a:t>  0   </a:t>
            </a:r>
            <a:r>
              <a:rPr lang="en-US" altLang="zh-CN" sz="2000">
                <a:solidFill>
                  <a:schemeClr val="hlink"/>
                </a:solidFill>
                <a:latin typeface="Arial" pitchFamily="34" charset="0"/>
                <a:ea typeface="黑体" pitchFamily="49" charset="-122"/>
              </a:rPr>
              <a:t>1</a:t>
            </a:r>
            <a:r>
              <a:rPr lang="en-US" altLang="zh-CN" sz="2000">
                <a:latin typeface="Arial" pitchFamily="34" charset="0"/>
                <a:ea typeface="黑体" pitchFamily="49" charset="-122"/>
              </a:rPr>
              <a:t>   0   </a:t>
            </a:r>
            <a:r>
              <a:rPr lang="en-US" altLang="zh-CN" sz="2000">
                <a:solidFill>
                  <a:schemeClr val="hlink"/>
                </a:solidFill>
                <a:latin typeface="Arial" pitchFamily="34" charset="0"/>
                <a:ea typeface="黑体" pitchFamily="49" charset="-122"/>
              </a:rPr>
              <a:t>1</a:t>
            </a:r>
          </a:p>
          <a:p>
            <a:pPr eaLnBrk="1" hangingPunct="1">
              <a:spcBef>
                <a:spcPct val="0"/>
              </a:spcBef>
              <a:buClrTx/>
              <a:buSzTx/>
              <a:buFontTx/>
              <a:buNone/>
            </a:pPr>
            <a:r>
              <a:rPr lang="en-US" altLang="zh-CN" sz="2000">
                <a:latin typeface="Arial" pitchFamily="34" charset="0"/>
                <a:ea typeface="黑体" pitchFamily="49" charset="-122"/>
              </a:rPr>
              <a:t>0   </a:t>
            </a:r>
            <a:r>
              <a:rPr lang="en-US" altLang="zh-CN" sz="2000">
                <a:solidFill>
                  <a:schemeClr val="hlink"/>
                </a:solidFill>
                <a:latin typeface="Arial" pitchFamily="34" charset="0"/>
                <a:ea typeface="黑体" pitchFamily="49" charset="-122"/>
              </a:rPr>
              <a:t>1   1</a:t>
            </a:r>
            <a:r>
              <a:rPr lang="en-US" altLang="zh-CN" sz="2000">
                <a:latin typeface="Arial" pitchFamily="34" charset="0"/>
                <a:ea typeface="黑体" pitchFamily="49" charset="-122"/>
              </a:rPr>
              <a:t>   </a:t>
            </a:r>
            <a:r>
              <a:rPr lang="en-US" altLang="zh-CN" sz="2000">
                <a:solidFill>
                  <a:schemeClr val="hlink"/>
                </a:solidFill>
                <a:latin typeface="Arial" pitchFamily="34" charset="0"/>
                <a:ea typeface="黑体" pitchFamily="49" charset="-122"/>
              </a:rPr>
              <a:t>1</a:t>
            </a:r>
            <a:r>
              <a:rPr lang="en-US" altLang="zh-CN" sz="2000">
                <a:latin typeface="Arial" pitchFamily="34" charset="0"/>
                <a:ea typeface="黑体" pitchFamily="49" charset="-122"/>
              </a:rPr>
              <a:t>   0</a:t>
            </a:r>
          </a:p>
        </p:txBody>
      </p:sp>
      <p:sp>
        <p:nvSpPr>
          <p:cNvPr id="24589" name="Rectangle 27"/>
          <p:cNvSpPr>
            <a:spLocks noChangeArrowheads="1"/>
          </p:cNvSpPr>
          <p:nvPr/>
        </p:nvSpPr>
        <p:spPr bwMode="auto">
          <a:xfrm>
            <a:off x="4114800" y="533400"/>
            <a:ext cx="1408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2"/>
                </a:solidFill>
                <a:latin typeface="Arial" pitchFamily="34" charset="0"/>
                <a:ea typeface="仿宋_GB2312" pitchFamily="49" charset="-122"/>
              </a:rPr>
              <a:t>顶点表：</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138242">
                                            <p:txEl>
                                              <p:pRg st="0" end="0"/>
                                            </p:txEl>
                                          </p:spTgt>
                                        </p:tgtEl>
                                        <p:attrNameLst>
                                          <p:attrName>style.visibility</p:attrName>
                                        </p:attrNameLst>
                                      </p:cBhvr>
                                      <p:to>
                                        <p:strVal val="visible"/>
                                      </p:to>
                                    </p:set>
                                    <p:animEffect transition="in" filter="strips(downRight)">
                                      <p:cBhvr>
                                        <p:cTn id="7" dur="500"/>
                                        <p:tgtEl>
                                          <p:spTgt spid="13824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138242">
                                            <p:txEl>
                                              <p:pRg st="1" end="1"/>
                                            </p:txEl>
                                          </p:spTgt>
                                        </p:tgtEl>
                                        <p:attrNameLst>
                                          <p:attrName>style.visibility</p:attrName>
                                        </p:attrNameLst>
                                      </p:cBhvr>
                                      <p:to>
                                        <p:strVal val="visible"/>
                                      </p:to>
                                    </p:set>
                                    <p:animEffect transition="in" filter="strips(downRight)">
                                      <p:cBhvr>
                                        <p:cTn id="12" dur="500"/>
                                        <p:tgtEl>
                                          <p:spTgt spid="13824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38242">
                                            <p:txEl>
                                              <p:pRg st="2" end="2"/>
                                            </p:txEl>
                                          </p:spTgt>
                                        </p:tgtEl>
                                        <p:attrNameLst>
                                          <p:attrName>style.visibility</p:attrName>
                                        </p:attrNameLst>
                                      </p:cBhvr>
                                      <p:to>
                                        <p:strVal val="visible"/>
                                      </p:to>
                                    </p:set>
                                    <p:animEffect transition="in" filter="strips(downRight)">
                                      <p:cBhvr>
                                        <p:cTn id="17" dur="500"/>
                                        <p:tgtEl>
                                          <p:spTgt spid="13824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242" grpId="0" build="p" autoUpdateAnimBg="0"/>
    </p:bldLst>
  </p:timing>
</p:sld>
</file>

<file path=ppt/slides/slide1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9266" name="Rectangle 2"/>
          <p:cNvSpPr>
            <a:spLocks noGrp="1"/>
          </p:cNvSpPr>
          <p:nvPr>
            <p:ph type="title"/>
          </p:nvPr>
        </p:nvSpPr>
        <p:spPr>
          <a:xfrm>
            <a:off x="228600" y="242888"/>
            <a:ext cx="5557838" cy="519112"/>
          </a:xfrm>
        </p:spPr>
        <p:txBody>
          <a:bodyPr>
            <a:normAutofit fontScale="90000"/>
          </a:bodyPr>
          <a:lstStyle/>
          <a:p>
            <a:pPr eaLnBrk="1" fontAlgn="auto" hangingPunct="1">
              <a:spcAft>
                <a:spcPts val="0"/>
              </a:spcAft>
              <a:defRPr/>
            </a:pPr>
            <a:r>
              <a:rPr lang="zh-CN" altLang="en-US" sz="3300" b="1" smtClean="0">
                <a:solidFill>
                  <a:schemeClr val="accent1"/>
                </a:solidFill>
              </a:rPr>
              <a:t>例</a:t>
            </a:r>
            <a:r>
              <a:rPr lang="en-US" altLang="zh-CN" sz="3300" b="1" smtClean="0">
                <a:solidFill>
                  <a:schemeClr val="accent1"/>
                </a:solidFill>
              </a:rPr>
              <a:t>2 </a:t>
            </a:r>
            <a:r>
              <a:rPr lang="zh-CN" altLang="en-US" sz="3300" b="1" smtClean="0">
                <a:solidFill>
                  <a:schemeClr val="accent1"/>
                </a:solidFill>
              </a:rPr>
              <a:t>：</a:t>
            </a:r>
            <a:r>
              <a:rPr lang="zh-CN" altLang="en-US" sz="3300" b="1" smtClean="0"/>
              <a:t>有向图的邻接矩阵</a:t>
            </a:r>
          </a:p>
        </p:txBody>
      </p:sp>
      <p:sp>
        <p:nvSpPr>
          <p:cNvPr id="139267" name="Rectangle 3"/>
          <p:cNvSpPr>
            <a:spLocks noChangeArrowheads="1"/>
          </p:cNvSpPr>
          <p:nvPr/>
        </p:nvSpPr>
        <p:spPr bwMode="auto">
          <a:xfrm>
            <a:off x="327025" y="3214688"/>
            <a:ext cx="8816975" cy="492125"/>
          </a:xfrm>
          <a:prstGeom prst="rect">
            <a:avLst/>
          </a:prstGeom>
          <a:noFill/>
          <a:ln w="9525">
            <a:noFill/>
            <a:miter lim="800000"/>
            <a:headEnd/>
            <a:tailEnd/>
          </a:ln>
          <a:effectLst/>
        </p:spPr>
        <p:txBody>
          <a:bodyPr>
            <a:spAutoFit/>
          </a:bodyPr>
          <a:lstStyle/>
          <a:p>
            <a:pPr eaLnBrk="1" hangingPunct="1">
              <a:spcBef>
                <a:spcPct val="20000"/>
              </a:spcBef>
              <a:defRPr/>
            </a:pPr>
            <a:r>
              <a:rPr lang="zh-CN" altLang="en-US" sz="2600" dirty="0">
                <a:solidFill>
                  <a:schemeClr val="accent1"/>
                </a:solidFill>
                <a:effectLst>
                  <a:outerShdw blurRad="38100" dist="38100" dir="2700000" algn="tl">
                    <a:srgbClr val="C0C0C0"/>
                  </a:outerShdw>
                </a:effectLst>
                <a:latin typeface="楷体_GB2312" pitchFamily="49" charset="-122"/>
                <a:ea typeface="楷体_GB2312" pitchFamily="49" charset="-122"/>
              </a:rPr>
              <a:t>分析</a:t>
            </a:r>
            <a:r>
              <a:rPr lang="en-US" altLang="zh-CN" sz="2600" dirty="0">
                <a:solidFill>
                  <a:schemeClr val="accent1"/>
                </a:solidFill>
                <a:effectLst>
                  <a:outerShdw blurRad="38100" dist="38100" dir="2700000" algn="tl">
                    <a:srgbClr val="C0C0C0"/>
                  </a:outerShdw>
                </a:effectLst>
                <a:latin typeface="楷体_GB2312" pitchFamily="49" charset="-122"/>
                <a:ea typeface="楷体_GB2312" pitchFamily="49" charset="-122"/>
              </a:rPr>
              <a:t>1</a:t>
            </a:r>
            <a:r>
              <a:rPr lang="zh-CN" altLang="en-US" sz="2600" dirty="0">
                <a:solidFill>
                  <a:schemeClr val="accent1"/>
                </a:solidFill>
                <a:effectLst>
                  <a:outerShdw blurRad="38100" dist="38100" dir="2700000" algn="tl">
                    <a:srgbClr val="C0C0C0"/>
                  </a:outerShdw>
                </a:effectLst>
                <a:latin typeface="楷体_GB2312" pitchFamily="49" charset="-122"/>
                <a:ea typeface="楷体_GB2312" pitchFamily="49" charset="-122"/>
              </a:rPr>
              <a:t>：</a:t>
            </a:r>
            <a:r>
              <a:rPr lang="zh-CN" altLang="en-US" sz="2400" dirty="0">
                <a:ea typeface="楷体_GB2312" pitchFamily="49" charset="-122"/>
              </a:rPr>
              <a:t>有向图的邻接矩阵</a:t>
            </a:r>
            <a:r>
              <a:rPr lang="zh-CN" altLang="en-US" sz="2400" dirty="0">
                <a:solidFill>
                  <a:schemeClr val="accent2"/>
                </a:solidFill>
                <a:ea typeface="楷体_GB2312" pitchFamily="49" charset="-122"/>
              </a:rPr>
              <a:t>可能是不对称</a:t>
            </a:r>
            <a:r>
              <a:rPr lang="zh-CN" altLang="en-US" sz="2400" dirty="0">
                <a:ea typeface="楷体_GB2312" pitchFamily="49" charset="-122"/>
              </a:rPr>
              <a:t>的。</a:t>
            </a:r>
          </a:p>
        </p:txBody>
      </p:sp>
      <p:grpSp>
        <p:nvGrpSpPr>
          <p:cNvPr id="2" name="Group 4"/>
          <p:cNvGrpSpPr>
            <a:grpSpLocks/>
          </p:cNvGrpSpPr>
          <p:nvPr/>
        </p:nvGrpSpPr>
        <p:grpSpPr bwMode="auto">
          <a:xfrm>
            <a:off x="304800" y="1066800"/>
            <a:ext cx="2971800" cy="1295400"/>
            <a:chOff x="192" y="576"/>
            <a:chExt cx="1872" cy="816"/>
          </a:xfrm>
        </p:grpSpPr>
        <p:sp>
          <p:nvSpPr>
            <p:cNvPr id="25615" name="Oval 5"/>
            <p:cNvSpPr>
              <a:spLocks noChangeArrowheads="1"/>
            </p:cNvSpPr>
            <p:nvPr/>
          </p:nvSpPr>
          <p:spPr bwMode="auto">
            <a:xfrm>
              <a:off x="776" y="610"/>
              <a:ext cx="322" cy="238"/>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v1</a:t>
              </a:r>
            </a:p>
          </p:txBody>
        </p:sp>
        <p:sp>
          <p:nvSpPr>
            <p:cNvPr id="25616" name="Oval 6"/>
            <p:cNvSpPr>
              <a:spLocks noChangeArrowheads="1"/>
            </p:cNvSpPr>
            <p:nvPr/>
          </p:nvSpPr>
          <p:spPr bwMode="auto">
            <a:xfrm>
              <a:off x="1742" y="576"/>
              <a:ext cx="322" cy="238"/>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v2</a:t>
              </a:r>
            </a:p>
          </p:txBody>
        </p:sp>
        <p:sp>
          <p:nvSpPr>
            <p:cNvPr id="25617" name="Oval 7"/>
            <p:cNvSpPr>
              <a:spLocks noChangeArrowheads="1"/>
            </p:cNvSpPr>
            <p:nvPr/>
          </p:nvSpPr>
          <p:spPr bwMode="auto">
            <a:xfrm>
              <a:off x="723" y="1154"/>
              <a:ext cx="322" cy="238"/>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v3</a:t>
              </a:r>
            </a:p>
          </p:txBody>
        </p:sp>
        <p:sp>
          <p:nvSpPr>
            <p:cNvPr id="25618" name="Oval 8"/>
            <p:cNvSpPr>
              <a:spLocks noChangeArrowheads="1"/>
            </p:cNvSpPr>
            <p:nvPr/>
          </p:nvSpPr>
          <p:spPr bwMode="auto">
            <a:xfrm>
              <a:off x="1742" y="1154"/>
              <a:ext cx="322" cy="238"/>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v4</a:t>
              </a:r>
            </a:p>
          </p:txBody>
        </p:sp>
        <p:sp>
          <p:nvSpPr>
            <p:cNvPr id="25619" name="Line 9"/>
            <p:cNvSpPr>
              <a:spLocks noChangeShapeType="1"/>
            </p:cNvSpPr>
            <p:nvPr/>
          </p:nvSpPr>
          <p:spPr bwMode="auto">
            <a:xfrm>
              <a:off x="1098" y="712"/>
              <a:ext cx="644" cy="0"/>
            </a:xfrm>
            <a:prstGeom prst="line">
              <a:avLst/>
            </a:prstGeom>
            <a:noFill/>
            <a:ln w="381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5620" name="Line 10"/>
            <p:cNvSpPr>
              <a:spLocks noChangeShapeType="1"/>
            </p:cNvSpPr>
            <p:nvPr/>
          </p:nvSpPr>
          <p:spPr bwMode="auto">
            <a:xfrm flipH="1">
              <a:off x="937" y="848"/>
              <a:ext cx="0" cy="306"/>
            </a:xfrm>
            <a:prstGeom prst="line">
              <a:avLst/>
            </a:prstGeom>
            <a:noFill/>
            <a:ln w="381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5621" name="Line 11"/>
            <p:cNvSpPr>
              <a:spLocks noChangeShapeType="1"/>
            </p:cNvSpPr>
            <p:nvPr/>
          </p:nvSpPr>
          <p:spPr bwMode="auto">
            <a:xfrm>
              <a:off x="1045" y="1290"/>
              <a:ext cx="697" cy="0"/>
            </a:xfrm>
            <a:prstGeom prst="line">
              <a:avLst/>
            </a:prstGeom>
            <a:noFill/>
            <a:ln w="381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5622" name="Line 12"/>
            <p:cNvSpPr>
              <a:spLocks noChangeShapeType="1"/>
            </p:cNvSpPr>
            <p:nvPr/>
          </p:nvSpPr>
          <p:spPr bwMode="auto">
            <a:xfrm>
              <a:off x="1045" y="814"/>
              <a:ext cx="751" cy="374"/>
            </a:xfrm>
            <a:prstGeom prst="line">
              <a:avLst/>
            </a:prstGeom>
            <a:noFill/>
            <a:ln w="38100">
              <a:solidFill>
                <a:srgbClr val="BADE78"/>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139277" name="Rectangle 13"/>
            <p:cNvSpPr>
              <a:spLocks noChangeArrowheads="1"/>
            </p:cNvSpPr>
            <p:nvPr/>
          </p:nvSpPr>
          <p:spPr bwMode="auto">
            <a:xfrm>
              <a:off x="192" y="830"/>
              <a:ext cx="266" cy="308"/>
            </a:xfrm>
            <a:prstGeom prst="rect">
              <a:avLst/>
            </a:prstGeom>
            <a:noFill/>
            <a:ln w="9525">
              <a:noFill/>
              <a:miter lim="800000"/>
              <a:headEnd/>
              <a:tailEnd/>
            </a:ln>
            <a:effec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en-US" altLang="zh-CN" sz="2600" smtClean="0">
                  <a:effectLst>
                    <a:outerShdw blurRad="38100" dist="38100" dir="2700000" algn="tl">
                      <a:srgbClr val="C0C0C0"/>
                    </a:outerShdw>
                  </a:effectLst>
                  <a:ea typeface="仿宋_GB2312" pitchFamily="49" charset="-122"/>
                </a:rPr>
                <a:t>A</a:t>
              </a:r>
            </a:p>
          </p:txBody>
        </p:sp>
      </p:grpSp>
      <p:sp>
        <p:nvSpPr>
          <p:cNvPr id="139278" name="Text Box 14"/>
          <p:cNvSpPr txBox="1">
            <a:spLocks noChangeArrowheads="1"/>
          </p:cNvSpPr>
          <p:nvPr/>
        </p:nvSpPr>
        <p:spPr bwMode="auto">
          <a:xfrm>
            <a:off x="3851275" y="1268413"/>
            <a:ext cx="1752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2"/>
                </a:solidFill>
                <a:latin typeface="Arial" pitchFamily="34" charset="0"/>
                <a:ea typeface="黑体" pitchFamily="49" charset="-122"/>
              </a:rPr>
              <a:t>邻接矩阵：</a:t>
            </a:r>
          </a:p>
        </p:txBody>
      </p:sp>
      <p:sp>
        <p:nvSpPr>
          <p:cNvPr id="139279" name="AutoShape 15"/>
          <p:cNvSpPr>
            <a:spLocks/>
          </p:cNvSpPr>
          <p:nvPr/>
        </p:nvSpPr>
        <p:spPr bwMode="auto">
          <a:xfrm>
            <a:off x="5811838" y="1371600"/>
            <a:ext cx="152400" cy="1219200"/>
          </a:xfrm>
          <a:prstGeom prst="leftBracket">
            <a:avLst>
              <a:gd name="adj" fmla="val 66667"/>
            </a:avLst>
          </a:prstGeom>
          <a:noFill/>
          <a:ln w="38100">
            <a:solidFill>
              <a:srgbClr val="BADE7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139280" name="AutoShape 16"/>
          <p:cNvSpPr>
            <a:spLocks/>
          </p:cNvSpPr>
          <p:nvPr/>
        </p:nvSpPr>
        <p:spPr bwMode="auto">
          <a:xfrm>
            <a:off x="7183438" y="1371600"/>
            <a:ext cx="207962" cy="1219200"/>
          </a:xfrm>
          <a:prstGeom prst="rightBracket">
            <a:avLst>
              <a:gd name="adj" fmla="val 48855"/>
            </a:avLst>
          </a:prstGeom>
          <a:noFill/>
          <a:ln w="38100">
            <a:solidFill>
              <a:srgbClr val="BADE7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139281" name="Text Box 17"/>
          <p:cNvSpPr txBox="1">
            <a:spLocks noChangeArrowheads="1"/>
          </p:cNvSpPr>
          <p:nvPr/>
        </p:nvSpPr>
        <p:spPr bwMode="auto">
          <a:xfrm>
            <a:off x="4114800" y="1600200"/>
            <a:ext cx="1600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800">
                <a:solidFill>
                  <a:schemeClr val="accent1"/>
                </a:solidFill>
                <a:latin typeface="Arial" pitchFamily="34" charset="0"/>
                <a:ea typeface="黑体" pitchFamily="49" charset="-122"/>
              </a:rPr>
              <a:t>A.</a:t>
            </a:r>
            <a:r>
              <a:rPr lang="en-US" altLang="zh-CN" sz="2800" i="1">
                <a:solidFill>
                  <a:schemeClr val="accent1"/>
                </a:solidFill>
                <a:latin typeface="Arial" pitchFamily="34" charset="0"/>
                <a:ea typeface="黑体" pitchFamily="49" charset="-122"/>
              </a:rPr>
              <a:t>Edge</a:t>
            </a:r>
            <a:r>
              <a:rPr lang="en-US" altLang="zh-CN" sz="2800">
                <a:latin typeface="Arial" pitchFamily="34" charset="0"/>
                <a:ea typeface="黑体" pitchFamily="49" charset="-122"/>
              </a:rPr>
              <a:t> =</a:t>
            </a:r>
          </a:p>
        </p:txBody>
      </p:sp>
      <p:sp>
        <p:nvSpPr>
          <p:cNvPr id="139282" name="Rectangle 18"/>
          <p:cNvSpPr>
            <a:spLocks noChangeArrowheads="1"/>
          </p:cNvSpPr>
          <p:nvPr/>
        </p:nvSpPr>
        <p:spPr bwMode="auto">
          <a:xfrm>
            <a:off x="5715000" y="987425"/>
            <a:ext cx="18843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a:t>
            </a:r>
            <a:r>
              <a:rPr lang="en-US" altLang="zh-CN" sz="2000">
                <a:solidFill>
                  <a:srgbClr val="99FF33"/>
                </a:solidFill>
                <a:latin typeface="Arial" pitchFamily="34" charset="0"/>
                <a:ea typeface="黑体" pitchFamily="49" charset="-122"/>
              </a:rPr>
              <a:t> </a:t>
            </a:r>
            <a:r>
              <a:rPr lang="en-US" altLang="zh-CN" sz="2000">
                <a:solidFill>
                  <a:schemeClr val="accent2"/>
                </a:solidFill>
                <a:latin typeface="Arial" pitchFamily="34" charset="0"/>
                <a:ea typeface="黑体" pitchFamily="49" charset="-122"/>
              </a:rPr>
              <a:t>v1 v2</a:t>
            </a:r>
            <a:r>
              <a:rPr lang="en-US" altLang="zh-CN" sz="2000" baseline="-6000">
                <a:solidFill>
                  <a:schemeClr val="accent2"/>
                </a:solidFill>
                <a:latin typeface="Arial" pitchFamily="34" charset="0"/>
                <a:ea typeface="黑体" pitchFamily="49" charset="-122"/>
              </a:rPr>
              <a:t>  </a:t>
            </a:r>
            <a:r>
              <a:rPr lang="en-US" altLang="zh-CN" sz="2000">
                <a:solidFill>
                  <a:schemeClr val="accent2"/>
                </a:solidFill>
                <a:latin typeface="Arial" pitchFamily="34" charset="0"/>
                <a:ea typeface="黑体" pitchFamily="49" charset="-122"/>
              </a:rPr>
              <a:t>v3 v4</a:t>
            </a:r>
            <a:r>
              <a:rPr lang="en-US" altLang="zh-CN" sz="2000">
                <a:latin typeface="Arial" pitchFamily="34" charset="0"/>
                <a:ea typeface="黑体" pitchFamily="49" charset="-122"/>
              </a:rPr>
              <a:t> )</a:t>
            </a:r>
          </a:p>
        </p:txBody>
      </p:sp>
      <p:sp>
        <p:nvSpPr>
          <p:cNvPr id="139283" name="Rectangle 19"/>
          <p:cNvSpPr>
            <a:spLocks noChangeArrowheads="1"/>
          </p:cNvSpPr>
          <p:nvPr/>
        </p:nvSpPr>
        <p:spPr bwMode="auto">
          <a:xfrm>
            <a:off x="7446963" y="1295400"/>
            <a:ext cx="4572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10000"/>
              </a:spcBef>
              <a:buClrTx/>
              <a:buSzTx/>
              <a:buFontTx/>
              <a:buNone/>
            </a:pPr>
            <a:r>
              <a:rPr lang="en-US" altLang="zh-CN" sz="2000">
                <a:solidFill>
                  <a:schemeClr val="accent2"/>
                </a:solidFill>
                <a:latin typeface="Arial" pitchFamily="34" charset="0"/>
                <a:ea typeface="黑体" pitchFamily="49" charset="-122"/>
              </a:rPr>
              <a:t>v1</a:t>
            </a:r>
          </a:p>
          <a:p>
            <a:pPr eaLnBrk="1" hangingPunct="1">
              <a:spcBef>
                <a:spcPct val="10000"/>
              </a:spcBef>
              <a:buClrTx/>
              <a:buSzTx/>
              <a:buFontTx/>
              <a:buNone/>
            </a:pPr>
            <a:r>
              <a:rPr lang="en-US" altLang="zh-CN" sz="2000">
                <a:solidFill>
                  <a:schemeClr val="accent2"/>
                </a:solidFill>
                <a:latin typeface="Arial" pitchFamily="34" charset="0"/>
                <a:ea typeface="黑体" pitchFamily="49" charset="-122"/>
              </a:rPr>
              <a:t>v2</a:t>
            </a:r>
          </a:p>
          <a:p>
            <a:pPr eaLnBrk="1" hangingPunct="1">
              <a:spcBef>
                <a:spcPct val="10000"/>
              </a:spcBef>
              <a:buClrTx/>
              <a:buSzTx/>
              <a:buFontTx/>
              <a:buNone/>
            </a:pPr>
            <a:r>
              <a:rPr lang="en-US" altLang="zh-CN" sz="2000">
                <a:solidFill>
                  <a:schemeClr val="accent2"/>
                </a:solidFill>
                <a:latin typeface="Arial" pitchFamily="34" charset="0"/>
                <a:ea typeface="黑体" pitchFamily="49" charset="-122"/>
              </a:rPr>
              <a:t>v3</a:t>
            </a:r>
          </a:p>
          <a:p>
            <a:pPr eaLnBrk="1" hangingPunct="1">
              <a:spcBef>
                <a:spcPct val="10000"/>
              </a:spcBef>
              <a:buClrTx/>
              <a:buSzTx/>
              <a:buFontTx/>
              <a:buNone/>
            </a:pPr>
            <a:r>
              <a:rPr lang="en-US" altLang="zh-CN" sz="2000">
                <a:solidFill>
                  <a:schemeClr val="accent2"/>
                </a:solidFill>
                <a:latin typeface="Arial" pitchFamily="34" charset="0"/>
                <a:ea typeface="黑体" pitchFamily="49" charset="-122"/>
              </a:rPr>
              <a:t>v4</a:t>
            </a:r>
          </a:p>
        </p:txBody>
      </p:sp>
      <p:sp>
        <p:nvSpPr>
          <p:cNvPr id="139284" name="Rectangle 20"/>
          <p:cNvSpPr>
            <a:spLocks noChangeArrowheads="1"/>
          </p:cNvSpPr>
          <p:nvPr/>
        </p:nvSpPr>
        <p:spPr bwMode="auto">
          <a:xfrm>
            <a:off x="5943600" y="1295400"/>
            <a:ext cx="12954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p>
          <a:p>
            <a:pPr eaLnBrk="1" hangingPunct="1">
              <a:spcBef>
                <a:spcPct val="0"/>
              </a:spcBef>
              <a:buClrTx/>
              <a:buSzTx/>
              <a:buFontTx/>
              <a:buNone/>
            </a:pPr>
            <a:r>
              <a:rPr lang="en-US" altLang="zh-CN" sz="2000">
                <a:latin typeface="Arial" pitchFamily="34" charset="0"/>
                <a:ea typeface="黑体" pitchFamily="49" charset="-122"/>
              </a:rPr>
              <a:t>0   0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   </a:t>
            </a: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0   0   0  </a:t>
            </a:r>
          </a:p>
          <a:p>
            <a:pPr eaLnBrk="1" hangingPunct="1">
              <a:spcBef>
                <a:spcPct val="0"/>
              </a:spcBef>
              <a:buClrTx/>
              <a:buSzTx/>
              <a:buFontTx/>
              <a:buNone/>
            </a:pPr>
            <a:r>
              <a:rPr lang="en-US" altLang="zh-CN" sz="2000">
                <a:latin typeface="Arial" pitchFamily="34" charset="0"/>
                <a:ea typeface="黑体" pitchFamily="49" charset="-122"/>
              </a:rPr>
              <a:t>0   0   0   0  </a:t>
            </a:r>
          </a:p>
        </p:txBody>
      </p:sp>
      <p:sp>
        <p:nvSpPr>
          <p:cNvPr id="139287" name="Rectangle 23"/>
          <p:cNvSpPr>
            <a:spLocks noChangeArrowheads="1"/>
          </p:cNvSpPr>
          <p:nvPr/>
        </p:nvSpPr>
        <p:spPr bwMode="auto">
          <a:xfrm>
            <a:off x="4146550" y="914400"/>
            <a:ext cx="1403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2"/>
                </a:solidFill>
                <a:latin typeface="Arial" pitchFamily="34" charset="0"/>
                <a:ea typeface="黑体" pitchFamily="49" charset="-122"/>
              </a:rPr>
              <a:t>顶点表：</a:t>
            </a:r>
          </a:p>
        </p:txBody>
      </p:sp>
      <p:sp>
        <p:nvSpPr>
          <p:cNvPr id="139288" name="Rectangle 24"/>
          <p:cNvSpPr>
            <a:spLocks noChangeArrowheads="1"/>
          </p:cNvSpPr>
          <p:nvPr/>
        </p:nvSpPr>
        <p:spPr bwMode="auto">
          <a:xfrm>
            <a:off x="5943600" y="1295400"/>
            <a:ext cx="12954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a:t>
            </a:r>
            <a:r>
              <a:rPr lang="en-US" altLang="zh-CN" sz="2000">
                <a:solidFill>
                  <a:schemeClr val="hlink"/>
                </a:solidFill>
                <a:latin typeface="Arial" pitchFamily="34" charset="0"/>
                <a:ea typeface="黑体" pitchFamily="49" charset="-122"/>
              </a:rPr>
              <a:t>1</a:t>
            </a:r>
            <a:r>
              <a:rPr lang="en-US" altLang="zh-CN" sz="2000" baseline="-6000">
                <a:latin typeface="Arial" pitchFamily="34" charset="0"/>
                <a:ea typeface="黑体" pitchFamily="49" charset="-122"/>
              </a:rPr>
              <a:t>    </a:t>
            </a:r>
            <a:r>
              <a:rPr lang="en-US" altLang="zh-CN" sz="2000">
                <a:solidFill>
                  <a:schemeClr val="hlink"/>
                </a:solidFill>
                <a:latin typeface="Arial" pitchFamily="34" charset="0"/>
                <a:ea typeface="黑体" pitchFamily="49" charset="-122"/>
              </a:rPr>
              <a:t>1</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p>
          <a:p>
            <a:pPr eaLnBrk="1" hangingPunct="1">
              <a:spcBef>
                <a:spcPct val="0"/>
              </a:spcBef>
              <a:buClrTx/>
              <a:buSzTx/>
              <a:buFontTx/>
              <a:buNone/>
            </a:pPr>
            <a:r>
              <a:rPr lang="en-US" altLang="zh-CN" sz="2000">
                <a:latin typeface="Arial" pitchFamily="34" charset="0"/>
                <a:ea typeface="黑体" pitchFamily="49" charset="-122"/>
              </a:rPr>
              <a:t>0   0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   </a:t>
            </a:r>
            <a:endParaRPr lang="en-US" altLang="zh-CN" sz="2000">
              <a:solidFill>
                <a:schemeClr val="accent1"/>
              </a:solidFill>
              <a:latin typeface="Arial" pitchFamily="34" charset="0"/>
              <a:ea typeface="黑体" pitchFamily="49" charset="-122"/>
            </a:endParaRP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a:solidFill>
                  <a:schemeClr val="accent1"/>
                </a:solidFill>
                <a:latin typeface="Arial" pitchFamily="34" charset="0"/>
                <a:ea typeface="黑体" pitchFamily="49" charset="-122"/>
              </a:rPr>
              <a:t>  </a:t>
            </a:r>
            <a:r>
              <a:rPr lang="en-US" altLang="zh-CN" sz="2000">
                <a:latin typeface="Arial" pitchFamily="34" charset="0"/>
                <a:ea typeface="黑体" pitchFamily="49" charset="-122"/>
              </a:rPr>
              <a:t> 0   </a:t>
            </a:r>
            <a:r>
              <a:rPr lang="en-US" altLang="zh-CN" sz="2000">
                <a:solidFill>
                  <a:schemeClr val="hlink"/>
                </a:solidFill>
                <a:latin typeface="Arial" pitchFamily="34" charset="0"/>
                <a:ea typeface="黑体" pitchFamily="49" charset="-122"/>
              </a:rPr>
              <a:t>1</a:t>
            </a:r>
            <a:r>
              <a:rPr lang="en-US" altLang="zh-CN" sz="2000">
                <a:solidFill>
                  <a:schemeClr val="accent1"/>
                </a:solidFill>
                <a:latin typeface="Arial" pitchFamily="34" charset="0"/>
                <a:ea typeface="黑体" pitchFamily="49" charset="-122"/>
              </a:rPr>
              <a:t>  </a:t>
            </a:r>
          </a:p>
          <a:p>
            <a:pPr eaLnBrk="1" hangingPunct="1">
              <a:spcBef>
                <a:spcPct val="0"/>
              </a:spcBef>
              <a:buClrTx/>
              <a:buSzTx/>
              <a:buFontTx/>
              <a:buNone/>
            </a:pPr>
            <a:r>
              <a:rPr lang="en-US" altLang="zh-CN" sz="2000">
                <a:solidFill>
                  <a:schemeClr val="hlink"/>
                </a:solidFill>
                <a:latin typeface="Arial" pitchFamily="34" charset="0"/>
                <a:ea typeface="黑体" pitchFamily="49" charset="-122"/>
              </a:rPr>
              <a:t>1</a:t>
            </a:r>
            <a:r>
              <a:rPr lang="en-US" altLang="zh-CN" sz="2000">
                <a:solidFill>
                  <a:schemeClr val="accent1"/>
                </a:solidFill>
                <a:latin typeface="Arial" pitchFamily="34" charset="0"/>
                <a:ea typeface="黑体" pitchFamily="49" charset="-122"/>
              </a:rPr>
              <a:t> </a:t>
            </a:r>
            <a:r>
              <a:rPr lang="en-US" altLang="zh-CN" sz="2000">
                <a:latin typeface="Arial" pitchFamily="34" charset="0"/>
                <a:ea typeface="黑体" pitchFamily="49" charset="-122"/>
              </a:rPr>
              <a:t>  0   0   0  </a:t>
            </a:r>
          </a:p>
        </p:txBody>
      </p:sp>
      <p:sp>
        <p:nvSpPr>
          <p:cNvPr id="139289" name="Rectangle 25"/>
          <p:cNvSpPr>
            <a:spLocks noChangeArrowheads="1"/>
          </p:cNvSpPr>
          <p:nvPr/>
        </p:nvSpPr>
        <p:spPr bwMode="auto">
          <a:xfrm>
            <a:off x="5943600" y="1295400"/>
            <a:ext cx="1295400" cy="1447800"/>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latin typeface="Arial" pitchFamily="34" charset="0"/>
                <a:ea typeface="黑体" pitchFamily="49" charset="-122"/>
              </a:rPr>
              <a:t>0   </a:t>
            </a:r>
            <a:r>
              <a:rPr lang="en-US" altLang="zh-CN" sz="2000">
                <a:solidFill>
                  <a:schemeClr val="hlink"/>
                </a:solidFill>
                <a:latin typeface="Arial" pitchFamily="34" charset="0"/>
                <a:ea typeface="黑体" pitchFamily="49" charset="-122"/>
              </a:rPr>
              <a:t>1</a:t>
            </a:r>
            <a:r>
              <a:rPr lang="en-US" altLang="zh-CN" sz="2000" baseline="-6000">
                <a:latin typeface="Arial" pitchFamily="34" charset="0"/>
                <a:ea typeface="黑体" pitchFamily="49" charset="-122"/>
              </a:rPr>
              <a:t>    </a:t>
            </a:r>
            <a:r>
              <a:rPr lang="en-US" altLang="zh-CN" sz="2000">
                <a:solidFill>
                  <a:schemeClr val="hlink"/>
                </a:solidFill>
                <a:latin typeface="Arial" pitchFamily="34" charset="0"/>
                <a:ea typeface="黑体" pitchFamily="49" charset="-122"/>
              </a:rPr>
              <a:t>1</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p>
          <a:p>
            <a:pPr eaLnBrk="1" hangingPunct="1">
              <a:spcBef>
                <a:spcPct val="0"/>
              </a:spcBef>
              <a:buClrTx/>
              <a:buSzTx/>
              <a:buFontTx/>
              <a:buNone/>
            </a:pPr>
            <a:r>
              <a:rPr lang="en-US" altLang="zh-CN" sz="2000">
                <a:latin typeface="Arial" pitchFamily="34" charset="0"/>
                <a:ea typeface="黑体" pitchFamily="49" charset="-122"/>
              </a:rPr>
              <a:t>0   0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0   0   </a:t>
            </a:r>
            <a:endParaRPr lang="en-US" altLang="zh-CN" sz="2000">
              <a:solidFill>
                <a:schemeClr val="accent1"/>
              </a:solidFill>
              <a:latin typeface="Arial" pitchFamily="34" charset="0"/>
              <a:ea typeface="黑体" pitchFamily="49" charset="-122"/>
            </a:endParaRPr>
          </a:p>
          <a:p>
            <a:pPr eaLnBrk="1" hangingPunct="1">
              <a:spcBef>
                <a:spcPct val="0"/>
              </a:spcBef>
              <a:buClrTx/>
              <a:buSzTx/>
              <a:buFontTx/>
              <a:buNone/>
            </a:pPr>
            <a:r>
              <a:rPr lang="en-US" altLang="zh-CN" sz="2000">
                <a:latin typeface="Arial" pitchFamily="34" charset="0"/>
                <a:ea typeface="黑体" pitchFamily="49" charset="-122"/>
              </a:rPr>
              <a:t>0</a:t>
            </a:r>
            <a:r>
              <a:rPr lang="en-US" altLang="zh-CN" sz="2000" baseline="-6000">
                <a:latin typeface="Arial" pitchFamily="34" charset="0"/>
                <a:ea typeface="黑体" pitchFamily="49" charset="-122"/>
              </a:rPr>
              <a:t>    </a:t>
            </a:r>
            <a:r>
              <a:rPr lang="en-US" altLang="zh-CN" sz="2000">
                <a:latin typeface="Arial" pitchFamily="34" charset="0"/>
                <a:ea typeface="黑体" pitchFamily="49" charset="-122"/>
              </a:rPr>
              <a:t>0</a:t>
            </a:r>
            <a:r>
              <a:rPr lang="en-US" altLang="zh-CN" sz="2000">
                <a:solidFill>
                  <a:schemeClr val="accent1"/>
                </a:solidFill>
                <a:latin typeface="Arial" pitchFamily="34" charset="0"/>
                <a:ea typeface="黑体" pitchFamily="49" charset="-122"/>
              </a:rPr>
              <a:t>  </a:t>
            </a:r>
            <a:r>
              <a:rPr lang="en-US" altLang="zh-CN" sz="2000">
                <a:latin typeface="Arial" pitchFamily="34" charset="0"/>
                <a:ea typeface="黑体" pitchFamily="49" charset="-122"/>
              </a:rPr>
              <a:t> 0   </a:t>
            </a:r>
            <a:r>
              <a:rPr lang="en-US" altLang="zh-CN" sz="2000">
                <a:solidFill>
                  <a:schemeClr val="hlink"/>
                </a:solidFill>
                <a:latin typeface="Arial" pitchFamily="34" charset="0"/>
                <a:ea typeface="黑体" pitchFamily="49" charset="-122"/>
              </a:rPr>
              <a:t>1</a:t>
            </a:r>
            <a:r>
              <a:rPr lang="en-US" altLang="zh-CN" sz="2000">
                <a:solidFill>
                  <a:schemeClr val="accent1"/>
                </a:solidFill>
                <a:latin typeface="Arial" pitchFamily="34" charset="0"/>
                <a:ea typeface="黑体" pitchFamily="49" charset="-122"/>
              </a:rPr>
              <a:t>  </a:t>
            </a:r>
          </a:p>
          <a:p>
            <a:pPr eaLnBrk="1" hangingPunct="1">
              <a:spcBef>
                <a:spcPct val="0"/>
              </a:spcBef>
              <a:buClrTx/>
              <a:buSzTx/>
              <a:buFontTx/>
              <a:buNone/>
            </a:pPr>
            <a:r>
              <a:rPr lang="en-US" altLang="zh-CN" sz="2000">
                <a:solidFill>
                  <a:schemeClr val="hlink"/>
                </a:solidFill>
                <a:latin typeface="Arial" pitchFamily="34" charset="0"/>
                <a:ea typeface="黑体" pitchFamily="49" charset="-122"/>
              </a:rPr>
              <a:t>1</a:t>
            </a:r>
            <a:r>
              <a:rPr lang="en-US" altLang="zh-CN" sz="2000">
                <a:solidFill>
                  <a:schemeClr val="accent1"/>
                </a:solidFill>
                <a:latin typeface="Arial" pitchFamily="34" charset="0"/>
                <a:ea typeface="黑体" pitchFamily="49" charset="-122"/>
              </a:rPr>
              <a:t> </a:t>
            </a:r>
            <a:r>
              <a:rPr lang="en-US" altLang="zh-CN" sz="2000">
                <a:latin typeface="Arial" pitchFamily="34" charset="0"/>
                <a:ea typeface="黑体" pitchFamily="49" charset="-122"/>
              </a:rPr>
              <a:t>  0   0   0  </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13926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8" presetClass="entr" presetSubtype="6"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trips(downRight)">
                                      <p:cBhvr>
                                        <p:cTn id="11" dur="500"/>
                                        <p:tgtEl>
                                          <p:spTgt spid="2"/>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499"/>
                                          </p:stCondLst>
                                        </p:cTn>
                                        <p:tgtEl>
                                          <p:spTgt spid="139287"/>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8" presetClass="entr" presetSubtype="6" fill="hold" grpId="0" nodeType="clickEffect">
                                  <p:stCondLst>
                                    <p:cond delay="0"/>
                                  </p:stCondLst>
                                  <p:childTnLst>
                                    <p:set>
                                      <p:cBhvr>
                                        <p:cTn id="19" dur="1" fill="hold">
                                          <p:stCondLst>
                                            <p:cond delay="0"/>
                                          </p:stCondLst>
                                        </p:cTn>
                                        <p:tgtEl>
                                          <p:spTgt spid="139282"/>
                                        </p:tgtEl>
                                        <p:attrNameLst>
                                          <p:attrName>style.visibility</p:attrName>
                                        </p:attrNameLst>
                                      </p:cBhvr>
                                      <p:to>
                                        <p:strVal val="visible"/>
                                      </p:to>
                                    </p:set>
                                    <p:animEffect transition="in" filter="strips(downRight)">
                                      <p:cBhvr>
                                        <p:cTn id="20" dur="500"/>
                                        <p:tgtEl>
                                          <p:spTgt spid="139282"/>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8" presetClass="entr" presetSubtype="6" fill="hold" grpId="0" nodeType="clickEffect">
                                  <p:stCondLst>
                                    <p:cond delay="0"/>
                                  </p:stCondLst>
                                  <p:childTnLst>
                                    <p:set>
                                      <p:cBhvr>
                                        <p:cTn id="24" dur="1" fill="hold">
                                          <p:stCondLst>
                                            <p:cond delay="0"/>
                                          </p:stCondLst>
                                        </p:cTn>
                                        <p:tgtEl>
                                          <p:spTgt spid="139278"/>
                                        </p:tgtEl>
                                        <p:attrNameLst>
                                          <p:attrName>style.visibility</p:attrName>
                                        </p:attrNameLst>
                                      </p:cBhvr>
                                      <p:to>
                                        <p:strVal val="visible"/>
                                      </p:to>
                                    </p:set>
                                    <p:animEffect transition="in" filter="strips(downRight)">
                                      <p:cBhvr>
                                        <p:cTn id="25" dur="500"/>
                                        <p:tgtEl>
                                          <p:spTgt spid="139278"/>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8" presetClass="entr" presetSubtype="6" fill="hold" grpId="0" nodeType="clickEffect">
                                  <p:stCondLst>
                                    <p:cond delay="0"/>
                                  </p:stCondLst>
                                  <p:childTnLst>
                                    <p:set>
                                      <p:cBhvr>
                                        <p:cTn id="29" dur="1" fill="hold">
                                          <p:stCondLst>
                                            <p:cond delay="0"/>
                                          </p:stCondLst>
                                        </p:cTn>
                                        <p:tgtEl>
                                          <p:spTgt spid="139281"/>
                                        </p:tgtEl>
                                        <p:attrNameLst>
                                          <p:attrName>style.visibility</p:attrName>
                                        </p:attrNameLst>
                                      </p:cBhvr>
                                      <p:to>
                                        <p:strVal val="visible"/>
                                      </p:to>
                                    </p:set>
                                    <p:animEffect transition="in" filter="strips(downRight)">
                                      <p:cBhvr>
                                        <p:cTn id="30" dur="500"/>
                                        <p:tgtEl>
                                          <p:spTgt spid="139281"/>
                                        </p:tgtEl>
                                      </p:cBhvr>
                                    </p:animEffect>
                                  </p:childTnLst>
                                </p:cTn>
                              </p:par>
                            </p:childTnLst>
                          </p:cTn>
                        </p:par>
                        <p:par>
                          <p:cTn id="31" fill="hold" nodeType="afterGroup">
                            <p:stCondLst>
                              <p:cond delay="500"/>
                            </p:stCondLst>
                            <p:childTnLst>
                              <p:par>
                                <p:cTn id="32" presetID="22" presetClass="entr" presetSubtype="1" fill="hold" grpId="0" nodeType="afterEffect">
                                  <p:stCondLst>
                                    <p:cond delay="0"/>
                                  </p:stCondLst>
                                  <p:childTnLst>
                                    <p:set>
                                      <p:cBhvr>
                                        <p:cTn id="33" dur="1" fill="hold">
                                          <p:stCondLst>
                                            <p:cond delay="0"/>
                                          </p:stCondLst>
                                        </p:cTn>
                                        <p:tgtEl>
                                          <p:spTgt spid="139279"/>
                                        </p:tgtEl>
                                        <p:attrNameLst>
                                          <p:attrName>style.visibility</p:attrName>
                                        </p:attrNameLst>
                                      </p:cBhvr>
                                      <p:to>
                                        <p:strVal val="visible"/>
                                      </p:to>
                                    </p:set>
                                    <p:animEffect transition="in" filter="wipe(up)">
                                      <p:cBhvr>
                                        <p:cTn id="34" dur="500"/>
                                        <p:tgtEl>
                                          <p:spTgt spid="139279"/>
                                        </p:tgtEl>
                                      </p:cBhvr>
                                    </p:animEffect>
                                  </p:childTnLst>
                                </p:cTn>
                              </p:par>
                            </p:childTnLst>
                          </p:cTn>
                        </p:par>
                        <p:par>
                          <p:cTn id="35" fill="hold" nodeType="afterGroup">
                            <p:stCondLst>
                              <p:cond delay="1000"/>
                            </p:stCondLst>
                            <p:childTnLst>
                              <p:par>
                                <p:cTn id="36" presetID="22" presetClass="entr" presetSubtype="1" fill="hold" grpId="0" nodeType="afterEffect">
                                  <p:stCondLst>
                                    <p:cond delay="0"/>
                                  </p:stCondLst>
                                  <p:childTnLst>
                                    <p:set>
                                      <p:cBhvr>
                                        <p:cTn id="37" dur="1" fill="hold">
                                          <p:stCondLst>
                                            <p:cond delay="0"/>
                                          </p:stCondLst>
                                        </p:cTn>
                                        <p:tgtEl>
                                          <p:spTgt spid="139280"/>
                                        </p:tgtEl>
                                        <p:attrNameLst>
                                          <p:attrName>style.visibility</p:attrName>
                                        </p:attrNameLst>
                                      </p:cBhvr>
                                      <p:to>
                                        <p:strVal val="visible"/>
                                      </p:to>
                                    </p:set>
                                    <p:animEffect transition="in" filter="wipe(up)">
                                      <p:cBhvr>
                                        <p:cTn id="38" dur="500"/>
                                        <p:tgtEl>
                                          <p:spTgt spid="139280"/>
                                        </p:tgtEl>
                                      </p:cBhvr>
                                    </p:animEffect>
                                  </p:childTnLst>
                                </p:cTn>
                              </p:par>
                            </p:childTnLst>
                          </p:cTn>
                        </p:par>
                        <p:par>
                          <p:cTn id="39" fill="hold" nodeType="afterGroup">
                            <p:stCondLst>
                              <p:cond delay="1500"/>
                            </p:stCondLst>
                            <p:childTnLst>
                              <p:par>
                                <p:cTn id="40" presetID="22" presetClass="entr" presetSubtype="1" fill="hold" grpId="0" nodeType="afterEffect">
                                  <p:stCondLst>
                                    <p:cond delay="0"/>
                                  </p:stCondLst>
                                  <p:childTnLst>
                                    <p:set>
                                      <p:cBhvr>
                                        <p:cTn id="41" dur="1" fill="hold">
                                          <p:stCondLst>
                                            <p:cond delay="0"/>
                                          </p:stCondLst>
                                        </p:cTn>
                                        <p:tgtEl>
                                          <p:spTgt spid="139283"/>
                                        </p:tgtEl>
                                        <p:attrNameLst>
                                          <p:attrName>style.visibility</p:attrName>
                                        </p:attrNameLst>
                                      </p:cBhvr>
                                      <p:to>
                                        <p:strVal val="visible"/>
                                      </p:to>
                                    </p:set>
                                    <p:animEffect transition="in" filter="wipe(up)">
                                      <p:cBhvr>
                                        <p:cTn id="42" dur="500"/>
                                        <p:tgtEl>
                                          <p:spTgt spid="13928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39284"/>
                                        </p:tgtEl>
                                        <p:attrNameLst>
                                          <p:attrName>style.visibility</p:attrName>
                                        </p:attrNameLst>
                                      </p:cBhvr>
                                      <p:to>
                                        <p:strVal val="visible"/>
                                      </p:to>
                                    </p:set>
                                    <p:animEffect transition="in" filter="wipe(left)">
                                      <p:cBhvr>
                                        <p:cTn id="47" dur="500"/>
                                        <p:tgtEl>
                                          <p:spTgt spid="13928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grpId="0" nodeType="clickEffect">
                                  <p:stCondLst>
                                    <p:cond delay="0"/>
                                  </p:stCondLst>
                                  <p:iterate type="wd">
                                    <p:tmPct val="100000"/>
                                  </p:iterate>
                                  <p:childTnLst>
                                    <p:set>
                                      <p:cBhvr>
                                        <p:cTn id="51" dur="1" fill="hold">
                                          <p:stCondLst>
                                            <p:cond delay="0"/>
                                          </p:stCondLst>
                                        </p:cTn>
                                        <p:tgtEl>
                                          <p:spTgt spid="139288">
                                            <p:txEl>
                                              <p:pRg st="0" end="0"/>
                                            </p:txEl>
                                          </p:spTgt>
                                        </p:tgtEl>
                                        <p:attrNameLst>
                                          <p:attrName>style.visibility</p:attrName>
                                        </p:attrNameLst>
                                      </p:cBhvr>
                                      <p:to>
                                        <p:strVal val="visible"/>
                                      </p:to>
                                    </p:set>
                                    <p:animEffect transition="in" filter="wipe(left)">
                                      <p:cBhvr>
                                        <p:cTn id="52" dur="300"/>
                                        <p:tgtEl>
                                          <p:spTgt spid="139288">
                                            <p:txEl>
                                              <p:pRg st="0" end="0"/>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8" fill="hold" grpId="0" nodeType="clickEffect">
                                  <p:stCondLst>
                                    <p:cond delay="0"/>
                                  </p:stCondLst>
                                  <p:iterate type="wd">
                                    <p:tmPct val="100000"/>
                                  </p:iterate>
                                  <p:childTnLst>
                                    <p:set>
                                      <p:cBhvr>
                                        <p:cTn id="56" dur="1" fill="hold">
                                          <p:stCondLst>
                                            <p:cond delay="0"/>
                                          </p:stCondLst>
                                        </p:cTn>
                                        <p:tgtEl>
                                          <p:spTgt spid="139288">
                                            <p:txEl>
                                              <p:pRg st="1" end="1"/>
                                            </p:txEl>
                                          </p:spTgt>
                                        </p:tgtEl>
                                        <p:attrNameLst>
                                          <p:attrName>style.visibility</p:attrName>
                                        </p:attrNameLst>
                                      </p:cBhvr>
                                      <p:to>
                                        <p:strVal val="visible"/>
                                      </p:to>
                                    </p:set>
                                    <p:animEffect transition="in" filter="wipe(left)">
                                      <p:cBhvr>
                                        <p:cTn id="57" dur="300"/>
                                        <p:tgtEl>
                                          <p:spTgt spid="139288">
                                            <p:txEl>
                                              <p:pRg st="1" end="1"/>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8" fill="hold" grpId="0" nodeType="clickEffect">
                                  <p:stCondLst>
                                    <p:cond delay="0"/>
                                  </p:stCondLst>
                                  <p:iterate type="wd">
                                    <p:tmPct val="100000"/>
                                  </p:iterate>
                                  <p:childTnLst>
                                    <p:set>
                                      <p:cBhvr>
                                        <p:cTn id="61" dur="1" fill="hold">
                                          <p:stCondLst>
                                            <p:cond delay="0"/>
                                          </p:stCondLst>
                                        </p:cTn>
                                        <p:tgtEl>
                                          <p:spTgt spid="139288">
                                            <p:txEl>
                                              <p:pRg st="2" end="2"/>
                                            </p:txEl>
                                          </p:spTgt>
                                        </p:tgtEl>
                                        <p:attrNameLst>
                                          <p:attrName>style.visibility</p:attrName>
                                        </p:attrNameLst>
                                      </p:cBhvr>
                                      <p:to>
                                        <p:strVal val="visible"/>
                                      </p:to>
                                    </p:set>
                                    <p:animEffect transition="in" filter="wipe(left)">
                                      <p:cBhvr>
                                        <p:cTn id="62" dur="300"/>
                                        <p:tgtEl>
                                          <p:spTgt spid="139288">
                                            <p:txEl>
                                              <p:pRg st="2" end="2"/>
                                            </p:txEl>
                                          </p:spTgt>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8" fill="hold" grpId="0" nodeType="clickEffect">
                                  <p:stCondLst>
                                    <p:cond delay="0"/>
                                  </p:stCondLst>
                                  <p:iterate type="wd">
                                    <p:tmPct val="100000"/>
                                  </p:iterate>
                                  <p:childTnLst>
                                    <p:set>
                                      <p:cBhvr>
                                        <p:cTn id="66" dur="1" fill="hold">
                                          <p:stCondLst>
                                            <p:cond delay="0"/>
                                          </p:stCondLst>
                                        </p:cTn>
                                        <p:tgtEl>
                                          <p:spTgt spid="139288">
                                            <p:txEl>
                                              <p:pRg st="3" end="3"/>
                                            </p:txEl>
                                          </p:spTgt>
                                        </p:tgtEl>
                                        <p:attrNameLst>
                                          <p:attrName>style.visibility</p:attrName>
                                        </p:attrNameLst>
                                      </p:cBhvr>
                                      <p:to>
                                        <p:strVal val="visible"/>
                                      </p:to>
                                    </p:set>
                                    <p:animEffect transition="in" filter="wipe(left)">
                                      <p:cBhvr>
                                        <p:cTn id="67" dur="300"/>
                                        <p:tgtEl>
                                          <p:spTgt spid="139288">
                                            <p:txEl>
                                              <p:pRg st="3" end="3"/>
                                            </p:txEl>
                                          </p:spTgt>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139289"/>
                                        </p:tgtEl>
                                        <p:attrNameLst>
                                          <p:attrName>style.visibility</p:attrName>
                                        </p:attrNameLst>
                                      </p:cBhvr>
                                      <p:to>
                                        <p:strVal val="visible"/>
                                      </p:to>
                                    </p:set>
                                    <p:animEffect transition="in" filter="wipe(left)">
                                      <p:cBhvr>
                                        <p:cTn id="72" dur="500"/>
                                        <p:tgtEl>
                                          <p:spTgt spid="13928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18" presetClass="entr" presetSubtype="6" fill="hold" grpId="0" nodeType="clickEffect">
                                  <p:stCondLst>
                                    <p:cond delay="0"/>
                                  </p:stCondLst>
                                  <p:childTnLst>
                                    <p:set>
                                      <p:cBhvr>
                                        <p:cTn id="76" dur="1" fill="hold">
                                          <p:stCondLst>
                                            <p:cond delay="0"/>
                                          </p:stCondLst>
                                        </p:cTn>
                                        <p:tgtEl>
                                          <p:spTgt spid="139267">
                                            <p:txEl>
                                              <p:pRg st="0" end="0"/>
                                            </p:txEl>
                                          </p:spTgt>
                                        </p:tgtEl>
                                        <p:attrNameLst>
                                          <p:attrName>style.visibility</p:attrName>
                                        </p:attrNameLst>
                                      </p:cBhvr>
                                      <p:to>
                                        <p:strVal val="visible"/>
                                      </p:to>
                                    </p:set>
                                    <p:animEffect transition="in" filter="strips(downRight)">
                                      <p:cBhvr>
                                        <p:cTn id="77" dur="500"/>
                                        <p:tgtEl>
                                          <p:spTgt spid="13926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266" grpId="0" autoUpdateAnimBg="0"/>
      <p:bldP spid="139267" grpId="0" build="p" autoUpdateAnimBg="0"/>
      <p:bldP spid="139278" grpId="0" autoUpdateAnimBg="0"/>
      <p:bldP spid="139279" grpId="0" animBg="1"/>
      <p:bldP spid="139280" grpId="0" animBg="1"/>
      <p:bldP spid="139281" grpId="0" autoUpdateAnimBg="0"/>
      <p:bldP spid="139282" grpId="0" autoUpdateAnimBg="0"/>
      <p:bldP spid="139283" grpId="0" autoUpdateAnimBg="0"/>
      <p:bldP spid="139284" grpId="0" autoUpdateAnimBg="0"/>
      <p:bldP spid="139287" grpId="0" autoUpdateAnimBg="0"/>
      <p:bldP spid="139288" grpId="0" build="p" autoUpdateAnimBg="0"/>
      <p:bldP spid="139289" grpId="0" animBg="1"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0290" name="Text Box 2"/>
          <p:cNvSpPr txBox="1">
            <a:spLocks noChangeArrowheads="1"/>
          </p:cNvSpPr>
          <p:nvPr/>
        </p:nvSpPr>
        <p:spPr bwMode="auto">
          <a:xfrm>
            <a:off x="0" y="4648200"/>
            <a:ext cx="8915400" cy="161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marL="1143000" indent="-114300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latin typeface="楷体_GB2312" pitchFamily="49" charset="-122"/>
                <a:ea typeface="楷体_GB2312" pitchFamily="49" charset="-122"/>
              </a:rPr>
              <a:t>                容易实现图的操作，如：求某顶点的度、判断顶点之间是否有边（弧）、找顶点的邻接点等等。</a:t>
            </a:r>
          </a:p>
          <a:p>
            <a:pPr eaLnBrk="1" hangingPunct="1">
              <a:spcBef>
                <a:spcPct val="0"/>
              </a:spcBef>
              <a:buClrTx/>
              <a:buSzTx/>
              <a:buFontTx/>
              <a:buNone/>
            </a:pPr>
            <a:r>
              <a:rPr lang="zh-CN" altLang="en-US" sz="2400">
                <a:latin typeface="楷体_GB2312" pitchFamily="49" charset="-122"/>
                <a:ea typeface="楷体_GB2312" pitchFamily="49" charset="-122"/>
              </a:rPr>
              <a:t>                </a:t>
            </a:r>
            <a:r>
              <a:rPr lang="en-US" altLang="zh-CN" sz="2400">
                <a:latin typeface="楷体_GB2312" pitchFamily="49" charset="-122"/>
                <a:ea typeface="楷体_GB2312" pitchFamily="49" charset="-122"/>
              </a:rPr>
              <a:t>n</a:t>
            </a:r>
            <a:r>
              <a:rPr lang="zh-CN" altLang="en-US" sz="2400">
                <a:latin typeface="楷体_GB2312" pitchFamily="49" charset="-122"/>
                <a:ea typeface="楷体_GB2312" pitchFamily="49" charset="-122"/>
              </a:rPr>
              <a:t>个顶点需要</a:t>
            </a:r>
            <a:r>
              <a:rPr lang="en-US" altLang="zh-CN" sz="2800" i="1">
                <a:latin typeface="楷体_GB2312" pitchFamily="49" charset="-122"/>
                <a:ea typeface="楷体_GB2312" pitchFamily="49" charset="-122"/>
              </a:rPr>
              <a:t>n*n</a:t>
            </a:r>
            <a:r>
              <a:rPr lang="zh-CN" altLang="en-US" sz="2400">
                <a:latin typeface="楷体_GB2312" pitchFamily="49" charset="-122"/>
                <a:ea typeface="楷体_GB2312" pitchFamily="49" charset="-122"/>
              </a:rPr>
              <a:t>个单元存储边</a:t>
            </a:r>
            <a:r>
              <a:rPr lang="en-US" altLang="zh-CN" sz="2400">
                <a:latin typeface="楷体_GB2312" pitchFamily="49" charset="-122"/>
                <a:ea typeface="楷体_GB2312" pitchFamily="49" charset="-122"/>
              </a:rPr>
              <a:t>(</a:t>
            </a:r>
            <a:r>
              <a:rPr lang="zh-CN" altLang="en-US" sz="2400">
                <a:latin typeface="楷体_GB2312" pitchFamily="49" charset="-122"/>
                <a:ea typeface="楷体_GB2312" pitchFamily="49" charset="-122"/>
              </a:rPr>
              <a:t>弧</a:t>
            </a:r>
            <a:r>
              <a:rPr lang="en-US" altLang="zh-CN" sz="2400">
                <a:latin typeface="楷体_GB2312" pitchFamily="49" charset="-122"/>
                <a:ea typeface="楷体_GB2312" pitchFamily="49" charset="-122"/>
              </a:rPr>
              <a:t>);</a:t>
            </a:r>
            <a:r>
              <a:rPr lang="zh-CN" altLang="en-US" sz="2400">
                <a:latin typeface="楷体_GB2312" pitchFamily="49" charset="-122"/>
                <a:ea typeface="楷体_GB2312" pitchFamily="49" charset="-122"/>
              </a:rPr>
              <a:t>空间效率为</a:t>
            </a:r>
            <a:r>
              <a:rPr lang="en-US" altLang="zh-CN" sz="2400">
                <a:latin typeface="楷体_GB2312" pitchFamily="49" charset="-122"/>
                <a:ea typeface="楷体_GB2312" pitchFamily="49" charset="-122"/>
              </a:rPr>
              <a:t>O(n</a:t>
            </a:r>
            <a:r>
              <a:rPr lang="en-US" altLang="zh-CN" sz="2400" baseline="30000">
                <a:latin typeface="楷体_GB2312" pitchFamily="49" charset="-122"/>
                <a:ea typeface="楷体_GB2312" pitchFamily="49" charset="-122"/>
              </a:rPr>
              <a:t>2</a:t>
            </a:r>
            <a:r>
              <a:rPr lang="en-US" altLang="zh-CN" sz="2400">
                <a:latin typeface="楷体_GB2312" pitchFamily="49" charset="-122"/>
                <a:ea typeface="楷体_GB2312" pitchFamily="49" charset="-122"/>
              </a:rPr>
              <a:t>)</a:t>
            </a:r>
            <a:r>
              <a:rPr lang="zh-CN" altLang="en-US" sz="2400">
                <a:latin typeface="楷体_GB2312" pitchFamily="49" charset="-122"/>
                <a:ea typeface="楷体_GB2312" pitchFamily="49" charset="-122"/>
              </a:rPr>
              <a:t>。 </a:t>
            </a:r>
            <a:r>
              <a:rPr lang="zh-CN" altLang="en-US" sz="2400">
                <a:solidFill>
                  <a:schemeClr val="accent2"/>
                </a:solidFill>
                <a:latin typeface="楷体_GB2312" pitchFamily="49" charset="-122"/>
                <a:ea typeface="楷体_GB2312" pitchFamily="49" charset="-122"/>
              </a:rPr>
              <a:t>对稀疏图而言尤其浪费空间。</a:t>
            </a:r>
          </a:p>
        </p:txBody>
      </p:sp>
      <p:sp>
        <p:nvSpPr>
          <p:cNvPr id="140291" name="Rectangle 3"/>
          <p:cNvSpPr>
            <a:spLocks noGrp="1"/>
          </p:cNvSpPr>
          <p:nvPr>
            <p:ph type="title"/>
          </p:nvPr>
        </p:nvSpPr>
        <p:spPr>
          <a:xfrm>
            <a:off x="152400" y="166688"/>
            <a:ext cx="8451850" cy="519112"/>
          </a:xfrm>
        </p:spPr>
        <p:txBody>
          <a:bodyPr>
            <a:normAutofit fontScale="90000"/>
          </a:bodyPr>
          <a:lstStyle/>
          <a:p>
            <a:pPr eaLnBrk="1" fontAlgn="auto" hangingPunct="1">
              <a:spcAft>
                <a:spcPts val="0"/>
              </a:spcAft>
              <a:defRPr/>
            </a:pPr>
            <a:r>
              <a:rPr lang="zh-CN" altLang="en-US" sz="3300" b="1" smtClean="0">
                <a:solidFill>
                  <a:schemeClr val="accent1"/>
                </a:solidFill>
              </a:rPr>
              <a:t>特别讨论 ：</a:t>
            </a:r>
            <a:r>
              <a:rPr lang="zh-CN" altLang="en-US" sz="3300" b="1" smtClean="0"/>
              <a:t>网（即有权图）的邻接矩阵</a:t>
            </a:r>
          </a:p>
        </p:txBody>
      </p:sp>
      <p:sp>
        <p:nvSpPr>
          <p:cNvPr id="140292" name="Text Box 4"/>
          <p:cNvSpPr txBox="1">
            <a:spLocks noChangeArrowheads="1"/>
          </p:cNvSpPr>
          <p:nvPr/>
        </p:nvSpPr>
        <p:spPr bwMode="auto">
          <a:xfrm>
            <a:off x="381000" y="990600"/>
            <a:ext cx="1524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latin typeface="Arial" pitchFamily="34" charset="0"/>
                <a:ea typeface="黑体" pitchFamily="49" charset="-122"/>
              </a:rPr>
              <a:t>定义为：</a:t>
            </a:r>
          </a:p>
        </p:txBody>
      </p:sp>
      <p:grpSp>
        <p:nvGrpSpPr>
          <p:cNvPr id="2" name="Group 5"/>
          <p:cNvGrpSpPr>
            <a:grpSpLocks/>
          </p:cNvGrpSpPr>
          <p:nvPr/>
        </p:nvGrpSpPr>
        <p:grpSpPr bwMode="auto">
          <a:xfrm>
            <a:off x="1752600" y="762000"/>
            <a:ext cx="7010400" cy="838200"/>
            <a:chOff x="1104" y="480"/>
            <a:chExt cx="4416" cy="528"/>
          </a:xfrm>
        </p:grpSpPr>
        <p:sp>
          <p:nvSpPr>
            <p:cNvPr id="26670" name="AutoShape 6"/>
            <p:cNvSpPr>
              <a:spLocks/>
            </p:cNvSpPr>
            <p:nvPr/>
          </p:nvSpPr>
          <p:spPr bwMode="auto">
            <a:xfrm>
              <a:off x="2496" y="528"/>
              <a:ext cx="48" cy="480"/>
            </a:xfrm>
            <a:prstGeom prst="leftBrace">
              <a:avLst>
                <a:gd name="adj1" fmla="val 83333"/>
                <a:gd name="adj2" fmla="val 50000"/>
              </a:avLst>
            </a:pr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26671" name="Rectangle 7"/>
            <p:cNvSpPr>
              <a:spLocks noChangeArrowheads="1"/>
            </p:cNvSpPr>
            <p:nvPr/>
          </p:nvSpPr>
          <p:spPr bwMode="auto">
            <a:xfrm>
              <a:off x="1104" y="624"/>
              <a:ext cx="138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400">
                  <a:solidFill>
                    <a:schemeClr val="accent1"/>
                  </a:solidFill>
                  <a:latin typeface="Arial" pitchFamily="34" charset="0"/>
                  <a:ea typeface="黑体" pitchFamily="49" charset="-122"/>
                </a:rPr>
                <a:t>A.</a:t>
              </a:r>
              <a:r>
                <a:rPr lang="en-US" altLang="zh-CN" sz="2400" i="1">
                  <a:solidFill>
                    <a:schemeClr val="accent1"/>
                  </a:solidFill>
                  <a:latin typeface="Arial" pitchFamily="34" charset="0"/>
                  <a:ea typeface="黑体" pitchFamily="49" charset="-122"/>
                </a:rPr>
                <a:t>Edge</a:t>
              </a:r>
              <a:r>
                <a:rPr lang="en-US" altLang="zh-CN" sz="2400">
                  <a:latin typeface="Arial" pitchFamily="34" charset="0"/>
                  <a:ea typeface="黑体" pitchFamily="49" charset="-122"/>
                </a:rPr>
                <a:t>[ i ][ j ]=</a:t>
              </a:r>
            </a:p>
          </p:txBody>
        </p:sp>
        <p:sp>
          <p:nvSpPr>
            <p:cNvPr id="26672" name="Rectangle 8"/>
            <p:cNvSpPr>
              <a:spLocks noChangeArrowheads="1"/>
            </p:cNvSpPr>
            <p:nvPr/>
          </p:nvSpPr>
          <p:spPr bwMode="auto">
            <a:xfrm>
              <a:off x="2688" y="480"/>
              <a:ext cx="28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400">
                  <a:solidFill>
                    <a:schemeClr val="tx2"/>
                  </a:solidFill>
                  <a:latin typeface="Arial" pitchFamily="34" charset="0"/>
                  <a:ea typeface="黑体" pitchFamily="49" charset="-122"/>
                </a:rPr>
                <a:t>W</a:t>
              </a:r>
              <a:r>
                <a:rPr lang="en-US" altLang="zh-CN" sz="2400" baseline="-25000">
                  <a:solidFill>
                    <a:schemeClr val="tx2"/>
                  </a:solidFill>
                  <a:latin typeface="Arial" pitchFamily="34" charset="0"/>
                  <a:ea typeface="黑体" pitchFamily="49" charset="-122"/>
                </a:rPr>
                <a:t>ij</a:t>
              </a:r>
              <a:r>
                <a:rPr lang="en-US" altLang="zh-CN" sz="2400">
                  <a:solidFill>
                    <a:schemeClr val="tx2"/>
                  </a:solidFill>
                  <a:latin typeface="Arial" pitchFamily="34" charset="0"/>
                  <a:ea typeface="黑体" pitchFamily="49" charset="-122"/>
                </a:rPr>
                <a:t> </a:t>
              </a:r>
              <a:r>
                <a:rPr lang="en-US" altLang="zh-CN" sz="2400">
                  <a:latin typeface="Arial" pitchFamily="34" charset="0"/>
                  <a:ea typeface="黑体" pitchFamily="49" charset="-122"/>
                </a:rPr>
                <a:t>   &lt;vi, vj&gt; </a:t>
              </a:r>
              <a:r>
                <a:rPr lang="zh-CN" altLang="en-US" sz="2400">
                  <a:latin typeface="Arial" pitchFamily="34" charset="0"/>
                  <a:ea typeface="黑体" pitchFamily="49" charset="-122"/>
                </a:rPr>
                <a:t>或（</a:t>
              </a:r>
              <a:r>
                <a:rPr lang="en-US" altLang="zh-CN" sz="2400">
                  <a:latin typeface="Arial" pitchFamily="34" charset="0"/>
                  <a:ea typeface="黑体" pitchFamily="49" charset="-122"/>
                </a:rPr>
                <a:t>vi, vj</a:t>
              </a:r>
              <a:r>
                <a:rPr lang="zh-CN" altLang="en-US" sz="2400">
                  <a:latin typeface="Arial" pitchFamily="34" charset="0"/>
                  <a:ea typeface="黑体" pitchFamily="49" charset="-122"/>
                </a:rPr>
                <a:t>）∈</a:t>
              </a:r>
              <a:r>
                <a:rPr lang="en-US" altLang="zh-CN" sz="2400">
                  <a:latin typeface="Arial" pitchFamily="34" charset="0"/>
                  <a:ea typeface="黑体" pitchFamily="49" charset="-122"/>
                </a:rPr>
                <a:t>VR</a:t>
              </a:r>
            </a:p>
          </p:txBody>
        </p:sp>
        <p:sp>
          <p:nvSpPr>
            <p:cNvPr id="26673" name="Rectangle 9"/>
            <p:cNvSpPr>
              <a:spLocks noChangeArrowheads="1"/>
            </p:cNvSpPr>
            <p:nvPr/>
          </p:nvSpPr>
          <p:spPr bwMode="auto">
            <a:xfrm>
              <a:off x="2736" y="720"/>
              <a:ext cx="16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tx2"/>
                  </a:solidFill>
                  <a:latin typeface="Arial" pitchFamily="34" charset="0"/>
                  <a:ea typeface="黑体" pitchFamily="49" charset="-122"/>
                </a:rPr>
                <a:t>∞ </a:t>
              </a:r>
              <a:r>
                <a:rPr lang="zh-CN" altLang="en-US" sz="2400">
                  <a:latin typeface="Arial" pitchFamily="34" charset="0"/>
                  <a:ea typeface="黑体" pitchFamily="49" charset="-122"/>
                </a:rPr>
                <a:t>      无边（弧）</a:t>
              </a:r>
            </a:p>
          </p:txBody>
        </p:sp>
      </p:grpSp>
      <p:grpSp>
        <p:nvGrpSpPr>
          <p:cNvPr id="3" name="Group 10"/>
          <p:cNvGrpSpPr>
            <a:grpSpLocks/>
          </p:cNvGrpSpPr>
          <p:nvPr/>
        </p:nvGrpSpPr>
        <p:grpSpPr bwMode="auto">
          <a:xfrm>
            <a:off x="-46038" y="2359025"/>
            <a:ext cx="4237038" cy="2289175"/>
            <a:chOff x="144" y="1680"/>
            <a:chExt cx="2669" cy="1442"/>
          </a:xfrm>
        </p:grpSpPr>
        <p:sp>
          <p:nvSpPr>
            <p:cNvPr id="26643" name="Oval 11"/>
            <p:cNvSpPr>
              <a:spLocks noChangeArrowheads="1"/>
            </p:cNvSpPr>
            <p:nvPr/>
          </p:nvSpPr>
          <p:spPr bwMode="auto">
            <a:xfrm>
              <a:off x="826" y="1767"/>
              <a:ext cx="298" cy="201"/>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v1</a:t>
              </a:r>
            </a:p>
          </p:txBody>
        </p:sp>
        <p:sp>
          <p:nvSpPr>
            <p:cNvPr id="26644" name="Oval 12"/>
            <p:cNvSpPr>
              <a:spLocks noChangeArrowheads="1"/>
            </p:cNvSpPr>
            <p:nvPr/>
          </p:nvSpPr>
          <p:spPr bwMode="auto">
            <a:xfrm>
              <a:off x="2167" y="1767"/>
              <a:ext cx="298" cy="201"/>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v2</a:t>
              </a:r>
            </a:p>
          </p:txBody>
        </p:sp>
        <p:sp>
          <p:nvSpPr>
            <p:cNvPr id="26645" name="Oval 13"/>
            <p:cNvSpPr>
              <a:spLocks noChangeArrowheads="1"/>
            </p:cNvSpPr>
            <p:nvPr/>
          </p:nvSpPr>
          <p:spPr bwMode="auto">
            <a:xfrm>
              <a:off x="2515" y="2170"/>
              <a:ext cx="298" cy="202"/>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v3</a:t>
              </a:r>
            </a:p>
          </p:txBody>
        </p:sp>
        <p:sp>
          <p:nvSpPr>
            <p:cNvPr id="26646" name="Oval 14"/>
            <p:cNvSpPr>
              <a:spLocks noChangeArrowheads="1"/>
            </p:cNvSpPr>
            <p:nvPr/>
          </p:nvSpPr>
          <p:spPr bwMode="auto">
            <a:xfrm>
              <a:off x="1968" y="2689"/>
              <a:ext cx="298" cy="202"/>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v4</a:t>
              </a:r>
            </a:p>
          </p:txBody>
        </p:sp>
        <p:sp>
          <p:nvSpPr>
            <p:cNvPr id="26647" name="Line 15"/>
            <p:cNvSpPr>
              <a:spLocks noChangeShapeType="1"/>
            </p:cNvSpPr>
            <p:nvPr/>
          </p:nvSpPr>
          <p:spPr bwMode="auto">
            <a:xfrm>
              <a:off x="1095" y="1853"/>
              <a:ext cx="1043" cy="0"/>
            </a:xfrm>
            <a:prstGeom prst="line">
              <a:avLst/>
            </a:prstGeom>
            <a:noFill/>
            <a:ln w="254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6648" name="Line 16"/>
            <p:cNvSpPr>
              <a:spLocks noChangeShapeType="1"/>
            </p:cNvSpPr>
            <p:nvPr/>
          </p:nvSpPr>
          <p:spPr bwMode="auto">
            <a:xfrm flipH="1">
              <a:off x="697" y="1968"/>
              <a:ext cx="249" cy="289"/>
            </a:xfrm>
            <a:prstGeom prst="line">
              <a:avLst/>
            </a:prstGeom>
            <a:noFill/>
            <a:ln w="25400">
              <a:solidFill>
                <a:srgbClr val="BADE78"/>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26649" name="Line 17"/>
            <p:cNvSpPr>
              <a:spLocks noChangeShapeType="1"/>
            </p:cNvSpPr>
            <p:nvPr/>
          </p:nvSpPr>
          <p:spPr bwMode="auto">
            <a:xfrm flipV="1">
              <a:off x="1095" y="2805"/>
              <a:ext cx="844" cy="86"/>
            </a:xfrm>
            <a:prstGeom prst="line">
              <a:avLst/>
            </a:prstGeom>
            <a:noFill/>
            <a:ln w="254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6650" name="Line 18"/>
            <p:cNvSpPr>
              <a:spLocks noChangeShapeType="1"/>
            </p:cNvSpPr>
            <p:nvPr/>
          </p:nvSpPr>
          <p:spPr bwMode="auto">
            <a:xfrm>
              <a:off x="1095" y="1940"/>
              <a:ext cx="1391" cy="346"/>
            </a:xfrm>
            <a:prstGeom prst="line">
              <a:avLst/>
            </a:prstGeom>
            <a:noFill/>
            <a:ln w="25400">
              <a:solidFill>
                <a:srgbClr val="BADE78"/>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26651" name="Text Box 19"/>
            <p:cNvSpPr txBox="1">
              <a:spLocks noChangeArrowheads="1"/>
            </p:cNvSpPr>
            <p:nvPr/>
          </p:nvSpPr>
          <p:spPr bwMode="auto">
            <a:xfrm>
              <a:off x="144" y="2016"/>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latin typeface="Arial" pitchFamily="34" charset="0"/>
                  <a:ea typeface="黑体" pitchFamily="49" charset="-122"/>
                </a:rPr>
                <a:t>N</a:t>
              </a:r>
            </a:p>
          </p:txBody>
        </p:sp>
        <p:sp>
          <p:nvSpPr>
            <p:cNvPr id="26652" name="Oval 20"/>
            <p:cNvSpPr>
              <a:spLocks noChangeArrowheads="1"/>
            </p:cNvSpPr>
            <p:nvPr/>
          </p:nvSpPr>
          <p:spPr bwMode="auto">
            <a:xfrm>
              <a:off x="875" y="2747"/>
              <a:ext cx="298" cy="202"/>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v5</a:t>
              </a:r>
            </a:p>
          </p:txBody>
        </p:sp>
        <p:sp>
          <p:nvSpPr>
            <p:cNvPr id="26653" name="Oval 21"/>
            <p:cNvSpPr>
              <a:spLocks noChangeArrowheads="1"/>
            </p:cNvSpPr>
            <p:nvPr/>
          </p:nvSpPr>
          <p:spPr bwMode="auto">
            <a:xfrm>
              <a:off x="528" y="2257"/>
              <a:ext cx="298" cy="202"/>
            </a:xfrm>
            <a:prstGeom prst="ellipse">
              <a:avLst/>
            </a:prstGeom>
            <a:solidFill>
              <a:schemeClr val="accent2"/>
            </a:solidFill>
            <a:ln w="38100">
              <a:solidFill>
                <a:srgbClr val="BADE78"/>
              </a:solidFill>
              <a:round/>
              <a:headEnd/>
              <a:tailEnd/>
            </a:ln>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400">
                  <a:solidFill>
                    <a:schemeClr val="bg1"/>
                  </a:solidFill>
                  <a:latin typeface="Arial" pitchFamily="34" charset="0"/>
                  <a:ea typeface="黑体" pitchFamily="49" charset="-122"/>
                </a:rPr>
                <a:t>v6</a:t>
              </a:r>
            </a:p>
          </p:txBody>
        </p:sp>
        <p:sp>
          <p:nvSpPr>
            <p:cNvPr id="26654" name="Line 22"/>
            <p:cNvSpPr>
              <a:spLocks noChangeShapeType="1"/>
            </p:cNvSpPr>
            <p:nvPr/>
          </p:nvSpPr>
          <p:spPr bwMode="auto">
            <a:xfrm flipV="1">
              <a:off x="2237" y="2372"/>
              <a:ext cx="348" cy="375"/>
            </a:xfrm>
            <a:prstGeom prst="line">
              <a:avLst/>
            </a:prstGeom>
            <a:noFill/>
            <a:ln w="254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6655" name="Line 23"/>
            <p:cNvSpPr>
              <a:spLocks noChangeShapeType="1"/>
            </p:cNvSpPr>
            <p:nvPr/>
          </p:nvSpPr>
          <p:spPr bwMode="auto">
            <a:xfrm flipV="1">
              <a:off x="797" y="2343"/>
              <a:ext cx="1739" cy="0"/>
            </a:xfrm>
            <a:prstGeom prst="line">
              <a:avLst/>
            </a:prstGeom>
            <a:noFill/>
            <a:ln w="25400">
              <a:solidFill>
                <a:srgbClr val="BADE78"/>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26656" name="Line 24"/>
            <p:cNvSpPr>
              <a:spLocks noChangeShapeType="1"/>
            </p:cNvSpPr>
            <p:nvPr/>
          </p:nvSpPr>
          <p:spPr bwMode="auto">
            <a:xfrm>
              <a:off x="797" y="2430"/>
              <a:ext cx="1192" cy="288"/>
            </a:xfrm>
            <a:prstGeom prst="line">
              <a:avLst/>
            </a:prstGeom>
            <a:noFill/>
            <a:ln w="25400">
              <a:solidFill>
                <a:srgbClr val="BADE78"/>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26657" name="Line 25"/>
            <p:cNvSpPr>
              <a:spLocks noChangeShapeType="1"/>
            </p:cNvSpPr>
            <p:nvPr/>
          </p:nvSpPr>
          <p:spPr bwMode="auto">
            <a:xfrm>
              <a:off x="1045" y="1968"/>
              <a:ext cx="994" cy="721"/>
            </a:xfrm>
            <a:prstGeom prst="line">
              <a:avLst/>
            </a:prstGeom>
            <a:noFill/>
            <a:ln w="254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6658" name="Line 26"/>
            <p:cNvSpPr>
              <a:spLocks noChangeShapeType="1"/>
            </p:cNvSpPr>
            <p:nvPr/>
          </p:nvSpPr>
          <p:spPr bwMode="auto">
            <a:xfrm>
              <a:off x="648" y="2459"/>
              <a:ext cx="248" cy="288"/>
            </a:xfrm>
            <a:prstGeom prst="line">
              <a:avLst/>
            </a:prstGeom>
            <a:noFill/>
            <a:ln w="254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6659" name="Line 27"/>
            <p:cNvSpPr>
              <a:spLocks noChangeShapeType="1"/>
            </p:cNvSpPr>
            <p:nvPr/>
          </p:nvSpPr>
          <p:spPr bwMode="auto">
            <a:xfrm>
              <a:off x="2387" y="1968"/>
              <a:ext cx="198" cy="202"/>
            </a:xfrm>
            <a:prstGeom prst="line">
              <a:avLst/>
            </a:prstGeom>
            <a:noFill/>
            <a:ln w="25400">
              <a:solidFill>
                <a:srgbClr val="BADE78"/>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6660" name="Text Box 28"/>
            <p:cNvSpPr txBox="1">
              <a:spLocks noChangeArrowheads="1"/>
            </p:cNvSpPr>
            <p:nvPr/>
          </p:nvSpPr>
          <p:spPr bwMode="auto">
            <a:xfrm>
              <a:off x="1393" y="1680"/>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5</a:t>
              </a:r>
            </a:p>
          </p:txBody>
        </p:sp>
        <p:sp>
          <p:nvSpPr>
            <p:cNvPr id="26661" name="Text Box 29"/>
            <p:cNvSpPr txBox="1">
              <a:spLocks noChangeArrowheads="1"/>
            </p:cNvSpPr>
            <p:nvPr/>
          </p:nvSpPr>
          <p:spPr bwMode="auto">
            <a:xfrm>
              <a:off x="2486" y="188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4</a:t>
              </a:r>
            </a:p>
          </p:txBody>
        </p:sp>
        <p:sp>
          <p:nvSpPr>
            <p:cNvPr id="26662" name="Text Box 30"/>
            <p:cNvSpPr txBox="1">
              <a:spLocks noChangeArrowheads="1"/>
            </p:cNvSpPr>
            <p:nvPr/>
          </p:nvSpPr>
          <p:spPr bwMode="auto">
            <a:xfrm>
              <a:off x="1790" y="1910"/>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8</a:t>
              </a:r>
            </a:p>
          </p:txBody>
        </p:sp>
        <p:sp>
          <p:nvSpPr>
            <p:cNvPr id="26663" name="Text Box 31"/>
            <p:cNvSpPr txBox="1">
              <a:spLocks noChangeArrowheads="1"/>
            </p:cNvSpPr>
            <p:nvPr/>
          </p:nvSpPr>
          <p:spPr bwMode="auto">
            <a:xfrm>
              <a:off x="1741" y="2169"/>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9</a:t>
              </a:r>
            </a:p>
          </p:txBody>
        </p:sp>
        <p:sp>
          <p:nvSpPr>
            <p:cNvPr id="26664" name="Text Box 32"/>
            <p:cNvSpPr txBox="1">
              <a:spLocks noChangeArrowheads="1"/>
            </p:cNvSpPr>
            <p:nvPr/>
          </p:nvSpPr>
          <p:spPr bwMode="auto">
            <a:xfrm>
              <a:off x="1244" y="2018"/>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7</a:t>
              </a:r>
            </a:p>
          </p:txBody>
        </p:sp>
        <p:sp>
          <p:nvSpPr>
            <p:cNvPr id="26665" name="Text Box 33"/>
            <p:cNvSpPr txBox="1">
              <a:spLocks noChangeArrowheads="1"/>
            </p:cNvSpPr>
            <p:nvPr/>
          </p:nvSpPr>
          <p:spPr bwMode="auto">
            <a:xfrm>
              <a:off x="2387" y="2516"/>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5</a:t>
              </a:r>
            </a:p>
          </p:txBody>
        </p:sp>
        <p:sp>
          <p:nvSpPr>
            <p:cNvPr id="26666" name="Text Box 34"/>
            <p:cNvSpPr txBox="1">
              <a:spLocks noChangeArrowheads="1"/>
            </p:cNvSpPr>
            <p:nvPr/>
          </p:nvSpPr>
          <p:spPr bwMode="auto">
            <a:xfrm>
              <a:off x="1443" y="2834"/>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5</a:t>
              </a:r>
            </a:p>
          </p:txBody>
        </p:sp>
        <p:sp>
          <p:nvSpPr>
            <p:cNvPr id="26667" name="Text Box 35"/>
            <p:cNvSpPr txBox="1">
              <a:spLocks noChangeArrowheads="1"/>
            </p:cNvSpPr>
            <p:nvPr/>
          </p:nvSpPr>
          <p:spPr bwMode="auto">
            <a:xfrm>
              <a:off x="1244" y="2399"/>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6</a:t>
              </a:r>
            </a:p>
          </p:txBody>
        </p:sp>
        <p:sp>
          <p:nvSpPr>
            <p:cNvPr id="26668" name="Text Box 36"/>
            <p:cNvSpPr txBox="1">
              <a:spLocks noChangeArrowheads="1"/>
            </p:cNvSpPr>
            <p:nvPr/>
          </p:nvSpPr>
          <p:spPr bwMode="auto">
            <a:xfrm>
              <a:off x="566" y="2516"/>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1</a:t>
              </a:r>
            </a:p>
          </p:txBody>
        </p:sp>
        <p:sp>
          <p:nvSpPr>
            <p:cNvPr id="26669" name="Text Box 37"/>
            <p:cNvSpPr txBox="1">
              <a:spLocks noChangeArrowheads="1"/>
            </p:cNvSpPr>
            <p:nvPr/>
          </p:nvSpPr>
          <p:spPr bwMode="auto">
            <a:xfrm>
              <a:off x="548" y="1997"/>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400">
                  <a:solidFill>
                    <a:schemeClr val="hlink"/>
                  </a:solidFill>
                  <a:latin typeface="Arial" pitchFamily="34" charset="0"/>
                  <a:ea typeface="黑体" pitchFamily="49" charset="-122"/>
                </a:rPr>
                <a:t>3</a:t>
              </a:r>
            </a:p>
          </p:txBody>
        </p:sp>
      </p:grpSp>
      <p:sp>
        <p:nvSpPr>
          <p:cNvPr id="140326" name="Rectangle 38"/>
          <p:cNvSpPr>
            <a:spLocks noChangeArrowheads="1"/>
          </p:cNvSpPr>
          <p:nvPr/>
        </p:nvSpPr>
        <p:spPr bwMode="auto">
          <a:xfrm>
            <a:off x="76200" y="1676400"/>
            <a:ext cx="2911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accent1"/>
                </a:solidFill>
                <a:latin typeface="Arial" pitchFamily="34" charset="0"/>
              </a:rPr>
              <a:t>以有向网为例：</a:t>
            </a:r>
          </a:p>
        </p:txBody>
      </p:sp>
      <p:sp>
        <p:nvSpPr>
          <p:cNvPr id="140327" name="Text Box 39"/>
          <p:cNvSpPr txBox="1">
            <a:spLocks noChangeArrowheads="1"/>
          </p:cNvSpPr>
          <p:nvPr/>
        </p:nvSpPr>
        <p:spPr bwMode="auto">
          <a:xfrm>
            <a:off x="4211638" y="2276475"/>
            <a:ext cx="21812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2"/>
                </a:solidFill>
                <a:latin typeface="Arial" pitchFamily="34" charset="0"/>
                <a:ea typeface="黑体" pitchFamily="49" charset="-122"/>
              </a:rPr>
              <a:t>邻接矩阵：</a:t>
            </a:r>
          </a:p>
        </p:txBody>
      </p:sp>
      <p:sp>
        <p:nvSpPr>
          <p:cNvPr id="140328" name="AutoShape 40"/>
          <p:cNvSpPr>
            <a:spLocks/>
          </p:cNvSpPr>
          <p:nvPr/>
        </p:nvSpPr>
        <p:spPr bwMode="auto">
          <a:xfrm>
            <a:off x="5943600" y="2362200"/>
            <a:ext cx="76200" cy="2103438"/>
          </a:xfrm>
          <a:prstGeom prst="leftBracket">
            <a:avLst>
              <a:gd name="adj" fmla="val 230035"/>
            </a:avLst>
          </a:prstGeom>
          <a:noFill/>
          <a:ln w="38100">
            <a:solidFill>
              <a:srgbClr val="BADE7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140329" name="AutoShape 41"/>
          <p:cNvSpPr>
            <a:spLocks/>
          </p:cNvSpPr>
          <p:nvPr/>
        </p:nvSpPr>
        <p:spPr bwMode="auto">
          <a:xfrm>
            <a:off x="8534400" y="2362200"/>
            <a:ext cx="152400" cy="2209800"/>
          </a:xfrm>
          <a:prstGeom prst="rightBracket">
            <a:avLst>
              <a:gd name="adj" fmla="val 120833"/>
            </a:avLst>
          </a:prstGeom>
          <a:noFill/>
          <a:ln w="38100">
            <a:solidFill>
              <a:srgbClr val="BADE7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endParaRPr lang="zh-CN" altLang="en-US" sz="1800">
              <a:latin typeface="Arial" pitchFamily="34" charset="0"/>
            </a:endParaRPr>
          </a:p>
        </p:txBody>
      </p:sp>
      <p:sp>
        <p:nvSpPr>
          <p:cNvPr id="140330" name="Rectangle 42"/>
          <p:cNvSpPr>
            <a:spLocks noChangeArrowheads="1"/>
          </p:cNvSpPr>
          <p:nvPr/>
        </p:nvSpPr>
        <p:spPr bwMode="auto">
          <a:xfrm>
            <a:off x="6096000" y="2438400"/>
            <a:ext cx="2667000"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r>
              <a:rPr lang="zh-CN" altLang="en-US" sz="2000" baseline="-6000">
                <a:solidFill>
                  <a:srgbClr val="C64BD3"/>
                </a:solidFill>
                <a:latin typeface="Arial" pitchFamily="34" charset="0"/>
                <a:ea typeface="黑体" pitchFamily="49" charset="-122"/>
              </a:rPr>
              <a:t> </a:t>
            </a:r>
            <a:r>
              <a:rPr lang="zh-CN" altLang="en-US" sz="2400">
                <a:latin typeface="Arial" pitchFamily="34" charset="0"/>
                <a:ea typeface="黑体" pitchFamily="49" charset="-122"/>
              </a:rPr>
              <a:t>∞ ∞</a:t>
            </a:r>
            <a:r>
              <a:rPr lang="zh-CN" altLang="en-US" sz="2000">
                <a:solidFill>
                  <a:schemeClr val="accent1"/>
                </a:solidFill>
                <a:latin typeface="Arial" pitchFamily="34" charset="0"/>
                <a:ea typeface="黑体" pitchFamily="49" charset="-122"/>
              </a:rPr>
              <a:t> </a:t>
            </a: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p>
          <a:p>
            <a:pPr eaLnBrk="1" hangingPunct="1">
              <a:spcBef>
                <a:spcPct val="0"/>
              </a:spcBef>
              <a:buClrTx/>
              <a:buSzTx/>
              <a:buFontTx/>
              <a:buNone/>
            </a:pP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r>
              <a:rPr lang="zh-CN" altLang="en-US" sz="2000" baseline="-6000">
                <a:solidFill>
                  <a:srgbClr val="C64BD3"/>
                </a:solidFill>
                <a:latin typeface="Arial" pitchFamily="34" charset="0"/>
                <a:ea typeface="黑体" pitchFamily="49" charset="-122"/>
              </a:rPr>
              <a:t> </a:t>
            </a:r>
            <a:r>
              <a:rPr lang="zh-CN" altLang="en-US" sz="2400">
                <a:latin typeface="Arial" pitchFamily="34" charset="0"/>
                <a:ea typeface="黑体" pitchFamily="49" charset="-122"/>
              </a:rPr>
              <a:t>∞ ∞</a:t>
            </a:r>
            <a:r>
              <a:rPr lang="zh-CN" altLang="en-US" sz="2000">
                <a:solidFill>
                  <a:schemeClr val="accent1"/>
                </a:solidFill>
                <a:latin typeface="Arial" pitchFamily="34" charset="0"/>
                <a:ea typeface="黑体" pitchFamily="49" charset="-122"/>
              </a:rPr>
              <a:t> </a:t>
            </a: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p>
          <a:p>
            <a:pPr eaLnBrk="1" hangingPunct="1">
              <a:spcBef>
                <a:spcPct val="0"/>
              </a:spcBef>
              <a:buClrTx/>
              <a:buSzTx/>
              <a:buFontTx/>
              <a:buNone/>
            </a:pP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r>
              <a:rPr lang="zh-CN" altLang="en-US" sz="2000" baseline="-6000">
                <a:solidFill>
                  <a:srgbClr val="C64BD3"/>
                </a:solidFill>
                <a:latin typeface="Arial" pitchFamily="34" charset="0"/>
                <a:ea typeface="黑体" pitchFamily="49" charset="-122"/>
              </a:rPr>
              <a:t> </a:t>
            </a:r>
            <a:r>
              <a:rPr lang="zh-CN" altLang="en-US" sz="2400">
                <a:latin typeface="Arial" pitchFamily="34" charset="0"/>
                <a:ea typeface="黑体" pitchFamily="49" charset="-122"/>
              </a:rPr>
              <a:t>∞ ∞</a:t>
            </a:r>
            <a:r>
              <a:rPr lang="zh-CN" altLang="en-US" sz="2000">
                <a:solidFill>
                  <a:schemeClr val="accent1"/>
                </a:solidFill>
                <a:latin typeface="Arial" pitchFamily="34" charset="0"/>
                <a:ea typeface="黑体" pitchFamily="49" charset="-122"/>
              </a:rPr>
              <a:t> </a:t>
            </a: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endParaRPr lang="zh-CN" altLang="en-US" sz="2400">
              <a:solidFill>
                <a:schemeClr val="accent1"/>
              </a:solidFill>
              <a:latin typeface="Arial" pitchFamily="34" charset="0"/>
              <a:ea typeface="黑体" pitchFamily="49" charset="-122"/>
            </a:endParaRPr>
          </a:p>
          <a:p>
            <a:pPr eaLnBrk="1" hangingPunct="1">
              <a:spcBef>
                <a:spcPct val="0"/>
              </a:spcBef>
              <a:buClrTx/>
              <a:buSzTx/>
              <a:buFontTx/>
              <a:buNone/>
            </a:pP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r>
              <a:rPr lang="zh-CN" altLang="en-US" sz="2000" baseline="-6000">
                <a:solidFill>
                  <a:srgbClr val="C64BD3"/>
                </a:solidFill>
                <a:latin typeface="Arial" pitchFamily="34" charset="0"/>
                <a:ea typeface="黑体" pitchFamily="49" charset="-122"/>
              </a:rPr>
              <a:t> </a:t>
            </a:r>
            <a:r>
              <a:rPr lang="zh-CN" altLang="en-US" sz="2400">
                <a:latin typeface="Arial" pitchFamily="34" charset="0"/>
                <a:ea typeface="黑体" pitchFamily="49" charset="-122"/>
              </a:rPr>
              <a:t>∞ ∞</a:t>
            </a:r>
            <a:r>
              <a:rPr lang="zh-CN" altLang="en-US" sz="2000">
                <a:solidFill>
                  <a:schemeClr val="accent1"/>
                </a:solidFill>
                <a:latin typeface="Arial" pitchFamily="34" charset="0"/>
                <a:ea typeface="黑体" pitchFamily="49" charset="-122"/>
              </a:rPr>
              <a:t> </a:t>
            </a: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endParaRPr lang="zh-CN" altLang="en-US" sz="2400">
              <a:solidFill>
                <a:schemeClr val="accent1"/>
              </a:solidFill>
              <a:latin typeface="Arial" pitchFamily="34" charset="0"/>
              <a:ea typeface="黑体" pitchFamily="49" charset="-122"/>
            </a:endParaRPr>
          </a:p>
          <a:p>
            <a:pPr eaLnBrk="1" hangingPunct="1">
              <a:spcBef>
                <a:spcPct val="0"/>
              </a:spcBef>
              <a:buClrTx/>
              <a:buSzTx/>
              <a:buFontTx/>
              <a:buNone/>
            </a:pP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r>
              <a:rPr lang="zh-CN" altLang="en-US" sz="2000" baseline="-6000">
                <a:solidFill>
                  <a:srgbClr val="C64BD3"/>
                </a:solidFill>
                <a:latin typeface="Arial" pitchFamily="34" charset="0"/>
                <a:ea typeface="黑体" pitchFamily="49" charset="-122"/>
              </a:rPr>
              <a:t> </a:t>
            </a:r>
            <a:r>
              <a:rPr lang="zh-CN" altLang="en-US" sz="2400">
                <a:latin typeface="Arial" pitchFamily="34" charset="0"/>
                <a:ea typeface="黑体" pitchFamily="49" charset="-122"/>
              </a:rPr>
              <a:t>∞ ∞</a:t>
            </a:r>
            <a:r>
              <a:rPr lang="zh-CN" altLang="en-US" sz="2000">
                <a:solidFill>
                  <a:schemeClr val="accent1"/>
                </a:solidFill>
                <a:latin typeface="Arial" pitchFamily="34" charset="0"/>
                <a:ea typeface="黑体" pitchFamily="49" charset="-122"/>
              </a:rPr>
              <a:t> </a:t>
            </a: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p>
          <a:p>
            <a:pPr eaLnBrk="1" hangingPunct="1">
              <a:spcBef>
                <a:spcPct val="0"/>
              </a:spcBef>
              <a:buClrTx/>
              <a:buSzTx/>
              <a:buFontTx/>
              <a:buNone/>
            </a:pP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r>
              <a:rPr lang="zh-CN" altLang="en-US" sz="2000" baseline="-6000">
                <a:solidFill>
                  <a:srgbClr val="C64BD3"/>
                </a:solidFill>
                <a:latin typeface="Arial" pitchFamily="34" charset="0"/>
                <a:ea typeface="黑体" pitchFamily="49" charset="-122"/>
              </a:rPr>
              <a:t> </a:t>
            </a:r>
            <a:r>
              <a:rPr lang="zh-CN" altLang="en-US" sz="2400">
                <a:latin typeface="Arial" pitchFamily="34" charset="0"/>
                <a:ea typeface="黑体" pitchFamily="49" charset="-122"/>
              </a:rPr>
              <a:t>∞ ∞</a:t>
            </a:r>
            <a:r>
              <a:rPr lang="zh-CN" altLang="en-US" sz="2000">
                <a:solidFill>
                  <a:schemeClr val="accent1"/>
                </a:solidFill>
                <a:latin typeface="Arial" pitchFamily="34" charset="0"/>
                <a:ea typeface="黑体" pitchFamily="49" charset="-122"/>
              </a:rPr>
              <a:t> </a:t>
            </a: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zh-CN" altLang="en-US" sz="2400">
                <a:latin typeface="Arial" pitchFamily="34" charset="0"/>
                <a:ea typeface="黑体" pitchFamily="49" charset="-122"/>
              </a:rPr>
              <a:t>∞</a:t>
            </a:r>
          </a:p>
        </p:txBody>
      </p:sp>
      <p:sp>
        <p:nvSpPr>
          <p:cNvPr id="140331" name="Text Box 43"/>
          <p:cNvSpPr txBox="1">
            <a:spLocks noChangeArrowheads="1"/>
          </p:cNvSpPr>
          <p:nvPr/>
        </p:nvSpPr>
        <p:spPr bwMode="auto">
          <a:xfrm>
            <a:off x="4419600" y="2743200"/>
            <a:ext cx="1600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en-US" altLang="zh-CN" sz="2800">
                <a:latin typeface="Arial" pitchFamily="34" charset="0"/>
                <a:ea typeface="黑体" pitchFamily="49" charset="-122"/>
              </a:rPr>
              <a:t>N</a:t>
            </a:r>
            <a:r>
              <a:rPr lang="en-US" altLang="zh-CN" sz="2800" i="1">
                <a:latin typeface="Arial" pitchFamily="34" charset="0"/>
                <a:ea typeface="黑体" pitchFamily="49" charset="-122"/>
              </a:rPr>
              <a:t>.Edge =</a:t>
            </a:r>
          </a:p>
        </p:txBody>
      </p:sp>
      <p:sp>
        <p:nvSpPr>
          <p:cNvPr id="140332" name="Rectangle 44"/>
          <p:cNvSpPr>
            <a:spLocks noChangeArrowheads="1"/>
          </p:cNvSpPr>
          <p:nvPr/>
        </p:nvSpPr>
        <p:spPr bwMode="auto">
          <a:xfrm>
            <a:off x="5943600" y="1905000"/>
            <a:ext cx="26670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solidFill>
                  <a:schemeClr val="accent2"/>
                </a:solidFill>
                <a:latin typeface="Arial" pitchFamily="34" charset="0"/>
                <a:ea typeface="黑体" pitchFamily="49" charset="-122"/>
              </a:rPr>
              <a:t>(   v1  v2</a:t>
            </a:r>
            <a:r>
              <a:rPr lang="en-US" altLang="zh-CN" sz="2000" baseline="-6000">
                <a:solidFill>
                  <a:schemeClr val="accent2"/>
                </a:solidFill>
                <a:latin typeface="Arial" pitchFamily="34" charset="0"/>
                <a:ea typeface="黑体" pitchFamily="49" charset="-122"/>
              </a:rPr>
              <a:t>    </a:t>
            </a:r>
            <a:r>
              <a:rPr lang="en-US" altLang="zh-CN" sz="2000">
                <a:solidFill>
                  <a:schemeClr val="accent2"/>
                </a:solidFill>
                <a:latin typeface="Arial" pitchFamily="34" charset="0"/>
                <a:ea typeface="黑体" pitchFamily="49" charset="-122"/>
              </a:rPr>
              <a:t>v3  v4  v5  v6  )</a:t>
            </a:r>
          </a:p>
        </p:txBody>
      </p:sp>
      <p:sp>
        <p:nvSpPr>
          <p:cNvPr id="140334" name="Rectangle 46"/>
          <p:cNvSpPr>
            <a:spLocks noChangeArrowheads="1"/>
          </p:cNvSpPr>
          <p:nvPr/>
        </p:nvSpPr>
        <p:spPr bwMode="auto">
          <a:xfrm>
            <a:off x="0" y="4648200"/>
            <a:ext cx="2647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1"/>
                </a:solidFill>
                <a:latin typeface="Arial" pitchFamily="34" charset="0"/>
                <a:ea typeface="黑体" pitchFamily="49" charset="-122"/>
              </a:rPr>
              <a:t>邻接矩阵法</a:t>
            </a:r>
            <a:r>
              <a:rPr lang="zh-CN" altLang="en-US" sz="2400">
                <a:solidFill>
                  <a:schemeClr val="accent1"/>
                </a:solidFill>
                <a:latin typeface="黑体" pitchFamily="49" charset="-122"/>
                <a:ea typeface="黑体" pitchFamily="49" charset="-122"/>
              </a:rPr>
              <a:t>优点：</a:t>
            </a:r>
          </a:p>
        </p:txBody>
      </p:sp>
      <p:sp>
        <p:nvSpPr>
          <p:cNvPr id="140335" name="Rectangle 47"/>
          <p:cNvSpPr>
            <a:spLocks noChangeArrowheads="1"/>
          </p:cNvSpPr>
          <p:nvPr/>
        </p:nvSpPr>
        <p:spPr bwMode="auto">
          <a:xfrm>
            <a:off x="0" y="5486400"/>
            <a:ext cx="2647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1"/>
                </a:solidFill>
                <a:latin typeface="Arial" pitchFamily="34" charset="0"/>
                <a:ea typeface="黑体" pitchFamily="49" charset="-122"/>
              </a:rPr>
              <a:t>邻接矩阵法</a:t>
            </a:r>
            <a:r>
              <a:rPr lang="zh-CN" altLang="en-US" sz="2400">
                <a:solidFill>
                  <a:schemeClr val="accent1"/>
                </a:solidFill>
                <a:latin typeface="黑体" pitchFamily="49" charset="-122"/>
                <a:ea typeface="黑体" pitchFamily="49" charset="-122"/>
              </a:rPr>
              <a:t>缺点：</a:t>
            </a:r>
          </a:p>
        </p:txBody>
      </p:sp>
      <p:sp>
        <p:nvSpPr>
          <p:cNvPr id="140336" name="Rectangle 48"/>
          <p:cNvSpPr>
            <a:spLocks noChangeArrowheads="1"/>
          </p:cNvSpPr>
          <p:nvPr/>
        </p:nvSpPr>
        <p:spPr bwMode="auto">
          <a:xfrm>
            <a:off x="4495800" y="1905000"/>
            <a:ext cx="1403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2"/>
                </a:solidFill>
                <a:latin typeface="Arial" pitchFamily="34" charset="0"/>
                <a:ea typeface="黑体" pitchFamily="49" charset="-122"/>
              </a:rPr>
              <a:t>顶点表：</a:t>
            </a:r>
          </a:p>
        </p:txBody>
      </p:sp>
      <p:sp>
        <p:nvSpPr>
          <p:cNvPr id="140337" name="Rectangle 49"/>
          <p:cNvSpPr>
            <a:spLocks noChangeArrowheads="1"/>
          </p:cNvSpPr>
          <p:nvPr/>
        </p:nvSpPr>
        <p:spPr bwMode="auto">
          <a:xfrm>
            <a:off x="6019800" y="2438400"/>
            <a:ext cx="2819400"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latin typeface="Arial" pitchFamily="34" charset="0"/>
                <a:ea typeface="黑体" pitchFamily="49" charset="-122"/>
              </a:rPr>
              <a:t>   </a:t>
            </a:r>
            <a:r>
              <a:rPr lang="zh-CN" altLang="en-US"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5</a:t>
            </a:r>
            <a:r>
              <a:rPr lang="en-US" altLang="zh-CN" sz="2000" baseline="-6000">
                <a:solidFill>
                  <a:srgbClr val="C64BD3"/>
                </a:solidFill>
                <a:latin typeface="Arial" pitchFamily="34" charset="0"/>
                <a:ea typeface="黑体" pitchFamily="49" charset="-122"/>
              </a:rPr>
              <a:t>    </a:t>
            </a:r>
            <a:r>
              <a:rPr lang="en-US" altLang="zh-CN" sz="2400">
                <a:latin typeface="Arial" pitchFamily="34" charset="0"/>
                <a:ea typeface="黑体" pitchFamily="49" charset="-122"/>
              </a:rPr>
              <a:t>    </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7</a:t>
            </a:r>
            <a:r>
              <a:rPr lang="en-US" altLang="zh-CN" sz="2000">
                <a:solidFill>
                  <a:schemeClr val="accent1"/>
                </a:solidFill>
                <a:latin typeface="Arial" pitchFamily="34" charset="0"/>
                <a:ea typeface="黑体" pitchFamily="49" charset="-122"/>
              </a:rPr>
              <a:t>   </a:t>
            </a:r>
            <a:r>
              <a:rPr lang="en-US" altLang="zh-CN" sz="2400">
                <a:latin typeface="Arial" pitchFamily="34" charset="0"/>
                <a:ea typeface="黑体" pitchFamily="49" charset="-122"/>
              </a:rPr>
              <a:t>       </a:t>
            </a:r>
          </a:p>
          <a:p>
            <a:pPr eaLnBrk="1" hangingPunct="1">
              <a:spcBef>
                <a:spcPct val="0"/>
              </a:spcBef>
              <a:buClrTx/>
              <a:buSzTx/>
              <a:buFontTx/>
              <a:buNone/>
            </a:pPr>
            <a:r>
              <a:rPr lang="en-US" altLang="zh-CN" sz="2400">
                <a:latin typeface="Arial" pitchFamily="34" charset="0"/>
                <a:ea typeface="黑体" pitchFamily="49" charset="-122"/>
              </a:rPr>
              <a:t>      </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accent1"/>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4</a:t>
            </a:r>
            <a:r>
              <a:rPr lang="en-US" altLang="zh-CN" sz="2000" baseline="-6000">
                <a:solidFill>
                  <a:srgbClr val="C64BD3"/>
                </a:solidFill>
                <a:latin typeface="Arial" pitchFamily="34" charset="0"/>
                <a:ea typeface="黑体" pitchFamily="49" charset="-122"/>
              </a:rPr>
              <a:t>    </a:t>
            </a:r>
            <a:r>
              <a:rPr lang="en-US" altLang="zh-CN" sz="2400">
                <a:latin typeface="Arial" pitchFamily="34" charset="0"/>
                <a:ea typeface="黑体" pitchFamily="49" charset="-122"/>
              </a:rPr>
              <a:t> </a:t>
            </a:r>
          </a:p>
          <a:p>
            <a:pPr eaLnBrk="1" hangingPunct="1">
              <a:spcBef>
                <a:spcPct val="0"/>
              </a:spcBef>
              <a:buClrTx/>
              <a:buSzTx/>
              <a:buFontTx/>
              <a:buNone/>
            </a:pPr>
            <a:r>
              <a:rPr lang="en-US" altLang="zh-CN" sz="2400">
                <a:solidFill>
                  <a:schemeClr val="accent1"/>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8</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                 </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9</a:t>
            </a:r>
          </a:p>
          <a:p>
            <a:pPr eaLnBrk="1" hangingPunct="1">
              <a:spcBef>
                <a:spcPct val="0"/>
              </a:spcBef>
              <a:buClrTx/>
              <a:buSzTx/>
              <a:buFontTx/>
              <a:buNone/>
            </a:pPr>
            <a:r>
              <a:rPr lang="en-US" altLang="zh-CN" sz="2400">
                <a:latin typeface="Arial" pitchFamily="34" charset="0"/>
                <a:ea typeface="黑体" pitchFamily="49" charset="-122"/>
              </a:rPr>
              <a:t>          </a:t>
            </a:r>
            <a:r>
              <a:rPr lang="en-US" altLang="zh-CN" sz="2000" baseline="-6000">
                <a:solidFill>
                  <a:srgbClr val="C64BD3"/>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5 </a:t>
            </a:r>
            <a:r>
              <a:rPr lang="en-US" altLang="zh-CN" sz="2400">
                <a:latin typeface="Arial" pitchFamily="34" charset="0"/>
                <a:ea typeface="黑体" pitchFamily="49" charset="-122"/>
              </a:rPr>
              <a:t>          </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6</a:t>
            </a:r>
          </a:p>
          <a:p>
            <a:pPr eaLnBrk="1" hangingPunct="1">
              <a:spcBef>
                <a:spcPct val="0"/>
              </a:spcBef>
              <a:buClrTx/>
              <a:buSzTx/>
              <a:buFontTx/>
              <a:buNone/>
            </a:pPr>
            <a:r>
              <a:rPr lang="en-US" altLang="zh-CN" sz="2400">
                <a:latin typeface="Arial" pitchFamily="34" charset="0"/>
                <a:ea typeface="黑体" pitchFamily="49" charset="-122"/>
              </a:rPr>
              <a:t>           </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5</a:t>
            </a:r>
            <a:r>
              <a:rPr lang="en-US" altLang="zh-CN" sz="2000">
                <a:solidFill>
                  <a:schemeClr val="accent1"/>
                </a:solidFill>
                <a:latin typeface="Arial" pitchFamily="34" charset="0"/>
                <a:ea typeface="黑体" pitchFamily="49" charset="-122"/>
              </a:rPr>
              <a:t>  </a:t>
            </a:r>
            <a:r>
              <a:rPr lang="en-US" altLang="zh-CN" sz="2400">
                <a:latin typeface="Arial" pitchFamily="34" charset="0"/>
                <a:ea typeface="黑体" pitchFamily="49" charset="-122"/>
              </a:rPr>
              <a:t> </a:t>
            </a:r>
          </a:p>
          <a:p>
            <a:pPr eaLnBrk="1" hangingPunct="1">
              <a:spcBef>
                <a:spcPct val="0"/>
              </a:spcBef>
              <a:buClrTx/>
              <a:buSzTx/>
              <a:buFontTx/>
              <a:buNone/>
            </a:pPr>
            <a:r>
              <a:rPr lang="en-US" altLang="zh-CN" sz="2400">
                <a:solidFill>
                  <a:schemeClr val="accent1"/>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3</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1</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 </a:t>
            </a:r>
          </a:p>
        </p:txBody>
      </p:sp>
      <p:sp>
        <p:nvSpPr>
          <p:cNvPr id="140338" name="Rectangle 50"/>
          <p:cNvSpPr>
            <a:spLocks noChangeArrowheads="1"/>
          </p:cNvSpPr>
          <p:nvPr/>
        </p:nvSpPr>
        <p:spPr bwMode="auto">
          <a:xfrm>
            <a:off x="6019800" y="2438400"/>
            <a:ext cx="2667000" cy="2057400"/>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latin typeface="Arial" pitchFamily="34" charset="0"/>
                <a:ea typeface="黑体" pitchFamily="49" charset="-122"/>
              </a:rPr>
              <a:t>∞</a:t>
            </a:r>
            <a:r>
              <a:rPr lang="zh-CN" altLang="en-US"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5</a:t>
            </a:r>
            <a:r>
              <a:rPr lang="en-US" altLang="zh-CN" sz="2000" baseline="-6000">
                <a:solidFill>
                  <a:srgbClr val="C64BD3"/>
                </a:solidFill>
                <a:latin typeface="Arial" pitchFamily="34" charset="0"/>
                <a:ea typeface="黑体" pitchFamily="49" charset="-122"/>
              </a:rPr>
              <a:t>      </a:t>
            </a:r>
            <a:r>
              <a:rPr lang="en-US" altLang="zh-CN" sz="2400">
                <a:latin typeface="Arial" pitchFamily="34" charset="0"/>
                <a:ea typeface="黑体" pitchFamily="49" charset="-122"/>
              </a:rPr>
              <a:t>∞ </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7</a:t>
            </a:r>
            <a:r>
              <a:rPr lang="en-US" altLang="zh-CN" sz="2000">
                <a:solidFill>
                  <a:schemeClr val="accent1"/>
                </a:solidFill>
                <a:latin typeface="Arial" pitchFamily="34" charset="0"/>
                <a:ea typeface="黑体" pitchFamily="49" charset="-122"/>
              </a:rPr>
              <a:t>    </a:t>
            </a: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p>
          <a:p>
            <a:pPr eaLnBrk="1" hangingPunct="1">
              <a:spcBef>
                <a:spcPct val="0"/>
              </a:spcBef>
              <a:buClrTx/>
              <a:buSzTx/>
              <a:buFontTx/>
              <a:buNone/>
            </a:pP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accent1"/>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4</a:t>
            </a:r>
            <a:r>
              <a:rPr lang="en-US" altLang="zh-CN" sz="2000" baseline="-6000">
                <a:solidFill>
                  <a:srgbClr val="C64BD3"/>
                </a:solidFill>
                <a:latin typeface="Arial" pitchFamily="34" charset="0"/>
                <a:ea typeface="黑体" pitchFamily="49" charset="-122"/>
              </a:rPr>
              <a:t>     </a:t>
            </a:r>
            <a:r>
              <a:rPr lang="en-US" altLang="zh-CN" sz="2400">
                <a:latin typeface="Arial" pitchFamily="34" charset="0"/>
                <a:ea typeface="黑体" pitchFamily="49" charset="-122"/>
              </a:rPr>
              <a:t>∞</a:t>
            </a:r>
            <a:r>
              <a:rPr lang="en-US" altLang="zh-CN" sz="2000">
                <a:solidFill>
                  <a:schemeClr val="accent1"/>
                </a:solidFill>
                <a:latin typeface="Arial" pitchFamily="34" charset="0"/>
                <a:ea typeface="黑体" pitchFamily="49" charset="-122"/>
              </a:rPr>
              <a:t>  </a:t>
            </a: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p>
          <a:p>
            <a:pPr eaLnBrk="1" hangingPunct="1">
              <a:spcBef>
                <a:spcPct val="0"/>
              </a:spcBef>
              <a:buClrTx/>
              <a:buSzTx/>
              <a:buFontTx/>
              <a:buNone/>
            </a:pPr>
            <a:r>
              <a:rPr lang="en-US" altLang="zh-CN" sz="2400">
                <a:solidFill>
                  <a:schemeClr val="accent1"/>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8</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r>
              <a:rPr lang="en-US" altLang="zh-CN" sz="2000" baseline="-6000">
                <a:solidFill>
                  <a:srgbClr val="C64BD3"/>
                </a:solidFill>
                <a:latin typeface="Arial" pitchFamily="34" charset="0"/>
                <a:ea typeface="黑体" pitchFamily="49" charset="-122"/>
              </a:rPr>
              <a:t>   </a:t>
            </a:r>
            <a:r>
              <a:rPr lang="en-US" altLang="zh-CN" sz="2400">
                <a:latin typeface="Arial" pitchFamily="34" charset="0"/>
                <a:ea typeface="黑体" pitchFamily="49" charset="-122"/>
              </a:rPr>
              <a:t>∞  ∞</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9</a:t>
            </a:r>
          </a:p>
          <a:p>
            <a:pPr eaLnBrk="1" hangingPunct="1">
              <a:spcBef>
                <a:spcPct val="0"/>
              </a:spcBef>
              <a:buClrTx/>
              <a:buSzTx/>
              <a:buFontTx/>
              <a:buNone/>
            </a:pP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r>
              <a:rPr lang="en-US" altLang="zh-CN" sz="2000" baseline="-6000">
                <a:solidFill>
                  <a:srgbClr val="C64BD3"/>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 5 </a:t>
            </a:r>
            <a:r>
              <a:rPr lang="en-US" altLang="zh-CN" sz="24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  </a:t>
            </a: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6</a:t>
            </a:r>
          </a:p>
          <a:p>
            <a:pPr eaLnBrk="1" hangingPunct="1">
              <a:spcBef>
                <a:spcPct val="0"/>
              </a:spcBef>
              <a:buClrTx/>
              <a:buSzTx/>
              <a:buFontTx/>
              <a:buNone/>
            </a:pP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r>
              <a:rPr lang="en-US" altLang="zh-CN" sz="2000" baseline="-6000">
                <a:solidFill>
                  <a:srgbClr val="C64BD3"/>
                </a:solidFill>
                <a:latin typeface="Arial" pitchFamily="34" charset="0"/>
                <a:ea typeface="黑体" pitchFamily="49" charset="-122"/>
              </a:rPr>
              <a:t>   </a:t>
            </a:r>
            <a:r>
              <a:rPr lang="en-US" altLang="zh-CN" sz="2400">
                <a:latin typeface="Arial" pitchFamily="34" charset="0"/>
                <a:ea typeface="黑体" pitchFamily="49" charset="-122"/>
              </a:rPr>
              <a:t>∞ </a:t>
            </a:r>
            <a:r>
              <a:rPr lang="en-US" altLang="zh-CN" sz="2000">
                <a:solidFill>
                  <a:srgbClr val="CDE5F3"/>
                </a:solidFill>
                <a:latin typeface="Arial" pitchFamily="34" charset="0"/>
                <a:ea typeface="黑体" pitchFamily="49" charset="-122"/>
                <a:sym typeface="Symbol" pitchFamily="18" charset="2"/>
              </a:rPr>
              <a:t>  </a:t>
            </a:r>
            <a:r>
              <a:rPr lang="en-US" altLang="zh-CN" sz="2000">
                <a:solidFill>
                  <a:schemeClr val="hlink"/>
                </a:solidFill>
                <a:latin typeface="Arial" pitchFamily="34" charset="0"/>
                <a:ea typeface="黑体" pitchFamily="49" charset="-122"/>
              </a:rPr>
              <a:t>5</a:t>
            </a:r>
            <a:r>
              <a:rPr lang="en-US" altLang="zh-CN" sz="2000">
                <a:solidFill>
                  <a:schemeClr val="accent1"/>
                </a:solidFill>
                <a:latin typeface="Arial" pitchFamily="34" charset="0"/>
                <a:ea typeface="黑体" pitchFamily="49" charset="-122"/>
              </a:rPr>
              <a:t>   </a:t>
            </a:r>
            <a:r>
              <a:rPr lang="en-US" altLang="zh-CN" sz="2400">
                <a:latin typeface="Arial" pitchFamily="34" charset="0"/>
                <a:ea typeface="黑体" pitchFamily="49" charset="-122"/>
              </a:rPr>
              <a:t>∞</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p>
          <a:p>
            <a:pPr eaLnBrk="1" hangingPunct="1">
              <a:spcBef>
                <a:spcPct val="0"/>
              </a:spcBef>
              <a:buClrTx/>
              <a:buSzTx/>
              <a:buFontTx/>
              <a:buNone/>
            </a:pPr>
            <a:r>
              <a:rPr lang="en-US" altLang="zh-CN" sz="2400">
                <a:solidFill>
                  <a:schemeClr val="accent1"/>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3</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r>
              <a:rPr lang="en-US" altLang="zh-CN" sz="2000" baseline="-6000">
                <a:solidFill>
                  <a:srgbClr val="C64BD3"/>
                </a:solidFill>
                <a:latin typeface="Arial" pitchFamily="34" charset="0"/>
                <a:ea typeface="黑体" pitchFamily="49" charset="-122"/>
              </a:rPr>
              <a:t>   </a:t>
            </a:r>
            <a:r>
              <a:rPr lang="en-US" altLang="zh-CN" sz="2400">
                <a:latin typeface="Arial" pitchFamily="34" charset="0"/>
                <a:ea typeface="黑体" pitchFamily="49" charset="-122"/>
              </a:rPr>
              <a:t>∞  ∞</a:t>
            </a:r>
            <a:r>
              <a:rPr lang="en-US" altLang="zh-CN" sz="2000">
                <a:solidFill>
                  <a:schemeClr val="accent1"/>
                </a:solidFill>
                <a:latin typeface="Arial" pitchFamily="34" charset="0"/>
                <a:ea typeface="黑体" pitchFamily="49" charset="-122"/>
              </a:rPr>
              <a:t>  </a:t>
            </a:r>
            <a:r>
              <a:rPr lang="en-US" altLang="zh-CN" sz="2000">
                <a:solidFill>
                  <a:schemeClr val="hlink"/>
                </a:solidFill>
                <a:latin typeface="Arial" pitchFamily="34" charset="0"/>
                <a:ea typeface="黑体" pitchFamily="49" charset="-122"/>
              </a:rPr>
              <a:t>1</a:t>
            </a:r>
            <a:r>
              <a:rPr lang="en-US" altLang="zh-CN" sz="2000">
                <a:solidFill>
                  <a:srgbClr val="CDE5F3"/>
                </a:solidFill>
                <a:latin typeface="Arial" pitchFamily="34" charset="0"/>
                <a:ea typeface="黑体" pitchFamily="49" charset="-122"/>
                <a:sym typeface="Symbol" pitchFamily="18" charset="2"/>
              </a:rPr>
              <a:t>    </a:t>
            </a:r>
            <a:r>
              <a:rPr lang="en-US" altLang="zh-CN" sz="2400">
                <a:latin typeface="Arial" pitchFamily="34" charset="0"/>
                <a:ea typeface="黑体" pitchFamily="49" charset="-122"/>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14029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140292"/>
                                        </p:tgtEl>
                                        <p:attrNameLst>
                                          <p:attrName>style.visibility</p:attrName>
                                        </p:attrNameLst>
                                      </p:cBhvr>
                                      <p:to>
                                        <p:strVal val="visible"/>
                                      </p:to>
                                    </p:set>
                                    <p:animEffect transition="in" filter="wipe(left)">
                                      <p:cBhvr>
                                        <p:cTn id="11" dur="500"/>
                                        <p:tgtEl>
                                          <p:spTgt spid="140292"/>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40326"/>
                                        </p:tgtEl>
                                        <p:attrNameLst>
                                          <p:attrName>style.visibility</p:attrName>
                                        </p:attrNameLst>
                                      </p:cBhvr>
                                      <p:to>
                                        <p:strVal val="visible"/>
                                      </p:to>
                                    </p:set>
                                    <p:animEffect transition="in" filter="wipe(left)">
                                      <p:cBhvr>
                                        <p:cTn id="21" dur="500"/>
                                        <p:tgtEl>
                                          <p:spTgt spid="14032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left)">
                                      <p:cBhvr>
                                        <p:cTn id="26" dur="500"/>
                                        <p:tgtEl>
                                          <p:spTgt spid="3"/>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140336"/>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40332"/>
                                        </p:tgtEl>
                                        <p:attrNameLst>
                                          <p:attrName>style.visibility</p:attrName>
                                        </p:attrNameLst>
                                      </p:cBhvr>
                                      <p:to>
                                        <p:strVal val="visible"/>
                                      </p:to>
                                    </p:set>
                                    <p:animEffect transition="in" filter="wipe(left)">
                                      <p:cBhvr>
                                        <p:cTn id="35" dur="500"/>
                                        <p:tgtEl>
                                          <p:spTgt spid="140332"/>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40327"/>
                                        </p:tgtEl>
                                        <p:attrNameLst>
                                          <p:attrName>style.visibility</p:attrName>
                                        </p:attrNameLst>
                                      </p:cBhvr>
                                      <p:to>
                                        <p:strVal val="visible"/>
                                      </p:to>
                                    </p:set>
                                    <p:animEffect transition="in" filter="wipe(left)">
                                      <p:cBhvr>
                                        <p:cTn id="40" dur="500"/>
                                        <p:tgtEl>
                                          <p:spTgt spid="140327"/>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140331"/>
                                        </p:tgtEl>
                                        <p:attrNameLst>
                                          <p:attrName>style.visibility</p:attrName>
                                        </p:attrNameLst>
                                      </p:cBhvr>
                                      <p:to>
                                        <p:strVal val="visible"/>
                                      </p:to>
                                    </p:set>
                                    <p:animEffect transition="in" filter="wipe(left)">
                                      <p:cBhvr>
                                        <p:cTn id="45" dur="500"/>
                                        <p:tgtEl>
                                          <p:spTgt spid="140331"/>
                                        </p:tgtEl>
                                      </p:cBhvr>
                                    </p:animEffect>
                                  </p:childTnLst>
                                </p:cTn>
                              </p:par>
                            </p:childTnLst>
                          </p:cTn>
                        </p:par>
                        <p:par>
                          <p:cTn id="46" fill="hold" nodeType="afterGroup">
                            <p:stCondLst>
                              <p:cond delay="500"/>
                            </p:stCondLst>
                            <p:childTnLst>
                              <p:par>
                                <p:cTn id="47" presetID="22" presetClass="entr" presetSubtype="1" fill="hold" grpId="0" nodeType="afterEffect">
                                  <p:stCondLst>
                                    <p:cond delay="0"/>
                                  </p:stCondLst>
                                  <p:childTnLst>
                                    <p:set>
                                      <p:cBhvr>
                                        <p:cTn id="48" dur="1" fill="hold">
                                          <p:stCondLst>
                                            <p:cond delay="0"/>
                                          </p:stCondLst>
                                        </p:cTn>
                                        <p:tgtEl>
                                          <p:spTgt spid="140328"/>
                                        </p:tgtEl>
                                        <p:attrNameLst>
                                          <p:attrName>style.visibility</p:attrName>
                                        </p:attrNameLst>
                                      </p:cBhvr>
                                      <p:to>
                                        <p:strVal val="visible"/>
                                      </p:to>
                                    </p:set>
                                    <p:animEffect transition="in" filter="wipe(up)">
                                      <p:cBhvr>
                                        <p:cTn id="49" dur="500"/>
                                        <p:tgtEl>
                                          <p:spTgt spid="140328"/>
                                        </p:tgtEl>
                                      </p:cBhvr>
                                    </p:animEffect>
                                  </p:childTnLst>
                                </p:cTn>
                              </p:par>
                            </p:childTnLst>
                          </p:cTn>
                        </p:par>
                        <p:par>
                          <p:cTn id="50" fill="hold" nodeType="afterGroup">
                            <p:stCondLst>
                              <p:cond delay="1000"/>
                            </p:stCondLst>
                            <p:childTnLst>
                              <p:par>
                                <p:cTn id="51" presetID="22" presetClass="entr" presetSubtype="1" fill="hold" grpId="0" nodeType="afterEffect">
                                  <p:stCondLst>
                                    <p:cond delay="0"/>
                                  </p:stCondLst>
                                  <p:childTnLst>
                                    <p:set>
                                      <p:cBhvr>
                                        <p:cTn id="52" dur="1" fill="hold">
                                          <p:stCondLst>
                                            <p:cond delay="0"/>
                                          </p:stCondLst>
                                        </p:cTn>
                                        <p:tgtEl>
                                          <p:spTgt spid="140329"/>
                                        </p:tgtEl>
                                        <p:attrNameLst>
                                          <p:attrName>style.visibility</p:attrName>
                                        </p:attrNameLst>
                                      </p:cBhvr>
                                      <p:to>
                                        <p:strVal val="visible"/>
                                      </p:to>
                                    </p:set>
                                    <p:animEffect transition="in" filter="wipe(up)">
                                      <p:cBhvr>
                                        <p:cTn id="53" dur="500"/>
                                        <p:tgtEl>
                                          <p:spTgt spid="140329"/>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 presetClass="entr" presetSubtype="0" fill="hold" grpId="0" nodeType="clickEffect">
                                  <p:stCondLst>
                                    <p:cond delay="0"/>
                                  </p:stCondLst>
                                  <p:childTnLst>
                                    <p:set>
                                      <p:cBhvr>
                                        <p:cTn id="57" dur="1" fill="hold">
                                          <p:stCondLst>
                                            <p:cond delay="499"/>
                                          </p:stCondLst>
                                        </p:cTn>
                                        <p:tgtEl>
                                          <p:spTgt spid="140330"/>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8" fill="hold" grpId="0" nodeType="clickEffect">
                                  <p:stCondLst>
                                    <p:cond delay="0"/>
                                  </p:stCondLst>
                                  <p:iterate type="wd">
                                    <p:tmPct val="100000"/>
                                  </p:iterate>
                                  <p:childTnLst>
                                    <p:set>
                                      <p:cBhvr>
                                        <p:cTn id="61" dur="1" fill="hold">
                                          <p:stCondLst>
                                            <p:cond delay="0"/>
                                          </p:stCondLst>
                                        </p:cTn>
                                        <p:tgtEl>
                                          <p:spTgt spid="140337">
                                            <p:txEl>
                                              <p:pRg st="0" end="0"/>
                                            </p:txEl>
                                          </p:spTgt>
                                        </p:tgtEl>
                                        <p:attrNameLst>
                                          <p:attrName>style.visibility</p:attrName>
                                        </p:attrNameLst>
                                      </p:cBhvr>
                                      <p:to>
                                        <p:strVal val="visible"/>
                                      </p:to>
                                    </p:set>
                                    <p:animEffect transition="in" filter="wipe(left)">
                                      <p:cBhvr>
                                        <p:cTn id="62" dur="300"/>
                                        <p:tgtEl>
                                          <p:spTgt spid="140337">
                                            <p:txEl>
                                              <p:pRg st="0" end="0"/>
                                            </p:txEl>
                                          </p:spTgt>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8" fill="hold" grpId="0" nodeType="clickEffect">
                                  <p:stCondLst>
                                    <p:cond delay="0"/>
                                  </p:stCondLst>
                                  <p:iterate type="wd">
                                    <p:tmPct val="100000"/>
                                  </p:iterate>
                                  <p:childTnLst>
                                    <p:set>
                                      <p:cBhvr>
                                        <p:cTn id="66" dur="1" fill="hold">
                                          <p:stCondLst>
                                            <p:cond delay="0"/>
                                          </p:stCondLst>
                                        </p:cTn>
                                        <p:tgtEl>
                                          <p:spTgt spid="140337">
                                            <p:txEl>
                                              <p:pRg st="1" end="1"/>
                                            </p:txEl>
                                          </p:spTgt>
                                        </p:tgtEl>
                                        <p:attrNameLst>
                                          <p:attrName>style.visibility</p:attrName>
                                        </p:attrNameLst>
                                      </p:cBhvr>
                                      <p:to>
                                        <p:strVal val="visible"/>
                                      </p:to>
                                    </p:set>
                                    <p:animEffect transition="in" filter="wipe(left)">
                                      <p:cBhvr>
                                        <p:cTn id="67" dur="300"/>
                                        <p:tgtEl>
                                          <p:spTgt spid="140337">
                                            <p:txEl>
                                              <p:pRg st="1" end="1"/>
                                            </p:txEl>
                                          </p:spTgt>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8" fill="hold" grpId="0" nodeType="clickEffect">
                                  <p:stCondLst>
                                    <p:cond delay="0"/>
                                  </p:stCondLst>
                                  <p:iterate type="wd">
                                    <p:tmPct val="100000"/>
                                  </p:iterate>
                                  <p:childTnLst>
                                    <p:set>
                                      <p:cBhvr>
                                        <p:cTn id="71" dur="1" fill="hold">
                                          <p:stCondLst>
                                            <p:cond delay="0"/>
                                          </p:stCondLst>
                                        </p:cTn>
                                        <p:tgtEl>
                                          <p:spTgt spid="140337">
                                            <p:txEl>
                                              <p:pRg st="2" end="2"/>
                                            </p:txEl>
                                          </p:spTgt>
                                        </p:tgtEl>
                                        <p:attrNameLst>
                                          <p:attrName>style.visibility</p:attrName>
                                        </p:attrNameLst>
                                      </p:cBhvr>
                                      <p:to>
                                        <p:strVal val="visible"/>
                                      </p:to>
                                    </p:set>
                                    <p:animEffect transition="in" filter="wipe(left)">
                                      <p:cBhvr>
                                        <p:cTn id="72" dur="300"/>
                                        <p:tgtEl>
                                          <p:spTgt spid="140337">
                                            <p:txEl>
                                              <p:pRg st="2" end="2"/>
                                            </p:txEl>
                                          </p:spTgt>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8" fill="hold" grpId="0" nodeType="clickEffect">
                                  <p:stCondLst>
                                    <p:cond delay="0"/>
                                  </p:stCondLst>
                                  <p:iterate type="wd">
                                    <p:tmPct val="100000"/>
                                  </p:iterate>
                                  <p:childTnLst>
                                    <p:set>
                                      <p:cBhvr>
                                        <p:cTn id="76" dur="1" fill="hold">
                                          <p:stCondLst>
                                            <p:cond delay="0"/>
                                          </p:stCondLst>
                                        </p:cTn>
                                        <p:tgtEl>
                                          <p:spTgt spid="140337">
                                            <p:txEl>
                                              <p:pRg st="3" end="3"/>
                                            </p:txEl>
                                          </p:spTgt>
                                        </p:tgtEl>
                                        <p:attrNameLst>
                                          <p:attrName>style.visibility</p:attrName>
                                        </p:attrNameLst>
                                      </p:cBhvr>
                                      <p:to>
                                        <p:strVal val="visible"/>
                                      </p:to>
                                    </p:set>
                                    <p:animEffect transition="in" filter="wipe(left)">
                                      <p:cBhvr>
                                        <p:cTn id="77" dur="300"/>
                                        <p:tgtEl>
                                          <p:spTgt spid="140337">
                                            <p:txEl>
                                              <p:pRg st="3" end="3"/>
                                            </p:txEl>
                                          </p:spTgt>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2" presetClass="entr" presetSubtype="8" fill="hold" grpId="0" nodeType="clickEffect">
                                  <p:stCondLst>
                                    <p:cond delay="0"/>
                                  </p:stCondLst>
                                  <p:iterate type="wd">
                                    <p:tmPct val="100000"/>
                                  </p:iterate>
                                  <p:childTnLst>
                                    <p:set>
                                      <p:cBhvr>
                                        <p:cTn id="81" dur="1" fill="hold">
                                          <p:stCondLst>
                                            <p:cond delay="0"/>
                                          </p:stCondLst>
                                        </p:cTn>
                                        <p:tgtEl>
                                          <p:spTgt spid="140337">
                                            <p:txEl>
                                              <p:pRg st="4" end="4"/>
                                            </p:txEl>
                                          </p:spTgt>
                                        </p:tgtEl>
                                        <p:attrNameLst>
                                          <p:attrName>style.visibility</p:attrName>
                                        </p:attrNameLst>
                                      </p:cBhvr>
                                      <p:to>
                                        <p:strVal val="visible"/>
                                      </p:to>
                                    </p:set>
                                    <p:animEffect transition="in" filter="wipe(left)">
                                      <p:cBhvr>
                                        <p:cTn id="82" dur="300"/>
                                        <p:tgtEl>
                                          <p:spTgt spid="140337">
                                            <p:txEl>
                                              <p:pRg st="4" end="4"/>
                                            </p:txEl>
                                          </p:spTgt>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2" presetClass="entr" presetSubtype="8" fill="hold" grpId="0" nodeType="clickEffect">
                                  <p:stCondLst>
                                    <p:cond delay="0"/>
                                  </p:stCondLst>
                                  <p:iterate type="wd">
                                    <p:tmPct val="100000"/>
                                  </p:iterate>
                                  <p:childTnLst>
                                    <p:set>
                                      <p:cBhvr>
                                        <p:cTn id="86" dur="1" fill="hold">
                                          <p:stCondLst>
                                            <p:cond delay="0"/>
                                          </p:stCondLst>
                                        </p:cTn>
                                        <p:tgtEl>
                                          <p:spTgt spid="140337">
                                            <p:txEl>
                                              <p:pRg st="5" end="5"/>
                                            </p:txEl>
                                          </p:spTgt>
                                        </p:tgtEl>
                                        <p:attrNameLst>
                                          <p:attrName>style.visibility</p:attrName>
                                        </p:attrNameLst>
                                      </p:cBhvr>
                                      <p:to>
                                        <p:strVal val="visible"/>
                                      </p:to>
                                    </p:set>
                                    <p:animEffect transition="in" filter="wipe(left)">
                                      <p:cBhvr>
                                        <p:cTn id="87" dur="300"/>
                                        <p:tgtEl>
                                          <p:spTgt spid="140337">
                                            <p:txEl>
                                              <p:pRg st="5" end="5"/>
                                            </p:txEl>
                                          </p:spTgt>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2" presetClass="entr" presetSubtype="8" fill="hold" grpId="0" nodeType="clickEffect">
                                  <p:stCondLst>
                                    <p:cond delay="0"/>
                                  </p:stCondLst>
                                  <p:childTnLst>
                                    <p:set>
                                      <p:cBhvr>
                                        <p:cTn id="91" dur="1" fill="hold">
                                          <p:stCondLst>
                                            <p:cond delay="0"/>
                                          </p:stCondLst>
                                        </p:cTn>
                                        <p:tgtEl>
                                          <p:spTgt spid="140338"/>
                                        </p:tgtEl>
                                        <p:attrNameLst>
                                          <p:attrName>style.visibility</p:attrName>
                                        </p:attrNameLst>
                                      </p:cBhvr>
                                      <p:to>
                                        <p:strVal val="visible"/>
                                      </p:to>
                                    </p:set>
                                    <p:animEffect transition="in" filter="wipe(left)">
                                      <p:cBhvr>
                                        <p:cTn id="92" dur="500"/>
                                        <p:tgtEl>
                                          <p:spTgt spid="140338"/>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 presetClass="entr" presetSubtype="8" fill="hold" grpId="0" nodeType="clickEffect">
                                  <p:stCondLst>
                                    <p:cond delay="0"/>
                                  </p:stCondLst>
                                  <p:childTnLst>
                                    <p:set>
                                      <p:cBhvr>
                                        <p:cTn id="96" dur="1" fill="hold">
                                          <p:stCondLst>
                                            <p:cond delay="0"/>
                                          </p:stCondLst>
                                        </p:cTn>
                                        <p:tgtEl>
                                          <p:spTgt spid="140334"/>
                                        </p:tgtEl>
                                        <p:attrNameLst>
                                          <p:attrName>style.visibility</p:attrName>
                                        </p:attrNameLst>
                                      </p:cBhvr>
                                      <p:to>
                                        <p:strVal val="visible"/>
                                      </p:to>
                                    </p:set>
                                    <p:anim calcmode="lin" valueType="num">
                                      <p:cBhvr additive="base">
                                        <p:cTn id="97" dur="500" fill="hold"/>
                                        <p:tgtEl>
                                          <p:spTgt spid="140334"/>
                                        </p:tgtEl>
                                        <p:attrNameLst>
                                          <p:attrName>ppt_x</p:attrName>
                                        </p:attrNameLst>
                                      </p:cBhvr>
                                      <p:tavLst>
                                        <p:tav tm="0">
                                          <p:val>
                                            <p:strVal val="0-#ppt_w/2"/>
                                          </p:val>
                                        </p:tav>
                                        <p:tav tm="100000">
                                          <p:val>
                                            <p:strVal val="#ppt_x"/>
                                          </p:val>
                                        </p:tav>
                                      </p:tavLst>
                                    </p:anim>
                                    <p:anim calcmode="lin" valueType="num">
                                      <p:cBhvr additive="base">
                                        <p:cTn id="98" dur="500" fill="hold"/>
                                        <p:tgtEl>
                                          <p:spTgt spid="140334"/>
                                        </p:tgtEl>
                                        <p:attrNameLst>
                                          <p:attrName>ppt_y</p:attrName>
                                        </p:attrNameLst>
                                      </p:cBhvr>
                                      <p:tavLst>
                                        <p:tav tm="0">
                                          <p:val>
                                            <p:strVal val="#ppt_y"/>
                                          </p:val>
                                        </p:tav>
                                        <p:tav tm="100000">
                                          <p:val>
                                            <p:strVal val="#ppt_y"/>
                                          </p:val>
                                        </p:tav>
                                      </p:tavLst>
                                    </p:anim>
                                  </p:childTnLst>
                                </p:cTn>
                              </p:par>
                            </p:childTnLst>
                          </p:cTn>
                        </p:par>
                        <p:par>
                          <p:cTn id="99" fill="hold" nodeType="afterGroup">
                            <p:stCondLst>
                              <p:cond delay="500"/>
                            </p:stCondLst>
                            <p:childTnLst>
                              <p:par>
                                <p:cTn id="100" presetID="2" presetClass="entr" presetSubtype="8" fill="hold" grpId="0" nodeType="afterEffect">
                                  <p:stCondLst>
                                    <p:cond delay="0"/>
                                  </p:stCondLst>
                                  <p:childTnLst>
                                    <p:set>
                                      <p:cBhvr>
                                        <p:cTn id="101" dur="1" fill="hold">
                                          <p:stCondLst>
                                            <p:cond delay="0"/>
                                          </p:stCondLst>
                                        </p:cTn>
                                        <p:tgtEl>
                                          <p:spTgt spid="140335"/>
                                        </p:tgtEl>
                                        <p:attrNameLst>
                                          <p:attrName>style.visibility</p:attrName>
                                        </p:attrNameLst>
                                      </p:cBhvr>
                                      <p:to>
                                        <p:strVal val="visible"/>
                                      </p:to>
                                    </p:set>
                                    <p:anim calcmode="lin" valueType="num">
                                      <p:cBhvr additive="base">
                                        <p:cTn id="102" dur="500" fill="hold"/>
                                        <p:tgtEl>
                                          <p:spTgt spid="140335"/>
                                        </p:tgtEl>
                                        <p:attrNameLst>
                                          <p:attrName>ppt_x</p:attrName>
                                        </p:attrNameLst>
                                      </p:cBhvr>
                                      <p:tavLst>
                                        <p:tav tm="0">
                                          <p:val>
                                            <p:strVal val="0-#ppt_w/2"/>
                                          </p:val>
                                        </p:tav>
                                        <p:tav tm="100000">
                                          <p:val>
                                            <p:strVal val="#ppt_x"/>
                                          </p:val>
                                        </p:tav>
                                      </p:tavLst>
                                    </p:anim>
                                    <p:anim calcmode="lin" valueType="num">
                                      <p:cBhvr additive="base">
                                        <p:cTn id="103" dur="500" fill="hold"/>
                                        <p:tgtEl>
                                          <p:spTgt spid="140335"/>
                                        </p:tgtEl>
                                        <p:attrNameLst>
                                          <p:attrName>ppt_y</p:attrName>
                                        </p:attrNameLst>
                                      </p:cBhvr>
                                      <p:tavLst>
                                        <p:tav tm="0">
                                          <p:val>
                                            <p:strVal val="#ppt_y"/>
                                          </p:val>
                                        </p:tav>
                                        <p:tav tm="100000">
                                          <p:val>
                                            <p:strVal val="#ppt_y"/>
                                          </p:val>
                                        </p:tav>
                                      </p:tavLst>
                                    </p:anim>
                                  </p:childTnLst>
                                </p:cTn>
                              </p:par>
                            </p:childTnLst>
                          </p:cTn>
                        </p:par>
                      </p:childTnLst>
                    </p:cTn>
                  </p:par>
                  <p:par>
                    <p:cTn id="104" fill="hold" nodeType="clickPar">
                      <p:stCondLst>
                        <p:cond delay="indefinite"/>
                      </p:stCondLst>
                      <p:childTnLst>
                        <p:par>
                          <p:cTn id="105" fill="hold" nodeType="withGroup">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140290">
                                            <p:txEl>
                                              <p:pRg st="0" end="0"/>
                                            </p:txEl>
                                          </p:spTgt>
                                        </p:tgtEl>
                                        <p:attrNameLst>
                                          <p:attrName>style.visibility</p:attrName>
                                        </p:attrNameLst>
                                      </p:cBhvr>
                                      <p:to>
                                        <p:strVal val="visible"/>
                                      </p:to>
                                    </p:set>
                                    <p:animEffect transition="in" filter="wipe(left)">
                                      <p:cBhvr>
                                        <p:cTn id="108" dur="500"/>
                                        <p:tgtEl>
                                          <p:spTgt spid="140290">
                                            <p:txEl>
                                              <p:pRg st="0" end="0"/>
                                            </p:txEl>
                                          </p:spTgt>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2" presetClass="entr" presetSubtype="8" fill="hold" grpId="0" nodeType="clickEffect">
                                  <p:stCondLst>
                                    <p:cond delay="0"/>
                                  </p:stCondLst>
                                  <p:childTnLst>
                                    <p:set>
                                      <p:cBhvr>
                                        <p:cTn id="112" dur="1" fill="hold">
                                          <p:stCondLst>
                                            <p:cond delay="0"/>
                                          </p:stCondLst>
                                        </p:cTn>
                                        <p:tgtEl>
                                          <p:spTgt spid="140290">
                                            <p:txEl>
                                              <p:pRg st="1" end="1"/>
                                            </p:txEl>
                                          </p:spTgt>
                                        </p:tgtEl>
                                        <p:attrNameLst>
                                          <p:attrName>style.visibility</p:attrName>
                                        </p:attrNameLst>
                                      </p:cBhvr>
                                      <p:to>
                                        <p:strVal val="visible"/>
                                      </p:to>
                                    </p:set>
                                    <p:animEffect transition="in" filter="wipe(left)">
                                      <p:cBhvr>
                                        <p:cTn id="113" dur="500"/>
                                        <p:tgtEl>
                                          <p:spTgt spid="14029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290" grpId="0" build="p" autoUpdateAnimBg="0"/>
      <p:bldP spid="140291" grpId="0" autoUpdateAnimBg="0"/>
      <p:bldP spid="140292" grpId="0" autoUpdateAnimBg="0"/>
      <p:bldP spid="140326" grpId="0" autoUpdateAnimBg="0"/>
      <p:bldP spid="140327" grpId="0" autoUpdateAnimBg="0"/>
      <p:bldP spid="140328" grpId="0" animBg="1"/>
      <p:bldP spid="140329" grpId="0" animBg="1"/>
      <p:bldP spid="140330" grpId="0" autoUpdateAnimBg="0"/>
      <p:bldP spid="140331" grpId="0" autoUpdateAnimBg="0"/>
      <p:bldP spid="140332" grpId="0" autoUpdateAnimBg="0"/>
      <p:bldP spid="140334" grpId="0" autoUpdateAnimBg="0"/>
      <p:bldP spid="140335" grpId="0" autoUpdateAnimBg="0"/>
      <p:bldP spid="140336" grpId="0" autoUpdateAnimBg="0"/>
      <p:bldP spid="140337" grpId="0" build="p" autoUpdateAnimBg="0"/>
      <p:bldP spid="140338" grpId="0" animBg="1"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ChangeArrowheads="1"/>
          </p:cNvSpPr>
          <p:nvPr/>
        </p:nvSpPr>
        <p:spPr bwMode="auto">
          <a:xfrm>
            <a:off x="323850" y="188913"/>
            <a:ext cx="7127875" cy="458787"/>
          </a:xfrm>
          <a:prstGeom prst="rect">
            <a:avLst/>
          </a:prstGeom>
          <a:noFill/>
          <a:ln w="9525">
            <a:noFill/>
            <a:miter lim="800000"/>
            <a:headEnd/>
            <a:tailEnd/>
          </a:ln>
          <a:effectLst/>
        </p:spPr>
        <p:txBody>
          <a:bodyPr anchor="ctr"/>
          <a:lstStyle/>
          <a:p>
            <a:pPr eaLnBrk="1" hangingPunct="1">
              <a:defRPr/>
            </a:pPr>
            <a:r>
              <a:rPr lang="zh-CN" altLang="en-US" sz="3300">
                <a:solidFill>
                  <a:schemeClr val="tx2"/>
                </a:solidFill>
                <a:effectLst>
                  <a:outerShdw blurRad="38100" dist="38100" dir="2700000" algn="tl">
                    <a:srgbClr val="C0C0C0"/>
                  </a:outerShdw>
                </a:effectLst>
                <a:latin typeface="Calibri" pitchFamily="34" charset="0"/>
                <a:ea typeface="楷体_GB2312" pitchFamily="49" charset="-122"/>
              </a:rPr>
              <a:t>二、邻接表（链式）表示法</a:t>
            </a:r>
          </a:p>
        </p:txBody>
      </p:sp>
      <p:sp>
        <p:nvSpPr>
          <p:cNvPr id="141315" name="Rectangle 3"/>
          <p:cNvSpPr>
            <a:spLocks noChangeArrowheads="1"/>
          </p:cNvSpPr>
          <p:nvPr/>
        </p:nvSpPr>
        <p:spPr bwMode="auto">
          <a:xfrm>
            <a:off x="468313" y="747713"/>
            <a:ext cx="8280400" cy="161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000">
                <a:latin typeface="宋体" pitchFamily="2" charset="-122"/>
              </a:rPr>
              <a:t>    邻接表是图的一种</a:t>
            </a:r>
            <a:r>
              <a:rPr lang="zh-CN" altLang="en-US" sz="2000">
                <a:solidFill>
                  <a:schemeClr val="accent1"/>
                </a:solidFill>
                <a:latin typeface="宋体" pitchFamily="2" charset="-122"/>
              </a:rPr>
              <a:t>链式存储结构</a:t>
            </a:r>
            <a:r>
              <a:rPr lang="zh-CN" altLang="en-US" sz="2000">
                <a:latin typeface="宋体" pitchFamily="2" charset="-122"/>
              </a:rPr>
              <a:t>，它对图中每个顶点建立一个单链表，第</a:t>
            </a:r>
            <a:r>
              <a:rPr lang="en-US" altLang="zh-CN" sz="2000">
                <a:latin typeface="宋体" pitchFamily="2" charset="-122"/>
              </a:rPr>
              <a:t>i</a:t>
            </a:r>
            <a:r>
              <a:rPr lang="zh-CN" altLang="en-US" sz="2000">
                <a:latin typeface="宋体" pitchFamily="2" charset="-122"/>
              </a:rPr>
              <a:t>个单链表中的结点表示依附于顶点</a:t>
            </a:r>
            <a:r>
              <a:rPr lang="en-US" altLang="zh-CN" sz="2000">
                <a:latin typeface="宋体" pitchFamily="2" charset="-122"/>
              </a:rPr>
              <a:t>v</a:t>
            </a:r>
            <a:r>
              <a:rPr lang="en-US" altLang="zh-CN" sz="2000" baseline="-25000">
                <a:latin typeface="宋体" pitchFamily="2" charset="-122"/>
              </a:rPr>
              <a:t>i</a:t>
            </a:r>
            <a:r>
              <a:rPr lang="zh-CN" altLang="en-US" sz="2000">
                <a:latin typeface="宋体" pitchFamily="2" charset="-122"/>
              </a:rPr>
              <a:t>的边（对有向图是以顶点</a:t>
            </a:r>
            <a:r>
              <a:rPr lang="en-US" altLang="zh-CN" sz="2000">
                <a:latin typeface="宋体" pitchFamily="2" charset="-122"/>
              </a:rPr>
              <a:t>vi</a:t>
            </a:r>
            <a:r>
              <a:rPr lang="zh-CN" altLang="en-US" sz="2000">
                <a:latin typeface="宋体" pitchFamily="2" charset="-122"/>
              </a:rPr>
              <a:t>为尾的弧），每个结点由三个域组成：邻接点域</a:t>
            </a:r>
            <a:r>
              <a:rPr lang="en-US" altLang="zh-CN" sz="2000">
                <a:latin typeface="宋体" pitchFamily="2" charset="-122"/>
              </a:rPr>
              <a:t>(adjvex)</a:t>
            </a:r>
            <a:r>
              <a:rPr lang="zh-CN" altLang="en-US" sz="2000">
                <a:latin typeface="宋体" pitchFamily="2" charset="-122"/>
              </a:rPr>
              <a:t>指示与顶点</a:t>
            </a:r>
            <a:r>
              <a:rPr lang="en-US" altLang="zh-CN" sz="2000">
                <a:latin typeface="宋体" pitchFamily="2" charset="-122"/>
              </a:rPr>
              <a:t>vi</a:t>
            </a:r>
            <a:r>
              <a:rPr lang="zh-CN" altLang="en-US" sz="2000">
                <a:latin typeface="宋体" pitchFamily="2" charset="-122"/>
              </a:rPr>
              <a:t>邻接的点在图中的位置，链域</a:t>
            </a:r>
            <a:r>
              <a:rPr lang="en-US" altLang="zh-CN" sz="2000">
                <a:latin typeface="宋体" pitchFamily="2" charset="-122"/>
              </a:rPr>
              <a:t>(nextarc)</a:t>
            </a:r>
            <a:r>
              <a:rPr lang="zh-CN" altLang="en-US" sz="2000">
                <a:latin typeface="宋体" pitchFamily="2" charset="-122"/>
              </a:rPr>
              <a:t>指示下一条边或弧的结点，数据域（</a:t>
            </a:r>
            <a:r>
              <a:rPr lang="en-US" altLang="zh-CN" sz="2000">
                <a:latin typeface="宋体" pitchFamily="2" charset="-122"/>
              </a:rPr>
              <a:t>info</a:t>
            </a:r>
            <a:r>
              <a:rPr lang="zh-CN" altLang="en-US" sz="2000">
                <a:latin typeface="宋体" pitchFamily="2" charset="-122"/>
              </a:rPr>
              <a:t>）存储和边或弧相关的信息（如权值）。 </a:t>
            </a:r>
          </a:p>
        </p:txBody>
      </p:sp>
      <p:pic>
        <p:nvPicPr>
          <p:cNvPr id="141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8" y="3357563"/>
            <a:ext cx="1716087" cy="208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3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03575" y="3284538"/>
            <a:ext cx="4176713" cy="277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318"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1275" y="2420938"/>
            <a:ext cx="2303463"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319"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350" y="2420938"/>
            <a:ext cx="1800225" cy="788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iterate type="lt">
                                    <p:tmPct val="100000"/>
                                  </p:iterate>
                                  <p:childTnLst>
                                    <p:set>
                                      <p:cBhvr>
                                        <p:cTn id="6" dur="1" fill="hold">
                                          <p:stCondLst>
                                            <p:cond delay="0"/>
                                          </p:stCondLst>
                                        </p:cTn>
                                        <p:tgtEl>
                                          <p:spTgt spid="141314"/>
                                        </p:tgtEl>
                                        <p:attrNameLst>
                                          <p:attrName>style.visibility</p:attrName>
                                        </p:attrNameLst>
                                      </p:cBhvr>
                                      <p:to>
                                        <p:strVal val="visible"/>
                                      </p:to>
                                    </p:set>
                                    <p:animEffect transition="in" filter="wipe(left)">
                                      <p:cBhvr>
                                        <p:cTn id="7" dur="75"/>
                                        <p:tgtEl>
                                          <p:spTgt spid="1413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41315"/>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141316"/>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nodeType="clickEffect">
                                  <p:stCondLst>
                                    <p:cond delay="0"/>
                                  </p:stCondLst>
                                  <p:childTnLst>
                                    <p:set>
                                      <p:cBhvr>
                                        <p:cTn id="19" dur="1" fill="hold">
                                          <p:stCondLst>
                                            <p:cond delay="0"/>
                                          </p:stCondLst>
                                        </p:cTn>
                                        <p:tgtEl>
                                          <p:spTgt spid="141319"/>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nodeType="clickEffect">
                                  <p:stCondLst>
                                    <p:cond delay="0"/>
                                  </p:stCondLst>
                                  <p:childTnLst>
                                    <p:set>
                                      <p:cBhvr>
                                        <p:cTn id="23" dur="1" fill="hold">
                                          <p:stCondLst>
                                            <p:cond delay="0"/>
                                          </p:stCondLst>
                                        </p:cTn>
                                        <p:tgtEl>
                                          <p:spTgt spid="141318"/>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nodeType="clickEffect">
                                  <p:stCondLst>
                                    <p:cond delay="0"/>
                                  </p:stCondLst>
                                  <p:childTnLst>
                                    <p:set>
                                      <p:cBhvr>
                                        <p:cTn id="27" dur="1" fill="hold">
                                          <p:stCondLst>
                                            <p:cond delay="0"/>
                                          </p:stCondLst>
                                        </p:cTn>
                                        <p:tgtEl>
                                          <p:spTgt spid="1413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4" grpId="0" autoUpdateAnimBg="0"/>
      <p:bldP spid="141315" grpId="0"/>
    </p:bldLst>
  </p:timing>
</p:sld>
</file>

<file path=ppt/slides/slide1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8674" name="Rectangle 2"/>
          <p:cNvSpPr>
            <a:spLocks noChangeArrowheads="1"/>
          </p:cNvSpPr>
          <p:nvPr/>
        </p:nvSpPr>
        <p:spPr bwMode="auto">
          <a:xfrm>
            <a:off x="76200" y="533400"/>
            <a:ext cx="8704263" cy="1249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1"/>
                </a:solidFill>
                <a:latin typeface="Arial" pitchFamily="34" charset="0"/>
              </a:rPr>
              <a:t>分析</a:t>
            </a:r>
            <a:r>
              <a:rPr lang="en-US" altLang="zh-CN" sz="2400">
                <a:solidFill>
                  <a:schemeClr val="accent1"/>
                </a:solidFill>
                <a:latin typeface="Arial" pitchFamily="34" charset="0"/>
              </a:rPr>
              <a:t>1</a:t>
            </a:r>
            <a:r>
              <a:rPr lang="en-US" altLang="zh-CN" sz="2800">
                <a:solidFill>
                  <a:schemeClr val="accent1"/>
                </a:solidFill>
                <a:latin typeface="Arial" pitchFamily="34" charset="0"/>
              </a:rPr>
              <a:t>:</a:t>
            </a:r>
            <a:r>
              <a:rPr lang="en-US" altLang="zh-CN" sz="2400">
                <a:solidFill>
                  <a:schemeClr val="accent1"/>
                </a:solidFill>
                <a:latin typeface="楷体_GB2312" pitchFamily="49" charset="-122"/>
                <a:ea typeface="楷体_GB2312" pitchFamily="49" charset="-122"/>
              </a:rPr>
              <a:t>	 </a:t>
            </a:r>
            <a:r>
              <a:rPr lang="zh-CN" altLang="en-US" sz="2200">
                <a:latin typeface="楷体_GB2312" pitchFamily="49" charset="-122"/>
                <a:ea typeface="楷体_GB2312" pitchFamily="49" charset="-122"/>
              </a:rPr>
              <a:t>对于</a:t>
            </a:r>
            <a:r>
              <a:rPr lang="en-US" altLang="zh-CN" sz="2200">
                <a:latin typeface="楷体_GB2312" pitchFamily="49" charset="-122"/>
                <a:ea typeface="楷体_GB2312" pitchFamily="49" charset="-122"/>
              </a:rPr>
              <a:t>n</a:t>
            </a:r>
            <a:r>
              <a:rPr lang="zh-CN" altLang="en-US" sz="2200">
                <a:latin typeface="楷体_GB2312" pitchFamily="49" charset="-122"/>
                <a:ea typeface="楷体_GB2312" pitchFamily="49" charset="-122"/>
              </a:rPr>
              <a:t>个顶点</a:t>
            </a:r>
            <a:r>
              <a:rPr lang="en-US" altLang="zh-CN" sz="2200">
                <a:latin typeface="楷体_GB2312" pitchFamily="49" charset="-122"/>
                <a:ea typeface="楷体_GB2312" pitchFamily="49" charset="-122"/>
              </a:rPr>
              <a:t>e</a:t>
            </a:r>
            <a:r>
              <a:rPr lang="zh-CN" altLang="en-US" sz="2200">
                <a:latin typeface="楷体_GB2312" pitchFamily="49" charset="-122"/>
                <a:ea typeface="楷体_GB2312" pitchFamily="49" charset="-122"/>
              </a:rPr>
              <a:t>条边的无向图，邻接表中除了</a:t>
            </a:r>
            <a:r>
              <a:rPr lang="en-US" altLang="zh-CN" sz="2200">
                <a:latin typeface="楷体_GB2312" pitchFamily="49" charset="-122"/>
                <a:ea typeface="楷体_GB2312" pitchFamily="49" charset="-122"/>
              </a:rPr>
              <a:t>n</a:t>
            </a:r>
            <a:r>
              <a:rPr lang="zh-CN" altLang="en-US" sz="2200">
                <a:latin typeface="楷体_GB2312" pitchFamily="49" charset="-122"/>
                <a:ea typeface="楷体_GB2312" pitchFamily="49" charset="-122"/>
              </a:rPr>
              <a:t>个头结点外，只有</a:t>
            </a:r>
            <a:r>
              <a:rPr lang="en-US" altLang="zh-CN" sz="2200">
                <a:latin typeface="楷体_GB2312" pitchFamily="49" charset="-122"/>
                <a:ea typeface="楷体_GB2312" pitchFamily="49" charset="-122"/>
              </a:rPr>
              <a:t>2e</a:t>
            </a:r>
            <a:r>
              <a:rPr lang="zh-CN" altLang="en-US" sz="2200">
                <a:latin typeface="楷体_GB2312" pitchFamily="49" charset="-122"/>
                <a:ea typeface="楷体_GB2312" pitchFamily="49" charset="-122"/>
              </a:rPr>
              <a:t>个表结点</a:t>
            </a:r>
            <a:r>
              <a:rPr lang="en-US" altLang="zh-CN" sz="2200">
                <a:latin typeface="楷体_GB2312" pitchFamily="49" charset="-122"/>
                <a:ea typeface="楷体_GB2312" pitchFamily="49" charset="-122"/>
              </a:rPr>
              <a:t>,</a:t>
            </a:r>
            <a:r>
              <a:rPr lang="zh-CN" altLang="en-US" sz="2200">
                <a:latin typeface="楷体_GB2312" pitchFamily="49" charset="-122"/>
                <a:ea typeface="楷体_GB2312" pitchFamily="49" charset="-122"/>
              </a:rPr>
              <a:t>空间效率为</a:t>
            </a:r>
            <a:r>
              <a:rPr lang="en-US" altLang="zh-CN" sz="2200">
                <a:latin typeface="楷体_GB2312" pitchFamily="49" charset="-122"/>
                <a:ea typeface="楷体_GB2312" pitchFamily="49" charset="-122"/>
              </a:rPr>
              <a:t>O(n+2e)</a:t>
            </a:r>
            <a:r>
              <a:rPr lang="zh-CN" altLang="en-US" sz="2400">
                <a:latin typeface="楷体_GB2312" pitchFamily="49" charset="-122"/>
                <a:ea typeface="楷体_GB2312" pitchFamily="49" charset="-122"/>
              </a:rPr>
              <a:t>。</a:t>
            </a:r>
          </a:p>
          <a:p>
            <a:pPr eaLnBrk="1" hangingPunct="1">
              <a:spcBef>
                <a:spcPct val="0"/>
              </a:spcBef>
              <a:buClrTx/>
              <a:buSzTx/>
              <a:buFontTx/>
              <a:buNone/>
            </a:pPr>
            <a:r>
              <a:rPr lang="zh-CN" altLang="en-US" sz="2400">
                <a:solidFill>
                  <a:schemeClr val="tx2"/>
                </a:solidFill>
                <a:latin typeface="楷体_GB2312" pitchFamily="49" charset="-122"/>
                <a:ea typeface="楷体_GB2312" pitchFamily="49" charset="-122"/>
              </a:rPr>
              <a:t>若是稀疏图</a:t>
            </a:r>
            <a:r>
              <a:rPr lang="en-US" altLang="zh-CN" sz="2400">
                <a:solidFill>
                  <a:schemeClr val="tx2"/>
                </a:solidFill>
                <a:latin typeface="楷体_GB2312" pitchFamily="49" charset="-122"/>
                <a:ea typeface="楷体_GB2312" pitchFamily="49" charset="-122"/>
              </a:rPr>
              <a:t>(e&lt;&lt;n</a:t>
            </a:r>
            <a:r>
              <a:rPr lang="en-US" altLang="zh-CN" sz="2400" baseline="30000">
                <a:solidFill>
                  <a:schemeClr val="tx2"/>
                </a:solidFill>
                <a:latin typeface="楷体_GB2312" pitchFamily="49" charset="-122"/>
                <a:ea typeface="楷体_GB2312" pitchFamily="49" charset="-122"/>
              </a:rPr>
              <a:t>2</a:t>
            </a:r>
            <a:r>
              <a:rPr lang="en-US" altLang="zh-CN" sz="2400">
                <a:solidFill>
                  <a:schemeClr val="tx2"/>
                </a:solidFill>
                <a:latin typeface="楷体_GB2312" pitchFamily="49" charset="-122"/>
                <a:ea typeface="楷体_GB2312" pitchFamily="49" charset="-122"/>
              </a:rPr>
              <a:t>)</a:t>
            </a:r>
            <a:r>
              <a:rPr lang="zh-CN" altLang="en-US" sz="2400">
                <a:solidFill>
                  <a:schemeClr val="tx2"/>
                </a:solidFill>
                <a:latin typeface="楷体_GB2312" pitchFamily="49" charset="-122"/>
                <a:ea typeface="楷体_GB2312" pitchFamily="49" charset="-122"/>
              </a:rPr>
              <a:t>，则比邻接矩阵表示法</a:t>
            </a:r>
            <a:r>
              <a:rPr lang="en-US" altLang="zh-CN" sz="2400">
                <a:solidFill>
                  <a:schemeClr val="tx2"/>
                </a:solidFill>
                <a:latin typeface="楷体_GB2312" pitchFamily="49" charset="-122"/>
                <a:ea typeface="楷体_GB2312" pitchFamily="49" charset="-122"/>
              </a:rPr>
              <a:t>O(n</a:t>
            </a:r>
            <a:r>
              <a:rPr lang="en-US" altLang="zh-CN" sz="2400" baseline="30000">
                <a:solidFill>
                  <a:schemeClr val="tx2"/>
                </a:solidFill>
                <a:latin typeface="楷体_GB2312" pitchFamily="49" charset="-122"/>
                <a:ea typeface="楷体_GB2312" pitchFamily="49" charset="-122"/>
              </a:rPr>
              <a:t>2</a:t>
            </a:r>
            <a:r>
              <a:rPr lang="en-US" altLang="zh-CN" sz="2400">
                <a:solidFill>
                  <a:schemeClr val="tx2"/>
                </a:solidFill>
                <a:latin typeface="楷体_GB2312" pitchFamily="49" charset="-122"/>
                <a:ea typeface="楷体_GB2312" pitchFamily="49" charset="-122"/>
              </a:rPr>
              <a:t>)</a:t>
            </a:r>
            <a:r>
              <a:rPr lang="zh-CN" altLang="en-US" sz="2400">
                <a:solidFill>
                  <a:schemeClr val="tx2"/>
                </a:solidFill>
                <a:latin typeface="楷体_GB2312" pitchFamily="49" charset="-122"/>
                <a:ea typeface="楷体_GB2312" pitchFamily="49" charset="-122"/>
              </a:rPr>
              <a:t>省空间。</a:t>
            </a:r>
          </a:p>
        </p:txBody>
      </p:sp>
      <p:sp>
        <p:nvSpPr>
          <p:cNvPr id="34819" name="Rectangle 3"/>
          <p:cNvSpPr>
            <a:spLocks noGrp="1"/>
          </p:cNvSpPr>
          <p:nvPr>
            <p:ph type="title"/>
          </p:nvPr>
        </p:nvSpPr>
        <p:spPr>
          <a:xfrm>
            <a:off x="76200" y="166688"/>
            <a:ext cx="3990975" cy="519112"/>
          </a:xfrm>
        </p:spPr>
        <p:txBody>
          <a:bodyPr>
            <a:normAutofit fontScale="90000"/>
          </a:bodyPr>
          <a:lstStyle/>
          <a:p>
            <a:pPr eaLnBrk="1" fontAlgn="auto" hangingPunct="1">
              <a:spcAft>
                <a:spcPts val="0"/>
              </a:spcAft>
              <a:defRPr/>
            </a:pPr>
            <a:r>
              <a:rPr lang="zh-CN" altLang="en-US" sz="2800" b="1" smtClean="0"/>
              <a:t>邻接表存储法的特点</a:t>
            </a:r>
            <a:r>
              <a:rPr lang="zh-CN" altLang="en-US" sz="3300" b="1" smtClean="0"/>
              <a:t>：</a:t>
            </a:r>
          </a:p>
        </p:txBody>
      </p:sp>
      <p:sp>
        <p:nvSpPr>
          <p:cNvPr id="28676" name="Rectangle 6"/>
          <p:cNvSpPr>
            <a:spLocks noChangeArrowheads="1"/>
          </p:cNvSpPr>
          <p:nvPr/>
        </p:nvSpPr>
        <p:spPr bwMode="auto">
          <a:xfrm>
            <a:off x="3581400" y="228600"/>
            <a:ext cx="5181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400">
                <a:latin typeface="Arial" pitchFamily="34" charset="0"/>
                <a:ea typeface="楷体_GB2312" pitchFamily="49" charset="-122"/>
              </a:rPr>
              <a:t>—</a:t>
            </a:r>
            <a:r>
              <a:rPr lang="zh-CN" altLang="en-US" sz="2400">
                <a:latin typeface="楷体_GB2312" pitchFamily="49" charset="-122"/>
                <a:ea typeface="楷体_GB2312" pitchFamily="49" charset="-122"/>
              </a:rPr>
              <a:t>它其实是对邻接矩阵法的一种改进</a:t>
            </a:r>
          </a:p>
        </p:txBody>
      </p:sp>
      <p:sp>
        <p:nvSpPr>
          <p:cNvPr id="28677" name="Rectangle 8"/>
          <p:cNvSpPr>
            <a:spLocks noChangeArrowheads="1"/>
          </p:cNvSpPr>
          <p:nvPr/>
        </p:nvSpPr>
        <p:spPr bwMode="auto">
          <a:xfrm>
            <a:off x="142875" y="3643313"/>
            <a:ext cx="2555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0" indent="-228600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50000"/>
              </a:spcBef>
              <a:buClrTx/>
              <a:buSzTx/>
              <a:buFontTx/>
              <a:buNone/>
            </a:pPr>
            <a:r>
              <a:rPr lang="zh-CN" altLang="en-US" sz="2400">
                <a:solidFill>
                  <a:schemeClr val="accent2"/>
                </a:solidFill>
                <a:latin typeface="Arial" pitchFamily="34" charset="0"/>
                <a:ea typeface="黑体" pitchFamily="49" charset="-122"/>
              </a:rPr>
              <a:t>邻接表的</a:t>
            </a:r>
            <a:r>
              <a:rPr lang="zh-CN" altLang="en-US" sz="2400">
                <a:solidFill>
                  <a:schemeClr val="accent2"/>
                </a:solidFill>
                <a:latin typeface="黑体" pitchFamily="49" charset="-122"/>
                <a:ea typeface="黑体" pitchFamily="49" charset="-122"/>
              </a:rPr>
              <a:t>缺点：</a:t>
            </a:r>
            <a:endParaRPr lang="zh-CN" altLang="en-US" sz="2400">
              <a:solidFill>
                <a:schemeClr val="accent2"/>
              </a:solidFill>
              <a:latin typeface="宋体" pitchFamily="2" charset="-122"/>
              <a:ea typeface="黑体" pitchFamily="49" charset="-122"/>
            </a:endParaRPr>
          </a:p>
        </p:txBody>
      </p:sp>
      <p:sp>
        <p:nvSpPr>
          <p:cNvPr id="28678" name="Rectangle 11"/>
          <p:cNvSpPr>
            <a:spLocks noChangeArrowheads="1"/>
          </p:cNvSpPr>
          <p:nvPr/>
        </p:nvSpPr>
        <p:spPr bwMode="auto">
          <a:xfrm>
            <a:off x="214313" y="2786063"/>
            <a:ext cx="24844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2"/>
                </a:solidFill>
                <a:latin typeface="Arial" pitchFamily="34" charset="0"/>
                <a:ea typeface="黑体" pitchFamily="49" charset="-122"/>
              </a:rPr>
              <a:t>邻接表的优点：</a:t>
            </a:r>
          </a:p>
        </p:txBody>
      </p:sp>
      <p:sp>
        <p:nvSpPr>
          <p:cNvPr id="28679" name="Rectangle 15"/>
          <p:cNvSpPr>
            <a:spLocks noChangeArrowheads="1"/>
          </p:cNvSpPr>
          <p:nvPr/>
        </p:nvSpPr>
        <p:spPr bwMode="auto">
          <a:xfrm>
            <a:off x="2428875" y="2757488"/>
            <a:ext cx="5419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latin typeface="黑体" pitchFamily="49" charset="-122"/>
                <a:ea typeface="楷体_GB2312" pitchFamily="49" charset="-122"/>
              </a:rPr>
              <a:t>空间效率高；</a:t>
            </a:r>
            <a:r>
              <a:rPr lang="zh-CN" altLang="en-US" sz="2400">
                <a:latin typeface="Arial" pitchFamily="34" charset="0"/>
                <a:ea typeface="楷体_GB2312" pitchFamily="49" charset="-122"/>
              </a:rPr>
              <a:t>容易寻找顶点的邻接点；</a:t>
            </a:r>
          </a:p>
        </p:txBody>
      </p:sp>
      <p:sp>
        <p:nvSpPr>
          <p:cNvPr id="28680" name="Rectangle 16"/>
          <p:cNvSpPr>
            <a:spLocks noChangeArrowheads="1"/>
          </p:cNvSpPr>
          <p:nvPr/>
        </p:nvSpPr>
        <p:spPr bwMode="auto">
          <a:xfrm>
            <a:off x="2500313" y="3643313"/>
            <a:ext cx="5638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latin typeface="楷体_GB2312" pitchFamily="49" charset="-122"/>
                <a:ea typeface="楷体_GB2312" pitchFamily="49" charset="-122"/>
              </a:rPr>
              <a:t>判断两顶点间是否有边或弧，需搜索两结点对应的单链表，没有邻接矩阵方便。</a:t>
            </a:r>
          </a:p>
        </p:txBody>
      </p:sp>
    </p:spTree>
  </p:cSld>
  <p:clrMapOvr>
    <a:masterClrMapping/>
  </p:clrMapOvr>
  <p:transition spd="slow"/>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6498" name="Text Box 2"/>
          <p:cNvSpPr txBox="1">
            <a:spLocks noChangeArrowheads="1"/>
          </p:cNvSpPr>
          <p:nvPr/>
        </p:nvSpPr>
        <p:spPr bwMode="auto">
          <a:xfrm>
            <a:off x="2819400" y="5105400"/>
            <a:ext cx="335280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tx2"/>
                </a:solidFill>
                <a:latin typeface="隶书" pitchFamily="49" charset="-122"/>
                <a:ea typeface="隶书" pitchFamily="49" charset="-122"/>
              </a:rPr>
              <a:t>一、</a:t>
            </a:r>
            <a:r>
              <a:rPr lang="zh-CN" altLang="en-US" sz="2800">
                <a:solidFill>
                  <a:schemeClr val="tx2"/>
                </a:solidFill>
                <a:latin typeface="隶书" pitchFamily="49" charset="-122"/>
                <a:ea typeface="隶书" pitchFamily="49" charset="-122"/>
                <a:hlinkClick r:id="rId3" action="ppaction://hlinksldjump"/>
              </a:rPr>
              <a:t>深度优先搜索</a:t>
            </a:r>
            <a:endParaRPr lang="zh-CN" altLang="en-US" sz="2800">
              <a:solidFill>
                <a:schemeClr val="tx2"/>
              </a:solidFill>
              <a:latin typeface="隶书" pitchFamily="49" charset="-122"/>
              <a:ea typeface="隶书" pitchFamily="49" charset="-122"/>
            </a:endParaRPr>
          </a:p>
          <a:p>
            <a:pPr eaLnBrk="1" hangingPunct="1">
              <a:spcBef>
                <a:spcPct val="0"/>
              </a:spcBef>
              <a:buClrTx/>
              <a:buSzTx/>
              <a:buFontTx/>
              <a:buNone/>
            </a:pPr>
            <a:r>
              <a:rPr lang="zh-CN" altLang="en-US" sz="2800">
                <a:solidFill>
                  <a:schemeClr val="tx2"/>
                </a:solidFill>
                <a:latin typeface="隶书" pitchFamily="49" charset="-122"/>
                <a:ea typeface="隶书" pitchFamily="49" charset="-122"/>
              </a:rPr>
              <a:t>二、</a:t>
            </a:r>
            <a:r>
              <a:rPr lang="zh-CN" altLang="en-US" sz="2800">
                <a:solidFill>
                  <a:schemeClr val="tx2"/>
                </a:solidFill>
                <a:latin typeface="隶书" pitchFamily="49" charset="-122"/>
                <a:ea typeface="隶书" pitchFamily="49" charset="-122"/>
                <a:hlinkClick r:id="rId4" action="ppaction://hlinksldjump"/>
              </a:rPr>
              <a:t>广度优先搜索</a:t>
            </a:r>
            <a:r>
              <a:rPr lang="zh-CN" altLang="en-US" sz="2800">
                <a:latin typeface="隶书" pitchFamily="49" charset="-122"/>
                <a:ea typeface="隶书" pitchFamily="49" charset="-122"/>
                <a:hlinkClick r:id="rId5" action="ppaction://hlinksldjump"/>
              </a:rPr>
              <a:t>   </a:t>
            </a:r>
            <a:endParaRPr lang="zh-CN" altLang="en-US" sz="2800">
              <a:latin typeface="隶书" pitchFamily="49" charset="-122"/>
              <a:ea typeface="隶书" pitchFamily="49" charset="-122"/>
            </a:endParaRPr>
          </a:p>
        </p:txBody>
      </p:sp>
      <p:sp>
        <p:nvSpPr>
          <p:cNvPr id="29699" name="Rectangle 3"/>
          <p:cNvSpPr>
            <a:spLocks noGrp="1" noChangeArrowheads="1"/>
          </p:cNvSpPr>
          <p:nvPr>
            <p:ph type="title"/>
          </p:nvPr>
        </p:nvSpPr>
        <p:spPr>
          <a:xfrm>
            <a:off x="214313" y="214313"/>
            <a:ext cx="8339137" cy="612775"/>
          </a:xfrm>
        </p:spPr>
        <p:txBody>
          <a:bodyPr/>
          <a:lstStyle/>
          <a:p>
            <a:pPr eaLnBrk="1" hangingPunct="1"/>
            <a:r>
              <a:rPr lang="en-US" altLang="zh-CN" sz="2800" b="1" smtClean="0">
                <a:ea typeface="黑体" pitchFamily="49" charset="-122"/>
              </a:rPr>
              <a:t>    </a:t>
            </a:r>
            <a:r>
              <a:rPr lang="zh-CN" altLang="en-US" sz="2800" b="1" smtClean="0">
                <a:ea typeface="黑体" pitchFamily="49" charset="-122"/>
              </a:rPr>
              <a:t>图的遍历</a:t>
            </a:r>
          </a:p>
        </p:txBody>
      </p:sp>
      <p:graphicFrame>
        <p:nvGraphicFramePr>
          <p:cNvPr id="106507" name="Object 2"/>
          <p:cNvGraphicFramePr>
            <a:graphicFrameLocks noGrp="1" noChangeAspect="1"/>
          </p:cNvGraphicFramePr>
          <p:nvPr>
            <p:ph sz="quarter" idx="1"/>
          </p:nvPr>
        </p:nvGraphicFramePr>
        <p:xfrm>
          <a:off x="7019925" y="0"/>
          <a:ext cx="1944688" cy="1890713"/>
        </p:xfrm>
        <a:graphic>
          <a:graphicData uri="http://schemas.openxmlformats.org/presentationml/2006/ole">
            <mc:AlternateContent xmlns:mc="http://schemas.openxmlformats.org/markup-compatibility/2006">
              <mc:Choice xmlns:v="urn:schemas-microsoft-com:vml" Requires="v">
                <p:oleObj spid="_x0000_s29709" name="Image" r:id="rId6" imgW="1307927" imgH="1271180" progId="">
                  <p:embed/>
                </p:oleObj>
              </mc:Choice>
              <mc:Fallback>
                <p:oleObj name="Image" r:id="rId6" imgW="1307927" imgH="1271180" progId="">
                  <p:embed/>
                  <p:pic>
                    <p:nvPicPr>
                      <p:cNvPr id="0" name="Object 2"/>
                      <p:cNvPicPr>
                        <a:picLocks noChangeAspect="1" noChangeArrowheads="1"/>
                      </p:cNvPicPr>
                      <p:nvPr/>
                    </p:nvPicPr>
                    <p:blipFill>
                      <a:blip r:embed="rId7">
                        <a:extLst>
                          <a:ext uri="{28A0092B-C50C-407E-A947-70E740481C1C}">
                            <a14:useLocalDpi xmlns:a14="http://schemas.microsoft.com/office/drawing/2010/main" val="0"/>
                          </a:ext>
                        </a:extLst>
                      </a:blip>
                      <a:srcRect t="6862" b="7362"/>
                      <a:stretch>
                        <a:fillRect/>
                      </a:stretch>
                    </p:blipFill>
                    <p:spPr bwMode="auto">
                      <a:xfrm>
                        <a:off x="7019925" y="0"/>
                        <a:ext cx="1944688" cy="1890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6500" name="Rectangle 4"/>
          <p:cNvSpPr>
            <a:spLocks noChangeArrowheads="1"/>
          </p:cNvSpPr>
          <p:nvPr/>
        </p:nvSpPr>
        <p:spPr bwMode="auto">
          <a:xfrm>
            <a:off x="357188" y="857250"/>
            <a:ext cx="853440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9438" indent="-579438">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000">
                <a:solidFill>
                  <a:schemeClr val="accent1"/>
                </a:solidFill>
                <a:latin typeface="Arial" pitchFamily="34" charset="0"/>
                <a:ea typeface="黑体" pitchFamily="49" charset="-122"/>
              </a:rPr>
              <a:t>遍历定义：</a:t>
            </a:r>
            <a:r>
              <a:rPr lang="zh-CN" altLang="en-US" sz="2000">
                <a:latin typeface="Arial" pitchFamily="34" charset="0"/>
                <a:ea typeface="楷体_GB2312" pitchFamily="49" charset="-122"/>
              </a:rPr>
              <a:t>从已给的连通图中某一顶点出发，沿着</a:t>
            </a:r>
          </a:p>
          <a:p>
            <a:pPr eaLnBrk="1" hangingPunct="1">
              <a:spcBef>
                <a:spcPct val="0"/>
              </a:spcBef>
              <a:buClrTx/>
              <a:buSzTx/>
              <a:buFontTx/>
              <a:buNone/>
            </a:pPr>
            <a:r>
              <a:rPr lang="zh-CN" altLang="en-US" sz="2000">
                <a:latin typeface="Arial" pitchFamily="34" charset="0"/>
                <a:ea typeface="楷体_GB2312" pitchFamily="49" charset="-122"/>
              </a:rPr>
              <a:t>一些边访遍图中所有的顶点，且使每个顶点仅被访</a:t>
            </a:r>
          </a:p>
          <a:p>
            <a:pPr eaLnBrk="1" hangingPunct="1">
              <a:spcBef>
                <a:spcPct val="0"/>
              </a:spcBef>
              <a:buClrTx/>
              <a:buSzTx/>
              <a:buFontTx/>
              <a:buNone/>
            </a:pPr>
            <a:r>
              <a:rPr lang="zh-CN" altLang="en-US" sz="2000">
                <a:latin typeface="Arial" pitchFamily="34" charset="0"/>
                <a:ea typeface="楷体_GB2312" pitchFamily="49" charset="-122"/>
              </a:rPr>
              <a:t>问一次，就叫做</a:t>
            </a:r>
            <a:r>
              <a:rPr lang="zh-CN" altLang="en-US" sz="2000" b="1">
                <a:solidFill>
                  <a:srgbClr val="FF0000"/>
                </a:solidFill>
                <a:latin typeface="楷体_GB2312" pitchFamily="49" charset="-122"/>
                <a:ea typeface="楷体_GB2312" pitchFamily="49" charset="-122"/>
              </a:rPr>
              <a:t>图的遍历，它是</a:t>
            </a:r>
            <a:r>
              <a:rPr lang="zh-CN" altLang="en-US" sz="2000" b="1">
                <a:solidFill>
                  <a:srgbClr val="FF0000"/>
                </a:solidFill>
                <a:latin typeface="Arial" pitchFamily="34" charset="0"/>
                <a:ea typeface="楷体_GB2312" pitchFamily="49" charset="-122"/>
              </a:rPr>
              <a:t>图的基本运算</a:t>
            </a:r>
            <a:r>
              <a:rPr lang="zh-CN" altLang="en-US" sz="2000">
                <a:latin typeface="Arial" pitchFamily="34" charset="0"/>
                <a:ea typeface="楷体_GB2312" pitchFamily="49" charset="-122"/>
              </a:rPr>
              <a:t>。</a:t>
            </a:r>
          </a:p>
        </p:txBody>
      </p:sp>
      <p:sp>
        <p:nvSpPr>
          <p:cNvPr id="106501" name="Rectangle 5"/>
          <p:cNvSpPr>
            <a:spLocks noChangeArrowheads="1"/>
          </p:cNvSpPr>
          <p:nvPr/>
        </p:nvSpPr>
        <p:spPr bwMode="auto">
          <a:xfrm>
            <a:off x="285750" y="2000250"/>
            <a:ext cx="8534400" cy="1016000"/>
          </a:xfrm>
          <a:prstGeom prst="rect">
            <a:avLst/>
          </a:prstGeom>
          <a:noFill/>
          <a:ln w="9525">
            <a:noFill/>
            <a:miter lim="800000"/>
            <a:headEnd/>
            <a:tailEnd/>
          </a:ln>
          <a:effectLst/>
        </p:spPr>
        <p:txBody>
          <a:bodyPr>
            <a:spAutoFit/>
          </a:bodyPr>
          <a:lstStyle/>
          <a:p>
            <a:pPr marL="666750" indent="-666750" eaLnBrk="1" hangingPunct="1">
              <a:defRPr/>
            </a:pPr>
            <a:r>
              <a:rPr lang="zh-CN" altLang="en-US" sz="2000" dirty="0">
                <a:solidFill>
                  <a:schemeClr val="accent1"/>
                </a:solidFill>
                <a:ea typeface="黑体" pitchFamily="2" charset="-122"/>
              </a:rPr>
              <a:t>遍历实质：</a:t>
            </a:r>
            <a:r>
              <a:rPr lang="zh-CN" altLang="en-US" sz="2000" dirty="0">
                <a:ea typeface="楷体_GB2312" pitchFamily="49" charset="-122"/>
              </a:rPr>
              <a:t>找每个顶点的邻接点的过程。</a:t>
            </a:r>
          </a:p>
          <a:p>
            <a:pPr marL="666750" indent="-666750" eaLnBrk="1" hangingPunct="1">
              <a:defRPr/>
            </a:pPr>
            <a:r>
              <a:rPr lang="zh-CN" altLang="en-US" sz="2000" dirty="0">
                <a:solidFill>
                  <a:schemeClr val="accent1"/>
                </a:solidFill>
                <a:ea typeface="黑体" pitchFamily="2" charset="-122"/>
              </a:rPr>
              <a:t>图的特点：</a:t>
            </a:r>
            <a:r>
              <a:rPr lang="zh-CN" altLang="en-US" sz="2000" dirty="0">
                <a:latin typeface="楷体_GB2312" pitchFamily="49" charset="-122"/>
                <a:ea typeface="楷体_GB2312" pitchFamily="49" charset="-122"/>
              </a:rPr>
              <a:t>图中可能存在</a:t>
            </a:r>
            <a:r>
              <a:rPr lang="zh-CN" altLang="en-US" sz="2000" dirty="0">
                <a:solidFill>
                  <a:schemeClr val="accent2"/>
                </a:solidFill>
                <a:latin typeface="楷体_GB2312" pitchFamily="49" charset="-122"/>
                <a:ea typeface="楷体_GB2312" pitchFamily="49" charset="-122"/>
              </a:rPr>
              <a:t>回路</a:t>
            </a:r>
            <a:r>
              <a:rPr lang="zh-CN" altLang="en-US" sz="2000" dirty="0">
                <a:latin typeface="楷体_GB2312" pitchFamily="49" charset="-122"/>
                <a:ea typeface="楷体_GB2312" pitchFamily="49" charset="-122"/>
              </a:rPr>
              <a:t>，且图的任一顶点都可能与其它顶点相通，在访问完某个顶点之后可能会沿着某些边又回到了曾经访问过的顶点</a:t>
            </a:r>
            <a:r>
              <a:rPr lang="zh-CN" altLang="en-US" sz="2000" dirty="0">
                <a:effectLst>
                  <a:outerShdw blurRad="38100" dist="38100" dir="2700000" algn="tl">
                    <a:srgbClr val="C0C0C0"/>
                  </a:outerShdw>
                </a:effectLst>
                <a:latin typeface="楷体_GB2312" pitchFamily="49" charset="-122"/>
                <a:ea typeface="楷体_GB2312" pitchFamily="49" charset="-122"/>
              </a:rPr>
              <a:t>。</a:t>
            </a:r>
            <a:endParaRPr lang="zh-CN" altLang="en-US" sz="2000" dirty="0">
              <a:solidFill>
                <a:schemeClr val="tx2"/>
              </a:solidFill>
              <a:latin typeface="楷体_GB2312" pitchFamily="49" charset="-122"/>
              <a:ea typeface="楷体_GB2312" pitchFamily="49" charset="-122"/>
            </a:endParaRPr>
          </a:p>
        </p:txBody>
      </p:sp>
      <p:sp>
        <p:nvSpPr>
          <p:cNvPr id="106502" name="Rectangle 6"/>
          <p:cNvSpPr>
            <a:spLocks noChangeArrowheads="1"/>
          </p:cNvSpPr>
          <p:nvPr/>
        </p:nvSpPr>
        <p:spPr bwMode="auto">
          <a:xfrm>
            <a:off x="323850" y="3573463"/>
            <a:ext cx="85344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666750" indent="-66675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400">
                <a:solidFill>
                  <a:schemeClr val="accent1"/>
                </a:solidFill>
                <a:latin typeface="Arial" pitchFamily="34" charset="0"/>
                <a:ea typeface="黑体" pitchFamily="49" charset="-122"/>
              </a:rPr>
              <a:t>解决思路：</a:t>
            </a:r>
            <a:r>
              <a:rPr lang="zh-CN" altLang="en-US" sz="2400">
                <a:latin typeface="楷体_GB2312" pitchFamily="49" charset="-122"/>
                <a:ea typeface="楷体_GB2312" pitchFamily="49" charset="-122"/>
              </a:rPr>
              <a:t>可设置一个</a:t>
            </a:r>
            <a:r>
              <a:rPr lang="zh-CN" altLang="en-US" sz="2400">
                <a:solidFill>
                  <a:schemeClr val="tx2"/>
                </a:solidFill>
                <a:latin typeface="楷体_GB2312" pitchFamily="49" charset="-122"/>
                <a:ea typeface="楷体_GB2312" pitchFamily="49" charset="-122"/>
              </a:rPr>
              <a:t>辅助数组</a:t>
            </a:r>
            <a:r>
              <a:rPr lang="zh-CN" altLang="en-US" sz="2400">
                <a:solidFill>
                  <a:srgbClr val="0000CC"/>
                </a:solidFill>
                <a:latin typeface="楷体_GB2312" pitchFamily="49" charset="-122"/>
                <a:ea typeface="楷体_GB2312" pitchFamily="49" charset="-122"/>
              </a:rPr>
              <a:t> </a:t>
            </a:r>
            <a:r>
              <a:rPr lang="en-US" altLang="zh-CN" sz="2400" i="1">
                <a:solidFill>
                  <a:schemeClr val="tx2"/>
                </a:solidFill>
                <a:latin typeface="Arial" pitchFamily="34" charset="0"/>
                <a:ea typeface="楷体_GB2312" pitchFamily="49" charset="-122"/>
              </a:rPr>
              <a:t>visited</a:t>
            </a:r>
            <a:r>
              <a:rPr lang="en-US" altLang="zh-CN" sz="2400">
                <a:solidFill>
                  <a:schemeClr val="tx2"/>
                </a:solidFill>
                <a:latin typeface="Arial" pitchFamily="34" charset="0"/>
                <a:ea typeface="楷体_GB2312" pitchFamily="49" charset="-122"/>
              </a:rPr>
              <a:t> [n ]</a:t>
            </a:r>
            <a:r>
              <a:rPr lang="zh-CN" altLang="en-US" sz="2400">
                <a:latin typeface="楷体_GB2312" pitchFamily="49" charset="-122"/>
                <a:ea typeface="楷体_GB2312" pitchFamily="49" charset="-122"/>
              </a:rPr>
              <a:t>，用来标记每个被访问过的顶点。它的初始状态为</a:t>
            </a:r>
            <a:r>
              <a:rPr lang="en-US" altLang="zh-CN" sz="2400">
                <a:solidFill>
                  <a:schemeClr val="tx2"/>
                </a:solidFill>
                <a:latin typeface="楷体_GB2312" pitchFamily="49" charset="-122"/>
                <a:ea typeface="楷体_GB2312" pitchFamily="49" charset="-122"/>
              </a:rPr>
              <a:t>0</a:t>
            </a:r>
            <a:r>
              <a:rPr lang="zh-CN" altLang="en-US" sz="2400">
                <a:latin typeface="楷体_GB2312" pitchFamily="49" charset="-122"/>
                <a:ea typeface="楷体_GB2312" pitchFamily="49" charset="-122"/>
              </a:rPr>
              <a:t>，在图的遍历过程中，一旦某一个顶点</a:t>
            </a:r>
            <a:r>
              <a:rPr lang="en-US" altLang="zh-CN" sz="2400" i="1">
                <a:latin typeface="Arial" pitchFamily="34" charset="0"/>
                <a:ea typeface="楷体_GB2312" pitchFamily="49" charset="-122"/>
              </a:rPr>
              <a:t>i</a:t>
            </a:r>
            <a:r>
              <a:rPr lang="en-US" altLang="zh-CN" sz="2400" i="1" baseline="-25000">
                <a:latin typeface="Arial" pitchFamily="34" charset="0"/>
                <a:ea typeface="楷体_GB2312" pitchFamily="49" charset="-122"/>
              </a:rPr>
              <a:t> </a:t>
            </a:r>
            <a:r>
              <a:rPr lang="zh-CN" altLang="en-US" sz="2400">
                <a:latin typeface="楷体_GB2312" pitchFamily="49" charset="-122"/>
                <a:ea typeface="楷体_GB2312" pitchFamily="49" charset="-122"/>
              </a:rPr>
              <a:t>被访问，就立即改 </a:t>
            </a:r>
            <a:r>
              <a:rPr lang="en-US" altLang="zh-CN" sz="2400" i="1">
                <a:latin typeface="Arial" pitchFamily="34" charset="0"/>
                <a:ea typeface="楷体_GB2312" pitchFamily="49" charset="-122"/>
              </a:rPr>
              <a:t>visited</a:t>
            </a:r>
            <a:r>
              <a:rPr lang="en-US" altLang="zh-CN" sz="2400">
                <a:latin typeface="Arial" pitchFamily="34" charset="0"/>
                <a:ea typeface="楷体_GB2312" pitchFamily="49" charset="-122"/>
              </a:rPr>
              <a:t> [</a:t>
            </a:r>
            <a:r>
              <a:rPr lang="en-US" altLang="zh-CN" sz="2400" i="1">
                <a:latin typeface="Arial" pitchFamily="34" charset="0"/>
                <a:ea typeface="楷体_GB2312" pitchFamily="49" charset="-122"/>
              </a:rPr>
              <a:t>i</a:t>
            </a:r>
            <a:r>
              <a:rPr lang="en-US" altLang="zh-CN" sz="2400">
                <a:latin typeface="Arial" pitchFamily="34" charset="0"/>
                <a:ea typeface="楷体_GB2312" pitchFamily="49" charset="-122"/>
              </a:rPr>
              <a:t>]</a:t>
            </a:r>
            <a:r>
              <a:rPr lang="zh-CN" altLang="en-US" sz="2400">
                <a:latin typeface="楷体_GB2312" pitchFamily="49" charset="-122"/>
                <a:ea typeface="楷体_GB2312" pitchFamily="49" charset="-122"/>
              </a:rPr>
              <a:t>为</a:t>
            </a:r>
            <a:r>
              <a:rPr lang="en-US" altLang="zh-CN" sz="2400">
                <a:solidFill>
                  <a:schemeClr val="tx2"/>
                </a:solidFill>
                <a:latin typeface="楷体_GB2312" pitchFamily="49" charset="-122"/>
                <a:ea typeface="楷体_GB2312" pitchFamily="49" charset="-122"/>
              </a:rPr>
              <a:t>1</a:t>
            </a:r>
            <a:r>
              <a:rPr lang="zh-CN" altLang="en-US" sz="2400">
                <a:latin typeface="楷体_GB2312" pitchFamily="49" charset="-122"/>
                <a:ea typeface="楷体_GB2312" pitchFamily="49" charset="-122"/>
              </a:rPr>
              <a:t>，防止它被多次访问。</a:t>
            </a:r>
            <a:endParaRPr lang="zh-CN" altLang="en-US" sz="2400">
              <a:solidFill>
                <a:schemeClr val="accent1"/>
              </a:solidFill>
              <a:latin typeface="Arial" pitchFamily="34" charset="0"/>
              <a:ea typeface="黑体" pitchFamily="49" charset="-122"/>
            </a:endParaRPr>
          </a:p>
        </p:txBody>
      </p:sp>
      <p:sp>
        <p:nvSpPr>
          <p:cNvPr id="106503" name="Rectangle 7"/>
          <p:cNvSpPr>
            <a:spLocks noChangeArrowheads="1"/>
          </p:cNvSpPr>
          <p:nvPr/>
        </p:nvSpPr>
        <p:spPr bwMode="auto">
          <a:xfrm>
            <a:off x="152400" y="5410200"/>
            <a:ext cx="2619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1800">
                <a:solidFill>
                  <a:schemeClr val="accent1"/>
                </a:solidFill>
                <a:latin typeface="Arial" pitchFamily="34" charset="0"/>
                <a:ea typeface="黑体" pitchFamily="49" charset="-122"/>
              </a:rPr>
              <a:t>图常用的遍历：</a:t>
            </a:r>
          </a:p>
        </p:txBody>
      </p:sp>
      <p:sp>
        <p:nvSpPr>
          <p:cNvPr id="106504" name="AutoShape 8"/>
          <p:cNvSpPr>
            <a:spLocks/>
          </p:cNvSpPr>
          <p:nvPr/>
        </p:nvSpPr>
        <p:spPr bwMode="auto">
          <a:xfrm>
            <a:off x="2438400" y="5334000"/>
            <a:ext cx="152400" cy="609600"/>
          </a:xfrm>
          <a:prstGeom prst="leftBrace">
            <a:avLst>
              <a:gd name="adj1" fmla="val 33333"/>
              <a:gd name="adj2" fmla="val 50000"/>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6506" name="Rectangle 10"/>
          <p:cNvSpPr>
            <a:spLocks noChangeArrowheads="1"/>
          </p:cNvSpPr>
          <p:nvPr/>
        </p:nvSpPr>
        <p:spPr bwMode="auto">
          <a:xfrm>
            <a:off x="4311650" y="3048000"/>
            <a:ext cx="2927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1800">
                <a:solidFill>
                  <a:schemeClr val="tx2"/>
                </a:solidFill>
                <a:latin typeface="楷体_GB2312" pitchFamily="49" charset="-122"/>
                <a:ea typeface="楷体_GB2312" pitchFamily="49" charset="-122"/>
              </a:rPr>
              <a:t>怎样避免重复访问？</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06500">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06500">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06500">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06501">
                                            <p:txEl>
                                              <p:pRg st="0" end="0"/>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499"/>
                                          </p:stCondLst>
                                        </p:cTn>
                                        <p:tgtEl>
                                          <p:spTgt spid="106507"/>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106501">
                                            <p:txEl>
                                              <p:pRg st="1" end="1"/>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106506"/>
                                        </p:tgtEl>
                                        <p:attrNameLst>
                                          <p:attrName>style.visibility</p:attrName>
                                        </p:attrNameLst>
                                      </p:cBhvr>
                                      <p:to>
                                        <p:strVal val="visible"/>
                                      </p:to>
                                    </p:set>
                                    <p:anim calcmode="lin" valueType="num">
                                      <p:cBhvr>
                                        <p:cTn id="31" dur="500" fill="hold"/>
                                        <p:tgtEl>
                                          <p:spTgt spid="106506"/>
                                        </p:tgtEl>
                                        <p:attrNameLst>
                                          <p:attrName>ppt_w</p:attrName>
                                        </p:attrNameLst>
                                      </p:cBhvr>
                                      <p:tavLst>
                                        <p:tav tm="0">
                                          <p:val>
                                            <p:fltVal val="0"/>
                                          </p:val>
                                        </p:tav>
                                        <p:tav tm="100000">
                                          <p:val>
                                            <p:strVal val="#ppt_w"/>
                                          </p:val>
                                        </p:tav>
                                      </p:tavLst>
                                    </p:anim>
                                    <p:anim calcmode="lin" valueType="num">
                                      <p:cBhvr>
                                        <p:cTn id="32" dur="500" fill="hold"/>
                                        <p:tgtEl>
                                          <p:spTgt spid="106506"/>
                                        </p:tgtEl>
                                        <p:attrNameLst>
                                          <p:attrName>ppt_h</p:attrName>
                                        </p:attrNameLst>
                                      </p:cBhvr>
                                      <p:tavLst>
                                        <p:tav tm="0">
                                          <p:val>
                                            <p:fltVal val="0"/>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iterate type="lt">
                                    <p:tmAbs val="75"/>
                                  </p:iterate>
                                  <p:childTnLst>
                                    <p:set>
                                      <p:cBhvr>
                                        <p:cTn id="36" dur="1" fill="hold">
                                          <p:stCondLst>
                                            <p:cond delay="74"/>
                                          </p:stCondLst>
                                        </p:cTn>
                                        <p:tgtEl>
                                          <p:spTgt spid="106502"/>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499"/>
                                          </p:stCondLst>
                                        </p:cTn>
                                        <p:tgtEl>
                                          <p:spTgt spid="106503"/>
                                        </p:tgtEl>
                                        <p:attrNameLst>
                                          <p:attrName>style.visibility</p:attrName>
                                        </p:attrNameLst>
                                      </p:cBhvr>
                                      <p:to>
                                        <p:strVal val="visible"/>
                                      </p:to>
                                    </p:set>
                                  </p:childTnLst>
                                </p:cTn>
                              </p:par>
                            </p:childTnLst>
                          </p:cTn>
                        </p:par>
                        <p:par>
                          <p:cTn id="41" fill="hold" nodeType="afterGroup">
                            <p:stCondLst>
                              <p:cond delay="500"/>
                            </p:stCondLst>
                            <p:childTnLst>
                              <p:par>
                                <p:cTn id="42" presetID="1" presetClass="entr" presetSubtype="0" fill="hold" grpId="0" nodeType="afterEffect">
                                  <p:stCondLst>
                                    <p:cond delay="0"/>
                                  </p:stCondLst>
                                  <p:childTnLst>
                                    <p:set>
                                      <p:cBhvr>
                                        <p:cTn id="43" dur="1" fill="hold">
                                          <p:stCondLst>
                                            <p:cond delay="499"/>
                                          </p:stCondLst>
                                        </p:cTn>
                                        <p:tgtEl>
                                          <p:spTgt spid="106504"/>
                                        </p:tgtEl>
                                        <p:attrNameLst>
                                          <p:attrName>style.visibility</p:attrName>
                                        </p:attrNameLst>
                                      </p:cBhvr>
                                      <p:to>
                                        <p:strVal val="visible"/>
                                      </p:to>
                                    </p:set>
                                  </p:childTnLst>
                                </p:cTn>
                              </p:par>
                            </p:childTnLst>
                          </p:cTn>
                        </p:par>
                        <p:par>
                          <p:cTn id="44" fill="hold" nodeType="afterGroup">
                            <p:stCondLst>
                              <p:cond delay="1000"/>
                            </p:stCondLst>
                            <p:childTnLst>
                              <p:par>
                                <p:cTn id="45" presetID="1" presetClass="entr" presetSubtype="0" fill="hold" grpId="0" nodeType="afterEffect">
                                  <p:stCondLst>
                                    <p:cond delay="0"/>
                                  </p:stCondLst>
                                  <p:iterate type="lt">
                                    <p:tmAbs val="75"/>
                                  </p:iterate>
                                  <p:childTnLst>
                                    <p:set>
                                      <p:cBhvr>
                                        <p:cTn id="46" dur="1" fill="hold">
                                          <p:stCondLst>
                                            <p:cond delay="74"/>
                                          </p:stCondLst>
                                        </p:cTn>
                                        <p:tgtEl>
                                          <p:spTgt spid="1064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498" grpId="0" autoUpdateAnimBg="0"/>
      <p:bldP spid="106500" grpId="0" build="p" autoUpdateAnimBg="0"/>
      <p:bldP spid="106501" grpId="0" build="p" autoUpdateAnimBg="0"/>
      <p:bldP spid="106502" grpId="0" autoUpdateAnimBg="0"/>
      <p:bldP spid="106503" grpId="0" autoUpdateAnimBg="0"/>
      <p:bldP spid="106504" grpId="0" animBg="1"/>
      <p:bldP spid="106506"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a:xfrm>
            <a:off x="395288" y="404813"/>
            <a:ext cx="7772400" cy="519112"/>
          </a:xfrm>
        </p:spPr>
        <p:txBody>
          <a:bodyPr>
            <a:noAutofit/>
          </a:bodyPr>
          <a:lstStyle/>
          <a:p>
            <a:pPr eaLnBrk="1" fontAlgn="auto" hangingPunct="1">
              <a:spcAft>
                <a:spcPts val="0"/>
              </a:spcAft>
              <a:defRPr/>
            </a:pPr>
            <a:r>
              <a:rPr lang="zh-CN" altLang="en-US" sz="3600" b="1" dirty="0" smtClean="0"/>
              <a:t>深度优先搜索（遍历）步骤：</a:t>
            </a:r>
          </a:p>
        </p:txBody>
      </p:sp>
      <p:sp>
        <p:nvSpPr>
          <p:cNvPr id="108549" name="Text Box 5"/>
          <p:cNvSpPr txBox="1">
            <a:spLocks noChangeArrowheads="1"/>
          </p:cNvSpPr>
          <p:nvPr/>
        </p:nvSpPr>
        <p:spPr bwMode="auto">
          <a:xfrm>
            <a:off x="395288" y="981075"/>
            <a:ext cx="8305800" cy="3754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marL="457200" indent="-45720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lnSpc>
                <a:spcPct val="170000"/>
              </a:lnSpc>
              <a:spcBef>
                <a:spcPct val="0"/>
              </a:spcBef>
              <a:buClrTx/>
              <a:buSzTx/>
              <a:buFontTx/>
              <a:buNone/>
            </a:pPr>
            <a:r>
              <a:rPr lang="zh-CN" altLang="en-US" sz="2800" dirty="0">
                <a:solidFill>
                  <a:schemeClr val="accent1"/>
                </a:solidFill>
                <a:latin typeface="Arial" pitchFamily="34" charset="0"/>
                <a:ea typeface="黑体" pitchFamily="49" charset="-122"/>
              </a:rPr>
              <a:t>简单归纳：</a:t>
            </a:r>
          </a:p>
          <a:p>
            <a:pPr eaLnBrk="1" hangingPunct="1">
              <a:lnSpc>
                <a:spcPct val="170000"/>
              </a:lnSpc>
              <a:spcBef>
                <a:spcPct val="0"/>
              </a:spcBef>
              <a:buClrTx/>
              <a:buSzTx/>
              <a:buFontTx/>
              <a:buChar char="•"/>
            </a:pPr>
            <a:r>
              <a:rPr lang="zh-CN" altLang="en-US" sz="2800" dirty="0">
                <a:latin typeface="Arial" pitchFamily="34" charset="0"/>
                <a:ea typeface="黑体" pitchFamily="49" charset="-122"/>
              </a:rPr>
              <a:t>  访问起始点 </a:t>
            </a:r>
            <a:r>
              <a:rPr lang="en-US" altLang="zh-CN" sz="2800" dirty="0">
                <a:solidFill>
                  <a:schemeClr val="tx2"/>
                </a:solidFill>
                <a:latin typeface="Arial" pitchFamily="34" charset="0"/>
                <a:ea typeface="黑体" pitchFamily="49" charset="-122"/>
              </a:rPr>
              <a:t>v</a:t>
            </a:r>
            <a:r>
              <a:rPr lang="en-US" altLang="zh-CN" sz="2800" dirty="0">
                <a:latin typeface="Arial" pitchFamily="34" charset="0"/>
                <a:ea typeface="黑体" pitchFamily="49" charset="-122"/>
              </a:rPr>
              <a:t>;</a:t>
            </a:r>
          </a:p>
          <a:p>
            <a:pPr eaLnBrk="1" hangingPunct="1">
              <a:lnSpc>
                <a:spcPct val="170000"/>
              </a:lnSpc>
              <a:spcBef>
                <a:spcPct val="0"/>
              </a:spcBef>
              <a:buClrTx/>
              <a:buSzTx/>
              <a:buFontTx/>
              <a:buChar char="•"/>
            </a:pPr>
            <a:r>
              <a:rPr lang="en-US" altLang="zh-CN" sz="2800" dirty="0">
                <a:latin typeface="Arial" pitchFamily="34" charset="0"/>
                <a:ea typeface="黑体" pitchFamily="49" charset="-122"/>
              </a:rPr>
              <a:t> </a:t>
            </a:r>
            <a:r>
              <a:rPr lang="zh-CN" altLang="en-US" sz="2800" dirty="0">
                <a:latin typeface="Arial" pitchFamily="34" charset="0"/>
                <a:ea typeface="黑体" pitchFamily="49" charset="-122"/>
              </a:rPr>
              <a:t>若</a:t>
            </a:r>
            <a:r>
              <a:rPr lang="en-US" altLang="zh-CN" sz="2800" dirty="0">
                <a:solidFill>
                  <a:schemeClr val="tx2"/>
                </a:solidFill>
                <a:latin typeface="Arial" pitchFamily="34" charset="0"/>
                <a:ea typeface="黑体" pitchFamily="49" charset="-122"/>
              </a:rPr>
              <a:t>v</a:t>
            </a:r>
            <a:r>
              <a:rPr lang="zh-CN" altLang="en-US" sz="2800" dirty="0">
                <a:latin typeface="Arial" pitchFamily="34" charset="0"/>
                <a:ea typeface="黑体" pitchFamily="49" charset="-122"/>
              </a:rPr>
              <a:t>的第</a:t>
            </a:r>
            <a:r>
              <a:rPr lang="en-US" altLang="zh-CN" sz="2800" dirty="0">
                <a:latin typeface="Arial" pitchFamily="34" charset="0"/>
                <a:ea typeface="黑体" pitchFamily="49" charset="-122"/>
              </a:rPr>
              <a:t>1</a:t>
            </a:r>
            <a:r>
              <a:rPr lang="zh-CN" altLang="en-US" sz="2800" dirty="0">
                <a:latin typeface="Arial" pitchFamily="34" charset="0"/>
                <a:ea typeface="黑体" pitchFamily="49" charset="-122"/>
              </a:rPr>
              <a:t>个邻接点没访问过，深度遍历此邻接点；</a:t>
            </a:r>
          </a:p>
          <a:p>
            <a:pPr eaLnBrk="1" hangingPunct="1">
              <a:lnSpc>
                <a:spcPct val="170000"/>
              </a:lnSpc>
              <a:spcBef>
                <a:spcPct val="0"/>
              </a:spcBef>
              <a:buClrTx/>
              <a:buSzTx/>
              <a:buFontTx/>
              <a:buChar char="•"/>
            </a:pPr>
            <a:r>
              <a:rPr lang="zh-CN" altLang="en-US" sz="2800" dirty="0">
                <a:latin typeface="Arial" pitchFamily="34" charset="0"/>
                <a:ea typeface="黑体" pitchFamily="49" charset="-122"/>
              </a:rPr>
              <a:t>若当前邻接点已访问过，再找</a:t>
            </a:r>
            <a:r>
              <a:rPr lang="en-US" altLang="zh-CN" sz="2800" dirty="0">
                <a:solidFill>
                  <a:schemeClr val="tx2"/>
                </a:solidFill>
                <a:latin typeface="Arial" pitchFamily="34" charset="0"/>
                <a:ea typeface="黑体" pitchFamily="49" charset="-122"/>
              </a:rPr>
              <a:t>v</a:t>
            </a:r>
            <a:r>
              <a:rPr lang="zh-CN" altLang="en-US" sz="2800" dirty="0">
                <a:latin typeface="Arial" pitchFamily="34" charset="0"/>
                <a:ea typeface="黑体" pitchFamily="49" charset="-122"/>
              </a:rPr>
              <a:t>的第</a:t>
            </a:r>
            <a:r>
              <a:rPr lang="en-US" altLang="zh-CN" sz="2800" dirty="0">
                <a:latin typeface="Arial" pitchFamily="34" charset="0"/>
                <a:ea typeface="黑体" pitchFamily="49" charset="-122"/>
              </a:rPr>
              <a:t>2</a:t>
            </a:r>
            <a:r>
              <a:rPr lang="zh-CN" altLang="en-US" sz="2800" dirty="0">
                <a:latin typeface="Arial" pitchFamily="34" charset="0"/>
                <a:ea typeface="黑体" pitchFamily="49" charset="-122"/>
              </a:rPr>
              <a:t>个邻接点重新遍历。</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108549">
                                            <p:txEl>
                                              <p:pRg st="0" end="0"/>
                                            </p:txEl>
                                          </p:spTgt>
                                        </p:tgtEl>
                                        <p:attrNameLst>
                                          <p:attrName>style.visibility</p:attrName>
                                        </p:attrNameLst>
                                      </p:cBhvr>
                                      <p:to>
                                        <p:strVal val="visible"/>
                                      </p:to>
                                    </p:set>
                                  </p:childTnLst>
                                </p:cTn>
                              </p:par>
                            </p:childTnLst>
                          </p:cTn>
                        </p:par>
                        <p:par>
                          <p:cTn id="7" fill="hold" nodeType="afterGroup">
                            <p:stCondLst>
                              <p:cond delay="375"/>
                            </p:stCondLst>
                            <p:childTnLst>
                              <p:par>
                                <p:cTn id="8" presetID="1" presetClass="entr" presetSubtype="0" fill="hold" grpId="0" nodeType="afterEffect">
                                  <p:stCondLst>
                                    <p:cond delay="0"/>
                                  </p:stCondLst>
                                  <p:iterate type="lt">
                                    <p:tmAbs val="75"/>
                                  </p:iterate>
                                  <p:childTnLst>
                                    <p:set>
                                      <p:cBhvr>
                                        <p:cTn id="9" dur="1" fill="hold">
                                          <p:stCondLst>
                                            <p:cond delay="74"/>
                                          </p:stCondLst>
                                        </p:cTn>
                                        <p:tgtEl>
                                          <p:spTgt spid="108549">
                                            <p:txEl>
                                              <p:pRg st="1" end="1"/>
                                            </p:txEl>
                                          </p:spTgt>
                                        </p:tgtEl>
                                        <p:attrNameLst>
                                          <p:attrName>style.visibility</p:attrName>
                                        </p:attrNameLst>
                                      </p:cBhvr>
                                      <p:to>
                                        <p:strVal val="visible"/>
                                      </p:to>
                                    </p:set>
                                  </p:childTnLst>
                                </p:cTn>
                              </p:par>
                            </p:childTnLst>
                          </p:cTn>
                        </p:par>
                        <p:par>
                          <p:cTn id="10" fill="hold" nodeType="afterGroup">
                            <p:stCondLst>
                              <p:cond delay="900"/>
                            </p:stCondLst>
                            <p:childTnLst>
                              <p:par>
                                <p:cTn id="11" presetID="1" presetClass="entr" presetSubtype="0" fill="hold" grpId="0" nodeType="afterEffect">
                                  <p:stCondLst>
                                    <p:cond delay="0"/>
                                  </p:stCondLst>
                                  <p:iterate type="lt">
                                    <p:tmAbs val="75"/>
                                  </p:iterate>
                                  <p:childTnLst>
                                    <p:set>
                                      <p:cBhvr>
                                        <p:cTn id="12" dur="1" fill="hold">
                                          <p:stCondLst>
                                            <p:cond delay="74"/>
                                          </p:stCondLst>
                                        </p:cTn>
                                        <p:tgtEl>
                                          <p:spTgt spid="108549">
                                            <p:txEl>
                                              <p:pRg st="2" end="2"/>
                                            </p:txEl>
                                          </p:spTgt>
                                        </p:tgtEl>
                                        <p:attrNameLst>
                                          <p:attrName>style.visibility</p:attrName>
                                        </p:attrNameLst>
                                      </p:cBhvr>
                                      <p:to>
                                        <p:strVal val="visible"/>
                                      </p:to>
                                    </p:set>
                                  </p:childTnLst>
                                </p:cTn>
                              </p:par>
                            </p:childTnLst>
                          </p:cTn>
                        </p:par>
                        <p:par>
                          <p:cTn id="13" fill="hold" nodeType="afterGroup">
                            <p:stCondLst>
                              <p:cond delay="2625"/>
                            </p:stCondLst>
                            <p:childTnLst>
                              <p:par>
                                <p:cTn id="14" presetID="1" presetClass="entr" presetSubtype="0" fill="hold" grpId="0" nodeType="afterEffect">
                                  <p:stCondLst>
                                    <p:cond delay="0"/>
                                  </p:stCondLst>
                                  <p:iterate type="lt">
                                    <p:tmAbs val="75"/>
                                  </p:iterate>
                                  <p:childTnLst>
                                    <p:set>
                                      <p:cBhvr>
                                        <p:cTn id="15" dur="1" fill="hold">
                                          <p:stCondLst>
                                            <p:cond delay="74"/>
                                          </p:stCondLst>
                                        </p:cTn>
                                        <p:tgtEl>
                                          <p:spTgt spid="10854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549" grpId="0" build="p" autoUpdateAnimBg="0" advAuto="0"/>
    </p:bldLst>
  </p:timing>
</p:sld>
</file>

<file path=ppt/slides/slide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7522" name="Rectangle 2"/>
          <p:cNvSpPr>
            <a:spLocks noGrp="1" noChangeArrowheads="1"/>
          </p:cNvSpPr>
          <p:nvPr>
            <p:ph type="title"/>
          </p:nvPr>
        </p:nvSpPr>
        <p:spPr>
          <a:xfrm>
            <a:off x="228600" y="166688"/>
            <a:ext cx="5562600" cy="519112"/>
          </a:xfrm>
        </p:spPr>
        <p:txBody>
          <a:bodyPr>
            <a:normAutofit fontScale="90000"/>
          </a:bodyPr>
          <a:lstStyle/>
          <a:p>
            <a:pPr eaLnBrk="1" fontAlgn="auto" hangingPunct="1">
              <a:spcAft>
                <a:spcPts val="0"/>
              </a:spcAft>
              <a:defRPr/>
            </a:pPr>
            <a:r>
              <a:rPr lang="zh-CN" altLang="en-US" sz="2800" b="1">
                <a:effectLst>
                  <a:outerShdw blurRad="38100" dist="38100" dir="2700000" algn="tl">
                    <a:srgbClr val="C0C0C0"/>
                  </a:outerShdw>
                </a:effectLst>
                <a:latin typeface="黑体" pitchFamily="2" charset="-122"/>
                <a:ea typeface="黑体" pitchFamily="2" charset="-122"/>
              </a:rPr>
              <a:t>一、深度优先搜索</a:t>
            </a:r>
            <a:r>
              <a:rPr lang="en-US" altLang="zh-CN" sz="2800" b="1">
                <a:effectLst>
                  <a:outerShdw blurRad="38100" dist="38100" dir="2700000" algn="tl">
                    <a:srgbClr val="C0C0C0"/>
                  </a:outerShdw>
                </a:effectLst>
                <a:latin typeface="黑体" pitchFamily="2" charset="-122"/>
                <a:ea typeface="黑体" pitchFamily="2" charset="-122"/>
              </a:rPr>
              <a:t>( </a:t>
            </a:r>
            <a:r>
              <a:rPr lang="en-US" altLang="zh-CN" sz="2800" b="1">
                <a:solidFill>
                  <a:schemeClr val="accent1"/>
                </a:solidFill>
                <a:effectLst>
                  <a:outerShdw blurRad="38100" dist="38100" dir="2700000" algn="tl">
                    <a:srgbClr val="C0C0C0"/>
                  </a:outerShdw>
                </a:effectLst>
                <a:latin typeface="黑体" pitchFamily="2" charset="-122"/>
                <a:ea typeface="黑体" pitchFamily="2" charset="-122"/>
              </a:rPr>
              <a:t>DFS</a:t>
            </a:r>
            <a:r>
              <a:rPr lang="en-US" altLang="zh-CN" sz="2800" b="1">
                <a:effectLst>
                  <a:outerShdw blurRad="38100" dist="38100" dir="2700000" algn="tl">
                    <a:srgbClr val="C0C0C0"/>
                  </a:outerShdw>
                </a:effectLst>
                <a:latin typeface="黑体" pitchFamily="2" charset="-122"/>
                <a:ea typeface="黑体" pitchFamily="2" charset="-122"/>
              </a:rPr>
              <a:t> )</a:t>
            </a:r>
          </a:p>
        </p:txBody>
      </p:sp>
      <p:sp>
        <p:nvSpPr>
          <p:cNvPr id="107523" name="Rectangle 3"/>
          <p:cNvSpPr>
            <a:spLocks noChangeArrowheads="1"/>
          </p:cNvSpPr>
          <p:nvPr/>
        </p:nvSpPr>
        <p:spPr bwMode="auto">
          <a:xfrm>
            <a:off x="228600" y="685800"/>
            <a:ext cx="853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5750" indent="-28575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just" eaLnBrk="1" hangingPunct="1">
              <a:spcBef>
                <a:spcPct val="0"/>
              </a:spcBef>
              <a:buClrTx/>
              <a:buSzTx/>
              <a:buFontTx/>
              <a:buNone/>
            </a:pPr>
            <a:r>
              <a:rPr lang="zh-CN" altLang="en-US" sz="2800">
                <a:solidFill>
                  <a:schemeClr val="accent1"/>
                </a:solidFill>
                <a:latin typeface="黑体" pitchFamily="49" charset="-122"/>
                <a:ea typeface="黑体" pitchFamily="49" charset="-122"/>
              </a:rPr>
              <a:t>基本思想：</a:t>
            </a:r>
            <a:r>
              <a:rPr lang="en-US" altLang="zh-CN" sz="2800">
                <a:solidFill>
                  <a:schemeClr val="tx2"/>
                </a:solidFill>
                <a:latin typeface="Arial" pitchFamily="34" charset="0"/>
                <a:ea typeface="黑体" pitchFamily="49" charset="-122"/>
              </a:rPr>
              <a:t>——</a:t>
            </a:r>
            <a:r>
              <a:rPr lang="zh-CN" altLang="en-US" sz="1800">
                <a:solidFill>
                  <a:schemeClr val="tx2"/>
                </a:solidFill>
                <a:latin typeface="Arial" pitchFamily="34" charset="0"/>
                <a:ea typeface="楷体_GB2312" pitchFamily="49" charset="-122"/>
              </a:rPr>
              <a:t>仿树的先序遍历过程。</a:t>
            </a:r>
          </a:p>
        </p:txBody>
      </p:sp>
      <p:sp>
        <p:nvSpPr>
          <p:cNvPr id="107525" name="AutoShape 5"/>
          <p:cNvSpPr>
            <a:spLocks noChangeArrowheads="1"/>
          </p:cNvSpPr>
          <p:nvPr/>
        </p:nvSpPr>
        <p:spPr bwMode="auto">
          <a:xfrm>
            <a:off x="5791200" y="0"/>
            <a:ext cx="2590800" cy="533400"/>
          </a:xfrm>
          <a:prstGeom prst="wedgeRoundRectCallout">
            <a:avLst>
              <a:gd name="adj1" fmla="val -81556"/>
              <a:gd name="adj2" fmla="val 11310"/>
              <a:gd name="adj3" fmla="val 16667"/>
            </a:avLst>
          </a:prstGeom>
          <a:solidFill>
            <a:srgbClr val="33CCCC"/>
          </a:solidFill>
          <a:ln w="9525">
            <a:solidFill>
              <a:schemeClr val="tx1"/>
            </a:solidFill>
            <a:miter lim="800000"/>
            <a:headEnd/>
            <a:tailEnd/>
          </a:ln>
        </p:spPr>
        <p:txBody>
          <a:bodyPr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latin typeface="Arial" pitchFamily="34" charset="0"/>
                <a:ea typeface="楷体_GB2312" pitchFamily="49" charset="-122"/>
              </a:rPr>
              <a:t>Depth_First Search</a:t>
            </a:r>
          </a:p>
        </p:txBody>
      </p:sp>
      <p:sp>
        <p:nvSpPr>
          <p:cNvPr id="107526" name="Text Box 6"/>
          <p:cNvSpPr txBox="1">
            <a:spLocks noChangeArrowheads="1"/>
          </p:cNvSpPr>
          <p:nvPr/>
        </p:nvSpPr>
        <p:spPr bwMode="auto">
          <a:xfrm>
            <a:off x="4665663" y="1935163"/>
            <a:ext cx="763587" cy="579437"/>
          </a:xfrm>
          <a:prstGeom prst="rect">
            <a:avLst/>
          </a:prstGeom>
          <a:noFill/>
          <a:ln w="38100">
            <a:noFill/>
            <a:miter lim="800000"/>
            <a:headEnd/>
            <a:tailEnd/>
          </a:ln>
          <a:effectLst/>
        </p:spPr>
        <p:txBody>
          <a:bodyPr>
            <a:spAutoFit/>
          </a:bodyPr>
          <a:lstStyle/>
          <a:p>
            <a:pPr eaLnBrk="1" hangingPunct="1">
              <a:defRPr/>
            </a:pPr>
            <a:r>
              <a:rPr lang="en-US" altLang="zh-CN" sz="3200" dirty="0">
                <a:solidFill>
                  <a:schemeClr val="tx2"/>
                </a:solidFill>
                <a:effectLst>
                  <a:outerShdw blurRad="38100" dist="38100" dir="2700000" algn="tl">
                    <a:srgbClr val="C0C0C0"/>
                  </a:outerShdw>
                </a:effectLst>
                <a:ea typeface="黑体" pitchFamily="2" charset="-122"/>
              </a:rPr>
              <a:t>v1</a:t>
            </a:r>
          </a:p>
        </p:txBody>
      </p:sp>
      <p:grpSp>
        <p:nvGrpSpPr>
          <p:cNvPr id="2" name="Group 7"/>
          <p:cNvGrpSpPr>
            <a:grpSpLocks/>
          </p:cNvGrpSpPr>
          <p:nvPr/>
        </p:nvGrpSpPr>
        <p:grpSpPr bwMode="auto">
          <a:xfrm>
            <a:off x="457200" y="1447800"/>
            <a:ext cx="3657600" cy="2413000"/>
            <a:chOff x="192" y="2182"/>
            <a:chExt cx="2304" cy="1520"/>
          </a:xfrm>
        </p:grpSpPr>
        <p:sp>
          <p:nvSpPr>
            <p:cNvPr id="31778" name="Oval 8"/>
            <p:cNvSpPr>
              <a:spLocks noChangeArrowheads="1"/>
            </p:cNvSpPr>
            <p:nvPr/>
          </p:nvSpPr>
          <p:spPr bwMode="auto">
            <a:xfrm>
              <a:off x="928" y="2182"/>
              <a:ext cx="234"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v1</a:t>
              </a:r>
            </a:p>
          </p:txBody>
        </p:sp>
        <p:sp>
          <p:nvSpPr>
            <p:cNvPr id="31779" name="Oval 9"/>
            <p:cNvSpPr>
              <a:spLocks noChangeArrowheads="1"/>
            </p:cNvSpPr>
            <p:nvPr/>
          </p:nvSpPr>
          <p:spPr bwMode="auto">
            <a:xfrm>
              <a:off x="540" y="2584"/>
              <a:ext cx="234" cy="269"/>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v2</a:t>
              </a:r>
            </a:p>
          </p:txBody>
        </p:sp>
        <p:sp>
          <p:nvSpPr>
            <p:cNvPr id="31780" name="Oval 10"/>
            <p:cNvSpPr>
              <a:spLocks noChangeArrowheads="1"/>
            </p:cNvSpPr>
            <p:nvPr/>
          </p:nvSpPr>
          <p:spPr bwMode="auto">
            <a:xfrm>
              <a:off x="1853" y="2542"/>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v3</a:t>
              </a:r>
            </a:p>
          </p:txBody>
        </p:sp>
        <p:sp>
          <p:nvSpPr>
            <p:cNvPr id="31781" name="Oval 11"/>
            <p:cNvSpPr>
              <a:spLocks noChangeArrowheads="1"/>
            </p:cNvSpPr>
            <p:nvPr/>
          </p:nvSpPr>
          <p:spPr bwMode="auto">
            <a:xfrm>
              <a:off x="618" y="343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v8</a:t>
              </a:r>
            </a:p>
          </p:txBody>
        </p:sp>
        <p:sp>
          <p:nvSpPr>
            <p:cNvPr id="31782" name="Line 12"/>
            <p:cNvSpPr>
              <a:spLocks noChangeShapeType="1"/>
            </p:cNvSpPr>
            <p:nvPr/>
          </p:nvSpPr>
          <p:spPr bwMode="auto">
            <a:xfrm>
              <a:off x="1162" y="2298"/>
              <a:ext cx="735" cy="286"/>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83" name="Line 13"/>
            <p:cNvSpPr>
              <a:spLocks noChangeShapeType="1"/>
            </p:cNvSpPr>
            <p:nvPr/>
          </p:nvSpPr>
          <p:spPr bwMode="auto">
            <a:xfrm flipH="1">
              <a:off x="696" y="2374"/>
              <a:ext cx="272"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84" name="Line 14"/>
            <p:cNvSpPr>
              <a:spLocks noChangeShapeType="1"/>
            </p:cNvSpPr>
            <p:nvPr/>
          </p:nvSpPr>
          <p:spPr bwMode="auto">
            <a:xfrm>
              <a:off x="734" y="2815"/>
              <a:ext cx="156"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85" name="Line 15"/>
            <p:cNvSpPr>
              <a:spLocks noChangeShapeType="1"/>
            </p:cNvSpPr>
            <p:nvPr/>
          </p:nvSpPr>
          <p:spPr bwMode="auto">
            <a:xfrm>
              <a:off x="2047" y="2774"/>
              <a:ext cx="311" cy="31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86" name="Line 16"/>
            <p:cNvSpPr>
              <a:spLocks noChangeShapeType="1"/>
            </p:cNvSpPr>
            <p:nvPr/>
          </p:nvSpPr>
          <p:spPr bwMode="auto">
            <a:xfrm flipH="1">
              <a:off x="1775" y="2812"/>
              <a:ext cx="156" cy="30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87" name="Oval 17"/>
            <p:cNvSpPr>
              <a:spLocks noChangeArrowheads="1"/>
            </p:cNvSpPr>
            <p:nvPr/>
          </p:nvSpPr>
          <p:spPr bwMode="auto">
            <a:xfrm>
              <a:off x="2264" y="3069"/>
              <a:ext cx="232" cy="271"/>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v7</a:t>
              </a:r>
            </a:p>
          </p:txBody>
        </p:sp>
        <p:sp>
          <p:nvSpPr>
            <p:cNvPr id="31788" name="Oval 18"/>
            <p:cNvSpPr>
              <a:spLocks noChangeArrowheads="1"/>
            </p:cNvSpPr>
            <p:nvPr/>
          </p:nvSpPr>
          <p:spPr bwMode="auto">
            <a:xfrm>
              <a:off x="1620" y="308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v6</a:t>
              </a:r>
            </a:p>
          </p:txBody>
        </p:sp>
        <p:sp>
          <p:nvSpPr>
            <p:cNvPr id="31789" name="Oval 19"/>
            <p:cNvSpPr>
              <a:spLocks noChangeArrowheads="1"/>
            </p:cNvSpPr>
            <p:nvPr/>
          </p:nvSpPr>
          <p:spPr bwMode="auto">
            <a:xfrm>
              <a:off x="192" y="3008"/>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v4</a:t>
              </a:r>
            </a:p>
          </p:txBody>
        </p:sp>
        <p:sp>
          <p:nvSpPr>
            <p:cNvPr id="31790" name="Oval 20"/>
            <p:cNvSpPr>
              <a:spLocks noChangeArrowheads="1"/>
            </p:cNvSpPr>
            <p:nvPr/>
          </p:nvSpPr>
          <p:spPr bwMode="auto">
            <a:xfrm>
              <a:off x="890" y="2969"/>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v5</a:t>
              </a:r>
            </a:p>
          </p:txBody>
        </p:sp>
        <p:sp>
          <p:nvSpPr>
            <p:cNvPr id="31791" name="Line 21"/>
            <p:cNvSpPr>
              <a:spLocks noChangeShapeType="1"/>
            </p:cNvSpPr>
            <p:nvPr/>
          </p:nvSpPr>
          <p:spPr bwMode="auto">
            <a:xfrm flipH="1">
              <a:off x="386" y="2776"/>
              <a:ext cx="154"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2" name="Line 22"/>
            <p:cNvSpPr>
              <a:spLocks noChangeShapeType="1"/>
            </p:cNvSpPr>
            <p:nvPr/>
          </p:nvSpPr>
          <p:spPr bwMode="auto">
            <a:xfrm>
              <a:off x="386" y="3278"/>
              <a:ext cx="272"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3" name="Line 23"/>
            <p:cNvSpPr>
              <a:spLocks noChangeShapeType="1"/>
            </p:cNvSpPr>
            <p:nvPr/>
          </p:nvSpPr>
          <p:spPr bwMode="auto">
            <a:xfrm flipH="1">
              <a:off x="851" y="3239"/>
              <a:ext cx="117" cy="271"/>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544" name="Rectangle 24"/>
          <p:cNvSpPr>
            <a:spLocks noChangeArrowheads="1"/>
          </p:cNvSpPr>
          <p:nvPr/>
        </p:nvSpPr>
        <p:spPr bwMode="auto">
          <a:xfrm>
            <a:off x="5429250" y="1462088"/>
            <a:ext cx="2022475" cy="519112"/>
          </a:xfrm>
          <a:prstGeom prst="rect">
            <a:avLst/>
          </a:prstGeom>
          <a:noFill/>
          <a:ln w="38100">
            <a:noFill/>
            <a:miter lim="800000"/>
            <a:headEnd/>
            <a:tailEnd/>
          </a:ln>
          <a:effectLst/>
        </p:spPr>
        <p:txBody>
          <a:bodyPr>
            <a:spAutoFit/>
          </a:bodyPr>
          <a:lstStyle/>
          <a:p>
            <a:pPr eaLnBrk="1" hangingPunct="1">
              <a:defRPr/>
            </a:pPr>
            <a:r>
              <a:rPr lang="en-US" altLang="zh-CN" sz="2800">
                <a:solidFill>
                  <a:schemeClr val="accent1"/>
                </a:solidFill>
                <a:effectLst>
                  <a:outerShdw blurRad="38100" dist="38100" dir="2700000" algn="tl">
                    <a:srgbClr val="C0C0C0"/>
                  </a:outerShdw>
                </a:effectLst>
                <a:ea typeface="楷体_GB2312" pitchFamily="49" charset="-122"/>
              </a:rPr>
              <a:t>DFS </a:t>
            </a:r>
            <a:r>
              <a:rPr lang="zh-CN" altLang="en-US" sz="2800">
                <a:solidFill>
                  <a:schemeClr val="accent1"/>
                </a:solidFill>
                <a:effectLst>
                  <a:outerShdw blurRad="38100" dist="38100" dir="2700000" algn="tl">
                    <a:srgbClr val="C0C0C0"/>
                  </a:outerShdw>
                </a:effectLst>
                <a:latin typeface="楷体_GB2312" pitchFamily="49" charset="-122"/>
                <a:ea typeface="楷体_GB2312" pitchFamily="49" charset="-122"/>
              </a:rPr>
              <a:t>结果</a:t>
            </a:r>
          </a:p>
        </p:txBody>
      </p:sp>
      <p:sp>
        <p:nvSpPr>
          <p:cNvPr id="107545" name="Rectangle 25"/>
          <p:cNvSpPr>
            <a:spLocks noChangeArrowheads="1"/>
          </p:cNvSpPr>
          <p:nvPr/>
        </p:nvSpPr>
        <p:spPr bwMode="auto">
          <a:xfrm>
            <a:off x="250825" y="1341438"/>
            <a:ext cx="1103313" cy="457200"/>
          </a:xfrm>
          <a:prstGeom prst="rect">
            <a:avLst/>
          </a:prstGeom>
          <a:noFill/>
          <a:ln w="9525">
            <a:noFill/>
            <a:miter lim="800000"/>
            <a:headEnd/>
            <a:tailEnd/>
          </a:ln>
          <a:effectLst/>
        </p:spPr>
        <p:txBody>
          <a:bodyPr anchor="ctr"/>
          <a:lstStyle/>
          <a:p>
            <a:pPr eaLnBrk="1" hangingPunct="1">
              <a:defRPr/>
            </a:pPr>
            <a:r>
              <a:rPr lang="zh-CN" altLang="en-US" sz="2800">
                <a:solidFill>
                  <a:schemeClr val="accent1"/>
                </a:solidFill>
                <a:effectLst>
                  <a:outerShdw blurRad="38100" dist="38100" dir="2700000" algn="tl">
                    <a:srgbClr val="C0C0C0"/>
                  </a:outerShdw>
                </a:effectLst>
                <a:latin typeface="黑体" pitchFamily="2" charset="-122"/>
                <a:ea typeface="黑体" pitchFamily="2" charset="-122"/>
              </a:rPr>
              <a:t>例</a:t>
            </a:r>
            <a:r>
              <a:rPr lang="en-US" altLang="zh-CN" sz="2800">
                <a:solidFill>
                  <a:schemeClr val="accent1"/>
                </a:solidFill>
                <a:effectLst>
                  <a:outerShdw blurRad="38100" dist="38100" dir="2700000" algn="tl">
                    <a:srgbClr val="C0C0C0"/>
                  </a:outerShdw>
                </a:effectLst>
                <a:latin typeface="黑体" pitchFamily="2" charset="-122"/>
                <a:ea typeface="黑体" pitchFamily="2" charset="-122"/>
              </a:rPr>
              <a:t>1</a:t>
            </a:r>
            <a:r>
              <a:rPr lang="zh-CN" altLang="en-US" sz="2800">
                <a:solidFill>
                  <a:schemeClr val="accent1"/>
                </a:solidFill>
                <a:effectLst>
                  <a:outerShdw blurRad="38100" dist="38100" dir="2700000" algn="tl">
                    <a:srgbClr val="C0C0C0"/>
                  </a:outerShdw>
                </a:effectLst>
                <a:latin typeface="黑体" pitchFamily="2" charset="-122"/>
                <a:ea typeface="黑体" pitchFamily="2" charset="-122"/>
              </a:rPr>
              <a:t>：</a:t>
            </a:r>
          </a:p>
        </p:txBody>
      </p:sp>
      <p:sp>
        <p:nvSpPr>
          <p:cNvPr id="107546" name="Rectangle 26"/>
          <p:cNvSpPr>
            <a:spLocks noChangeArrowheads="1"/>
          </p:cNvSpPr>
          <p:nvPr/>
        </p:nvSpPr>
        <p:spPr bwMode="auto">
          <a:xfrm>
            <a:off x="5046663" y="1935163"/>
            <a:ext cx="592137"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07547" name="Rectangle 27"/>
          <p:cNvSpPr>
            <a:spLocks noChangeArrowheads="1"/>
          </p:cNvSpPr>
          <p:nvPr/>
        </p:nvSpPr>
        <p:spPr bwMode="auto">
          <a:xfrm>
            <a:off x="5902325" y="1935163"/>
            <a:ext cx="592138"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07548" name="Rectangle 28"/>
          <p:cNvSpPr>
            <a:spLocks noChangeArrowheads="1"/>
          </p:cNvSpPr>
          <p:nvPr/>
        </p:nvSpPr>
        <p:spPr bwMode="auto">
          <a:xfrm>
            <a:off x="6799263" y="1935163"/>
            <a:ext cx="592137"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07549" name="Rectangle 29"/>
          <p:cNvSpPr>
            <a:spLocks noChangeArrowheads="1"/>
          </p:cNvSpPr>
          <p:nvPr/>
        </p:nvSpPr>
        <p:spPr bwMode="auto">
          <a:xfrm>
            <a:off x="7713663" y="1935163"/>
            <a:ext cx="592137"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07550" name="Rectangle 30"/>
          <p:cNvSpPr>
            <a:spLocks noChangeArrowheads="1"/>
          </p:cNvSpPr>
          <p:nvPr/>
        </p:nvSpPr>
        <p:spPr bwMode="auto">
          <a:xfrm>
            <a:off x="5122863" y="2392363"/>
            <a:ext cx="592137"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07551" name="Rectangle 31"/>
          <p:cNvSpPr>
            <a:spLocks noChangeArrowheads="1"/>
          </p:cNvSpPr>
          <p:nvPr/>
        </p:nvSpPr>
        <p:spPr bwMode="auto">
          <a:xfrm>
            <a:off x="6037263" y="2392363"/>
            <a:ext cx="592137"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07552" name="Rectangle 32"/>
          <p:cNvSpPr>
            <a:spLocks noChangeArrowheads="1"/>
          </p:cNvSpPr>
          <p:nvPr/>
        </p:nvSpPr>
        <p:spPr bwMode="auto">
          <a:xfrm>
            <a:off x="6875463" y="2392363"/>
            <a:ext cx="592137"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07553" name="Rectangle 33"/>
          <p:cNvSpPr>
            <a:spLocks noChangeArrowheads="1"/>
          </p:cNvSpPr>
          <p:nvPr/>
        </p:nvSpPr>
        <p:spPr bwMode="auto">
          <a:xfrm>
            <a:off x="5503863" y="1935163"/>
            <a:ext cx="590550"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v2</a:t>
            </a:r>
          </a:p>
        </p:txBody>
      </p:sp>
      <p:sp>
        <p:nvSpPr>
          <p:cNvPr id="107554" name="Rectangle 34"/>
          <p:cNvSpPr>
            <a:spLocks noChangeArrowheads="1"/>
          </p:cNvSpPr>
          <p:nvPr/>
        </p:nvSpPr>
        <p:spPr bwMode="auto">
          <a:xfrm>
            <a:off x="6342063" y="1935163"/>
            <a:ext cx="590550"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v4</a:t>
            </a:r>
          </a:p>
        </p:txBody>
      </p:sp>
      <p:sp>
        <p:nvSpPr>
          <p:cNvPr id="107555" name="Rectangle 35"/>
          <p:cNvSpPr>
            <a:spLocks noChangeArrowheads="1"/>
          </p:cNvSpPr>
          <p:nvPr/>
        </p:nvSpPr>
        <p:spPr bwMode="auto">
          <a:xfrm>
            <a:off x="7199313" y="1935163"/>
            <a:ext cx="590550"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v8</a:t>
            </a:r>
          </a:p>
        </p:txBody>
      </p:sp>
      <p:sp>
        <p:nvSpPr>
          <p:cNvPr id="107556" name="Rectangle 36"/>
          <p:cNvSpPr>
            <a:spLocks noChangeArrowheads="1"/>
          </p:cNvSpPr>
          <p:nvPr/>
        </p:nvSpPr>
        <p:spPr bwMode="auto">
          <a:xfrm>
            <a:off x="4684713" y="2392363"/>
            <a:ext cx="590550" cy="579437"/>
          </a:xfrm>
          <a:prstGeom prst="rect">
            <a:avLst/>
          </a:prstGeom>
          <a:noFill/>
          <a:ln w="9525">
            <a:noFill/>
            <a:miter lim="800000"/>
            <a:headEnd/>
            <a:tailEnd/>
          </a:ln>
          <a:effectLst/>
        </p:spPr>
        <p:txBody>
          <a:bodyPr wrap="none">
            <a:spAutoFit/>
          </a:bodyPr>
          <a:lstStyle/>
          <a:p>
            <a:pPr eaLnBrk="1" hangingPunct="1">
              <a:defRPr/>
            </a:pPr>
            <a:r>
              <a:rPr lang="en-US" altLang="zh-CN" sz="3200" dirty="0">
                <a:solidFill>
                  <a:schemeClr val="tx2"/>
                </a:solidFill>
                <a:effectLst>
                  <a:outerShdw blurRad="38100" dist="38100" dir="2700000" algn="tl">
                    <a:srgbClr val="C0C0C0"/>
                  </a:outerShdw>
                </a:effectLst>
                <a:ea typeface="黑体" pitchFamily="2" charset="-122"/>
              </a:rPr>
              <a:t>v5</a:t>
            </a:r>
          </a:p>
        </p:txBody>
      </p:sp>
      <p:sp>
        <p:nvSpPr>
          <p:cNvPr id="107557" name="Rectangle 37"/>
          <p:cNvSpPr>
            <a:spLocks noChangeArrowheads="1"/>
          </p:cNvSpPr>
          <p:nvPr/>
        </p:nvSpPr>
        <p:spPr bwMode="auto">
          <a:xfrm>
            <a:off x="5599113" y="2392363"/>
            <a:ext cx="590550"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rgbClr val="008000"/>
                </a:solidFill>
                <a:effectLst>
                  <a:outerShdw blurRad="38100" dist="38100" dir="2700000" algn="tl">
                    <a:srgbClr val="C0C0C0"/>
                  </a:outerShdw>
                </a:effectLst>
                <a:ea typeface="黑体" pitchFamily="2" charset="-122"/>
              </a:rPr>
              <a:t>v3</a:t>
            </a:r>
          </a:p>
        </p:txBody>
      </p:sp>
      <p:sp>
        <p:nvSpPr>
          <p:cNvPr id="107558" name="Rectangle 38"/>
          <p:cNvSpPr>
            <a:spLocks noChangeArrowheads="1"/>
          </p:cNvSpPr>
          <p:nvPr/>
        </p:nvSpPr>
        <p:spPr bwMode="auto">
          <a:xfrm>
            <a:off x="6437313" y="2392363"/>
            <a:ext cx="590550"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v6</a:t>
            </a:r>
          </a:p>
        </p:txBody>
      </p:sp>
      <p:sp>
        <p:nvSpPr>
          <p:cNvPr id="107559" name="Rectangle 39"/>
          <p:cNvSpPr>
            <a:spLocks noChangeArrowheads="1"/>
          </p:cNvSpPr>
          <p:nvPr/>
        </p:nvSpPr>
        <p:spPr bwMode="auto">
          <a:xfrm>
            <a:off x="7275513" y="2392363"/>
            <a:ext cx="590550"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v7</a:t>
            </a:r>
          </a:p>
        </p:txBody>
      </p:sp>
      <p:sp>
        <p:nvSpPr>
          <p:cNvPr id="107560" name="Line 40"/>
          <p:cNvSpPr>
            <a:spLocks noChangeShapeType="1"/>
          </p:cNvSpPr>
          <p:nvPr/>
        </p:nvSpPr>
        <p:spPr bwMode="auto">
          <a:xfrm>
            <a:off x="1905000" y="1828800"/>
            <a:ext cx="914400" cy="381000"/>
          </a:xfrm>
          <a:prstGeom prst="line">
            <a:avLst/>
          </a:prstGeom>
          <a:noFill/>
          <a:ln w="22225">
            <a:solidFill>
              <a:schemeClr val="tx2"/>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07561" name="Rectangle 41"/>
          <p:cNvSpPr>
            <a:spLocks noChangeArrowheads="1"/>
          </p:cNvSpPr>
          <p:nvPr/>
        </p:nvSpPr>
        <p:spPr bwMode="auto">
          <a:xfrm>
            <a:off x="304800" y="4191000"/>
            <a:ext cx="1314450" cy="457200"/>
          </a:xfrm>
          <a:prstGeom prst="rect">
            <a:avLst/>
          </a:prstGeom>
          <a:noFill/>
          <a:ln w="9525">
            <a:noFill/>
            <a:miter lim="800000"/>
            <a:headEnd/>
            <a:tailEnd/>
          </a:ln>
          <a:effectLst/>
        </p:spPr>
        <p:txBody>
          <a:bodyPr anchor="ctr"/>
          <a:lstStyle/>
          <a:p>
            <a:pPr eaLnBrk="1" hangingPunct="1">
              <a:defRPr/>
            </a:pPr>
            <a:r>
              <a:rPr lang="zh-CN" altLang="en-US" sz="2800">
                <a:solidFill>
                  <a:schemeClr val="accent2"/>
                </a:solidFill>
                <a:effectLst>
                  <a:outerShdw blurRad="38100" dist="38100" dir="2700000" algn="tl">
                    <a:srgbClr val="C0C0C0"/>
                  </a:outerShdw>
                </a:effectLst>
                <a:latin typeface="黑体" pitchFamily="2" charset="-122"/>
                <a:ea typeface="黑体" pitchFamily="2" charset="-122"/>
              </a:rPr>
              <a:t>例</a:t>
            </a:r>
            <a:r>
              <a:rPr lang="en-US" altLang="zh-CN" sz="2800">
                <a:solidFill>
                  <a:schemeClr val="accent2"/>
                </a:solidFill>
                <a:effectLst>
                  <a:outerShdw blurRad="38100" dist="38100" dir="2700000" algn="tl">
                    <a:srgbClr val="C0C0C0"/>
                  </a:outerShdw>
                </a:effectLst>
                <a:latin typeface="黑体" pitchFamily="2" charset="-122"/>
                <a:ea typeface="黑体" pitchFamily="2" charset="-122"/>
              </a:rPr>
              <a:t>2</a:t>
            </a:r>
            <a:r>
              <a:rPr lang="zh-CN" altLang="en-US" sz="2800">
                <a:solidFill>
                  <a:schemeClr val="accent2"/>
                </a:solidFill>
                <a:effectLst>
                  <a:outerShdw blurRad="38100" dist="38100" dir="2700000" algn="tl">
                    <a:srgbClr val="C0C0C0"/>
                  </a:outerShdw>
                </a:effectLst>
                <a:latin typeface="黑体" pitchFamily="2" charset="-122"/>
                <a:ea typeface="黑体" pitchFamily="2" charset="-122"/>
              </a:rPr>
              <a:t>：</a:t>
            </a:r>
          </a:p>
        </p:txBody>
      </p:sp>
      <p:graphicFrame>
        <p:nvGraphicFramePr>
          <p:cNvPr id="107562" name="Object 2"/>
          <p:cNvGraphicFramePr>
            <a:graphicFrameLocks noChangeAspect="1"/>
          </p:cNvGraphicFramePr>
          <p:nvPr/>
        </p:nvGraphicFramePr>
        <p:xfrm>
          <a:off x="1295400" y="4038600"/>
          <a:ext cx="3429000" cy="2381250"/>
        </p:xfrm>
        <a:graphic>
          <a:graphicData uri="http://schemas.openxmlformats.org/presentationml/2006/ole">
            <mc:AlternateContent xmlns:mc="http://schemas.openxmlformats.org/markup-compatibility/2006">
              <mc:Choice xmlns:v="urn:schemas-microsoft-com:vml" Requires="v">
                <p:oleObj spid="_x0000_s31796" name="Image" r:id="rId3" imgW="1458656" imgH="1234442" progId="">
                  <p:embed/>
                </p:oleObj>
              </mc:Choice>
              <mc:Fallback>
                <p:oleObj name="Image" r:id="rId3" imgW="1458656" imgH="1234442" progId="">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5400" y="4038600"/>
                        <a:ext cx="3429000" cy="2381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7563" name="Text Box 43"/>
          <p:cNvSpPr txBox="1">
            <a:spLocks noChangeArrowheads="1"/>
          </p:cNvSpPr>
          <p:nvPr/>
        </p:nvSpPr>
        <p:spPr bwMode="auto">
          <a:xfrm>
            <a:off x="5029200" y="4572000"/>
            <a:ext cx="3886200" cy="519113"/>
          </a:xfrm>
          <a:prstGeom prst="rect">
            <a:avLst/>
          </a:prstGeom>
          <a:noFill/>
          <a:ln w="38100">
            <a:noFill/>
            <a:miter lim="800000"/>
            <a:headEnd/>
            <a:tailEnd/>
          </a:ln>
          <a:effectLst/>
        </p:spPr>
        <p:txBody>
          <a:bodyPr>
            <a:spAutoFit/>
          </a:bodyPr>
          <a:lstStyle/>
          <a:p>
            <a:pPr eaLnBrk="1" hangingPunct="1">
              <a:defRPr/>
            </a:pPr>
            <a:r>
              <a:rPr lang="en-US" altLang="zh-CN" sz="2800">
                <a:solidFill>
                  <a:schemeClr val="tx2"/>
                </a:solidFill>
                <a:effectLst>
                  <a:outerShdw blurRad="38100" dist="38100" dir="2700000" algn="tl">
                    <a:srgbClr val="C0C0C0"/>
                  </a:outerShdw>
                </a:effectLst>
                <a:ea typeface="黑体" pitchFamily="2" charset="-122"/>
              </a:rPr>
              <a:t>v2 → v1 → v3 → v5 →</a:t>
            </a:r>
          </a:p>
        </p:txBody>
      </p:sp>
      <p:sp>
        <p:nvSpPr>
          <p:cNvPr id="107564" name="Rectangle 44"/>
          <p:cNvSpPr>
            <a:spLocks noChangeArrowheads="1"/>
          </p:cNvSpPr>
          <p:nvPr/>
        </p:nvSpPr>
        <p:spPr bwMode="auto">
          <a:xfrm>
            <a:off x="5505450" y="3962400"/>
            <a:ext cx="2019300" cy="519113"/>
          </a:xfrm>
          <a:prstGeom prst="rect">
            <a:avLst/>
          </a:prstGeom>
          <a:noFill/>
          <a:ln w="38100">
            <a:noFill/>
            <a:miter lim="800000"/>
            <a:headEnd/>
            <a:tailEnd/>
          </a:ln>
          <a:effectLst/>
        </p:spPr>
        <p:txBody>
          <a:bodyPr>
            <a:spAutoFit/>
          </a:bodyPr>
          <a:lstStyle/>
          <a:p>
            <a:pPr eaLnBrk="1" hangingPunct="1">
              <a:defRPr/>
            </a:pPr>
            <a:r>
              <a:rPr lang="en-US" altLang="zh-CN" sz="2800">
                <a:solidFill>
                  <a:srgbClr val="008000"/>
                </a:solidFill>
                <a:effectLst>
                  <a:outerShdw blurRad="38100" dist="38100" dir="2700000" algn="tl">
                    <a:srgbClr val="C0C0C0"/>
                  </a:outerShdw>
                </a:effectLst>
                <a:ea typeface="楷体_GB2312" pitchFamily="49" charset="-122"/>
              </a:rPr>
              <a:t>DFS </a:t>
            </a:r>
            <a:r>
              <a:rPr lang="zh-CN" altLang="en-US" sz="2800">
                <a:solidFill>
                  <a:srgbClr val="008000"/>
                </a:solidFill>
                <a:effectLst>
                  <a:outerShdw blurRad="38100" dist="38100" dir="2700000" algn="tl">
                    <a:srgbClr val="C0C0C0"/>
                  </a:outerShdw>
                </a:effectLst>
                <a:latin typeface="楷体_GB2312" pitchFamily="49" charset="-122"/>
                <a:ea typeface="楷体_GB2312" pitchFamily="49" charset="-122"/>
              </a:rPr>
              <a:t>结果</a:t>
            </a:r>
          </a:p>
        </p:txBody>
      </p:sp>
      <p:sp>
        <p:nvSpPr>
          <p:cNvPr id="107565" name="Rectangle 45"/>
          <p:cNvSpPr>
            <a:spLocks noChangeArrowheads="1"/>
          </p:cNvSpPr>
          <p:nvPr/>
        </p:nvSpPr>
        <p:spPr bwMode="auto">
          <a:xfrm>
            <a:off x="5257800" y="5105400"/>
            <a:ext cx="1431925" cy="519113"/>
          </a:xfrm>
          <a:prstGeom prst="rect">
            <a:avLst/>
          </a:prstGeom>
          <a:noFill/>
          <a:ln w="9525">
            <a:noFill/>
            <a:miter lim="800000"/>
            <a:headEnd/>
            <a:tailEnd/>
          </a:ln>
          <a:effectLst/>
        </p:spPr>
        <p:txBody>
          <a:bodyPr wrap="none">
            <a:spAutoFit/>
          </a:bodyPr>
          <a:lstStyle/>
          <a:p>
            <a:pPr eaLnBrk="1" hangingPunct="1">
              <a:defRPr/>
            </a:pPr>
            <a:r>
              <a:rPr lang="en-US" altLang="zh-CN" sz="2800">
                <a:solidFill>
                  <a:srgbClr val="006600"/>
                </a:solidFill>
                <a:effectLst>
                  <a:outerShdw blurRad="38100" dist="38100" dir="2700000" algn="tl">
                    <a:srgbClr val="C0C0C0"/>
                  </a:outerShdw>
                </a:effectLst>
                <a:ea typeface="黑体" pitchFamily="2" charset="-122"/>
              </a:rPr>
              <a:t>v4 </a:t>
            </a:r>
            <a:r>
              <a:rPr lang="en-US" altLang="zh-CN" sz="2800">
                <a:solidFill>
                  <a:schemeClr val="tx2"/>
                </a:solidFill>
                <a:effectLst>
                  <a:outerShdw blurRad="38100" dist="38100" dir="2700000" algn="tl">
                    <a:srgbClr val="C0C0C0"/>
                  </a:outerShdw>
                </a:effectLst>
                <a:ea typeface="黑体" pitchFamily="2" charset="-122"/>
              </a:rPr>
              <a:t>→ v6</a:t>
            </a:r>
          </a:p>
        </p:txBody>
      </p:sp>
      <p:sp>
        <p:nvSpPr>
          <p:cNvPr id="107566" name="AutoShape 46"/>
          <p:cNvSpPr>
            <a:spLocks noChangeArrowheads="1"/>
          </p:cNvSpPr>
          <p:nvPr/>
        </p:nvSpPr>
        <p:spPr bwMode="auto">
          <a:xfrm>
            <a:off x="2743200" y="1295400"/>
            <a:ext cx="990600" cy="457200"/>
          </a:xfrm>
          <a:prstGeom prst="wedgeEllipseCallout">
            <a:avLst>
              <a:gd name="adj1" fmla="val -124519"/>
              <a:gd name="adj2" fmla="val 1042"/>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2000">
                <a:solidFill>
                  <a:schemeClr val="accent1"/>
                </a:solidFill>
                <a:latin typeface="Arial" pitchFamily="34" charset="0"/>
              </a:rPr>
              <a:t>起点</a:t>
            </a:r>
          </a:p>
        </p:txBody>
      </p:sp>
      <p:sp>
        <p:nvSpPr>
          <p:cNvPr id="107567" name="AutoShape 47"/>
          <p:cNvSpPr>
            <a:spLocks noChangeArrowheads="1"/>
          </p:cNvSpPr>
          <p:nvPr/>
        </p:nvSpPr>
        <p:spPr bwMode="auto">
          <a:xfrm>
            <a:off x="228600" y="4953000"/>
            <a:ext cx="990600" cy="457200"/>
          </a:xfrm>
          <a:prstGeom prst="wedgeEllipseCallout">
            <a:avLst>
              <a:gd name="adj1" fmla="val 89102"/>
              <a:gd name="adj2" fmla="val 3819"/>
            </a:avLst>
          </a:prstGeom>
          <a:solidFill>
            <a:srgbClr val="00FFFF"/>
          </a:solidFill>
          <a:ln w="9525">
            <a:solidFill>
              <a:schemeClr val="tx1"/>
            </a:solidFill>
            <a:miter lim="800000"/>
            <a:headEnd/>
            <a:tailEnd/>
          </a:ln>
        </p:spPr>
        <p:txBody>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2000">
                <a:solidFill>
                  <a:schemeClr val="tx2"/>
                </a:solidFill>
                <a:latin typeface="Arial" pitchFamily="34" charset="0"/>
              </a:rPr>
              <a:t>起点</a:t>
            </a:r>
          </a:p>
        </p:txBody>
      </p:sp>
      <p:sp>
        <p:nvSpPr>
          <p:cNvPr id="107568" name="Rectangle 48"/>
          <p:cNvSpPr>
            <a:spLocks noChangeArrowheads="1"/>
          </p:cNvSpPr>
          <p:nvPr/>
        </p:nvSpPr>
        <p:spPr bwMode="auto">
          <a:xfrm>
            <a:off x="6019800" y="685800"/>
            <a:ext cx="1752600" cy="519113"/>
          </a:xfrm>
          <a:prstGeom prst="rect">
            <a:avLst/>
          </a:prstGeom>
          <a:solidFill>
            <a:srgbClr val="99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tx2"/>
                </a:solidFill>
                <a:latin typeface="Arial" pitchFamily="34" charset="0"/>
                <a:ea typeface="楷体_GB2312" pitchFamily="49" charset="-122"/>
                <a:hlinkClick r:id="" action="ppaction://hlinkshowjump?jump=nextslide"/>
              </a:rPr>
              <a:t>遍历步骤</a:t>
            </a:r>
            <a:endParaRPr lang="zh-CN" altLang="en-US" sz="2800">
              <a:solidFill>
                <a:schemeClr val="tx2"/>
              </a:solidFill>
              <a:latin typeface="Arial" pitchFamily="34" charset="0"/>
              <a:ea typeface="楷体_GB2312" pitchFamily="49" charset="-122"/>
            </a:endParaRPr>
          </a:p>
        </p:txBody>
      </p:sp>
      <p:sp>
        <p:nvSpPr>
          <p:cNvPr id="107569" name="Line 49"/>
          <p:cNvSpPr>
            <a:spLocks noChangeShapeType="1"/>
          </p:cNvSpPr>
          <p:nvPr/>
        </p:nvSpPr>
        <p:spPr bwMode="auto">
          <a:xfrm flipV="1">
            <a:off x="2057400" y="4648200"/>
            <a:ext cx="609600" cy="609600"/>
          </a:xfrm>
          <a:prstGeom prst="line">
            <a:avLst/>
          </a:prstGeom>
          <a:noFill/>
          <a:ln w="38100">
            <a:solidFill>
              <a:schemeClr val="tx2"/>
            </a:solidFill>
            <a:round/>
            <a:headEnd/>
            <a:tailEnd type="triangle" w="med" len="med"/>
          </a:ln>
          <a:extLst>
            <a:ext uri="{909E8E84-426E-40DD-AFC4-6F175D3DCCD1}">
              <a14:hiddenFill xmlns:a14="http://schemas.microsoft.com/office/drawing/2010/main">
                <a:noFill/>
              </a14:hiddenFill>
            </a:ext>
          </a:extLst>
        </p:spPr>
        <p:txBody>
          <a:bodyPr anchor="ctr"/>
          <a:lstStyle/>
          <a:p>
            <a:endParaRPr lang="zh-CN" altLang="en-US"/>
          </a:p>
        </p:txBody>
      </p:sp>
      <p:sp>
        <p:nvSpPr>
          <p:cNvPr id="107570" name="Freeform 50"/>
          <p:cNvSpPr>
            <a:spLocks/>
          </p:cNvSpPr>
          <p:nvPr/>
        </p:nvSpPr>
        <p:spPr bwMode="auto">
          <a:xfrm>
            <a:off x="279400" y="1703388"/>
            <a:ext cx="1701800" cy="2259012"/>
          </a:xfrm>
          <a:custGeom>
            <a:avLst/>
            <a:gdLst>
              <a:gd name="T0" fmla="*/ 2147483646 w 1105"/>
              <a:gd name="T1" fmla="*/ 2147483646 h 1430"/>
              <a:gd name="T2" fmla="*/ 2147483646 w 1105"/>
              <a:gd name="T3" fmla="*/ 2147483646 h 1430"/>
              <a:gd name="T4" fmla="*/ 2147483646 w 1105"/>
              <a:gd name="T5" fmla="*/ 2147483646 h 1430"/>
              <a:gd name="T6" fmla="*/ 2147483646 w 1105"/>
              <a:gd name="T7" fmla="*/ 2147483646 h 1430"/>
              <a:gd name="T8" fmla="*/ 2147483646 w 1105"/>
              <a:gd name="T9" fmla="*/ 2147483646 h 1430"/>
              <a:gd name="T10" fmla="*/ 2147483646 w 1105"/>
              <a:gd name="T11" fmla="*/ 2147483646 h 1430"/>
              <a:gd name="T12" fmla="*/ 2147483646 w 1105"/>
              <a:gd name="T13" fmla="*/ 2147483646 h 1430"/>
              <a:gd name="T14" fmla="*/ 2147483646 w 1105"/>
              <a:gd name="T15" fmla="*/ 2147483646 h 1430"/>
              <a:gd name="T16" fmla="*/ 2147483646 w 1105"/>
              <a:gd name="T17" fmla="*/ 2147483646 h 1430"/>
              <a:gd name="T18" fmla="*/ 2147483646 w 1105"/>
              <a:gd name="T19" fmla="*/ 2147483646 h 1430"/>
              <a:gd name="T20" fmla="*/ 2147483646 w 1105"/>
              <a:gd name="T21" fmla="*/ 2147483646 h 1430"/>
              <a:gd name="T22" fmla="*/ 2147483646 w 1105"/>
              <a:gd name="T23" fmla="*/ 2147483646 h 1430"/>
              <a:gd name="T24" fmla="*/ 2147483646 w 1105"/>
              <a:gd name="T25" fmla="*/ 2147483646 h 1430"/>
              <a:gd name="T26" fmla="*/ 2147483646 w 1105"/>
              <a:gd name="T27" fmla="*/ 2147483646 h 1430"/>
              <a:gd name="T28" fmla="*/ 2147483646 w 1105"/>
              <a:gd name="T29" fmla="*/ 2147483646 h 1430"/>
              <a:gd name="T30" fmla="*/ 2147483646 w 1105"/>
              <a:gd name="T31" fmla="*/ 2147483646 h 1430"/>
              <a:gd name="T32" fmla="*/ 2147483646 w 1105"/>
              <a:gd name="T33" fmla="*/ 2147483646 h 1430"/>
              <a:gd name="T34" fmla="*/ 2147483646 w 1105"/>
              <a:gd name="T35" fmla="*/ 2147483646 h 1430"/>
              <a:gd name="T36" fmla="*/ 2147483646 w 1105"/>
              <a:gd name="T37" fmla="*/ 2147483646 h 1430"/>
              <a:gd name="T38" fmla="*/ 2147483646 w 1105"/>
              <a:gd name="T39" fmla="*/ 2147483646 h 1430"/>
              <a:gd name="T40" fmla="*/ 2147483646 w 1105"/>
              <a:gd name="T41" fmla="*/ 2147483646 h 1430"/>
              <a:gd name="T42" fmla="*/ 2147483646 w 1105"/>
              <a:gd name="T43" fmla="*/ 2147483646 h 1430"/>
              <a:gd name="T44" fmla="*/ 2147483646 w 1105"/>
              <a:gd name="T45" fmla="*/ 2147483646 h 1430"/>
              <a:gd name="T46" fmla="*/ 2147483646 w 1105"/>
              <a:gd name="T47" fmla="*/ 2147483646 h 1430"/>
              <a:gd name="T48" fmla="*/ 2147483646 w 1105"/>
              <a:gd name="T49" fmla="*/ 0 h 14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05"/>
              <a:gd name="T76" fmla="*/ 0 h 1430"/>
              <a:gd name="T77" fmla="*/ 1105 w 1105"/>
              <a:gd name="T78" fmla="*/ 1430 h 14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05" h="1430">
                <a:moveTo>
                  <a:pt x="1105" y="854"/>
                </a:moveTo>
                <a:cubicBezTo>
                  <a:pt x="1085" y="884"/>
                  <a:pt x="1075" y="913"/>
                  <a:pt x="1055" y="943"/>
                </a:cubicBezTo>
                <a:cubicBezTo>
                  <a:pt x="1040" y="992"/>
                  <a:pt x="1032" y="1043"/>
                  <a:pt x="1016" y="1092"/>
                </a:cubicBezTo>
                <a:cubicBezTo>
                  <a:pt x="1003" y="1179"/>
                  <a:pt x="1014" y="1147"/>
                  <a:pt x="976" y="1231"/>
                </a:cubicBezTo>
                <a:cubicBezTo>
                  <a:pt x="917" y="1361"/>
                  <a:pt x="875" y="1407"/>
                  <a:pt x="738" y="1420"/>
                </a:cubicBezTo>
                <a:cubicBezTo>
                  <a:pt x="692" y="1424"/>
                  <a:pt x="645" y="1427"/>
                  <a:pt x="599" y="1430"/>
                </a:cubicBezTo>
                <a:cubicBezTo>
                  <a:pt x="556" y="1427"/>
                  <a:pt x="512" y="1428"/>
                  <a:pt x="470" y="1420"/>
                </a:cubicBezTo>
                <a:cubicBezTo>
                  <a:pt x="431" y="1413"/>
                  <a:pt x="444" y="1395"/>
                  <a:pt x="430" y="1370"/>
                </a:cubicBezTo>
                <a:cubicBezTo>
                  <a:pt x="390" y="1297"/>
                  <a:pt x="329" y="1229"/>
                  <a:pt x="271" y="1171"/>
                </a:cubicBezTo>
                <a:cubicBezTo>
                  <a:pt x="245" y="1097"/>
                  <a:pt x="283" y="1187"/>
                  <a:pt x="231" y="1122"/>
                </a:cubicBezTo>
                <a:cubicBezTo>
                  <a:pt x="224" y="1114"/>
                  <a:pt x="226" y="1101"/>
                  <a:pt x="221" y="1092"/>
                </a:cubicBezTo>
                <a:cubicBezTo>
                  <a:pt x="210" y="1071"/>
                  <a:pt x="195" y="1052"/>
                  <a:pt x="182" y="1032"/>
                </a:cubicBezTo>
                <a:cubicBezTo>
                  <a:pt x="176" y="1022"/>
                  <a:pt x="162" y="1003"/>
                  <a:pt x="162" y="1003"/>
                </a:cubicBezTo>
                <a:cubicBezTo>
                  <a:pt x="138" y="932"/>
                  <a:pt x="172" y="1018"/>
                  <a:pt x="122" y="943"/>
                </a:cubicBezTo>
                <a:cubicBezTo>
                  <a:pt x="64" y="856"/>
                  <a:pt x="178" y="979"/>
                  <a:pt x="82" y="883"/>
                </a:cubicBezTo>
                <a:cubicBezTo>
                  <a:pt x="58" y="813"/>
                  <a:pt x="79" y="836"/>
                  <a:pt x="33" y="804"/>
                </a:cubicBezTo>
                <a:cubicBezTo>
                  <a:pt x="0" y="704"/>
                  <a:pt x="7" y="620"/>
                  <a:pt x="92" y="566"/>
                </a:cubicBezTo>
                <a:cubicBezTo>
                  <a:pt x="115" y="532"/>
                  <a:pt x="143" y="515"/>
                  <a:pt x="172" y="486"/>
                </a:cubicBezTo>
                <a:cubicBezTo>
                  <a:pt x="211" y="365"/>
                  <a:pt x="241" y="364"/>
                  <a:pt x="330" y="288"/>
                </a:cubicBezTo>
                <a:cubicBezTo>
                  <a:pt x="341" y="279"/>
                  <a:pt x="347" y="264"/>
                  <a:pt x="360" y="258"/>
                </a:cubicBezTo>
                <a:cubicBezTo>
                  <a:pt x="385" y="247"/>
                  <a:pt x="413" y="245"/>
                  <a:pt x="440" y="238"/>
                </a:cubicBezTo>
                <a:cubicBezTo>
                  <a:pt x="475" y="211"/>
                  <a:pt x="493" y="182"/>
                  <a:pt x="529" y="158"/>
                </a:cubicBezTo>
                <a:cubicBezTo>
                  <a:pt x="575" y="90"/>
                  <a:pt x="546" y="107"/>
                  <a:pt x="599" y="89"/>
                </a:cubicBezTo>
                <a:cubicBezTo>
                  <a:pt x="629" y="42"/>
                  <a:pt x="658" y="46"/>
                  <a:pt x="708" y="29"/>
                </a:cubicBezTo>
                <a:cubicBezTo>
                  <a:pt x="724" y="24"/>
                  <a:pt x="767" y="22"/>
                  <a:pt x="767" y="0"/>
                </a:cubicBezTo>
              </a:path>
            </a:pathLst>
          </a:custGeom>
          <a:noFill/>
          <a:ln w="25400">
            <a:solidFill>
              <a:schemeClr val="tx2"/>
            </a:solidFill>
            <a:prstDash val="dash"/>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07525"/>
                                        </p:tgtEl>
                                        <p:attrNameLst>
                                          <p:attrName>style.visibility</p:attrName>
                                        </p:attrNameLst>
                                      </p:cBhvr>
                                      <p:to>
                                        <p:strVal val="visible"/>
                                      </p:to>
                                    </p:set>
                                    <p:anim calcmode="lin" valueType="num">
                                      <p:cBhvr additive="base">
                                        <p:cTn id="7" dur="500" fill="hold"/>
                                        <p:tgtEl>
                                          <p:spTgt spid="107525"/>
                                        </p:tgtEl>
                                        <p:attrNameLst>
                                          <p:attrName>ppt_x</p:attrName>
                                        </p:attrNameLst>
                                      </p:cBhvr>
                                      <p:tavLst>
                                        <p:tav tm="0">
                                          <p:val>
                                            <p:strVal val="1+#ppt_w/2"/>
                                          </p:val>
                                        </p:tav>
                                        <p:tav tm="100000">
                                          <p:val>
                                            <p:strVal val="#ppt_x"/>
                                          </p:val>
                                        </p:tav>
                                      </p:tavLst>
                                    </p:anim>
                                    <p:anim calcmode="lin" valueType="num">
                                      <p:cBhvr additive="base">
                                        <p:cTn id="8" dur="500" fill="hold"/>
                                        <p:tgtEl>
                                          <p:spTgt spid="10752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07523"/>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23" presetClass="entr" presetSubtype="16" fill="hold" grpId="0" nodeType="clickEffect">
                                  <p:stCondLst>
                                    <p:cond delay="0"/>
                                  </p:stCondLst>
                                  <p:childTnLst>
                                    <p:set>
                                      <p:cBhvr>
                                        <p:cTn id="16" dur="1" fill="hold">
                                          <p:stCondLst>
                                            <p:cond delay="0"/>
                                          </p:stCondLst>
                                        </p:cTn>
                                        <p:tgtEl>
                                          <p:spTgt spid="107568"/>
                                        </p:tgtEl>
                                        <p:attrNameLst>
                                          <p:attrName>style.visibility</p:attrName>
                                        </p:attrNameLst>
                                      </p:cBhvr>
                                      <p:to>
                                        <p:strVal val="visible"/>
                                      </p:to>
                                    </p:set>
                                    <p:anim calcmode="lin" valueType="num">
                                      <p:cBhvr>
                                        <p:cTn id="17" dur="500" fill="hold"/>
                                        <p:tgtEl>
                                          <p:spTgt spid="107568"/>
                                        </p:tgtEl>
                                        <p:attrNameLst>
                                          <p:attrName>ppt_w</p:attrName>
                                        </p:attrNameLst>
                                      </p:cBhvr>
                                      <p:tavLst>
                                        <p:tav tm="0">
                                          <p:val>
                                            <p:fltVal val="0"/>
                                          </p:val>
                                        </p:tav>
                                        <p:tav tm="100000">
                                          <p:val>
                                            <p:strVal val="#ppt_w"/>
                                          </p:val>
                                        </p:tav>
                                      </p:tavLst>
                                    </p:anim>
                                    <p:anim calcmode="lin" valueType="num">
                                      <p:cBhvr>
                                        <p:cTn id="18" dur="500" fill="hold"/>
                                        <p:tgtEl>
                                          <p:spTgt spid="107568"/>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07545"/>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499"/>
                                          </p:stCondLst>
                                        </p:cTn>
                                        <p:tgtEl>
                                          <p:spTgt spid="2"/>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2" presetClass="entr" presetSubtype="2" fill="hold" grpId="0" nodeType="clickEffect">
                                  <p:stCondLst>
                                    <p:cond delay="0"/>
                                  </p:stCondLst>
                                  <p:childTnLst>
                                    <p:set>
                                      <p:cBhvr>
                                        <p:cTn id="30" dur="1" fill="hold">
                                          <p:stCondLst>
                                            <p:cond delay="0"/>
                                          </p:stCondLst>
                                        </p:cTn>
                                        <p:tgtEl>
                                          <p:spTgt spid="107566"/>
                                        </p:tgtEl>
                                        <p:attrNameLst>
                                          <p:attrName>style.visibility</p:attrName>
                                        </p:attrNameLst>
                                      </p:cBhvr>
                                      <p:to>
                                        <p:strVal val="visible"/>
                                      </p:to>
                                    </p:set>
                                    <p:animEffect transition="in" filter="slide(fromRight)">
                                      <p:cBhvr>
                                        <p:cTn id="31" dur="500"/>
                                        <p:tgtEl>
                                          <p:spTgt spid="107566"/>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iterate type="lt">
                                    <p:tmAbs val="75"/>
                                  </p:iterate>
                                  <p:childTnLst>
                                    <p:set>
                                      <p:cBhvr>
                                        <p:cTn id="35" dur="1" fill="hold">
                                          <p:stCondLst>
                                            <p:cond delay="74"/>
                                          </p:stCondLst>
                                        </p:cTn>
                                        <p:tgtEl>
                                          <p:spTgt spid="107544"/>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499"/>
                                          </p:stCondLst>
                                        </p:cTn>
                                        <p:tgtEl>
                                          <p:spTgt spid="107526"/>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499"/>
                                          </p:stCondLst>
                                        </p:cTn>
                                        <p:tgtEl>
                                          <p:spTgt spid="107546"/>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499"/>
                                          </p:stCondLst>
                                        </p:cTn>
                                        <p:tgtEl>
                                          <p:spTgt spid="107553"/>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499"/>
                                          </p:stCondLst>
                                        </p:cTn>
                                        <p:tgtEl>
                                          <p:spTgt spid="107547"/>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grpId="0" nodeType="clickEffect">
                                  <p:stCondLst>
                                    <p:cond delay="0"/>
                                  </p:stCondLst>
                                  <p:childTnLst>
                                    <p:set>
                                      <p:cBhvr>
                                        <p:cTn id="55" dur="1" fill="hold">
                                          <p:stCondLst>
                                            <p:cond delay="499"/>
                                          </p:stCondLst>
                                        </p:cTn>
                                        <p:tgtEl>
                                          <p:spTgt spid="107554"/>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499"/>
                                          </p:stCondLst>
                                        </p:cTn>
                                        <p:tgtEl>
                                          <p:spTgt spid="107548"/>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grpId="0" nodeType="clickEffect">
                                  <p:stCondLst>
                                    <p:cond delay="0"/>
                                  </p:stCondLst>
                                  <p:childTnLst>
                                    <p:set>
                                      <p:cBhvr>
                                        <p:cTn id="63" dur="1" fill="hold">
                                          <p:stCondLst>
                                            <p:cond delay="499"/>
                                          </p:stCondLst>
                                        </p:cTn>
                                        <p:tgtEl>
                                          <p:spTgt spid="107555"/>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grpId="0" nodeType="clickEffect">
                                  <p:stCondLst>
                                    <p:cond delay="0"/>
                                  </p:stCondLst>
                                  <p:childTnLst>
                                    <p:set>
                                      <p:cBhvr>
                                        <p:cTn id="67" dur="1" fill="hold">
                                          <p:stCondLst>
                                            <p:cond delay="499"/>
                                          </p:stCondLst>
                                        </p:cTn>
                                        <p:tgtEl>
                                          <p:spTgt spid="107549"/>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499"/>
                                          </p:stCondLst>
                                        </p:cTn>
                                        <p:tgtEl>
                                          <p:spTgt spid="107556"/>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grpId="0" nodeType="clickEffect">
                                  <p:stCondLst>
                                    <p:cond delay="0"/>
                                  </p:stCondLst>
                                  <p:childTnLst>
                                    <p:set>
                                      <p:cBhvr>
                                        <p:cTn id="75" dur="1" fill="hold">
                                          <p:stCondLst>
                                            <p:cond delay="499"/>
                                          </p:stCondLst>
                                        </p:cTn>
                                        <p:tgtEl>
                                          <p:spTgt spid="107550"/>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4" fill="hold" grpId="0" nodeType="clickEffect">
                                  <p:stCondLst>
                                    <p:cond delay="0"/>
                                  </p:stCondLst>
                                  <p:childTnLst>
                                    <p:set>
                                      <p:cBhvr>
                                        <p:cTn id="79" dur="1" fill="hold">
                                          <p:stCondLst>
                                            <p:cond delay="0"/>
                                          </p:stCondLst>
                                        </p:cTn>
                                        <p:tgtEl>
                                          <p:spTgt spid="107570"/>
                                        </p:tgtEl>
                                        <p:attrNameLst>
                                          <p:attrName>style.visibility</p:attrName>
                                        </p:attrNameLst>
                                      </p:cBhvr>
                                      <p:to>
                                        <p:strVal val="visible"/>
                                      </p:to>
                                    </p:set>
                                    <p:animEffect transition="in" filter="wipe(down)">
                                      <p:cBhvr>
                                        <p:cTn id="80" dur="500"/>
                                        <p:tgtEl>
                                          <p:spTgt spid="107570"/>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499"/>
                                          </p:stCondLst>
                                        </p:cTn>
                                        <p:tgtEl>
                                          <p:spTgt spid="107560"/>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grpId="0" nodeType="clickEffect">
                                  <p:stCondLst>
                                    <p:cond delay="0"/>
                                  </p:stCondLst>
                                  <p:childTnLst>
                                    <p:set>
                                      <p:cBhvr>
                                        <p:cTn id="88" dur="1" fill="hold">
                                          <p:stCondLst>
                                            <p:cond delay="499"/>
                                          </p:stCondLst>
                                        </p:cTn>
                                        <p:tgtEl>
                                          <p:spTgt spid="107557"/>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grpId="0" nodeType="clickEffect">
                                  <p:stCondLst>
                                    <p:cond delay="0"/>
                                  </p:stCondLst>
                                  <p:childTnLst>
                                    <p:set>
                                      <p:cBhvr>
                                        <p:cTn id="92" dur="1" fill="hold">
                                          <p:stCondLst>
                                            <p:cond delay="499"/>
                                          </p:stCondLst>
                                        </p:cTn>
                                        <p:tgtEl>
                                          <p:spTgt spid="107551"/>
                                        </p:tgtEl>
                                        <p:attrNameLst>
                                          <p:attrName>style.visibility</p:attrName>
                                        </p:attrNameLst>
                                      </p:cBhvr>
                                      <p:to>
                                        <p:strVal val="visible"/>
                                      </p:to>
                                    </p:set>
                                  </p:childTnLst>
                                </p:cTn>
                              </p:par>
                            </p:childTnLst>
                          </p:cTn>
                        </p:par>
                      </p:childTnLst>
                    </p:cTn>
                  </p:par>
                  <p:par>
                    <p:cTn id="93" fill="hold" nodeType="clickPar">
                      <p:stCondLst>
                        <p:cond delay="indefinite"/>
                      </p:stCondLst>
                      <p:childTnLst>
                        <p:par>
                          <p:cTn id="94" fill="hold" nodeType="withGroup">
                            <p:stCondLst>
                              <p:cond delay="0"/>
                            </p:stCondLst>
                            <p:childTnLst>
                              <p:par>
                                <p:cTn id="95" presetID="1" presetClass="entr" presetSubtype="0" fill="hold" grpId="0" nodeType="clickEffect">
                                  <p:stCondLst>
                                    <p:cond delay="0"/>
                                  </p:stCondLst>
                                  <p:childTnLst>
                                    <p:set>
                                      <p:cBhvr>
                                        <p:cTn id="96" dur="1" fill="hold">
                                          <p:stCondLst>
                                            <p:cond delay="499"/>
                                          </p:stCondLst>
                                        </p:cTn>
                                        <p:tgtEl>
                                          <p:spTgt spid="107558"/>
                                        </p:tgtEl>
                                        <p:attrNameLst>
                                          <p:attrName>style.visibility</p:attrName>
                                        </p:attrNameLst>
                                      </p:cBhvr>
                                      <p:to>
                                        <p:strVal val="visible"/>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1" presetClass="entr" presetSubtype="0" fill="hold" grpId="0" nodeType="clickEffect">
                                  <p:stCondLst>
                                    <p:cond delay="0"/>
                                  </p:stCondLst>
                                  <p:childTnLst>
                                    <p:set>
                                      <p:cBhvr>
                                        <p:cTn id="100" dur="1" fill="hold">
                                          <p:stCondLst>
                                            <p:cond delay="499"/>
                                          </p:stCondLst>
                                        </p:cTn>
                                        <p:tgtEl>
                                          <p:spTgt spid="107552"/>
                                        </p:tgtEl>
                                        <p:attrNameLst>
                                          <p:attrName>style.visibility</p:attrName>
                                        </p:attrNameLst>
                                      </p:cBhvr>
                                      <p:to>
                                        <p:strVal val="visible"/>
                                      </p:to>
                                    </p:se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1" presetClass="entr" presetSubtype="0" fill="hold" grpId="0" nodeType="clickEffect">
                                  <p:stCondLst>
                                    <p:cond delay="0"/>
                                  </p:stCondLst>
                                  <p:childTnLst>
                                    <p:set>
                                      <p:cBhvr>
                                        <p:cTn id="104" dur="1" fill="hold">
                                          <p:stCondLst>
                                            <p:cond delay="499"/>
                                          </p:stCondLst>
                                        </p:cTn>
                                        <p:tgtEl>
                                          <p:spTgt spid="107559"/>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2" presetClass="entr" presetSubtype="8" fill="hold" grpId="0" nodeType="clickEffect">
                                  <p:stCondLst>
                                    <p:cond delay="0"/>
                                  </p:stCondLst>
                                  <p:childTnLst>
                                    <p:set>
                                      <p:cBhvr>
                                        <p:cTn id="108" dur="1" fill="hold">
                                          <p:stCondLst>
                                            <p:cond delay="0"/>
                                          </p:stCondLst>
                                        </p:cTn>
                                        <p:tgtEl>
                                          <p:spTgt spid="107561"/>
                                        </p:tgtEl>
                                        <p:attrNameLst>
                                          <p:attrName>style.visibility</p:attrName>
                                        </p:attrNameLst>
                                      </p:cBhvr>
                                      <p:to>
                                        <p:strVal val="visible"/>
                                      </p:to>
                                    </p:set>
                                    <p:anim calcmode="lin" valueType="num">
                                      <p:cBhvr additive="base">
                                        <p:cTn id="109" dur="500" fill="hold"/>
                                        <p:tgtEl>
                                          <p:spTgt spid="107561"/>
                                        </p:tgtEl>
                                        <p:attrNameLst>
                                          <p:attrName>ppt_x</p:attrName>
                                        </p:attrNameLst>
                                      </p:cBhvr>
                                      <p:tavLst>
                                        <p:tav tm="0">
                                          <p:val>
                                            <p:strVal val="0-#ppt_w/2"/>
                                          </p:val>
                                        </p:tav>
                                        <p:tav tm="100000">
                                          <p:val>
                                            <p:strVal val="#ppt_x"/>
                                          </p:val>
                                        </p:tav>
                                      </p:tavLst>
                                    </p:anim>
                                    <p:anim calcmode="lin" valueType="num">
                                      <p:cBhvr additive="base">
                                        <p:cTn id="110" dur="500" fill="hold"/>
                                        <p:tgtEl>
                                          <p:spTgt spid="107561"/>
                                        </p:tgtEl>
                                        <p:attrNameLst>
                                          <p:attrName>ppt_y</p:attrName>
                                        </p:attrNameLst>
                                      </p:cBhvr>
                                      <p:tavLst>
                                        <p:tav tm="0">
                                          <p:val>
                                            <p:strVal val="#ppt_y"/>
                                          </p:val>
                                        </p:tav>
                                        <p:tav tm="100000">
                                          <p:val>
                                            <p:strVal val="#ppt_y"/>
                                          </p:val>
                                        </p:tav>
                                      </p:tavLst>
                                    </p:anim>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2" presetClass="entr" presetSubtype="8" fill="hold" nodeType="clickEffect">
                                  <p:stCondLst>
                                    <p:cond delay="0"/>
                                  </p:stCondLst>
                                  <p:childTnLst>
                                    <p:set>
                                      <p:cBhvr>
                                        <p:cTn id="114" dur="1" fill="hold">
                                          <p:stCondLst>
                                            <p:cond delay="0"/>
                                          </p:stCondLst>
                                        </p:cTn>
                                        <p:tgtEl>
                                          <p:spTgt spid="107562"/>
                                        </p:tgtEl>
                                        <p:attrNameLst>
                                          <p:attrName>style.visibility</p:attrName>
                                        </p:attrNameLst>
                                      </p:cBhvr>
                                      <p:to>
                                        <p:strVal val="visible"/>
                                      </p:to>
                                    </p:set>
                                    <p:animEffect transition="in" filter="wipe(left)">
                                      <p:cBhvr>
                                        <p:cTn id="115" dur="500"/>
                                        <p:tgtEl>
                                          <p:spTgt spid="107562"/>
                                        </p:tgtEl>
                                      </p:cBhvr>
                                    </p:animEffec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2" presetClass="entr" presetSubtype="8" fill="hold" grpId="0" nodeType="clickEffect">
                                  <p:stCondLst>
                                    <p:cond delay="0"/>
                                  </p:stCondLst>
                                  <p:childTnLst>
                                    <p:set>
                                      <p:cBhvr>
                                        <p:cTn id="119" dur="1" fill="hold">
                                          <p:stCondLst>
                                            <p:cond delay="0"/>
                                          </p:stCondLst>
                                        </p:cTn>
                                        <p:tgtEl>
                                          <p:spTgt spid="107567"/>
                                        </p:tgtEl>
                                        <p:attrNameLst>
                                          <p:attrName>style.visibility</p:attrName>
                                        </p:attrNameLst>
                                      </p:cBhvr>
                                      <p:to>
                                        <p:strVal val="visible"/>
                                      </p:to>
                                    </p:set>
                                    <p:anim calcmode="lin" valueType="num">
                                      <p:cBhvr additive="base">
                                        <p:cTn id="120" dur="500" fill="hold"/>
                                        <p:tgtEl>
                                          <p:spTgt spid="107567"/>
                                        </p:tgtEl>
                                        <p:attrNameLst>
                                          <p:attrName>ppt_x</p:attrName>
                                        </p:attrNameLst>
                                      </p:cBhvr>
                                      <p:tavLst>
                                        <p:tav tm="0">
                                          <p:val>
                                            <p:strVal val="0-#ppt_w/2"/>
                                          </p:val>
                                        </p:tav>
                                        <p:tav tm="100000">
                                          <p:val>
                                            <p:strVal val="#ppt_x"/>
                                          </p:val>
                                        </p:tav>
                                      </p:tavLst>
                                    </p:anim>
                                    <p:anim calcmode="lin" valueType="num">
                                      <p:cBhvr additive="base">
                                        <p:cTn id="121" dur="500" fill="hold"/>
                                        <p:tgtEl>
                                          <p:spTgt spid="107567"/>
                                        </p:tgtEl>
                                        <p:attrNameLst>
                                          <p:attrName>ppt_y</p:attrName>
                                        </p:attrNameLst>
                                      </p:cBhvr>
                                      <p:tavLst>
                                        <p:tav tm="0">
                                          <p:val>
                                            <p:strVal val="#ppt_y"/>
                                          </p:val>
                                        </p:tav>
                                        <p:tav tm="100000">
                                          <p:val>
                                            <p:strVal val="#ppt_y"/>
                                          </p:val>
                                        </p:tav>
                                      </p:tavLst>
                                    </p:anim>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 presetClass="entr" presetSubtype="0" fill="hold" grpId="0" nodeType="clickEffect">
                                  <p:stCondLst>
                                    <p:cond delay="0"/>
                                  </p:stCondLst>
                                  <p:childTnLst>
                                    <p:set>
                                      <p:cBhvr>
                                        <p:cTn id="125" dur="1" fill="hold">
                                          <p:stCondLst>
                                            <p:cond delay="499"/>
                                          </p:stCondLst>
                                        </p:cTn>
                                        <p:tgtEl>
                                          <p:spTgt spid="107564"/>
                                        </p:tgtEl>
                                        <p:attrNameLst>
                                          <p:attrName>style.visibility</p:attrName>
                                        </p:attrNameLst>
                                      </p:cBhvr>
                                      <p:to>
                                        <p:strVal val="visible"/>
                                      </p:to>
                                    </p:set>
                                  </p:childTnLst>
                                </p:cTn>
                              </p:par>
                            </p:childTnLst>
                          </p:cTn>
                        </p:par>
                      </p:childTnLst>
                    </p:cTn>
                  </p:par>
                  <p:par>
                    <p:cTn id="126" fill="hold" nodeType="clickPar">
                      <p:stCondLst>
                        <p:cond delay="indefinite"/>
                      </p:stCondLst>
                      <p:childTnLst>
                        <p:par>
                          <p:cTn id="127" fill="hold" nodeType="withGroup">
                            <p:stCondLst>
                              <p:cond delay="0"/>
                            </p:stCondLst>
                            <p:childTnLst>
                              <p:par>
                                <p:cTn id="128" presetID="22" presetClass="entr" presetSubtype="8" fill="hold" grpId="0" nodeType="clickEffect">
                                  <p:stCondLst>
                                    <p:cond delay="0"/>
                                  </p:stCondLst>
                                  <p:childTnLst>
                                    <p:set>
                                      <p:cBhvr>
                                        <p:cTn id="129" dur="1" fill="hold">
                                          <p:stCondLst>
                                            <p:cond delay="0"/>
                                          </p:stCondLst>
                                        </p:cTn>
                                        <p:tgtEl>
                                          <p:spTgt spid="107569"/>
                                        </p:tgtEl>
                                        <p:attrNameLst>
                                          <p:attrName>style.visibility</p:attrName>
                                        </p:attrNameLst>
                                      </p:cBhvr>
                                      <p:to>
                                        <p:strVal val="visible"/>
                                      </p:to>
                                    </p:set>
                                    <p:animEffect transition="in" filter="wipe(left)">
                                      <p:cBhvr>
                                        <p:cTn id="130" dur="500"/>
                                        <p:tgtEl>
                                          <p:spTgt spid="107569"/>
                                        </p:tgtEl>
                                      </p:cBhvr>
                                    </p:animEffec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iterate type="lt">
                                    <p:tmAbs val="75"/>
                                  </p:iterate>
                                  <p:childTnLst>
                                    <p:set>
                                      <p:cBhvr>
                                        <p:cTn id="134" dur="1" fill="hold">
                                          <p:stCondLst>
                                            <p:cond delay="74"/>
                                          </p:stCondLst>
                                        </p:cTn>
                                        <p:tgtEl>
                                          <p:spTgt spid="107563"/>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1" presetClass="entr" presetSubtype="0" fill="hold" grpId="0" nodeType="clickEffect">
                                  <p:stCondLst>
                                    <p:cond delay="0"/>
                                  </p:stCondLst>
                                  <p:iterate type="wd">
                                    <p:tmAbs val="300"/>
                                  </p:iterate>
                                  <p:childTnLst>
                                    <p:set>
                                      <p:cBhvr>
                                        <p:cTn id="138" dur="1" fill="hold">
                                          <p:stCondLst>
                                            <p:cond delay="299"/>
                                          </p:stCondLst>
                                        </p:cTn>
                                        <p:tgtEl>
                                          <p:spTgt spid="1075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3" grpId="0" autoUpdateAnimBg="0"/>
      <p:bldP spid="107525" grpId="0" animBg="1" autoUpdateAnimBg="0"/>
      <p:bldP spid="107526" grpId="0" autoUpdateAnimBg="0"/>
      <p:bldP spid="107544" grpId="0" autoUpdateAnimBg="0"/>
      <p:bldP spid="107545" grpId="0" autoUpdateAnimBg="0"/>
      <p:bldP spid="107546" grpId="0" autoUpdateAnimBg="0"/>
      <p:bldP spid="107547" grpId="0" autoUpdateAnimBg="0"/>
      <p:bldP spid="107548" grpId="0" autoUpdateAnimBg="0"/>
      <p:bldP spid="107549" grpId="0" autoUpdateAnimBg="0"/>
      <p:bldP spid="107550" grpId="0" autoUpdateAnimBg="0"/>
      <p:bldP spid="107551" grpId="0" autoUpdateAnimBg="0"/>
      <p:bldP spid="107552" grpId="0" autoUpdateAnimBg="0"/>
      <p:bldP spid="107553" grpId="0" autoUpdateAnimBg="0"/>
      <p:bldP spid="107554" grpId="0" autoUpdateAnimBg="0"/>
      <p:bldP spid="107555" grpId="0" autoUpdateAnimBg="0"/>
      <p:bldP spid="107556" grpId="0" autoUpdateAnimBg="0"/>
      <p:bldP spid="107557" grpId="0" autoUpdateAnimBg="0"/>
      <p:bldP spid="107558" grpId="0" autoUpdateAnimBg="0"/>
      <p:bldP spid="107559" grpId="0" autoUpdateAnimBg="0"/>
      <p:bldP spid="107560" grpId="0" animBg="1"/>
      <p:bldP spid="107561" grpId="0" autoUpdateAnimBg="0"/>
      <p:bldP spid="107563" grpId="0" autoUpdateAnimBg="0"/>
      <p:bldP spid="107564" grpId="0" autoUpdateAnimBg="0"/>
      <p:bldP spid="107565" grpId="0" autoUpdateAnimBg="0"/>
      <p:bldP spid="107566" grpId="0" animBg="1" autoUpdateAnimBg="0"/>
      <p:bldP spid="107567" grpId="0" animBg="1" autoUpdateAnimBg="0"/>
      <p:bldP spid="107568" grpId="0" animBg="1" autoUpdateAnimBg="0"/>
      <p:bldP spid="107569" grpId="0" animBg="1"/>
      <p:bldP spid="107570" grpId="0" animBg="1"/>
    </p:bldLst>
  </p:timing>
</p:sld>
</file>

<file path=ppt/slides/slide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09570" name="Object 2"/>
          <p:cNvGraphicFramePr>
            <a:graphicFrameLocks noChangeAspect="1"/>
          </p:cNvGraphicFramePr>
          <p:nvPr/>
        </p:nvGraphicFramePr>
        <p:xfrm>
          <a:off x="304800" y="4038600"/>
          <a:ext cx="3429000" cy="2381250"/>
        </p:xfrm>
        <a:graphic>
          <a:graphicData uri="http://schemas.openxmlformats.org/presentationml/2006/ole">
            <mc:AlternateContent xmlns:mc="http://schemas.openxmlformats.org/markup-compatibility/2006">
              <mc:Choice xmlns:v="urn:schemas-microsoft-com:vml" Requires="v">
                <p:oleObj spid="_x0000_s33039" name="Image" r:id="rId3" imgW="1458656" imgH="1234442" progId="">
                  <p:embed/>
                </p:oleObj>
              </mc:Choice>
              <mc:Fallback>
                <p:oleObj name="Image" r:id="rId3" imgW="1458656" imgH="1234442" progId="">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4038600"/>
                        <a:ext cx="3429000" cy="2381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9571" name="Rectangle 3"/>
          <p:cNvSpPr>
            <a:spLocks noGrp="1" noChangeArrowheads="1"/>
          </p:cNvSpPr>
          <p:nvPr>
            <p:ph type="title"/>
          </p:nvPr>
        </p:nvSpPr>
        <p:spPr>
          <a:xfrm>
            <a:off x="152400" y="120650"/>
            <a:ext cx="4876800" cy="488950"/>
          </a:xfrm>
        </p:spPr>
        <p:txBody>
          <a:bodyPr>
            <a:normAutofit fontScale="90000"/>
          </a:bodyPr>
          <a:lstStyle/>
          <a:p>
            <a:pPr eaLnBrk="1" fontAlgn="auto" hangingPunct="1">
              <a:spcAft>
                <a:spcPts val="0"/>
              </a:spcAft>
              <a:defRPr/>
            </a:pPr>
            <a:r>
              <a:rPr lang="zh-CN" altLang="en-US" sz="2600" b="1">
                <a:effectLst>
                  <a:outerShdw blurRad="38100" dist="38100" dir="2700000" algn="tl">
                    <a:srgbClr val="C0C0C0"/>
                  </a:outerShdw>
                </a:effectLst>
              </a:rPr>
              <a:t>讨论</a:t>
            </a:r>
            <a:r>
              <a:rPr lang="en-US" altLang="zh-CN" sz="2600" b="1">
                <a:effectLst>
                  <a:outerShdw blurRad="38100" dist="38100" dir="2700000" algn="tl">
                    <a:srgbClr val="C0C0C0"/>
                  </a:outerShdw>
                </a:effectLst>
              </a:rPr>
              <a:t>1</a:t>
            </a:r>
            <a:r>
              <a:rPr lang="zh-CN" altLang="en-US" sz="2600" b="1">
                <a:effectLst>
                  <a:outerShdw blurRad="38100" dist="38100" dir="2700000" algn="tl">
                    <a:srgbClr val="C0C0C0"/>
                  </a:outerShdw>
                </a:effectLst>
              </a:rPr>
              <a:t>：</a:t>
            </a:r>
            <a:r>
              <a:rPr lang="zh-CN" altLang="en-US" sz="2600" b="1">
                <a:solidFill>
                  <a:srgbClr val="006600"/>
                </a:solidFill>
                <a:effectLst>
                  <a:outerShdw blurRad="38100" dist="38100" dir="2700000" algn="tl">
                    <a:srgbClr val="C0C0C0"/>
                  </a:outerShdw>
                </a:effectLst>
              </a:rPr>
              <a:t>计算机如何实现</a:t>
            </a:r>
            <a:r>
              <a:rPr lang="en-US" altLang="zh-CN" sz="2600" b="1">
                <a:solidFill>
                  <a:srgbClr val="006600"/>
                </a:solidFill>
                <a:effectLst>
                  <a:outerShdw blurRad="38100" dist="38100" dir="2700000" algn="tl">
                    <a:srgbClr val="C0C0C0"/>
                  </a:outerShdw>
                </a:effectLst>
              </a:rPr>
              <a:t>DFS</a:t>
            </a:r>
            <a:r>
              <a:rPr lang="zh-CN" altLang="en-US" sz="2600" b="1">
                <a:solidFill>
                  <a:srgbClr val="006600"/>
                </a:solidFill>
                <a:effectLst>
                  <a:outerShdw blurRad="38100" dist="38100" dir="2700000" algn="tl">
                    <a:srgbClr val="C0C0C0"/>
                  </a:outerShdw>
                </a:effectLst>
              </a:rPr>
              <a:t>？</a:t>
            </a:r>
            <a:endParaRPr lang="zh-CN" altLang="en-US" sz="2600" b="1">
              <a:solidFill>
                <a:schemeClr val="accent2"/>
              </a:solidFill>
              <a:effectLst>
                <a:outerShdw blurRad="38100" dist="38100" dir="2700000" algn="tl">
                  <a:srgbClr val="C0C0C0"/>
                </a:outerShdw>
              </a:effectLst>
            </a:endParaRPr>
          </a:p>
        </p:txBody>
      </p:sp>
      <p:graphicFrame>
        <p:nvGraphicFramePr>
          <p:cNvPr id="109572" name="Group 4"/>
          <p:cNvGraphicFramePr>
            <a:graphicFrameLocks noGrp="1"/>
          </p:cNvGraphicFramePr>
          <p:nvPr/>
        </p:nvGraphicFramePr>
        <p:xfrm>
          <a:off x="838200" y="620713"/>
          <a:ext cx="2819400" cy="3200400"/>
        </p:xfrm>
        <a:graphic>
          <a:graphicData uri="http://schemas.openxmlformats.org/drawingml/2006/table">
            <a:tbl>
              <a:tblPr/>
              <a:tblGrid>
                <a:gridCol w="433388"/>
                <a:gridCol w="373062"/>
                <a:gridCol w="403225"/>
                <a:gridCol w="401638"/>
                <a:gridCol w="401637"/>
                <a:gridCol w="403225"/>
                <a:gridCol w="403225"/>
              </a:tblGrid>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endParaRPr kumimoji="1" lang="zh-CN"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endParaRPr>
                    </a:p>
                  </a:txBody>
                  <a:tcPr horzOverflow="overflow">
                    <a:lnL>
                      <a:noFill/>
                    </a:lnL>
                    <a:lnR>
                      <a:noFill/>
                    </a:lnR>
                    <a:lnT>
                      <a:noFill/>
                    </a:lnT>
                    <a:lnB>
                      <a:noFill/>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1</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2</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3</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4</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5</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6</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r>
              <a:tr h="37623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1</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2"/>
                          </a:solidFill>
                          <a:effectLst>
                            <a:outerShdw blurRad="38100" dist="38100" dir="2700000" algn="tl">
                              <a:srgbClr val="C0C0C0"/>
                            </a:outerShdw>
                          </a:effectLst>
                          <a:latin typeface="Times New Roman" panose="02020603050405020304" pitchFamily="18" charset="0"/>
                          <a:ea typeface="宋体" panose="02010600030101010101" pitchFamily="2" charset="-122"/>
                        </a:rPr>
                        <a:t>2</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3</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4</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623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5</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6</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9652" name="Group 84"/>
          <p:cNvGraphicFramePr>
            <a:graphicFrameLocks noGrp="1"/>
          </p:cNvGraphicFramePr>
          <p:nvPr/>
        </p:nvGraphicFramePr>
        <p:xfrm>
          <a:off x="4702175" y="1076325"/>
          <a:ext cx="392113" cy="2743200"/>
        </p:xfrm>
        <a:graphic>
          <a:graphicData uri="http://schemas.openxmlformats.org/drawingml/2006/table">
            <a:tbl>
              <a:tblPr/>
              <a:tblGrid>
                <a:gridCol w="392113"/>
              </a:tblGrid>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9668" name="Group 100"/>
          <p:cNvGraphicFramePr>
            <a:graphicFrameLocks noGrp="1"/>
          </p:cNvGraphicFramePr>
          <p:nvPr/>
        </p:nvGraphicFramePr>
        <p:xfrm>
          <a:off x="4321175" y="1076325"/>
          <a:ext cx="457200" cy="2779713"/>
        </p:xfrm>
        <a:graphic>
          <a:graphicData uri="http://schemas.openxmlformats.org/drawingml/2006/table">
            <a:tbl>
              <a:tblPr/>
              <a:tblGrid>
                <a:gridCol w="457200"/>
              </a:tblGrid>
              <a:tr h="4191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1</a:t>
                      </a:r>
                    </a:p>
                  </a:txBody>
                  <a:tcPr horzOverflow="overflow">
                    <a:lnL>
                      <a:noFill/>
                    </a:lnL>
                    <a:lnR>
                      <a:noFill/>
                    </a:lnR>
                    <a:lnT>
                      <a:noFill/>
                    </a:lnT>
                    <a:lnB>
                      <a:noFill/>
                    </a:lnB>
                    <a:lnTlToBr>
                      <a:noFill/>
                    </a:lnTlToBr>
                    <a:lnBlToTr>
                      <a:noFill/>
                    </a:lnBlToTr>
                    <a:noFill/>
                  </a:tcPr>
                </a:tc>
              </a:tr>
              <a:tr h="4175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rgbClr val="FF0000"/>
                          </a:solidFill>
                          <a:effectLst/>
                          <a:latin typeface="Times New Roman" panose="02020603050405020304" pitchFamily="18" charset="0"/>
                          <a:ea typeface="宋体" panose="02010600030101010101" pitchFamily="2" charset="-122"/>
                        </a:rPr>
                        <a:t>2</a:t>
                      </a:r>
                    </a:p>
                  </a:txBody>
                  <a:tcPr horzOverflow="overflow">
                    <a:lnL>
                      <a:noFill/>
                    </a:lnL>
                    <a:lnR>
                      <a:noFill/>
                    </a:lnR>
                    <a:lnT>
                      <a:noFill/>
                    </a:lnT>
                    <a:lnB>
                      <a:noFill/>
                    </a:lnB>
                    <a:lnTlToBr>
                      <a:noFill/>
                    </a:lnTlToBr>
                    <a:lnBlToTr>
                      <a:noFill/>
                    </a:lnBlToTr>
                    <a:noFill/>
                  </a:tcPr>
                </a:tc>
              </a:tr>
              <a:tr h="4937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3</a:t>
                      </a:r>
                    </a:p>
                  </a:txBody>
                  <a:tcPr horzOverflow="overflow">
                    <a:lnL>
                      <a:noFill/>
                    </a:lnL>
                    <a:lnR>
                      <a:noFill/>
                    </a:lnR>
                    <a:lnT>
                      <a:noFill/>
                    </a:lnT>
                    <a:lnB>
                      <a:noFill/>
                    </a:lnB>
                    <a:lnTlToBr>
                      <a:noFill/>
                    </a:lnTlToBr>
                    <a:lnBlToTr>
                      <a:noFill/>
                    </a:lnBlToTr>
                    <a:noFill/>
                  </a:tcPr>
                </a:tc>
              </a:tr>
              <a:tr h="4191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4</a:t>
                      </a:r>
                    </a:p>
                  </a:txBody>
                  <a:tcPr horzOverflow="overflow">
                    <a:lnL>
                      <a:noFill/>
                    </a:lnL>
                    <a:lnR>
                      <a:noFill/>
                    </a:lnR>
                    <a:lnT>
                      <a:noFill/>
                    </a:lnT>
                    <a:lnB>
                      <a:noFill/>
                    </a:lnB>
                    <a:lnTlToBr>
                      <a:noFill/>
                    </a:lnTlToBr>
                    <a:lnBlToTr>
                      <a:noFill/>
                    </a:lnBlToTr>
                    <a:noFill/>
                  </a:tcPr>
                </a:tc>
              </a:tr>
              <a:tr h="4175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5</a:t>
                      </a:r>
                    </a:p>
                  </a:txBody>
                  <a:tcPr horzOverflow="overflow">
                    <a:lnL>
                      <a:noFill/>
                    </a:lnL>
                    <a:lnR>
                      <a:noFill/>
                    </a:lnR>
                    <a:lnT>
                      <a:noFill/>
                    </a:lnT>
                    <a:lnB>
                      <a:noFill/>
                    </a:lnB>
                    <a:lnTlToBr>
                      <a:noFill/>
                    </a:lnTlToBr>
                    <a:lnBlToTr>
                      <a:noFill/>
                    </a:lnBlToTr>
                    <a:noFill/>
                  </a:tcPr>
                </a:tc>
              </a:tr>
              <a:tr h="4191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6</a:t>
                      </a:r>
                    </a:p>
                  </a:txBody>
                  <a:tcPr horzOverflow="overflow">
                    <a:lnL>
                      <a:noFill/>
                    </a:lnL>
                    <a:lnR>
                      <a:noFill/>
                    </a:lnR>
                    <a:lnT>
                      <a:noFill/>
                    </a:lnT>
                    <a:lnB>
                      <a:noFill/>
                    </a:lnB>
                    <a:lnTlToBr>
                      <a:noFill/>
                    </a:lnTlToBr>
                    <a:lnBlToTr>
                      <a:noFill/>
                    </a:lnBlToTr>
                    <a:noFill/>
                  </a:tcPr>
                </a:tc>
              </a:tr>
            </a:tbl>
          </a:graphicData>
        </a:graphic>
      </p:graphicFrame>
      <p:graphicFrame>
        <p:nvGraphicFramePr>
          <p:cNvPr id="109689" name="Group 121"/>
          <p:cNvGraphicFramePr>
            <a:graphicFrameLocks noGrp="1"/>
          </p:cNvGraphicFramePr>
          <p:nvPr/>
        </p:nvGraphicFramePr>
        <p:xfrm>
          <a:off x="5246688" y="1076325"/>
          <a:ext cx="392112" cy="2743200"/>
        </p:xfrm>
        <a:graphic>
          <a:graphicData uri="http://schemas.openxmlformats.org/drawingml/2006/table">
            <a:tbl>
              <a:tblPr/>
              <a:tblGrid>
                <a:gridCol w="392112"/>
              </a:tblGrid>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rgbClr val="FF0000"/>
                          </a:solidFill>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9705" name="Group 137"/>
          <p:cNvGraphicFramePr>
            <a:graphicFrameLocks noGrp="1"/>
          </p:cNvGraphicFramePr>
          <p:nvPr/>
        </p:nvGraphicFramePr>
        <p:xfrm>
          <a:off x="5780088" y="1076325"/>
          <a:ext cx="392112" cy="2743200"/>
        </p:xfrm>
        <a:graphic>
          <a:graphicData uri="http://schemas.openxmlformats.org/drawingml/2006/table">
            <a:tbl>
              <a:tblPr/>
              <a:tblGrid>
                <a:gridCol w="392112"/>
              </a:tblGrid>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rgbClr val="FF0000"/>
                          </a:solidFill>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9721" name="Group 153"/>
          <p:cNvGraphicFramePr>
            <a:graphicFrameLocks noGrp="1"/>
          </p:cNvGraphicFramePr>
          <p:nvPr/>
        </p:nvGraphicFramePr>
        <p:xfrm>
          <a:off x="6378575" y="1076325"/>
          <a:ext cx="392113" cy="2743200"/>
        </p:xfrm>
        <a:graphic>
          <a:graphicData uri="http://schemas.openxmlformats.org/drawingml/2006/table">
            <a:tbl>
              <a:tblPr/>
              <a:tblGrid>
                <a:gridCol w="392113"/>
              </a:tblGrid>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rgbClr val="FF0000"/>
                          </a:solidFill>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9737" name="Group 169"/>
          <p:cNvGraphicFramePr>
            <a:graphicFrameLocks noGrp="1"/>
          </p:cNvGraphicFramePr>
          <p:nvPr/>
        </p:nvGraphicFramePr>
        <p:xfrm>
          <a:off x="6999288" y="1066800"/>
          <a:ext cx="392112" cy="2743200"/>
        </p:xfrm>
        <a:graphic>
          <a:graphicData uri="http://schemas.openxmlformats.org/drawingml/2006/table">
            <a:tbl>
              <a:tblPr/>
              <a:tblGrid>
                <a:gridCol w="392112"/>
              </a:tblGrid>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rgbClr val="FF0000"/>
                          </a:solidFill>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9753" name="Group 185"/>
          <p:cNvGraphicFramePr>
            <a:graphicFrameLocks noGrp="1"/>
          </p:cNvGraphicFramePr>
          <p:nvPr/>
        </p:nvGraphicFramePr>
        <p:xfrm>
          <a:off x="7608888" y="1076325"/>
          <a:ext cx="392112" cy="2743200"/>
        </p:xfrm>
        <a:graphic>
          <a:graphicData uri="http://schemas.openxmlformats.org/drawingml/2006/table">
            <a:tbl>
              <a:tblPr/>
              <a:tblGrid>
                <a:gridCol w="392112"/>
              </a:tblGrid>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rgbClr val="FF0000"/>
                          </a:solidFill>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9769" name="Group 201"/>
          <p:cNvGraphicFramePr>
            <a:graphicFrameLocks noGrp="1"/>
          </p:cNvGraphicFramePr>
          <p:nvPr/>
        </p:nvGraphicFramePr>
        <p:xfrm>
          <a:off x="8218488" y="1066800"/>
          <a:ext cx="392112" cy="2743200"/>
        </p:xfrm>
        <a:graphic>
          <a:graphicData uri="http://schemas.openxmlformats.org/drawingml/2006/table">
            <a:tbl>
              <a:tblPr/>
              <a:tblGrid>
                <a:gridCol w="392112"/>
              </a:tblGrid>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rgbClr val="FF0000"/>
                          </a:solidFill>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09785" name="Rectangle 217"/>
          <p:cNvSpPr>
            <a:spLocks noChangeArrowheads="1"/>
          </p:cNvSpPr>
          <p:nvPr/>
        </p:nvSpPr>
        <p:spPr bwMode="auto">
          <a:xfrm>
            <a:off x="5334000" y="4357688"/>
            <a:ext cx="1752600" cy="519112"/>
          </a:xfrm>
          <a:prstGeom prst="rect">
            <a:avLst/>
          </a:prstGeom>
          <a:noFill/>
          <a:ln w="38100">
            <a:noFill/>
            <a:miter lim="800000"/>
            <a:headEnd/>
            <a:tailEnd/>
          </a:ln>
          <a:effectLst/>
        </p:spPr>
        <p:txBody>
          <a:bodyPr>
            <a:spAutoFit/>
          </a:bodyPr>
          <a:lstStyle/>
          <a:p>
            <a:pPr eaLnBrk="1" hangingPunct="1">
              <a:defRPr/>
            </a:pPr>
            <a:r>
              <a:rPr lang="en-US" altLang="zh-CN" sz="2800">
                <a:solidFill>
                  <a:schemeClr val="tx2"/>
                </a:solidFill>
                <a:effectLst>
                  <a:outerShdw blurRad="38100" dist="38100" dir="2700000" algn="tl">
                    <a:srgbClr val="C0C0C0"/>
                  </a:outerShdw>
                </a:effectLst>
                <a:ea typeface="楷体_GB2312" pitchFamily="49" charset="-122"/>
              </a:rPr>
              <a:t>DFS </a:t>
            </a:r>
            <a:r>
              <a:rPr lang="zh-CN" altLang="en-US" sz="2800">
                <a:solidFill>
                  <a:schemeClr val="tx2"/>
                </a:solidFill>
                <a:effectLst>
                  <a:outerShdw blurRad="38100" dist="38100" dir="2700000" algn="tl">
                    <a:srgbClr val="C0C0C0"/>
                  </a:outerShdw>
                </a:effectLst>
                <a:latin typeface="楷体_GB2312" pitchFamily="49" charset="-122"/>
                <a:ea typeface="楷体_GB2312" pitchFamily="49" charset="-122"/>
              </a:rPr>
              <a:t>结果</a:t>
            </a:r>
          </a:p>
        </p:txBody>
      </p:sp>
      <p:sp>
        <p:nvSpPr>
          <p:cNvPr id="109786" name="Text Box 218"/>
          <p:cNvSpPr txBox="1">
            <a:spLocks noChangeArrowheads="1"/>
          </p:cNvSpPr>
          <p:nvPr/>
        </p:nvSpPr>
        <p:spPr bwMode="auto">
          <a:xfrm>
            <a:off x="228600" y="1430338"/>
            <a:ext cx="533400" cy="191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1800">
                <a:solidFill>
                  <a:schemeClr val="accent2"/>
                </a:solidFill>
                <a:latin typeface="Arial" pitchFamily="34" charset="0"/>
                <a:ea typeface="仿宋_GB2312" pitchFamily="49" charset="-122"/>
              </a:rPr>
              <a:t>邻接矩阵</a:t>
            </a:r>
          </a:p>
          <a:p>
            <a:pPr algn="ctr" eaLnBrk="1" hangingPunct="1">
              <a:spcBef>
                <a:spcPct val="0"/>
              </a:spcBef>
              <a:buClrTx/>
              <a:buSzTx/>
              <a:buFontTx/>
              <a:buNone/>
            </a:pPr>
            <a:r>
              <a:rPr lang="en-US" altLang="zh-CN" sz="1800">
                <a:solidFill>
                  <a:schemeClr val="accent2"/>
                </a:solidFill>
                <a:latin typeface="Arial" pitchFamily="34" charset="0"/>
                <a:ea typeface="仿宋_GB2312" pitchFamily="49" charset="-122"/>
              </a:rPr>
              <a:t>A</a:t>
            </a:r>
          </a:p>
        </p:txBody>
      </p:sp>
      <p:sp>
        <p:nvSpPr>
          <p:cNvPr id="109787" name="Text Box 219"/>
          <p:cNvSpPr txBox="1">
            <a:spLocks noChangeArrowheads="1"/>
          </p:cNvSpPr>
          <p:nvPr/>
        </p:nvSpPr>
        <p:spPr bwMode="auto">
          <a:xfrm>
            <a:off x="5018088" y="609600"/>
            <a:ext cx="3429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1800">
                <a:solidFill>
                  <a:schemeClr val="accent2"/>
                </a:solidFill>
                <a:latin typeface="楷体_GB2312" pitchFamily="49" charset="-122"/>
                <a:ea typeface="楷体_GB2312" pitchFamily="49" charset="-122"/>
              </a:rPr>
              <a:t>辅助数组 </a:t>
            </a:r>
            <a:r>
              <a:rPr lang="en-US" altLang="zh-CN" sz="1800" i="1">
                <a:solidFill>
                  <a:schemeClr val="accent2"/>
                </a:solidFill>
                <a:latin typeface="Arial" pitchFamily="34" charset="0"/>
                <a:ea typeface="楷体_GB2312" pitchFamily="49" charset="-122"/>
              </a:rPr>
              <a:t>visited</a:t>
            </a:r>
            <a:r>
              <a:rPr lang="en-US" altLang="zh-CN" sz="1800">
                <a:solidFill>
                  <a:schemeClr val="accent2"/>
                </a:solidFill>
                <a:latin typeface="Arial" pitchFamily="34" charset="0"/>
                <a:ea typeface="楷体_GB2312" pitchFamily="49" charset="-122"/>
              </a:rPr>
              <a:t> [n ]</a:t>
            </a:r>
          </a:p>
        </p:txBody>
      </p:sp>
      <p:sp>
        <p:nvSpPr>
          <p:cNvPr id="109789" name="AutoShape 221"/>
          <p:cNvSpPr>
            <a:spLocks noChangeArrowheads="1"/>
          </p:cNvSpPr>
          <p:nvPr/>
        </p:nvSpPr>
        <p:spPr bwMode="auto">
          <a:xfrm>
            <a:off x="0" y="4057650"/>
            <a:ext cx="990600" cy="457200"/>
          </a:xfrm>
          <a:prstGeom prst="wedgeEllipseCallout">
            <a:avLst>
              <a:gd name="adj1" fmla="val 16667"/>
              <a:gd name="adj2" fmla="val 163542"/>
            </a:avLst>
          </a:prstGeom>
          <a:solidFill>
            <a:srgbClr val="00FFFF"/>
          </a:solidFill>
          <a:ln w="9525">
            <a:solidFill>
              <a:schemeClr val="tx1"/>
            </a:solidFill>
            <a:miter lim="800000"/>
            <a:headEnd/>
            <a:tailEnd/>
          </a:ln>
        </p:spPr>
        <p:txBody>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2000">
                <a:solidFill>
                  <a:schemeClr val="tx2"/>
                </a:solidFill>
                <a:latin typeface="Arial" pitchFamily="34" charset="0"/>
              </a:rPr>
              <a:t>起点</a:t>
            </a:r>
          </a:p>
        </p:txBody>
      </p:sp>
      <p:sp>
        <p:nvSpPr>
          <p:cNvPr id="109790" name="Text Box 222"/>
          <p:cNvSpPr txBox="1">
            <a:spLocks noChangeArrowheads="1"/>
          </p:cNvSpPr>
          <p:nvPr/>
        </p:nvSpPr>
        <p:spPr bwMode="auto">
          <a:xfrm>
            <a:off x="4343400" y="4953000"/>
            <a:ext cx="4267200" cy="519113"/>
          </a:xfrm>
          <a:prstGeom prst="rect">
            <a:avLst/>
          </a:prstGeom>
          <a:noFill/>
          <a:ln w="38100">
            <a:noFill/>
            <a:miter lim="800000"/>
            <a:headEnd/>
            <a:tailEnd/>
          </a:ln>
          <a:effectLst/>
        </p:spPr>
        <p:txBody>
          <a:bodyPr>
            <a:spAutoFit/>
          </a:bodyPr>
          <a:lstStyle/>
          <a:p>
            <a:pPr eaLnBrk="1" hangingPunct="1">
              <a:defRPr/>
            </a:pPr>
            <a:r>
              <a:rPr lang="en-US" altLang="zh-CN" sz="2800">
                <a:solidFill>
                  <a:schemeClr val="tx2"/>
                </a:solidFill>
                <a:effectLst>
                  <a:outerShdw blurRad="38100" dist="38100" dir="2700000" algn="tl">
                    <a:srgbClr val="C0C0C0"/>
                  </a:outerShdw>
                </a:effectLst>
                <a:ea typeface="黑体" pitchFamily="2" charset="-122"/>
              </a:rPr>
              <a:t>v2→v1→v3→v5→</a:t>
            </a:r>
            <a:r>
              <a:rPr lang="en-US" altLang="zh-CN" sz="2800">
                <a:solidFill>
                  <a:srgbClr val="006600"/>
                </a:solidFill>
                <a:effectLst>
                  <a:outerShdw blurRad="38100" dist="38100" dir="2700000" algn="tl">
                    <a:srgbClr val="C0C0C0"/>
                  </a:outerShdw>
                </a:effectLst>
                <a:ea typeface="黑体" pitchFamily="2" charset="-122"/>
              </a:rPr>
              <a:t>v4</a:t>
            </a:r>
            <a:r>
              <a:rPr lang="en-US" altLang="zh-CN" sz="2800">
                <a:solidFill>
                  <a:schemeClr val="tx2"/>
                </a:solidFill>
                <a:effectLst>
                  <a:outerShdw blurRad="38100" dist="38100" dir="2700000" algn="tl">
                    <a:srgbClr val="C0C0C0"/>
                  </a:outerShdw>
                </a:effectLst>
                <a:ea typeface="黑体" pitchFamily="2" charset="-122"/>
              </a:rPr>
              <a:t>→v6</a:t>
            </a:r>
          </a:p>
        </p:txBody>
      </p:sp>
      <p:sp>
        <p:nvSpPr>
          <p:cNvPr id="109791" name="Rectangle 223"/>
          <p:cNvSpPr>
            <a:spLocks noChangeArrowheads="1"/>
          </p:cNvSpPr>
          <p:nvPr/>
        </p:nvSpPr>
        <p:spPr bwMode="auto">
          <a:xfrm>
            <a:off x="4572000" y="152400"/>
            <a:ext cx="4191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solidFill>
                  <a:schemeClr val="tx2"/>
                </a:solidFill>
                <a:latin typeface="Arial" pitchFamily="34" charset="0"/>
              </a:rPr>
              <a:t>——</a:t>
            </a:r>
            <a:r>
              <a:rPr lang="zh-CN" altLang="en-US" sz="1800">
                <a:solidFill>
                  <a:schemeClr val="tx2"/>
                </a:solidFill>
                <a:latin typeface="楷体_GB2312" pitchFamily="49" charset="-122"/>
                <a:ea typeface="楷体_GB2312" pitchFamily="49" charset="-122"/>
              </a:rPr>
              <a:t>开辅助数组</a:t>
            </a:r>
            <a:r>
              <a:rPr lang="zh-CN" altLang="en-US" sz="1800">
                <a:solidFill>
                  <a:srgbClr val="0000CC"/>
                </a:solidFill>
                <a:latin typeface="楷体_GB2312" pitchFamily="49" charset="-122"/>
                <a:ea typeface="楷体_GB2312" pitchFamily="49" charset="-122"/>
              </a:rPr>
              <a:t> </a:t>
            </a:r>
            <a:r>
              <a:rPr lang="en-US" altLang="zh-CN" sz="1800" i="1">
                <a:solidFill>
                  <a:schemeClr val="tx2"/>
                </a:solidFill>
                <a:latin typeface="Arial" pitchFamily="34" charset="0"/>
                <a:ea typeface="楷体_GB2312" pitchFamily="49" charset="-122"/>
              </a:rPr>
              <a:t>visited</a:t>
            </a:r>
            <a:r>
              <a:rPr lang="en-US" altLang="zh-CN" sz="1800">
                <a:solidFill>
                  <a:schemeClr val="tx2"/>
                </a:solidFill>
                <a:latin typeface="Arial" pitchFamily="34" charset="0"/>
                <a:ea typeface="楷体_GB2312" pitchFamily="49" charset="-122"/>
              </a:rPr>
              <a:t> [n ]</a:t>
            </a:r>
            <a:r>
              <a:rPr lang="zh-CN" altLang="en-US" sz="1800">
                <a:solidFill>
                  <a:schemeClr val="tx2"/>
                </a:solidFill>
                <a:latin typeface="Arial" pitchFamily="34" charset="0"/>
                <a:ea typeface="楷体_GB2312" pitchFamily="49" charset="-122"/>
              </a:rPr>
              <a:t>！</a:t>
            </a:r>
          </a:p>
        </p:txBody>
      </p:sp>
      <p:sp>
        <p:nvSpPr>
          <p:cNvPr id="109792" name="Rectangle 224"/>
          <p:cNvSpPr>
            <a:spLocks noChangeArrowheads="1"/>
          </p:cNvSpPr>
          <p:nvPr/>
        </p:nvSpPr>
        <p:spPr bwMode="auto">
          <a:xfrm>
            <a:off x="0" y="685800"/>
            <a:ext cx="900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1800">
                <a:latin typeface="黑体" pitchFamily="49" charset="-122"/>
                <a:ea typeface="黑体" pitchFamily="49" charset="-122"/>
              </a:rPr>
              <a:t>例：</a:t>
            </a:r>
          </a:p>
        </p:txBody>
      </p:sp>
      <p:graphicFrame>
        <p:nvGraphicFramePr>
          <p:cNvPr id="109793" name="Group 225"/>
          <p:cNvGraphicFramePr>
            <a:graphicFrameLocks noGrp="1"/>
          </p:cNvGraphicFramePr>
          <p:nvPr/>
        </p:nvGraphicFramePr>
        <p:xfrm>
          <a:off x="838200" y="609600"/>
          <a:ext cx="2819400" cy="3200400"/>
        </p:xfrm>
        <a:graphic>
          <a:graphicData uri="http://schemas.openxmlformats.org/drawingml/2006/table">
            <a:tbl>
              <a:tblPr/>
              <a:tblGrid>
                <a:gridCol w="433388"/>
                <a:gridCol w="373062"/>
                <a:gridCol w="403225"/>
                <a:gridCol w="401638"/>
                <a:gridCol w="369887"/>
                <a:gridCol w="434975"/>
                <a:gridCol w="403225"/>
              </a:tblGrid>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endParaRPr kumimoji="1" lang="zh-CN"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endParaRPr>
                    </a:p>
                  </a:txBody>
                  <a:tcPr horzOverflow="overflow">
                    <a:lnL>
                      <a:noFill/>
                    </a:lnL>
                    <a:lnR>
                      <a:noFill/>
                    </a:lnR>
                    <a:lnT>
                      <a:noFill/>
                    </a:lnT>
                    <a:lnB>
                      <a:noFill/>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1</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2</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3</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4</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5</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6</a:t>
                      </a: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7623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1</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outerShdw blurRad="38100" dist="38100" dir="2700000" algn="tl">
                              <a:srgbClr val="C0C0C0"/>
                            </a:outerShdw>
                          </a:effectLst>
                          <a:latin typeface="Times New Roman" panose="02020603050405020304" pitchFamily="18" charset="0"/>
                          <a:ea typeface="宋体" panose="02010600030101010101" pitchFamily="2" charset="-122"/>
                        </a:rPr>
                        <a:t>2</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3</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4</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7623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5</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77825">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6</a:t>
                      </a: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outerShdw blurRad="38100" dist="38100" dir="2700000" algn="tl">
                              <a:srgbClr val="C0C0C0"/>
                            </a:outerShdw>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109873" name="Oval 305"/>
          <p:cNvSpPr>
            <a:spLocks noChangeArrowheads="1"/>
          </p:cNvSpPr>
          <p:nvPr/>
        </p:nvSpPr>
        <p:spPr bwMode="auto">
          <a:xfrm>
            <a:off x="838200" y="1600200"/>
            <a:ext cx="381000" cy="3048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74" name="Oval 306"/>
          <p:cNvSpPr>
            <a:spLocks noChangeArrowheads="1"/>
          </p:cNvSpPr>
          <p:nvPr/>
        </p:nvSpPr>
        <p:spPr bwMode="auto">
          <a:xfrm>
            <a:off x="1295400" y="1600200"/>
            <a:ext cx="381000" cy="3048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75" name="Oval 307"/>
          <p:cNvSpPr>
            <a:spLocks noChangeArrowheads="1"/>
          </p:cNvSpPr>
          <p:nvPr/>
        </p:nvSpPr>
        <p:spPr bwMode="auto">
          <a:xfrm>
            <a:off x="838200" y="1600200"/>
            <a:ext cx="381000" cy="304800"/>
          </a:xfrm>
          <a:prstGeom prst="ellipse">
            <a:avLst/>
          </a:prstGeom>
          <a:noFill/>
          <a:ln w="38100">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76" name="Oval 308"/>
          <p:cNvSpPr>
            <a:spLocks noChangeArrowheads="1"/>
          </p:cNvSpPr>
          <p:nvPr/>
        </p:nvSpPr>
        <p:spPr bwMode="auto">
          <a:xfrm>
            <a:off x="1295400" y="1600200"/>
            <a:ext cx="381000" cy="304800"/>
          </a:xfrm>
          <a:prstGeom prst="ellipse">
            <a:avLst/>
          </a:prstGeom>
          <a:noFill/>
          <a:ln w="38100">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77" name="Oval 309"/>
          <p:cNvSpPr>
            <a:spLocks noChangeArrowheads="1"/>
          </p:cNvSpPr>
          <p:nvPr/>
        </p:nvSpPr>
        <p:spPr bwMode="auto">
          <a:xfrm>
            <a:off x="2819400" y="2057400"/>
            <a:ext cx="381000" cy="3048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78" name="Oval 310"/>
          <p:cNvSpPr>
            <a:spLocks noChangeArrowheads="1"/>
          </p:cNvSpPr>
          <p:nvPr/>
        </p:nvSpPr>
        <p:spPr bwMode="auto">
          <a:xfrm>
            <a:off x="2057400" y="1143000"/>
            <a:ext cx="381000" cy="3048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79" name="Oval 311"/>
          <p:cNvSpPr>
            <a:spLocks noChangeArrowheads="1"/>
          </p:cNvSpPr>
          <p:nvPr/>
        </p:nvSpPr>
        <p:spPr bwMode="auto">
          <a:xfrm>
            <a:off x="2057400" y="1143000"/>
            <a:ext cx="381000" cy="304800"/>
          </a:xfrm>
          <a:prstGeom prst="ellipse">
            <a:avLst/>
          </a:prstGeom>
          <a:noFill/>
          <a:ln w="38100">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80" name="Oval 312"/>
          <p:cNvSpPr>
            <a:spLocks noChangeArrowheads="1"/>
          </p:cNvSpPr>
          <p:nvPr/>
        </p:nvSpPr>
        <p:spPr bwMode="auto">
          <a:xfrm>
            <a:off x="3276600" y="2514600"/>
            <a:ext cx="381000" cy="3048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81" name="Oval 313"/>
          <p:cNvSpPr>
            <a:spLocks noChangeArrowheads="1"/>
          </p:cNvSpPr>
          <p:nvPr/>
        </p:nvSpPr>
        <p:spPr bwMode="auto">
          <a:xfrm>
            <a:off x="2819400" y="2057400"/>
            <a:ext cx="381000" cy="304800"/>
          </a:xfrm>
          <a:prstGeom prst="ellipse">
            <a:avLst/>
          </a:prstGeom>
          <a:noFill/>
          <a:ln w="38100">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82" name="Oval 314"/>
          <p:cNvSpPr>
            <a:spLocks noChangeArrowheads="1"/>
          </p:cNvSpPr>
          <p:nvPr/>
        </p:nvSpPr>
        <p:spPr bwMode="auto">
          <a:xfrm>
            <a:off x="2438400" y="1143000"/>
            <a:ext cx="381000" cy="3048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09883" name="Oval 315"/>
          <p:cNvSpPr>
            <a:spLocks noChangeArrowheads="1"/>
          </p:cNvSpPr>
          <p:nvPr/>
        </p:nvSpPr>
        <p:spPr bwMode="auto">
          <a:xfrm>
            <a:off x="2438400" y="1143000"/>
            <a:ext cx="381000" cy="304800"/>
          </a:xfrm>
          <a:prstGeom prst="ellipse">
            <a:avLst/>
          </a:prstGeom>
          <a:noFill/>
          <a:ln w="38100">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10957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3" presetClass="entr" presetSubtype="16" fill="hold" grpId="0" nodeType="clickEffect">
                                  <p:stCondLst>
                                    <p:cond delay="0"/>
                                  </p:stCondLst>
                                  <p:childTnLst>
                                    <p:set>
                                      <p:cBhvr>
                                        <p:cTn id="10" dur="1" fill="hold">
                                          <p:stCondLst>
                                            <p:cond delay="0"/>
                                          </p:stCondLst>
                                        </p:cTn>
                                        <p:tgtEl>
                                          <p:spTgt spid="109791"/>
                                        </p:tgtEl>
                                        <p:attrNameLst>
                                          <p:attrName>style.visibility</p:attrName>
                                        </p:attrNameLst>
                                      </p:cBhvr>
                                      <p:to>
                                        <p:strVal val="visible"/>
                                      </p:to>
                                    </p:set>
                                    <p:anim calcmode="lin" valueType="num">
                                      <p:cBhvr>
                                        <p:cTn id="11" dur="500" fill="hold"/>
                                        <p:tgtEl>
                                          <p:spTgt spid="109791"/>
                                        </p:tgtEl>
                                        <p:attrNameLst>
                                          <p:attrName>ppt_w</p:attrName>
                                        </p:attrNameLst>
                                      </p:cBhvr>
                                      <p:tavLst>
                                        <p:tav tm="0">
                                          <p:val>
                                            <p:fltVal val="0"/>
                                          </p:val>
                                        </p:tav>
                                        <p:tav tm="100000">
                                          <p:val>
                                            <p:strVal val="#ppt_w"/>
                                          </p:val>
                                        </p:tav>
                                      </p:tavLst>
                                    </p:anim>
                                    <p:anim calcmode="lin" valueType="num">
                                      <p:cBhvr>
                                        <p:cTn id="12" dur="500" fill="hold"/>
                                        <p:tgtEl>
                                          <p:spTgt spid="109791"/>
                                        </p:tgtEl>
                                        <p:attrNameLst>
                                          <p:attrName>ppt_h</p:attrName>
                                        </p:attrNameLst>
                                      </p:cBhvr>
                                      <p:tavLst>
                                        <p:tav tm="0">
                                          <p:val>
                                            <p:fltVal val="0"/>
                                          </p:val>
                                        </p:tav>
                                        <p:tav tm="100000">
                                          <p:val>
                                            <p:strVal val="#ppt_h"/>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09792"/>
                                        </p:tgtEl>
                                        <p:attrNameLst>
                                          <p:attrName>style.visibility</p:attrName>
                                        </p:attrNameLst>
                                      </p:cBhvr>
                                      <p:to>
                                        <p:strVal val="visible"/>
                                      </p:to>
                                    </p:set>
                                    <p:anim calcmode="lin" valueType="num">
                                      <p:cBhvr additive="base">
                                        <p:cTn id="17" dur="500" fill="hold"/>
                                        <p:tgtEl>
                                          <p:spTgt spid="109792"/>
                                        </p:tgtEl>
                                        <p:attrNameLst>
                                          <p:attrName>ppt_x</p:attrName>
                                        </p:attrNameLst>
                                      </p:cBhvr>
                                      <p:tavLst>
                                        <p:tav tm="0">
                                          <p:val>
                                            <p:strVal val="0-#ppt_w/2"/>
                                          </p:val>
                                        </p:tav>
                                        <p:tav tm="100000">
                                          <p:val>
                                            <p:strVal val="#ppt_x"/>
                                          </p:val>
                                        </p:tav>
                                      </p:tavLst>
                                    </p:anim>
                                    <p:anim calcmode="lin" valueType="num">
                                      <p:cBhvr additive="base">
                                        <p:cTn id="18" dur="500" fill="hold"/>
                                        <p:tgtEl>
                                          <p:spTgt spid="109792"/>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nodeType="clickEffect">
                                  <p:stCondLst>
                                    <p:cond delay="0"/>
                                  </p:stCondLst>
                                  <p:childTnLst>
                                    <p:set>
                                      <p:cBhvr>
                                        <p:cTn id="22" dur="1" fill="hold">
                                          <p:stCondLst>
                                            <p:cond delay="0"/>
                                          </p:stCondLst>
                                        </p:cTn>
                                        <p:tgtEl>
                                          <p:spTgt spid="109570"/>
                                        </p:tgtEl>
                                        <p:attrNameLst>
                                          <p:attrName>style.visibility</p:attrName>
                                        </p:attrNameLst>
                                      </p:cBhvr>
                                      <p:to>
                                        <p:strVal val="visible"/>
                                      </p:to>
                                    </p:set>
                                    <p:animEffect transition="in" filter="wipe(up)">
                                      <p:cBhvr>
                                        <p:cTn id="23" dur="500"/>
                                        <p:tgtEl>
                                          <p:spTgt spid="109570"/>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8" fill="hold" grpId="0" nodeType="clickEffect">
                                  <p:stCondLst>
                                    <p:cond delay="0"/>
                                  </p:stCondLst>
                                  <p:childTnLst>
                                    <p:set>
                                      <p:cBhvr>
                                        <p:cTn id="27" dur="1" fill="hold">
                                          <p:stCondLst>
                                            <p:cond delay="0"/>
                                          </p:stCondLst>
                                        </p:cTn>
                                        <p:tgtEl>
                                          <p:spTgt spid="109789"/>
                                        </p:tgtEl>
                                        <p:attrNameLst>
                                          <p:attrName>style.visibility</p:attrName>
                                        </p:attrNameLst>
                                      </p:cBhvr>
                                      <p:to>
                                        <p:strVal val="visible"/>
                                      </p:to>
                                    </p:set>
                                    <p:anim calcmode="lin" valueType="num">
                                      <p:cBhvr additive="base">
                                        <p:cTn id="28" dur="500" fill="hold"/>
                                        <p:tgtEl>
                                          <p:spTgt spid="109789"/>
                                        </p:tgtEl>
                                        <p:attrNameLst>
                                          <p:attrName>ppt_x</p:attrName>
                                        </p:attrNameLst>
                                      </p:cBhvr>
                                      <p:tavLst>
                                        <p:tav tm="0">
                                          <p:val>
                                            <p:strVal val="0-#ppt_w/2"/>
                                          </p:val>
                                        </p:tav>
                                        <p:tav tm="100000">
                                          <p:val>
                                            <p:strVal val="#ppt_x"/>
                                          </p:val>
                                        </p:tav>
                                      </p:tavLst>
                                    </p:anim>
                                    <p:anim calcmode="lin" valueType="num">
                                      <p:cBhvr additive="base">
                                        <p:cTn id="29" dur="500" fill="hold"/>
                                        <p:tgtEl>
                                          <p:spTgt spid="109789"/>
                                        </p:tgtEl>
                                        <p:attrNameLst>
                                          <p:attrName>ppt_y</p:attrName>
                                        </p:attrNameLst>
                                      </p:cBhvr>
                                      <p:tavLst>
                                        <p:tav tm="0">
                                          <p:val>
                                            <p:strVal val="#ppt_y"/>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109786"/>
                                        </p:tgtEl>
                                        <p:attrNameLst>
                                          <p:attrName>style.visibility</p:attrName>
                                        </p:attrNameLst>
                                      </p:cBhvr>
                                      <p:to>
                                        <p:strVal val="visible"/>
                                      </p:to>
                                    </p:set>
                                    <p:animEffect transition="in" filter="wipe(up)">
                                      <p:cBhvr>
                                        <p:cTn id="34" dur="500"/>
                                        <p:tgtEl>
                                          <p:spTgt spid="109786"/>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499"/>
                                          </p:stCondLst>
                                        </p:cTn>
                                        <p:tgtEl>
                                          <p:spTgt spid="109572"/>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1" fill="hold" nodeType="clickEffect">
                                  <p:stCondLst>
                                    <p:cond delay="0"/>
                                  </p:stCondLst>
                                  <p:childTnLst>
                                    <p:set>
                                      <p:cBhvr>
                                        <p:cTn id="42" dur="1" fill="hold">
                                          <p:stCondLst>
                                            <p:cond delay="0"/>
                                          </p:stCondLst>
                                        </p:cTn>
                                        <p:tgtEl>
                                          <p:spTgt spid="109793"/>
                                        </p:tgtEl>
                                        <p:attrNameLst>
                                          <p:attrName>style.visibility</p:attrName>
                                        </p:attrNameLst>
                                      </p:cBhvr>
                                      <p:to>
                                        <p:strVal val="visible"/>
                                      </p:to>
                                    </p:set>
                                    <p:animEffect transition="in" filter="wipe(up)">
                                      <p:cBhvr>
                                        <p:cTn id="43" dur="500"/>
                                        <p:tgtEl>
                                          <p:spTgt spid="10979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109787"/>
                                        </p:tgtEl>
                                        <p:attrNameLst>
                                          <p:attrName>style.visibility</p:attrName>
                                        </p:attrNameLst>
                                      </p:cBhvr>
                                      <p:to>
                                        <p:strVal val="visible"/>
                                      </p:to>
                                    </p:set>
                                    <p:animEffect transition="in" filter="wipe(up)">
                                      <p:cBhvr>
                                        <p:cTn id="48" dur="500"/>
                                        <p:tgtEl>
                                          <p:spTgt spid="10978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nodeType="clickEffect">
                                  <p:stCondLst>
                                    <p:cond delay="0"/>
                                  </p:stCondLst>
                                  <p:childTnLst>
                                    <p:set>
                                      <p:cBhvr>
                                        <p:cTn id="52" dur="1" fill="hold">
                                          <p:stCondLst>
                                            <p:cond delay="499"/>
                                          </p:stCondLst>
                                        </p:cTn>
                                        <p:tgtEl>
                                          <p:spTgt spid="109668"/>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nodeType="clickEffect">
                                  <p:stCondLst>
                                    <p:cond delay="0"/>
                                  </p:stCondLst>
                                  <p:childTnLst>
                                    <p:set>
                                      <p:cBhvr>
                                        <p:cTn id="56" dur="1" fill="hold">
                                          <p:stCondLst>
                                            <p:cond delay="499"/>
                                          </p:stCondLst>
                                        </p:cTn>
                                        <p:tgtEl>
                                          <p:spTgt spid="109652"/>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499"/>
                                          </p:stCondLst>
                                        </p:cTn>
                                        <p:tgtEl>
                                          <p:spTgt spid="109873"/>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nodeType="clickEffect">
                                  <p:stCondLst>
                                    <p:cond delay="0"/>
                                  </p:stCondLst>
                                  <p:childTnLst>
                                    <p:set>
                                      <p:cBhvr>
                                        <p:cTn id="64" dur="1" fill="hold">
                                          <p:stCondLst>
                                            <p:cond delay="499"/>
                                          </p:stCondLst>
                                        </p:cTn>
                                        <p:tgtEl>
                                          <p:spTgt spid="109689"/>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499"/>
                                          </p:stCondLst>
                                        </p:cTn>
                                        <p:tgtEl>
                                          <p:spTgt spid="109875"/>
                                        </p:tgtEl>
                                        <p:attrNameLst>
                                          <p:attrName>style.visibility</p:attrName>
                                        </p:attrNameLst>
                                      </p:cBhvr>
                                      <p:to>
                                        <p:strVal val="visible"/>
                                      </p:to>
                                    </p:set>
                                  </p:childTnLst>
                                </p:cTn>
                              </p:par>
                            </p:childTnLst>
                          </p:cTn>
                        </p:par>
                        <p:par>
                          <p:cTn id="69" fill="hold" nodeType="afterGroup">
                            <p:stCondLst>
                              <p:cond delay="500"/>
                            </p:stCondLst>
                            <p:childTnLst>
                              <p:par>
                                <p:cTn id="70" presetID="1" presetClass="entr" presetSubtype="0" fill="hold" grpId="0" nodeType="afterEffect">
                                  <p:stCondLst>
                                    <p:cond delay="0"/>
                                  </p:stCondLst>
                                  <p:childTnLst>
                                    <p:set>
                                      <p:cBhvr>
                                        <p:cTn id="71" dur="1" fill="hold">
                                          <p:stCondLst>
                                            <p:cond delay="499"/>
                                          </p:stCondLst>
                                        </p:cTn>
                                        <p:tgtEl>
                                          <p:spTgt spid="109874"/>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nodeType="clickEffect">
                                  <p:stCondLst>
                                    <p:cond delay="0"/>
                                  </p:stCondLst>
                                  <p:childTnLst>
                                    <p:set>
                                      <p:cBhvr>
                                        <p:cTn id="75" dur="1" fill="hold">
                                          <p:stCondLst>
                                            <p:cond delay="499"/>
                                          </p:stCondLst>
                                        </p:cTn>
                                        <p:tgtEl>
                                          <p:spTgt spid="109705"/>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grpId="0" nodeType="clickEffect">
                                  <p:stCondLst>
                                    <p:cond delay="0"/>
                                  </p:stCondLst>
                                  <p:childTnLst>
                                    <p:set>
                                      <p:cBhvr>
                                        <p:cTn id="79" dur="1" fill="hold">
                                          <p:stCondLst>
                                            <p:cond delay="499"/>
                                          </p:stCondLst>
                                        </p:cTn>
                                        <p:tgtEl>
                                          <p:spTgt spid="109876"/>
                                        </p:tgtEl>
                                        <p:attrNameLst>
                                          <p:attrName>style.visibility</p:attrName>
                                        </p:attrNameLst>
                                      </p:cBhvr>
                                      <p:to>
                                        <p:strVal val="visible"/>
                                      </p:to>
                                    </p:set>
                                  </p:childTnLst>
                                </p:cTn>
                              </p:par>
                            </p:childTnLst>
                          </p:cTn>
                        </p:par>
                        <p:par>
                          <p:cTn id="80" fill="hold" nodeType="afterGroup">
                            <p:stCondLst>
                              <p:cond delay="500"/>
                            </p:stCondLst>
                            <p:childTnLst>
                              <p:par>
                                <p:cTn id="81" presetID="1" presetClass="entr" presetSubtype="0" fill="hold" grpId="0" nodeType="afterEffect">
                                  <p:stCondLst>
                                    <p:cond delay="0"/>
                                  </p:stCondLst>
                                  <p:childTnLst>
                                    <p:set>
                                      <p:cBhvr>
                                        <p:cTn id="82" dur="1" fill="hold">
                                          <p:stCondLst>
                                            <p:cond delay="499"/>
                                          </p:stCondLst>
                                        </p:cTn>
                                        <p:tgtEl>
                                          <p:spTgt spid="109878"/>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nodeType="clickEffect">
                                  <p:stCondLst>
                                    <p:cond delay="0"/>
                                  </p:stCondLst>
                                  <p:childTnLst>
                                    <p:set>
                                      <p:cBhvr>
                                        <p:cTn id="86" dur="1" fill="hold">
                                          <p:stCondLst>
                                            <p:cond delay="499"/>
                                          </p:stCondLst>
                                        </p:cTn>
                                        <p:tgtEl>
                                          <p:spTgt spid="109721"/>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499"/>
                                          </p:stCondLst>
                                        </p:cTn>
                                        <p:tgtEl>
                                          <p:spTgt spid="109879"/>
                                        </p:tgtEl>
                                        <p:attrNameLst>
                                          <p:attrName>style.visibility</p:attrName>
                                        </p:attrNameLst>
                                      </p:cBhvr>
                                      <p:to>
                                        <p:strVal val="visible"/>
                                      </p:to>
                                    </p:set>
                                  </p:childTnLst>
                                </p:cTn>
                              </p:par>
                            </p:childTnLst>
                          </p:cTn>
                        </p:par>
                        <p:par>
                          <p:cTn id="91" fill="hold" nodeType="afterGroup">
                            <p:stCondLst>
                              <p:cond delay="500"/>
                            </p:stCondLst>
                            <p:childTnLst>
                              <p:par>
                                <p:cTn id="92" presetID="1" presetClass="entr" presetSubtype="0" fill="hold" grpId="0" nodeType="afterEffect">
                                  <p:stCondLst>
                                    <p:cond delay="0"/>
                                  </p:stCondLst>
                                  <p:childTnLst>
                                    <p:set>
                                      <p:cBhvr>
                                        <p:cTn id="93" dur="1" fill="hold">
                                          <p:stCondLst>
                                            <p:cond delay="499"/>
                                          </p:stCondLst>
                                        </p:cTn>
                                        <p:tgtEl>
                                          <p:spTgt spid="109877"/>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nodeType="clickEffect">
                                  <p:stCondLst>
                                    <p:cond delay="0"/>
                                  </p:stCondLst>
                                  <p:childTnLst>
                                    <p:set>
                                      <p:cBhvr>
                                        <p:cTn id="97" dur="1" fill="hold">
                                          <p:stCondLst>
                                            <p:cond delay="499"/>
                                          </p:stCondLst>
                                        </p:cTn>
                                        <p:tgtEl>
                                          <p:spTgt spid="109737"/>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1" presetClass="entr" presetSubtype="0" fill="hold" grpId="0" nodeType="clickEffect">
                                  <p:stCondLst>
                                    <p:cond delay="0"/>
                                  </p:stCondLst>
                                  <p:childTnLst>
                                    <p:set>
                                      <p:cBhvr>
                                        <p:cTn id="101" dur="1" fill="hold">
                                          <p:stCondLst>
                                            <p:cond delay="499"/>
                                          </p:stCondLst>
                                        </p:cTn>
                                        <p:tgtEl>
                                          <p:spTgt spid="109881"/>
                                        </p:tgtEl>
                                        <p:attrNameLst>
                                          <p:attrName>style.visibility</p:attrName>
                                        </p:attrNameLst>
                                      </p:cBhvr>
                                      <p:to>
                                        <p:strVal val="visible"/>
                                      </p:to>
                                    </p:set>
                                  </p:childTnLst>
                                </p:cTn>
                              </p:par>
                            </p:childTnLst>
                          </p:cTn>
                        </p:par>
                        <p:par>
                          <p:cTn id="102" fill="hold" nodeType="afterGroup">
                            <p:stCondLst>
                              <p:cond delay="500"/>
                            </p:stCondLst>
                            <p:childTnLst>
                              <p:par>
                                <p:cTn id="103" presetID="1" presetClass="entr" presetSubtype="0" fill="hold" grpId="0" nodeType="afterEffect">
                                  <p:stCondLst>
                                    <p:cond delay="0"/>
                                  </p:stCondLst>
                                  <p:childTnLst>
                                    <p:set>
                                      <p:cBhvr>
                                        <p:cTn id="104" dur="1" fill="hold">
                                          <p:stCondLst>
                                            <p:cond delay="499"/>
                                          </p:stCondLst>
                                        </p:cTn>
                                        <p:tgtEl>
                                          <p:spTgt spid="109882"/>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nodeType="clickEffect">
                                  <p:stCondLst>
                                    <p:cond delay="0"/>
                                  </p:stCondLst>
                                  <p:childTnLst>
                                    <p:set>
                                      <p:cBhvr>
                                        <p:cTn id="108" dur="1" fill="hold">
                                          <p:stCondLst>
                                            <p:cond delay="499"/>
                                          </p:stCondLst>
                                        </p:cTn>
                                        <p:tgtEl>
                                          <p:spTgt spid="109753"/>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grpId="0" nodeType="clickEffect">
                                  <p:stCondLst>
                                    <p:cond delay="0"/>
                                  </p:stCondLst>
                                  <p:childTnLst>
                                    <p:set>
                                      <p:cBhvr>
                                        <p:cTn id="112" dur="1" fill="hold">
                                          <p:stCondLst>
                                            <p:cond delay="499"/>
                                          </p:stCondLst>
                                        </p:cTn>
                                        <p:tgtEl>
                                          <p:spTgt spid="109883"/>
                                        </p:tgtEl>
                                        <p:attrNameLst>
                                          <p:attrName>style.visibility</p:attrName>
                                        </p:attrNameLst>
                                      </p:cBhvr>
                                      <p:to>
                                        <p:strVal val="visible"/>
                                      </p:to>
                                    </p:set>
                                  </p:childTnLst>
                                </p:cTn>
                              </p:par>
                            </p:childTnLst>
                          </p:cTn>
                        </p:par>
                        <p:par>
                          <p:cTn id="113" fill="hold" nodeType="afterGroup">
                            <p:stCondLst>
                              <p:cond delay="500"/>
                            </p:stCondLst>
                            <p:childTnLst>
                              <p:par>
                                <p:cTn id="114" presetID="1" presetClass="entr" presetSubtype="0" fill="hold" grpId="0" nodeType="afterEffect">
                                  <p:stCondLst>
                                    <p:cond delay="0"/>
                                  </p:stCondLst>
                                  <p:childTnLst>
                                    <p:set>
                                      <p:cBhvr>
                                        <p:cTn id="115" dur="1" fill="hold">
                                          <p:stCondLst>
                                            <p:cond delay="499"/>
                                          </p:stCondLst>
                                        </p:cTn>
                                        <p:tgtEl>
                                          <p:spTgt spid="109880"/>
                                        </p:tgtEl>
                                        <p:attrNameLst>
                                          <p:attrName>style.visibility</p:attrName>
                                        </p:attrNameLst>
                                      </p:cBhvr>
                                      <p:to>
                                        <p:strVal val="visible"/>
                                      </p:to>
                                    </p:se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1" presetClass="entr" presetSubtype="0" fill="hold" nodeType="clickEffect">
                                  <p:stCondLst>
                                    <p:cond delay="0"/>
                                  </p:stCondLst>
                                  <p:childTnLst>
                                    <p:set>
                                      <p:cBhvr>
                                        <p:cTn id="119" dur="1" fill="hold">
                                          <p:stCondLst>
                                            <p:cond delay="499"/>
                                          </p:stCondLst>
                                        </p:cTn>
                                        <p:tgtEl>
                                          <p:spTgt spid="109769"/>
                                        </p:tgtEl>
                                        <p:attrNameLst>
                                          <p:attrName>style.visibility</p:attrName>
                                        </p:attrNameLst>
                                      </p:cBhvr>
                                      <p:to>
                                        <p:strVal val="visible"/>
                                      </p:to>
                                    </p:se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22" presetClass="entr" presetSubtype="1" fill="hold" grpId="0" nodeType="clickEffect">
                                  <p:stCondLst>
                                    <p:cond delay="0"/>
                                  </p:stCondLst>
                                  <p:childTnLst>
                                    <p:set>
                                      <p:cBhvr>
                                        <p:cTn id="123" dur="1" fill="hold">
                                          <p:stCondLst>
                                            <p:cond delay="0"/>
                                          </p:stCondLst>
                                        </p:cTn>
                                        <p:tgtEl>
                                          <p:spTgt spid="109785"/>
                                        </p:tgtEl>
                                        <p:attrNameLst>
                                          <p:attrName>style.visibility</p:attrName>
                                        </p:attrNameLst>
                                      </p:cBhvr>
                                      <p:to>
                                        <p:strVal val="visible"/>
                                      </p:to>
                                    </p:set>
                                    <p:animEffect transition="in" filter="wipe(up)">
                                      <p:cBhvr>
                                        <p:cTn id="124" dur="500"/>
                                        <p:tgtEl>
                                          <p:spTgt spid="109785"/>
                                        </p:tgtEl>
                                      </p:cBhvr>
                                    </p:animEffec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iterate type="lt">
                                    <p:tmAbs val="75"/>
                                  </p:iterate>
                                  <p:childTnLst>
                                    <p:set>
                                      <p:cBhvr>
                                        <p:cTn id="128" dur="1" fill="hold">
                                          <p:stCondLst>
                                            <p:cond delay="74"/>
                                          </p:stCondLst>
                                        </p:cTn>
                                        <p:tgtEl>
                                          <p:spTgt spid="1097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71" grpId="0" autoUpdateAnimBg="0"/>
      <p:bldP spid="109785" grpId="0" autoUpdateAnimBg="0"/>
      <p:bldP spid="109786" grpId="0" autoUpdateAnimBg="0"/>
      <p:bldP spid="109787" grpId="0" autoUpdateAnimBg="0"/>
      <p:bldP spid="109789" grpId="0" animBg="1" autoUpdateAnimBg="0"/>
      <p:bldP spid="109790" grpId="0" autoUpdateAnimBg="0"/>
      <p:bldP spid="109791" grpId="0" autoUpdateAnimBg="0"/>
      <p:bldP spid="109792" grpId="0" autoUpdateAnimBg="0"/>
      <p:bldP spid="109873" grpId="0" animBg="1"/>
      <p:bldP spid="109874" grpId="0" animBg="1"/>
      <p:bldP spid="109875" grpId="0" animBg="1"/>
      <p:bldP spid="109876" grpId="0" animBg="1"/>
      <p:bldP spid="109877" grpId="0" animBg="1"/>
      <p:bldP spid="109878" grpId="0" animBg="1"/>
      <p:bldP spid="109879" grpId="0" animBg="1"/>
      <p:bldP spid="109880" grpId="0" animBg="1"/>
      <p:bldP spid="109881" grpId="0" animBg="1"/>
      <p:bldP spid="109882" grpId="0" animBg="1"/>
      <p:bldP spid="109883" grpId="0" animBg="1"/>
    </p:bldLst>
  </p:timing>
</p:sld>
</file>

<file path=ppt/slides/slide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0594" name="Rectangle 2"/>
          <p:cNvSpPr>
            <a:spLocks noGrp="1" noChangeArrowheads="1"/>
          </p:cNvSpPr>
          <p:nvPr>
            <p:ph type="title"/>
          </p:nvPr>
        </p:nvSpPr>
        <p:spPr>
          <a:xfrm>
            <a:off x="250825" y="0"/>
            <a:ext cx="5334000" cy="579438"/>
          </a:xfrm>
        </p:spPr>
        <p:txBody>
          <a:bodyPr>
            <a:normAutofit fontScale="90000"/>
          </a:bodyPr>
          <a:lstStyle/>
          <a:p>
            <a:pPr eaLnBrk="1" fontAlgn="auto" hangingPunct="1">
              <a:spcAft>
                <a:spcPts val="0"/>
              </a:spcAft>
              <a:defRPr/>
            </a:pPr>
            <a:r>
              <a:rPr lang="zh-CN" altLang="en-US" sz="2600" b="1">
                <a:effectLst>
                  <a:outerShdw blurRad="38100" dist="38100" dir="2700000" algn="tl">
                    <a:srgbClr val="C0C0C0"/>
                  </a:outerShdw>
                </a:effectLst>
              </a:rPr>
              <a:t>讨论</a:t>
            </a:r>
            <a:r>
              <a:rPr lang="en-US" altLang="zh-CN" sz="2600" b="1">
                <a:effectLst>
                  <a:outerShdw blurRad="38100" dist="38100" dir="2700000" algn="tl">
                    <a:srgbClr val="C0C0C0"/>
                  </a:outerShdw>
                </a:effectLst>
              </a:rPr>
              <a:t>2</a:t>
            </a:r>
            <a:r>
              <a:rPr lang="zh-CN" altLang="en-US" sz="2600" b="1">
                <a:effectLst>
                  <a:outerShdw blurRad="38100" dist="38100" dir="2700000" algn="tl">
                    <a:srgbClr val="C0C0C0"/>
                  </a:outerShdw>
                </a:effectLst>
              </a:rPr>
              <a:t>：</a:t>
            </a:r>
            <a:r>
              <a:rPr lang="zh-CN" altLang="en-US" sz="3200" b="1">
                <a:solidFill>
                  <a:schemeClr val="accent1"/>
                </a:solidFill>
                <a:effectLst>
                  <a:outerShdw blurRad="38100" dist="38100" dir="2700000" algn="tl">
                    <a:srgbClr val="C0C0C0"/>
                  </a:outerShdw>
                </a:effectLst>
                <a:latin typeface="黑体" pitchFamily="2" charset="-122"/>
                <a:ea typeface="黑体" pitchFamily="2" charset="-122"/>
              </a:rPr>
              <a:t> </a:t>
            </a:r>
            <a:r>
              <a:rPr lang="en-US" altLang="zh-CN" sz="2600" b="1">
                <a:solidFill>
                  <a:srgbClr val="006600"/>
                </a:solidFill>
                <a:effectLst>
                  <a:outerShdw blurRad="38100" dist="38100" dir="2700000" algn="tl">
                    <a:srgbClr val="C0C0C0"/>
                  </a:outerShdw>
                </a:effectLst>
              </a:rPr>
              <a:t>DFS</a:t>
            </a:r>
            <a:r>
              <a:rPr lang="zh-CN" altLang="en-US" sz="2600" b="1">
                <a:solidFill>
                  <a:srgbClr val="006600"/>
                </a:solidFill>
                <a:effectLst>
                  <a:outerShdw blurRad="38100" dist="38100" dir="2700000" algn="tl">
                    <a:srgbClr val="C0C0C0"/>
                  </a:outerShdw>
                </a:effectLst>
              </a:rPr>
              <a:t>算法如何编程？</a:t>
            </a:r>
          </a:p>
        </p:txBody>
      </p:sp>
      <p:sp>
        <p:nvSpPr>
          <p:cNvPr id="110597" name="Rectangle 5"/>
          <p:cNvSpPr>
            <a:spLocks noChangeArrowheads="1"/>
          </p:cNvSpPr>
          <p:nvPr/>
        </p:nvSpPr>
        <p:spPr bwMode="auto">
          <a:xfrm>
            <a:off x="4787900" y="115888"/>
            <a:ext cx="32448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solidFill>
                  <a:schemeClr val="tx2"/>
                </a:solidFill>
                <a:latin typeface="Arial" pitchFamily="34" charset="0"/>
              </a:rPr>
              <a:t>——</a:t>
            </a:r>
            <a:r>
              <a:rPr lang="zh-CN" altLang="en-US" sz="1800">
                <a:solidFill>
                  <a:schemeClr val="tx2"/>
                </a:solidFill>
                <a:latin typeface="楷体_GB2312" pitchFamily="49" charset="-122"/>
                <a:ea typeface="楷体_GB2312" pitchFamily="49" charset="-122"/>
              </a:rPr>
              <a:t>可以用递归算法！</a:t>
            </a:r>
            <a:endParaRPr lang="zh-CN" altLang="en-US" sz="1800">
              <a:solidFill>
                <a:schemeClr val="tx2"/>
              </a:solidFill>
              <a:latin typeface="Arial" pitchFamily="34" charset="0"/>
              <a:ea typeface="楷体_GB2312" pitchFamily="49" charset="-122"/>
            </a:endParaRPr>
          </a:p>
        </p:txBody>
      </p:sp>
      <p:sp>
        <p:nvSpPr>
          <p:cNvPr id="33796" name="Rectangle 16"/>
          <p:cNvSpPr>
            <a:spLocks noChangeArrowheads="1"/>
          </p:cNvSpPr>
          <p:nvPr/>
        </p:nvSpPr>
        <p:spPr bwMode="auto">
          <a:xfrm>
            <a:off x="323850" y="836613"/>
            <a:ext cx="7848600" cy="1754326"/>
          </a:xfrm>
          <a:prstGeom prst="rect">
            <a:avLst/>
          </a:prstGeom>
          <a:noFill/>
          <a:ln w="1905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dirty="0">
                <a:latin typeface="Arial" pitchFamily="34" charset="0"/>
              </a:rPr>
              <a:t>void </a:t>
            </a:r>
            <a:r>
              <a:rPr lang="en-US" altLang="zh-CN" sz="1800" dirty="0" err="1">
                <a:latin typeface="Arial" pitchFamily="34" charset="0"/>
              </a:rPr>
              <a:t>DFSTraverse</a:t>
            </a:r>
            <a:r>
              <a:rPr lang="en-US" altLang="zh-CN" sz="1800" dirty="0">
                <a:latin typeface="Arial" pitchFamily="34" charset="0"/>
              </a:rPr>
              <a:t>(Graph G, Status (*Visit)(</a:t>
            </a:r>
            <a:r>
              <a:rPr lang="en-US" altLang="zh-CN" sz="1800" dirty="0" err="1">
                <a:latin typeface="Arial" pitchFamily="34" charset="0"/>
              </a:rPr>
              <a:t>int</a:t>
            </a:r>
            <a:r>
              <a:rPr lang="en-US" altLang="zh-CN" sz="1800" dirty="0">
                <a:latin typeface="Arial" pitchFamily="34" charset="0"/>
              </a:rPr>
              <a:t> v)) </a:t>
            </a:r>
            <a:r>
              <a:rPr lang="en-US" altLang="zh-CN" sz="1800" dirty="0" smtClean="0">
                <a:latin typeface="Arial" pitchFamily="34" charset="0"/>
              </a:rPr>
              <a:t>{</a:t>
            </a:r>
          </a:p>
          <a:p>
            <a:pPr eaLnBrk="1" hangingPunct="1">
              <a:spcBef>
                <a:spcPct val="0"/>
              </a:spcBef>
              <a:buClrTx/>
              <a:buSzTx/>
              <a:buFontTx/>
              <a:buNone/>
            </a:pPr>
            <a:r>
              <a:rPr lang="en-US" altLang="zh-CN" sz="1800" dirty="0" smtClean="0">
                <a:solidFill>
                  <a:schemeClr val="accent1"/>
                </a:solidFill>
                <a:latin typeface="Arial" pitchFamily="34" charset="0"/>
              </a:rPr>
              <a:t>// </a:t>
            </a:r>
            <a:r>
              <a:rPr lang="zh-CN" altLang="en-US" sz="1800" dirty="0">
                <a:solidFill>
                  <a:schemeClr val="accent1"/>
                </a:solidFill>
                <a:latin typeface="Arial" pitchFamily="34" charset="0"/>
              </a:rPr>
              <a:t>对图</a:t>
            </a:r>
            <a:r>
              <a:rPr lang="en-US" altLang="zh-CN" sz="1800" dirty="0">
                <a:solidFill>
                  <a:schemeClr val="accent1"/>
                </a:solidFill>
                <a:latin typeface="Arial" pitchFamily="34" charset="0"/>
              </a:rPr>
              <a:t>G</a:t>
            </a:r>
            <a:r>
              <a:rPr lang="zh-CN" altLang="en-US" sz="1800" dirty="0">
                <a:solidFill>
                  <a:schemeClr val="accent1"/>
                </a:solidFill>
                <a:latin typeface="Arial" pitchFamily="34" charset="0"/>
              </a:rPr>
              <a:t>作深度优先遍历。</a:t>
            </a:r>
          </a:p>
          <a:p>
            <a:pPr eaLnBrk="1" hangingPunct="1">
              <a:spcBef>
                <a:spcPct val="0"/>
              </a:spcBef>
              <a:buClrTx/>
              <a:buSzTx/>
              <a:buFontTx/>
              <a:buNone/>
            </a:pPr>
            <a:r>
              <a:rPr lang="zh-CN" altLang="en-US" sz="1800" dirty="0">
                <a:latin typeface="Arial" pitchFamily="34" charset="0"/>
              </a:rPr>
              <a:t> </a:t>
            </a:r>
            <a:r>
              <a:rPr lang="en-US" altLang="zh-CN" sz="1800" dirty="0" err="1">
                <a:latin typeface="Arial" pitchFamily="34" charset="0"/>
              </a:rPr>
              <a:t>VisitFunc</a:t>
            </a:r>
            <a:r>
              <a:rPr lang="en-US" altLang="zh-CN" sz="1800" dirty="0">
                <a:latin typeface="Arial" pitchFamily="34" charset="0"/>
              </a:rPr>
              <a:t> = Visit; </a:t>
            </a:r>
            <a:r>
              <a:rPr lang="en-US" altLang="zh-CN" sz="1800" dirty="0">
                <a:solidFill>
                  <a:schemeClr val="accent1"/>
                </a:solidFill>
                <a:latin typeface="Arial" pitchFamily="34" charset="0"/>
              </a:rPr>
              <a:t>// </a:t>
            </a:r>
            <a:r>
              <a:rPr lang="zh-CN" altLang="en-US" sz="1800" dirty="0">
                <a:solidFill>
                  <a:schemeClr val="accent1"/>
                </a:solidFill>
                <a:latin typeface="Arial" pitchFamily="34" charset="0"/>
              </a:rPr>
              <a:t>使用全局变量</a:t>
            </a:r>
            <a:r>
              <a:rPr lang="en-US" altLang="zh-CN" sz="1800" dirty="0" err="1">
                <a:solidFill>
                  <a:schemeClr val="accent1"/>
                </a:solidFill>
                <a:latin typeface="Arial" pitchFamily="34" charset="0"/>
              </a:rPr>
              <a:t>VisitFunc</a:t>
            </a:r>
            <a:r>
              <a:rPr lang="zh-CN" altLang="en-US" sz="1800" dirty="0">
                <a:solidFill>
                  <a:schemeClr val="accent1"/>
                </a:solidFill>
                <a:latin typeface="Arial" pitchFamily="34" charset="0"/>
              </a:rPr>
              <a:t>，使</a:t>
            </a:r>
            <a:r>
              <a:rPr lang="en-US" altLang="zh-CN" sz="1800" dirty="0">
                <a:solidFill>
                  <a:schemeClr val="accent1"/>
                </a:solidFill>
                <a:latin typeface="Arial" pitchFamily="34" charset="0"/>
              </a:rPr>
              <a:t>DFS</a:t>
            </a:r>
            <a:r>
              <a:rPr lang="zh-CN" altLang="en-US" sz="1800" dirty="0">
                <a:solidFill>
                  <a:schemeClr val="accent1"/>
                </a:solidFill>
                <a:latin typeface="Arial" pitchFamily="34" charset="0"/>
              </a:rPr>
              <a:t>不必设函数指针参数</a:t>
            </a:r>
          </a:p>
          <a:p>
            <a:pPr eaLnBrk="1" hangingPunct="1">
              <a:spcBef>
                <a:spcPct val="0"/>
              </a:spcBef>
              <a:buClrTx/>
              <a:buSzTx/>
              <a:buFontTx/>
              <a:buNone/>
            </a:pPr>
            <a:r>
              <a:rPr lang="zh-CN" altLang="en-US" sz="1800" dirty="0">
                <a:latin typeface="Arial" pitchFamily="34" charset="0"/>
              </a:rPr>
              <a:t> </a:t>
            </a:r>
            <a:r>
              <a:rPr lang="en-US" altLang="zh-CN" sz="1800" dirty="0">
                <a:latin typeface="Arial" pitchFamily="34" charset="0"/>
              </a:rPr>
              <a:t>for (v=0; v&lt;</a:t>
            </a:r>
            <a:r>
              <a:rPr lang="en-US" altLang="zh-CN" sz="1800" dirty="0" err="1">
                <a:latin typeface="Arial" pitchFamily="34" charset="0"/>
              </a:rPr>
              <a:t>G.vexnum</a:t>
            </a:r>
            <a:r>
              <a:rPr lang="en-US" altLang="zh-CN" sz="1800" dirty="0">
                <a:latin typeface="Arial" pitchFamily="34" charset="0"/>
              </a:rPr>
              <a:t>; ++v) visited[v] = false; </a:t>
            </a:r>
            <a:r>
              <a:rPr lang="en-US" altLang="zh-CN" sz="1800" dirty="0">
                <a:solidFill>
                  <a:schemeClr val="accent1"/>
                </a:solidFill>
                <a:latin typeface="Arial" pitchFamily="34" charset="0"/>
              </a:rPr>
              <a:t>// </a:t>
            </a:r>
            <a:r>
              <a:rPr lang="zh-CN" altLang="en-US" sz="1800" dirty="0">
                <a:solidFill>
                  <a:schemeClr val="accent1"/>
                </a:solidFill>
                <a:latin typeface="Arial" pitchFamily="34" charset="0"/>
              </a:rPr>
              <a:t>访问标志数组初始化</a:t>
            </a:r>
          </a:p>
          <a:p>
            <a:pPr eaLnBrk="1" hangingPunct="1">
              <a:spcBef>
                <a:spcPct val="0"/>
              </a:spcBef>
              <a:buClrTx/>
              <a:buSzTx/>
              <a:buFontTx/>
              <a:buNone/>
            </a:pPr>
            <a:r>
              <a:rPr lang="zh-CN" altLang="en-US" sz="1800" dirty="0">
                <a:latin typeface="Arial" pitchFamily="34" charset="0"/>
              </a:rPr>
              <a:t> </a:t>
            </a:r>
            <a:r>
              <a:rPr lang="en-US" altLang="zh-CN" sz="1800" dirty="0">
                <a:latin typeface="Arial" pitchFamily="34" charset="0"/>
              </a:rPr>
              <a:t>for (v=0; v&lt;</a:t>
            </a:r>
            <a:r>
              <a:rPr lang="en-US" altLang="zh-CN" sz="1800" dirty="0" err="1">
                <a:latin typeface="Arial" pitchFamily="34" charset="0"/>
              </a:rPr>
              <a:t>G.vexnum</a:t>
            </a:r>
            <a:r>
              <a:rPr lang="en-US" altLang="zh-CN" sz="1800" dirty="0">
                <a:latin typeface="Arial" pitchFamily="34" charset="0"/>
              </a:rPr>
              <a:t>; ++v) </a:t>
            </a:r>
          </a:p>
          <a:p>
            <a:pPr eaLnBrk="1" hangingPunct="1">
              <a:spcBef>
                <a:spcPct val="0"/>
              </a:spcBef>
              <a:buClrTx/>
              <a:buSzTx/>
              <a:buFontTx/>
              <a:buNone/>
            </a:pPr>
            <a:r>
              <a:rPr lang="en-US" altLang="zh-CN" sz="1800" dirty="0">
                <a:latin typeface="Arial" pitchFamily="34" charset="0"/>
              </a:rPr>
              <a:t>   if (!visited[v]) DFS(G, v);         </a:t>
            </a:r>
            <a:r>
              <a:rPr lang="en-US" altLang="zh-CN" sz="1800" dirty="0">
                <a:solidFill>
                  <a:schemeClr val="accent1"/>
                </a:solidFill>
                <a:latin typeface="Arial" pitchFamily="34" charset="0"/>
              </a:rPr>
              <a:t>// </a:t>
            </a:r>
            <a:r>
              <a:rPr lang="zh-CN" altLang="en-US" sz="1800" dirty="0">
                <a:solidFill>
                  <a:schemeClr val="accent1"/>
                </a:solidFill>
                <a:latin typeface="Arial" pitchFamily="34" charset="0"/>
              </a:rPr>
              <a:t>对尚未访问的顶点调用</a:t>
            </a:r>
            <a:r>
              <a:rPr lang="en-US" altLang="zh-CN" sz="1800" dirty="0">
                <a:solidFill>
                  <a:schemeClr val="accent1"/>
                </a:solidFill>
                <a:latin typeface="Arial" pitchFamily="34" charset="0"/>
              </a:rPr>
              <a:t>DFS</a:t>
            </a:r>
            <a:r>
              <a:rPr lang="en-US" altLang="zh-CN" sz="1800" dirty="0">
                <a:latin typeface="Arial" pitchFamily="34" charset="0"/>
              </a:rPr>
              <a:t>           }</a:t>
            </a:r>
          </a:p>
        </p:txBody>
      </p:sp>
      <p:grpSp>
        <p:nvGrpSpPr>
          <p:cNvPr id="2" name="Group 17"/>
          <p:cNvGrpSpPr>
            <a:grpSpLocks/>
          </p:cNvGrpSpPr>
          <p:nvPr/>
        </p:nvGrpSpPr>
        <p:grpSpPr bwMode="auto">
          <a:xfrm>
            <a:off x="900113" y="3789363"/>
            <a:ext cx="3657600" cy="2413000"/>
            <a:chOff x="192" y="2182"/>
            <a:chExt cx="2304" cy="1520"/>
          </a:xfrm>
        </p:grpSpPr>
        <p:sp>
          <p:nvSpPr>
            <p:cNvPr id="33822" name="Oval 18"/>
            <p:cNvSpPr>
              <a:spLocks noChangeArrowheads="1"/>
            </p:cNvSpPr>
            <p:nvPr/>
          </p:nvSpPr>
          <p:spPr bwMode="auto">
            <a:xfrm>
              <a:off x="928" y="2182"/>
              <a:ext cx="234"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v1</a:t>
              </a:r>
            </a:p>
          </p:txBody>
        </p:sp>
        <p:sp>
          <p:nvSpPr>
            <p:cNvPr id="33823" name="Oval 19"/>
            <p:cNvSpPr>
              <a:spLocks noChangeArrowheads="1"/>
            </p:cNvSpPr>
            <p:nvPr/>
          </p:nvSpPr>
          <p:spPr bwMode="auto">
            <a:xfrm>
              <a:off x="540" y="2584"/>
              <a:ext cx="234" cy="269"/>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v2</a:t>
              </a:r>
            </a:p>
          </p:txBody>
        </p:sp>
        <p:sp>
          <p:nvSpPr>
            <p:cNvPr id="33824" name="Oval 20"/>
            <p:cNvSpPr>
              <a:spLocks noChangeArrowheads="1"/>
            </p:cNvSpPr>
            <p:nvPr/>
          </p:nvSpPr>
          <p:spPr bwMode="auto">
            <a:xfrm>
              <a:off x="1853" y="2542"/>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v3</a:t>
              </a:r>
            </a:p>
          </p:txBody>
        </p:sp>
        <p:sp>
          <p:nvSpPr>
            <p:cNvPr id="33825" name="Oval 21"/>
            <p:cNvSpPr>
              <a:spLocks noChangeArrowheads="1"/>
            </p:cNvSpPr>
            <p:nvPr/>
          </p:nvSpPr>
          <p:spPr bwMode="auto">
            <a:xfrm>
              <a:off x="618" y="343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v8</a:t>
              </a:r>
            </a:p>
          </p:txBody>
        </p:sp>
        <p:sp>
          <p:nvSpPr>
            <p:cNvPr id="33826" name="Line 22"/>
            <p:cNvSpPr>
              <a:spLocks noChangeShapeType="1"/>
            </p:cNvSpPr>
            <p:nvPr/>
          </p:nvSpPr>
          <p:spPr bwMode="auto">
            <a:xfrm>
              <a:off x="1162" y="2298"/>
              <a:ext cx="735" cy="286"/>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7" name="Line 23"/>
            <p:cNvSpPr>
              <a:spLocks noChangeShapeType="1"/>
            </p:cNvSpPr>
            <p:nvPr/>
          </p:nvSpPr>
          <p:spPr bwMode="auto">
            <a:xfrm flipH="1">
              <a:off x="696" y="2374"/>
              <a:ext cx="272"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8" name="Line 24"/>
            <p:cNvSpPr>
              <a:spLocks noChangeShapeType="1"/>
            </p:cNvSpPr>
            <p:nvPr/>
          </p:nvSpPr>
          <p:spPr bwMode="auto">
            <a:xfrm>
              <a:off x="734" y="2815"/>
              <a:ext cx="156"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9" name="Line 25"/>
            <p:cNvSpPr>
              <a:spLocks noChangeShapeType="1"/>
            </p:cNvSpPr>
            <p:nvPr/>
          </p:nvSpPr>
          <p:spPr bwMode="auto">
            <a:xfrm>
              <a:off x="2047" y="2774"/>
              <a:ext cx="311" cy="31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30" name="Line 26"/>
            <p:cNvSpPr>
              <a:spLocks noChangeShapeType="1"/>
            </p:cNvSpPr>
            <p:nvPr/>
          </p:nvSpPr>
          <p:spPr bwMode="auto">
            <a:xfrm flipH="1">
              <a:off x="1775" y="2812"/>
              <a:ext cx="156" cy="30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31" name="Oval 27"/>
            <p:cNvSpPr>
              <a:spLocks noChangeArrowheads="1"/>
            </p:cNvSpPr>
            <p:nvPr/>
          </p:nvSpPr>
          <p:spPr bwMode="auto">
            <a:xfrm>
              <a:off x="2264" y="3069"/>
              <a:ext cx="232" cy="271"/>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v7</a:t>
              </a:r>
            </a:p>
          </p:txBody>
        </p:sp>
        <p:sp>
          <p:nvSpPr>
            <p:cNvPr id="33832" name="Oval 28"/>
            <p:cNvSpPr>
              <a:spLocks noChangeArrowheads="1"/>
            </p:cNvSpPr>
            <p:nvPr/>
          </p:nvSpPr>
          <p:spPr bwMode="auto">
            <a:xfrm>
              <a:off x="1620" y="308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v6</a:t>
              </a:r>
            </a:p>
          </p:txBody>
        </p:sp>
        <p:sp>
          <p:nvSpPr>
            <p:cNvPr id="33833" name="Oval 29"/>
            <p:cNvSpPr>
              <a:spLocks noChangeArrowheads="1"/>
            </p:cNvSpPr>
            <p:nvPr/>
          </p:nvSpPr>
          <p:spPr bwMode="auto">
            <a:xfrm>
              <a:off x="192" y="3008"/>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v4</a:t>
              </a:r>
            </a:p>
          </p:txBody>
        </p:sp>
        <p:sp>
          <p:nvSpPr>
            <p:cNvPr id="33834" name="Oval 30"/>
            <p:cNvSpPr>
              <a:spLocks noChangeArrowheads="1"/>
            </p:cNvSpPr>
            <p:nvPr/>
          </p:nvSpPr>
          <p:spPr bwMode="auto">
            <a:xfrm>
              <a:off x="890" y="2969"/>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v5</a:t>
              </a:r>
            </a:p>
          </p:txBody>
        </p:sp>
        <p:sp>
          <p:nvSpPr>
            <p:cNvPr id="33835" name="Line 31"/>
            <p:cNvSpPr>
              <a:spLocks noChangeShapeType="1"/>
            </p:cNvSpPr>
            <p:nvPr/>
          </p:nvSpPr>
          <p:spPr bwMode="auto">
            <a:xfrm flipH="1">
              <a:off x="386" y="2776"/>
              <a:ext cx="154"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36" name="Line 32"/>
            <p:cNvSpPr>
              <a:spLocks noChangeShapeType="1"/>
            </p:cNvSpPr>
            <p:nvPr/>
          </p:nvSpPr>
          <p:spPr bwMode="auto">
            <a:xfrm>
              <a:off x="386" y="3278"/>
              <a:ext cx="272"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37" name="Line 33"/>
            <p:cNvSpPr>
              <a:spLocks noChangeShapeType="1"/>
            </p:cNvSpPr>
            <p:nvPr/>
          </p:nvSpPr>
          <p:spPr bwMode="auto">
            <a:xfrm flipH="1">
              <a:off x="851" y="3239"/>
              <a:ext cx="117" cy="271"/>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aphicFrame>
        <p:nvGraphicFramePr>
          <p:cNvPr id="110626" name="Group 34"/>
          <p:cNvGraphicFramePr>
            <a:graphicFrameLocks noGrp="1"/>
          </p:cNvGraphicFramePr>
          <p:nvPr/>
        </p:nvGraphicFramePr>
        <p:xfrm>
          <a:off x="6156325" y="3573463"/>
          <a:ext cx="392113" cy="2743200"/>
        </p:xfrm>
        <a:graphic>
          <a:graphicData uri="http://schemas.openxmlformats.org/drawingml/2006/table">
            <a:tbl>
              <a:tblPr/>
              <a:tblGrid>
                <a:gridCol w="392113"/>
              </a:tblGrid>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0</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0642" name="Group 50"/>
          <p:cNvGraphicFramePr>
            <a:graphicFrameLocks noGrp="1"/>
          </p:cNvGraphicFramePr>
          <p:nvPr/>
        </p:nvGraphicFramePr>
        <p:xfrm>
          <a:off x="5724525" y="3502025"/>
          <a:ext cx="457200" cy="2779713"/>
        </p:xfrm>
        <a:graphic>
          <a:graphicData uri="http://schemas.openxmlformats.org/drawingml/2006/table">
            <a:tbl>
              <a:tblPr/>
              <a:tblGrid>
                <a:gridCol w="457200"/>
              </a:tblGrid>
              <a:tr h="4191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1</a:t>
                      </a:r>
                    </a:p>
                  </a:txBody>
                  <a:tcPr horzOverflow="overflow">
                    <a:lnL>
                      <a:noFill/>
                    </a:lnL>
                    <a:lnR>
                      <a:noFill/>
                    </a:lnR>
                    <a:lnT>
                      <a:noFill/>
                    </a:lnT>
                    <a:lnB>
                      <a:noFill/>
                    </a:lnB>
                    <a:lnTlToBr>
                      <a:noFill/>
                    </a:lnTlToBr>
                    <a:lnBlToTr>
                      <a:noFill/>
                    </a:lnBlToTr>
                    <a:noFill/>
                  </a:tcPr>
                </a:tc>
              </a:tr>
              <a:tr h="4175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rgbClr val="FF0000"/>
                          </a:solidFill>
                          <a:effectLst/>
                          <a:latin typeface="Times New Roman" panose="02020603050405020304" pitchFamily="18" charset="0"/>
                          <a:ea typeface="宋体" panose="02010600030101010101" pitchFamily="2" charset="-122"/>
                        </a:rPr>
                        <a:t>2</a:t>
                      </a:r>
                    </a:p>
                  </a:txBody>
                  <a:tcPr horzOverflow="overflow">
                    <a:lnL>
                      <a:noFill/>
                    </a:lnL>
                    <a:lnR>
                      <a:noFill/>
                    </a:lnR>
                    <a:lnT>
                      <a:noFill/>
                    </a:lnT>
                    <a:lnB>
                      <a:noFill/>
                    </a:lnB>
                    <a:lnTlToBr>
                      <a:noFill/>
                    </a:lnTlToBr>
                    <a:lnBlToTr>
                      <a:noFill/>
                    </a:lnBlToTr>
                    <a:noFill/>
                  </a:tcPr>
                </a:tc>
              </a:tr>
              <a:tr h="4937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3</a:t>
                      </a:r>
                    </a:p>
                  </a:txBody>
                  <a:tcPr horzOverflow="overflow">
                    <a:lnL>
                      <a:noFill/>
                    </a:lnL>
                    <a:lnR>
                      <a:noFill/>
                    </a:lnR>
                    <a:lnT>
                      <a:noFill/>
                    </a:lnT>
                    <a:lnB>
                      <a:noFill/>
                    </a:lnB>
                    <a:lnTlToBr>
                      <a:noFill/>
                    </a:lnTlToBr>
                    <a:lnBlToTr>
                      <a:noFill/>
                    </a:lnBlToTr>
                    <a:noFill/>
                  </a:tcPr>
                </a:tc>
              </a:tr>
              <a:tr h="4191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4</a:t>
                      </a:r>
                    </a:p>
                  </a:txBody>
                  <a:tcPr horzOverflow="overflow">
                    <a:lnL>
                      <a:noFill/>
                    </a:lnL>
                    <a:lnR>
                      <a:noFill/>
                    </a:lnR>
                    <a:lnT>
                      <a:noFill/>
                    </a:lnT>
                    <a:lnB>
                      <a:noFill/>
                    </a:lnB>
                    <a:lnTlToBr>
                      <a:noFill/>
                    </a:lnTlToBr>
                    <a:lnBlToTr>
                      <a:noFill/>
                    </a:lnBlToTr>
                    <a:noFill/>
                  </a:tcPr>
                </a:tc>
              </a:tr>
              <a:tr h="417513">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5</a:t>
                      </a:r>
                    </a:p>
                  </a:txBody>
                  <a:tcPr horzOverflow="overflow">
                    <a:lnL>
                      <a:noFill/>
                    </a:lnL>
                    <a:lnR>
                      <a:noFill/>
                    </a:lnR>
                    <a:lnT>
                      <a:noFill/>
                    </a:lnT>
                    <a:lnB>
                      <a:noFill/>
                    </a:lnB>
                    <a:lnTlToBr>
                      <a:noFill/>
                    </a:lnTlToBr>
                    <a:lnBlToTr>
                      <a:noFill/>
                    </a:lnBlToTr>
                    <a:noFill/>
                  </a:tcPr>
                </a:tc>
              </a:tr>
              <a:tr h="4191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6</a:t>
                      </a:r>
                    </a:p>
                  </a:txBody>
                  <a:tcPr horzOverflow="overflow">
                    <a:lnL>
                      <a:noFill/>
                    </a:lnL>
                    <a:lnR>
                      <a:noFill/>
                    </a:lnR>
                    <a:lnT>
                      <a:noFill/>
                    </a:lnT>
                    <a:lnB>
                      <a:noFill/>
                    </a:lnB>
                    <a:lnTlToBr>
                      <a:noFill/>
                    </a:lnTlToBr>
                    <a:lnBlToTr>
                      <a:noFill/>
                    </a:lnBlToTr>
                    <a:noFill/>
                  </a:tcPr>
                </a:tc>
              </a:tr>
            </a:tbl>
          </a:graphicData>
        </a:graphic>
      </p:graphicFrame>
      <p:sp>
        <p:nvSpPr>
          <p:cNvPr id="110663" name="Oval 71"/>
          <p:cNvSpPr>
            <a:spLocks noChangeArrowheads="1"/>
          </p:cNvSpPr>
          <p:nvPr/>
        </p:nvSpPr>
        <p:spPr bwMode="auto">
          <a:xfrm>
            <a:off x="1979613" y="3789363"/>
            <a:ext cx="576262"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11059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3" presetClass="entr" presetSubtype="16" fill="hold" grpId="0" nodeType="clickEffect">
                                  <p:stCondLst>
                                    <p:cond delay="0"/>
                                  </p:stCondLst>
                                  <p:childTnLst>
                                    <p:set>
                                      <p:cBhvr>
                                        <p:cTn id="10" dur="1" fill="hold">
                                          <p:stCondLst>
                                            <p:cond delay="0"/>
                                          </p:stCondLst>
                                        </p:cTn>
                                        <p:tgtEl>
                                          <p:spTgt spid="110597"/>
                                        </p:tgtEl>
                                        <p:attrNameLst>
                                          <p:attrName>style.visibility</p:attrName>
                                        </p:attrNameLst>
                                      </p:cBhvr>
                                      <p:to>
                                        <p:strVal val="visible"/>
                                      </p:to>
                                    </p:set>
                                    <p:anim calcmode="lin" valueType="num">
                                      <p:cBhvr>
                                        <p:cTn id="11" dur="500" fill="hold"/>
                                        <p:tgtEl>
                                          <p:spTgt spid="110597"/>
                                        </p:tgtEl>
                                        <p:attrNameLst>
                                          <p:attrName>ppt_w</p:attrName>
                                        </p:attrNameLst>
                                      </p:cBhvr>
                                      <p:tavLst>
                                        <p:tav tm="0">
                                          <p:val>
                                            <p:fltVal val="0"/>
                                          </p:val>
                                        </p:tav>
                                        <p:tav tm="100000">
                                          <p:val>
                                            <p:strVal val="#ppt_w"/>
                                          </p:val>
                                        </p:tav>
                                      </p:tavLst>
                                    </p:anim>
                                    <p:anim calcmode="lin" valueType="num">
                                      <p:cBhvr>
                                        <p:cTn id="12" dur="500" fill="hold"/>
                                        <p:tgtEl>
                                          <p:spTgt spid="110597"/>
                                        </p:tgtEl>
                                        <p:attrNameLst>
                                          <p:attrName>ppt_h</p:attrName>
                                        </p:attrNameLst>
                                      </p:cBhvr>
                                      <p:tavLst>
                                        <p:tav tm="0">
                                          <p:val>
                                            <p:fltVal val="0"/>
                                          </p:val>
                                        </p:tav>
                                        <p:tav tm="100000">
                                          <p:val>
                                            <p:strVal val="#ppt_h"/>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499"/>
                                          </p:stCondLst>
                                        </p:cTn>
                                        <p:tgtEl>
                                          <p:spTgt spid="2"/>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499"/>
                                          </p:stCondLst>
                                        </p:cTn>
                                        <p:tgtEl>
                                          <p:spTgt spid="11064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499"/>
                                          </p:stCondLst>
                                        </p:cTn>
                                        <p:tgtEl>
                                          <p:spTgt spid="110626"/>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106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594" grpId="0" autoUpdateAnimBg="0"/>
      <p:bldP spid="110597" grpId="0" autoUpdateAnimBg="0"/>
      <p:bldP spid="110663"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818" name="Group 4"/>
          <p:cNvGrpSpPr>
            <a:grpSpLocks/>
          </p:cNvGrpSpPr>
          <p:nvPr/>
        </p:nvGrpSpPr>
        <p:grpSpPr bwMode="auto">
          <a:xfrm>
            <a:off x="73025" y="547688"/>
            <a:ext cx="3657600" cy="2413000"/>
            <a:chOff x="192" y="2182"/>
            <a:chExt cx="2304" cy="1520"/>
          </a:xfrm>
        </p:grpSpPr>
        <p:sp>
          <p:nvSpPr>
            <p:cNvPr id="35019" name="Oval 5"/>
            <p:cNvSpPr>
              <a:spLocks noChangeArrowheads="1"/>
            </p:cNvSpPr>
            <p:nvPr/>
          </p:nvSpPr>
          <p:spPr bwMode="auto">
            <a:xfrm>
              <a:off x="928" y="2182"/>
              <a:ext cx="234"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v1</a:t>
              </a:r>
            </a:p>
          </p:txBody>
        </p:sp>
        <p:sp>
          <p:nvSpPr>
            <p:cNvPr id="35020" name="Oval 6"/>
            <p:cNvSpPr>
              <a:spLocks noChangeArrowheads="1"/>
            </p:cNvSpPr>
            <p:nvPr/>
          </p:nvSpPr>
          <p:spPr bwMode="auto">
            <a:xfrm>
              <a:off x="540" y="2584"/>
              <a:ext cx="234" cy="269"/>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v2</a:t>
              </a:r>
            </a:p>
          </p:txBody>
        </p:sp>
        <p:sp>
          <p:nvSpPr>
            <p:cNvPr id="35021" name="Oval 7"/>
            <p:cNvSpPr>
              <a:spLocks noChangeArrowheads="1"/>
            </p:cNvSpPr>
            <p:nvPr/>
          </p:nvSpPr>
          <p:spPr bwMode="auto">
            <a:xfrm>
              <a:off x="1853" y="2542"/>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v3</a:t>
              </a:r>
            </a:p>
          </p:txBody>
        </p:sp>
        <p:sp>
          <p:nvSpPr>
            <p:cNvPr id="35022" name="Oval 8"/>
            <p:cNvSpPr>
              <a:spLocks noChangeArrowheads="1"/>
            </p:cNvSpPr>
            <p:nvPr/>
          </p:nvSpPr>
          <p:spPr bwMode="auto">
            <a:xfrm>
              <a:off x="618" y="343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v8</a:t>
              </a:r>
            </a:p>
          </p:txBody>
        </p:sp>
        <p:sp>
          <p:nvSpPr>
            <p:cNvPr id="35023" name="Line 9"/>
            <p:cNvSpPr>
              <a:spLocks noChangeShapeType="1"/>
            </p:cNvSpPr>
            <p:nvPr/>
          </p:nvSpPr>
          <p:spPr bwMode="auto">
            <a:xfrm>
              <a:off x="1162" y="2298"/>
              <a:ext cx="735" cy="286"/>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024" name="Line 10"/>
            <p:cNvSpPr>
              <a:spLocks noChangeShapeType="1"/>
            </p:cNvSpPr>
            <p:nvPr/>
          </p:nvSpPr>
          <p:spPr bwMode="auto">
            <a:xfrm flipH="1">
              <a:off x="696" y="2374"/>
              <a:ext cx="272"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025" name="Line 11"/>
            <p:cNvSpPr>
              <a:spLocks noChangeShapeType="1"/>
            </p:cNvSpPr>
            <p:nvPr/>
          </p:nvSpPr>
          <p:spPr bwMode="auto">
            <a:xfrm>
              <a:off x="734" y="2815"/>
              <a:ext cx="156"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026" name="Line 12"/>
            <p:cNvSpPr>
              <a:spLocks noChangeShapeType="1"/>
            </p:cNvSpPr>
            <p:nvPr/>
          </p:nvSpPr>
          <p:spPr bwMode="auto">
            <a:xfrm>
              <a:off x="2047" y="2774"/>
              <a:ext cx="311" cy="31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027" name="Line 13"/>
            <p:cNvSpPr>
              <a:spLocks noChangeShapeType="1"/>
            </p:cNvSpPr>
            <p:nvPr/>
          </p:nvSpPr>
          <p:spPr bwMode="auto">
            <a:xfrm flipH="1">
              <a:off x="1775" y="2812"/>
              <a:ext cx="156" cy="30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028" name="Oval 14"/>
            <p:cNvSpPr>
              <a:spLocks noChangeArrowheads="1"/>
            </p:cNvSpPr>
            <p:nvPr/>
          </p:nvSpPr>
          <p:spPr bwMode="auto">
            <a:xfrm>
              <a:off x="2264" y="3069"/>
              <a:ext cx="232" cy="271"/>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v7</a:t>
              </a:r>
            </a:p>
          </p:txBody>
        </p:sp>
        <p:sp>
          <p:nvSpPr>
            <p:cNvPr id="35029" name="Oval 15"/>
            <p:cNvSpPr>
              <a:spLocks noChangeArrowheads="1"/>
            </p:cNvSpPr>
            <p:nvPr/>
          </p:nvSpPr>
          <p:spPr bwMode="auto">
            <a:xfrm>
              <a:off x="1620" y="308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v6</a:t>
              </a:r>
            </a:p>
          </p:txBody>
        </p:sp>
        <p:sp>
          <p:nvSpPr>
            <p:cNvPr id="35030" name="Oval 16"/>
            <p:cNvSpPr>
              <a:spLocks noChangeArrowheads="1"/>
            </p:cNvSpPr>
            <p:nvPr/>
          </p:nvSpPr>
          <p:spPr bwMode="auto">
            <a:xfrm>
              <a:off x="192" y="3008"/>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v4</a:t>
              </a:r>
            </a:p>
          </p:txBody>
        </p:sp>
        <p:sp>
          <p:nvSpPr>
            <p:cNvPr id="35031" name="Oval 17"/>
            <p:cNvSpPr>
              <a:spLocks noChangeArrowheads="1"/>
            </p:cNvSpPr>
            <p:nvPr/>
          </p:nvSpPr>
          <p:spPr bwMode="auto">
            <a:xfrm>
              <a:off x="890" y="2969"/>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v5</a:t>
              </a:r>
            </a:p>
          </p:txBody>
        </p:sp>
        <p:sp>
          <p:nvSpPr>
            <p:cNvPr id="35032" name="Line 18"/>
            <p:cNvSpPr>
              <a:spLocks noChangeShapeType="1"/>
            </p:cNvSpPr>
            <p:nvPr/>
          </p:nvSpPr>
          <p:spPr bwMode="auto">
            <a:xfrm flipH="1">
              <a:off x="386" y="2776"/>
              <a:ext cx="154"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033" name="Line 19"/>
            <p:cNvSpPr>
              <a:spLocks noChangeShapeType="1"/>
            </p:cNvSpPr>
            <p:nvPr/>
          </p:nvSpPr>
          <p:spPr bwMode="auto">
            <a:xfrm>
              <a:off x="386" y="3278"/>
              <a:ext cx="272"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034" name="Line 20"/>
            <p:cNvSpPr>
              <a:spLocks noChangeShapeType="1"/>
            </p:cNvSpPr>
            <p:nvPr/>
          </p:nvSpPr>
          <p:spPr bwMode="auto">
            <a:xfrm flipH="1">
              <a:off x="851" y="3239"/>
              <a:ext cx="117" cy="271"/>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4819" name="Rectangle 21"/>
          <p:cNvSpPr>
            <a:spLocks noChangeArrowheads="1"/>
          </p:cNvSpPr>
          <p:nvPr/>
        </p:nvSpPr>
        <p:spPr bwMode="auto">
          <a:xfrm>
            <a:off x="539750" y="3789363"/>
            <a:ext cx="7848600" cy="1754326"/>
          </a:xfrm>
          <a:prstGeom prst="rect">
            <a:avLst/>
          </a:prstGeom>
          <a:noFill/>
          <a:ln w="1905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dirty="0">
                <a:latin typeface="Arial" pitchFamily="34" charset="0"/>
              </a:rPr>
              <a:t>void DFS(Graph G, </a:t>
            </a:r>
            <a:r>
              <a:rPr lang="en-US" altLang="zh-CN" sz="1800" dirty="0" err="1">
                <a:latin typeface="Arial" pitchFamily="34" charset="0"/>
              </a:rPr>
              <a:t>int</a:t>
            </a:r>
            <a:r>
              <a:rPr lang="en-US" altLang="zh-CN" sz="1800" dirty="0">
                <a:latin typeface="Arial" pitchFamily="34" charset="0"/>
              </a:rPr>
              <a:t> v) </a:t>
            </a:r>
            <a:r>
              <a:rPr lang="en-US" altLang="zh-CN" sz="1800" dirty="0" smtClean="0">
                <a:latin typeface="Arial" pitchFamily="34" charset="0"/>
              </a:rPr>
              <a:t>{</a:t>
            </a:r>
          </a:p>
          <a:p>
            <a:pPr eaLnBrk="1" hangingPunct="1">
              <a:spcBef>
                <a:spcPct val="0"/>
              </a:spcBef>
              <a:buClrTx/>
              <a:buSzTx/>
              <a:buFontTx/>
              <a:buNone/>
            </a:pPr>
            <a:r>
              <a:rPr lang="en-US" altLang="zh-CN" sz="1800" dirty="0" smtClean="0">
                <a:solidFill>
                  <a:schemeClr val="accent1"/>
                </a:solidFill>
                <a:latin typeface="Arial" pitchFamily="34" charset="0"/>
              </a:rPr>
              <a:t>// </a:t>
            </a:r>
            <a:r>
              <a:rPr lang="zh-CN" altLang="en-US" sz="1800" dirty="0">
                <a:solidFill>
                  <a:schemeClr val="accent1"/>
                </a:solidFill>
                <a:latin typeface="Arial" pitchFamily="34" charset="0"/>
              </a:rPr>
              <a:t>从第</a:t>
            </a:r>
            <a:r>
              <a:rPr lang="en-US" altLang="zh-CN" sz="1800" dirty="0">
                <a:solidFill>
                  <a:schemeClr val="accent1"/>
                </a:solidFill>
                <a:latin typeface="Arial" pitchFamily="34" charset="0"/>
              </a:rPr>
              <a:t>v</a:t>
            </a:r>
            <a:r>
              <a:rPr lang="zh-CN" altLang="en-US" sz="1800" dirty="0">
                <a:solidFill>
                  <a:schemeClr val="accent1"/>
                </a:solidFill>
                <a:latin typeface="Arial" pitchFamily="34" charset="0"/>
              </a:rPr>
              <a:t>个顶点出发递归地深度优先遍历图</a:t>
            </a:r>
            <a:r>
              <a:rPr lang="en-US" altLang="zh-CN" sz="1800" dirty="0">
                <a:solidFill>
                  <a:schemeClr val="accent1"/>
                </a:solidFill>
                <a:latin typeface="Arial" pitchFamily="34" charset="0"/>
              </a:rPr>
              <a:t>G</a:t>
            </a:r>
            <a:r>
              <a:rPr lang="zh-CN" altLang="en-US" sz="1800" dirty="0">
                <a:solidFill>
                  <a:schemeClr val="accent1"/>
                </a:solidFill>
                <a:latin typeface="Arial" pitchFamily="34" charset="0"/>
              </a:rPr>
              <a:t>。</a:t>
            </a:r>
          </a:p>
          <a:p>
            <a:pPr eaLnBrk="1" hangingPunct="1">
              <a:spcBef>
                <a:spcPct val="0"/>
              </a:spcBef>
              <a:buClrTx/>
              <a:buSzTx/>
              <a:buFontTx/>
              <a:buNone/>
            </a:pPr>
            <a:r>
              <a:rPr lang="en-US" altLang="zh-CN" sz="1800" dirty="0">
                <a:latin typeface="Arial" pitchFamily="34" charset="0"/>
              </a:rPr>
              <a:t>visited[v] = true;   </a:t>
            </a:r>
            <a:r>
              <a:rPr lang="en-US" altLang="zh-CN" sz="1800" dirty="0" err="1">
                <a:latin typeface="Arial" pitchFamily="34" charset="0"/>
              </a:rPr>
              <a:t>VisitFunc</a:t>
            </a:r>
            <a:r>
              <a:rPr lang="en-US" altLang="zh-CN" sz="1800" dirty="0">
                <a:latin typeface="Arial" pitchFamily="34" charset="0"/>
              </a:rPr>
              <a:t>(v);  </a:t>
            </a:r>
            <a:r>
              <a:rPr lang="en-US" altLang="zh-CN" sz="1800" dirty="0">
                <a:solidFill>
                  <a:schemeClr val="accent1"/>
                </a:solidFill>
                <a:latin typeface="Arial" pitchFamily="34" charset="0"/>
              </a:rPr>
              <a:t>// </a:t>
            </a:r>
            <a:r>
              <a:rPr lang="zh-CN" altLang="en-US" sz="1800" dirty="0">
                <a:solidFill>
                  <a:schemeClr val="accent1"/>
                </a:solidFill>
                <a:latin typeface="Arial" pitchFamily="34" charset="0"/>
              </a:rPr>
              <a:t>访问第</a:t>
            </a:r>
            <a:r>
              <a:rPr lang="en-US" altLang="zh-CN" sz="1800" dirty="0">
                <a:solidFill>
                  <a:schemeClr val="accent1"/>
                </a:solidFill>
                <a:latin typeface="Arial" pitchFamily="34" charset="0"/>
              </a:rPr>
              <a:t>v</a:t>
            </a:r>
            <a:r>
              <a:rPr lang="zh-CN" altLang="en-US" sz="1800" dirty="0">
                <a:solidFill>
                  <a:schemeClr val="accent1"/>
                </a:solidFill>
                <a:latin typeface="Arial" pitchFamily="34" charset="0"/>
              </a:rPr>
              <a:t>个顶点</a:t>
            </a:r>
          </a:p>
          <a:p>
            <a:pPr eaLnBrk="1" hangingPunct="1">
              <a:spcBef>
                <a:spcPct val="0"/>
              </a:spcBef>
              <a:buClrTx/>
              <a:buSzTx/>
              <a:buFontTx/>
              <a:buNone/>
            </a:pPr>
            <a:r>
              <a:rPr lang="zh-CN" altLang="en-US" sz="1800" dirty="0">
                <a:latin typeface="Arial" pitchFamily="34" charset="0"/>
              </a:rPr>
              <a:t>   </a:t>
            </a:r>
            <a:r>
              <a:rPr lang="en-US" altLang="zh-CN" sz="1800" dirty="0">
                <a:latin typeface="Arial" pitchFamily="34" charset="0"/>
              </a:rPr>
              <a:t>for (w=</a:t>
            </a:r>
            <a:r>
              <a:rPr lang="en-US" altLang="zh-CN" sz="1800" dirty="0" err="1">
                <a:latin typeface="Arial" pitchFamily="34" charset="0"/>
              </a:rPr>
              <a:t>FirstAdjVex</a:t>
            </a:r>
            <a:r>
              <a:rPr lang="en-US" altLang="zh-CN" sz="1800" dirty="0">
                <a:latin typeface="Arial" pitchFamily="34" charset="0"/>
              </a:rPr>
              <a:t>(G, v);  w&gt;=0;  w=</a:t>
            </a:r>
            <a:r>
              <a:rPr lang="en-US" altLang="zh-CN" sz="1800" dirty="0" err="1">
                <a:latin typeface="Arial" pitchFamily="34" charset="0"/>
              </a:rPr>
              <a:t>NextAdjVex</a:t>
            </a:r>
            <a:r>
              <a:rPr lang="en-US" altLang="zh-CN" sz="1800" dirty="0">
                <a:latin typeface="Arial" pitchFamily="34" charset="0"/>
              </a:rPr>
              <a:t>(G, v, w))</a:t>
            </a:r>
          </a:p>
          <a:p>
            <a:pPr eaLnBrk="1" hangingPunct="1">
              <a:spcBef>
                <a:spcPct val="0"/>
              </a:spcBef>
              <a:buClrTx/>
              <a:buSzTx/>
              <a:buFontTx/>
              <a:buNone/>
            </a:pPr>
            <a:r>
              <a:rPr lang="en-US" altLang="zh-CN" sz="1800" dirty="0">
                <a:latin typeface="Arial" pitchFamily="34" charset="0"/>
              </a:rPr>
              <a:t>      if (!visited[w])   </a:t>
            </a:r>
            <a:r>
              <a:rPr lang="en-US" altLang="zh-CN" sz="1800" dirty="0">
                <a:solidFill>
                  <a:schemeClr val="accent1"/>
                </a:solidFill>
                <a:latin typeface="Arial" pitchFamily="34" charset="0"/>
              </a:rPr>
              <a:t>// </a:t>
            </a:r>
            <a:r>
              <a:rPr lang="zh-CN" altLang="en-US" sz="1800" dirty="0">
                <a:solidFill>
                  <a:schemeClr val="accent1"/>
                </a:solidFill>
                <a:latin typeface="Arial" pitchFamily="34" charset="0"/>
              </a:rPr>
              <a:t>对</a:t>
            </a:r>
            <a:r>
              <a:rPr lang="en-US" altLang="zh-CN" sz="1800" dirty="0">
                <a:solidFill>
                  <a:schemeClr val="accent1"/>
                </a:solidFill>
                <a:latin typeface="Arial" pitchFamily="34" charset="0"/>
              </a:rPr>
              <a:t>v</a:t>
            </a:r>
            <a:r>
              <a:rPr lang="zh-CN" altLang="en-US" sz="1800" dirty="0">
                <a:solidFill>
                  <a:schemeClr val="accent1"/>
                </a:solidFill>
                <a:latin typeface="Arial" pitchFamily="34" charset="0"/>
              </a:rPr>
              <a:t>的尚未访问的邻接顶点</a:t>
            </a:r>
            <a:r>
              <a:rPr lang="en-US" altLang="zh-CN" sz="1800" dirty="0">
                <a:solidFill>
                  <a:schemeClr val="accent1"/>
                </a:solidFill>
                <a:latin typeface="Arial" pitchFamily="34" charset="0"/>
              </a:rPr>
              <a:t>w</a:t>
            </a:r>
            <a:r>
              <a:rPr lang="zh-CN" altLang="en-US" sz="1800" dirty="0">
                <a:solidFill>
                  <a:schemeClr val="accent1"/>
                </a:solidFill>
                <a:latin typeface="Arial" pitchFamily="34" charset="0"/>
              </a:rPr>
              <a:t>递归调用</a:t>
            </a:r>
            <a:r>
              <a:rPr lang="en-US" altLang="zh-CN" sz="1800" dirty="0">
                <a:solidFill>
                  <a:schemeClr val="accent1"/>
                </a:solidFill>
                <a:latin typeface="Arial" pitchFamily="34" charset="0"/>
              </a:rPr>
              <a:t>DFS</a:t>
            </a:r>
          </a:p>
          <a:p>
            <a:pPr eaLnBrk="1" hangingPunct="1">
              <a:spcBef>
                <a:spcPct val="0"/>
              </a:spcBef>
              <a:buClrTx/>
              <a:buSzTx/>
              <a:buFontTx/>
              <a:buNone/>
            </a:pPr>
            <a:r>
              <a:rPr lang="en-US" altLang="zh-CN" sz="1800" dirty="0">
                <a:latin typeface="Arial" pitchFamily="34" charset="0"/>
              </a:rPr>
              <a:t>         DFS(G, w);         }</a:t>
            </a:r>
          </a:p>
        </p:txBody>
      </p:sp>
      <p:graphicFrame>
        <p:nvGraphicFramePr>
          <p:cNvPr id="265480" name="Group 264"/>
          <p:cNvGraphicFramePr>
            <a:graphicFrameLocks noGrp="1"/>
          </p:cNvGraphicFramePr>
          <p:nvPr/>
        </p:nvGraphicFramePr>
        <p:xfrm>
          <a:off x="3635375" y="115888"/>
          <a:ext cx="457200" cy="3460750"/>
        </p:xfrm>
        <a:graphic>
          <a:graphicData uri="http://schemas.openxmlformats.org/drawingml/2006/table">
            <a:tbl>
              <a:tblPr/>
              <a:tblGrid>
                <a:gridCol w="457200"/>
              </a:tblGrid>
              <a:tr h="457242">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1</a:t>
                      </a:r>
                    </a:p>
                  </a:txBody>
                  <a:tcPr marT="45724" marB="45724" horzOverflow="overflow">
                    <a:lnL>
                      <a:noFill/>
                    </a:lnL>
                    <a:lnR>
                      <a:noFill/>
                    </a:lnR>
                    <a:lnT>
                      <a:noFill/>
                    </a:lnT>
                    <a:lnB>
                      <a:noFill/>
                    </a:lnB>
                    <a:lnTlToBr>
                      <a:noFill/>
                    </a:lnTlToBr>
                    <a:lnBlToTr>
                      <a:noFill/>
                    </a:lnBlToTr>
                    <a:noFill/>
                  </a:tcPr>
                </a:tc>
              </a:tr>
              <a:tr h="457242">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latin typeface="Times New Roman" panose="02020603050405020304" pitchFamily="18" charset="0"/>
                          <a:ea typeface="宋体" panose="02010600030101010101" pitchFamily="2" charset="-122"/>
                        </a:rPr>
                        <a:t>2</a:t>
                      </a:r>
                    </a:p>
                  </a:txBody>
                  <a:tcPr marT="45724" marB="45724" horzOverflow="overflow">
                    <a:lnL>
                      <a:noFill/>
                    </a:lnL>
                    <a:lnR>
                      <a:noFill/>
                    </a:lnR>
                    <a:lnT>
                      <a:noFill/>
                    </a:lnT>
                    <a:lnB>
                      <a:noFill/>
                    </a:lnB>
                    <a:lnTlToBr>
                      <a:noFill/>
                    </a:lnTlToBr>
                    <a:lnBlToTr>
                      <a:noFill/>
                    </a:lnBlToTr>
                    <a:noFill/>
                  </a:tcPr>
                </a:tc>
              </a:tr>
              <a:tr h="49375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3</a:t>
                      </a:r>
                    </a:p>
                  </a:txBody>
                  <a:tcPr marT="45724" marB="45724" horzOverflow="overflow">
                    <a:lnL>
                      <a:noFill/>
                    </a:lnL>
                    <a:lnR>
                      <a:noFill/>
                    </a:lnR>
                    <a:lnT>
                      <a:noFill/>
                    </a:lnT>
                    <a:lnB>
                      <a:noFill/>
                    </a:lnB>
                    <a:lnTlToBr>
                      <a:noFill/>
                    </a:lnTlToBr>
                    <a:lnBlToTr>
                      <a:noFill/>
                    </a:lnBlToTr>
                    <a:noFill/>
                  </a:tcPr>
                </a:tc>
              </a:tr>
              <a:tr h="41913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6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4</a:t>
                      </a:r>
                    </a:p>
                  </a:txBody>
                  <a:tcPr marT="45724" marB="45724" horzOverflow="overflow">
                    <a:lnL>
                      <a:noFill/>
                    </a:lnL>
                    <a:lnR>
                      <a:noFill/>
                    </a:lnR>
                    <a:lnT>
                      <a:noFill/>
                    </a:lnT>
                    <a:lnB>
                      <a:noFill/>
                    </a:lnB>
                    <a:lnTlToBr>
                      <a:noFill/>
                    </a:lnTlToBr>
                    <a:lnBlToTr>
                      <a:noFill/>
                    </a:lnBlToTr>
                    <a:noFill/>
                  </a:tcPr>
                </a:tc>
              </a:tr>
              <a:tr h="444541">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6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5</a:t>
                      </a:r>
                    </a:p>
                  </a:txBody>
                  <a:tcPr marT="45724" marB="45724" horzOverflow="overflow">
                    <a:lnL>
                      <a:noFill/>
                    </a:lnL>
                    <a:lnR>
                      <a:noFill/>
                    </a:lnR>
                    <a:lnT>
                      <a:noFill/>
                    </a:lnT>
                    <a:lnB>
                      <a:noFill/>
                    </a:lnB>
                    <a:lnTlToBr>
                      <a:noFill/>
                    </a:lnTlToBr>
                    <a:lnBlToTr>
                      <a:noFill/>
                    </a:lnBlToTr>
                    <a:noFill/>
                  </a:tcPr>
                </a:tc>
              </a:tr>
              <a:tr h="1188829">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6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6</a:t>
                      </a:r>
                    </a:p>
                    <a:p>
                      <a:pPr marL="0" marR="0" lvl="0" indent="0" algn="ctr" defTabSz="914400" rtl="0" eaLnBrk="1" fontAlgn="base" latinLnBrk="0" hangingPunct="1">
                        <a:lnSpc>
                          <a:spcPct val="14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7</a:t>
                      </a:r>
                    </a:p>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8</a:t>
                      </a:r>
                    </a:p>
                  </a:txBody>
                  <a:tcPr marT="45724" marB="45724" horzOverflow="overflow">
                    <a:lnL>
                      <a:noFill/>
                    </a:lnL>
                    <a:lnR>
                      <a:noFill/>
                    </a:lnR>
                    <a:lnT>
                      <a:noFill/>
                    </a:lnT>
                    <a:lnB>
                      <a:noFill/>
                    </a:lnB>
                    <a:lnTlToBr>
                      <a:noFill/>
                    </a:lnTlToBr>
                    <a:lnBlToTr>
                      <a:noFill/>
                    </a:lnBlToTr>
                    <a:noFill/>
                  </a:tcPr>
                </a:tc>
              </a:tr>
            </a:tbl>
          </a:graphicData>
        </a:graphic>
      </p:graphicFrame>
      <p:sp>
        <p:nvSpPr>
          <p:cNvPr id="265291" name="Oval 75"/>
          <p:cNvSpPr>
            <a:spLocks noChangeArrowheads="1"/>
          </p:cNvSpPr>
          <p:nvPr/>
        </p:nvSpPr>
        <p:spPr bwMode="auto">
          <a:xfrm>
            <a:off x="1152525" y="476250"/>
            <a:ext cx="504825" cy="503238"/>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265292" name="Oval 76"/>
          <p:cNvSpPr>
            <a:spLocks noChangeArrowheads="1"/>
          </p:cNvSpPr>
          <p:nvPr/>
        </p:nvSpPr>
        <p:spPr bwMode="auto">
          <a:xfrm>
            <a:off x="576263" y="1123950"/>
            <a:ext cx="504825" cy="576263"/>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aphicFrame>
        <p:nvGraphicFramePr>
          <p:cNvPr id="265361" name="Group 145"/>
          <p:cNvGraphicFramePr>
            <a:graphicFrameLocks noGrp="1"/>
          </p:cNvGraphicFramePr>
          <p:nvPr/>
        </p:nvGraphicFramePr>
        <p:xfrm>
          <a:off x="4140200" y="115888"/>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graphicFrame>
        <p:nvGraphicFramePr>
          <p:cNvPr id="265362" name="Group 146"/>
          <p:cNvGraphicFramePr>
            <a:graphicFrameLocks noGrp="1"/>
          </p:cNvGraphicFramePr>
          <p:nvPr/>
        </p:nvGraphicFramePr>
        <p:xfrm>
          <a:off x="4716463" y="115888"/>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graphicFrame>
        <p:nvGraphicFramePr>
          <p:cNvPr id="265382" name="Group 166"/>
          <p:cNvGraphicFramePr>
            <a:graphicFrameLocks noGrp="1"/>
          </p:cNvGraphicFramePr>
          <p:nvPr/>
        </p:nvGraphicFramePr>
        <p:xfrm>
          <a:off x="5292725" y="115888"/>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5402" name="Oval 186"/>
          <p:cNvSpPr>
            <a:spLocks noChangeArrowheads="1"/>
          </p:cNvSpPr>
          <p:nvPr/>
        </p:nvSpPr>
        <p:spPr bwMode="auto">
          <a:xfrm>
            <a:off x="0" y="1841500"/>
            <a:ext cx="503238"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aphicFrame>
        <p:nvGraphicFramePr>
          <p:cNvPr id="265403" name="Group 187"/>
          <p:cNvGraphicFramePr>
            <a:graphicFrameLocks noGrp="1"/>
          </p:cNvGraphicFramePr>
          <p:nvPr/>
        </p:nvGraphicFramePr>
        <p:xfrm>
          <a:off x="5868988" y="115888"/>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graphicFrame>
        <p:nvGraphicFramePr>
          <p:cNvPr id="265444" name="Group 228"/>
          <p:cNvGraphicFramePr>
            <a:graphicFrameLocks noGrp="1"/>
          </p:cNvGraphicFramePr>
          <p:nvPr/>
        </p:nvGraphicFramePr>
        <p:xfrm>
          <a:off x="6443663" y="115888"/>
          <a:ext cx="431800" cy="3457576"/>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5443" name="Oval 227"/>
          <p:cNvSpPr>
            <a:spLocks noChangeArrowheads="1"/>
          </p:cNvSpPr>
          <p:nvPr/>
        </p:nvSpPr>
        <p:spPr bwMode="auto">
          <a:xfrm>
            <a:off x="720725" y="2563813"/>
            <a:ext cx="504825"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aphicFrame>
        <p:nvGraphicFramePr>
          <p:cNvPr id="265445" name="Group 229"/>
          <p:cNvGraphicFramePr>
            <a:graphicFrameLocks noGrp="1"/>
          </p:cNvGraphicFramePr>
          <p:nvPr/>
        </p:nvGraphicFramePr>
        <p:xfrm>
          <a:off x="7019925" y="115888"/>
          <a:ext cx="431800" cy="3457576"/>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5481" name="Oval 265"/>
          <p:cNvSpPr>
            <a:spLocks noChangeArrowheads="1"/>
          </p:cNvSpPr>
          <p:nvPr/>
        </p:nvSpPr>
        <p:spPr bwMode="auto">
          <a:xfrm>
            <a:off x="1152525" y="1771650"/>
            <a:ext cx="504825"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aphicFrame>
        <p:nvGraphicFramePr>
          <p:cNvPr id="265482" name="Group 266"/>
          <p:cNvGraphicFramePr>
            <a:graphicFrameLocks noGrp="1"/>
          </p:cNvGraphicFramePr>
          <p:nvPr/>
        </p:nvGraphicFramePr>
        <p:xfrm>
          <a:off x="7523163" y="115888"/>
          <a:ext cx="431800" cy="3457576"/>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endParaRP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5502" name="Oval 286"/>
          <p:cNvSpPr>
            <a:spLocks noChangeArrowheads="1"/>
          </p:cNvSpPr>
          <p:nvPr/>
        </p:nvSpPr>
        <p:spPr bwMode="auto">
          <a:xfrm>
            <a:off x="2665413" y="1123950"/>
            <a:ext cx="504825"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265503" name="Oval 287"/>
          <p:cNvSpPr>
            <a:spLocks noChangeArrowheads="1"/>
          </p:cNvSpPr>
          <p:nvPr/>
        </p:nvSpPr>
        <p:spPr bwMode="auto">
          <a:xfrm>
            <a:off x="2233613" y="1987550"/>
            <a:ext cx="576262"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265504" name="Oval 288"/>
          <p:cNvSpPr>
            <a:spLocks noChangeArrowheads="1"/>
          </p:cNvSpPr>
          <p:nvPr/>
        </p:nvSpPr>
        <p:spPr bwMode="auto">
          <a:xfrm>
            <a:off x="3276600" y="1989138"/>
            <a:ext cx="504825"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aphicFrame>
        <p:nvGraphicFramePr>
          <p:cNvPr id="265505" name="Group 289"/>
          <p:cNvGraphicFramePr>
            <a:graphicFrameLocks noGrp="1"/>
          </p:cNvGraphicFramePr>
          <p:nvPr/>
        </p:nvGraphicFramePr>
        <p:xfrm>
          <a:off x="8567738" y="115888"/>
          <a:ext cx="431800" cy="3457576"/>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graphicFrame>
        <p:nvGraphicFramePr>
          <p:cNvPr id="265525" name="Group 309"/>
          <p:cNvGraphicFramePr>
            <a:graphicFrameLocks noGrp="1"/>
          </p:cNvGraphicFramePr>
          <p:nvPr/>
        </p:nvGraphicFramePr>
        <p:xfrm>
          <a:off x="8027988" y="115888"/>
          <a:ext cx="431800" cy="3457576"/>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5545" name="Line 329"/>
          <p:cNvSpPr>
            <a:spLocks noChangeShapeType="1"/>
          </p:cNvSpPr>
          <p:nvPr/>
        </p:nvSpPr>
        <p:spPr bwMode="auto">
          <a:xfrm flipH="1">
            <a:off x="1331913" y="2276475"/>
            <a:ext cx="144462" cy="431800"/>
          </a:xfrm>
          <a:prstGeom prst="line">
            <a:avLst/>
          </a:prstGeom>
          <a:noFill/>
          <a:ln w="38100">
            <a:solidFill>
              <a:srgbClr val="008000"/>
            </a:solidFill>
            <a:miter lim="800000"/>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265546" name="Line 330"/>
          <p:cNvSpPr>
            <a:spLocks noChangeShapeType="1"/>
          </p:cNvSpPr>
          <p:nvPr/>
        </p:nvSpPr>
        <p:spPr bwMode="auto">
          <a:xfrm flipH="1" flipV="1">
            <a:off x="250825" y="2420938"/>
            <a:ext cx="288925" cy="360362"/>
          </a:xfrm>
          <a:prstGeom prst="line">
            <a:avLst/>
          </a:prstGeom>
          <a:noFill/>
          <a:ln w="38100">
            <a:solidFill>
              <a:srgbClr val="008000"/>
            </a:solidFill>
            <a:miter lim="800000"/>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265547" name="Line 331"/>
          <p:cNvSpPr>
            <a:spLocks noChangeShapeType="1"/>
          </p:cNvSpPr>
          <p:nvPr/>
        </p:nvSpPr>
        <p:spPr bwMode="auto">
          <a:xfrm flipV="1">
            <a:off x="179388" y="1341438"/>
            <a:ext cx="288925" cy="358775"/>
          </a:xfrm>
          <a:prstGeom prst="line">
            <a:avLst/>
          </a:prstGeom>
          <a:noFill/>
          <a:ln w="38100">
            <a:solidFill>
              <a:srgbClr val="008000"/>
            </a:solidFill>
            <a:miter lim="800000"/>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265548" name="Line 332"/>
          <p:cNvSpPr>
            <a:spLocks noChangeShapeType="1"/>
          </p:cNvSpPr>
          <p:nvPr/>
        </p:nvSpPr>
        <p:spPr bwMode="auto">
          <a:xfrm flipV="1">
            <a:off x="755650" y="692150"/>
            <a:ext cx="360363" cy="358775"/>
          </a:xfrm>
          <a:prstGeom prst="line">
            <a:avLst/>
          </a:prstGeom>
          <a:noFill/>
          <a:ln w="38100">
            <a:solidFill>
              <a:srgbClr val="008000"/>
            </a:solidFill>
            <a:miter lim="800000"/>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6536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529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6538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529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65403"/>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5402"/>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2654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65443"/>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265445"/>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65481"/>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265545"/>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65546"/>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265547"/>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65548"/>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nodeType="clickEffect">
                                  <p:stCondLst>
                                    <p:cond delay="0"/>
                                  </p:stCondLst>
                                  <p:childTnLst>
                                    <p:set>
                                      <p:cBhvr>
                                        <p:cTn id="62" dur="1" fill="hold">
                                          <p:stCondLst>
                                            <p:cond delay="0"/>
                                          </p:stCondLst>
                                        </p:cTn>
                                        <p:tgtEl>
                                          <p:spTgt spid="265482"/>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65502"/>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nodeType="clickEffect">
                                  <p:stCondLst>
                                    <p:cond delay="0"/>
                                  </p:stCondLst>
                                  <p:childTnLst>
                                    <p:set>
                                      <p:cBhvr>
                                        <p:cTn id="70" dur="1" fill="hold">
                                          <p:stCondLst>
                                            <p:cond delay="0"/>
                                          </p:stCondLst>
                                        </p:cTn>
                                        <p:tgtEl>
                                          <p:spTgt spid="265525"/>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265503"/>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nodeType="clickEffect">
                                  <p:stCondLst>
                                    <p:cond delay="0"/>
                                  </p:stCondLst>
                                  <p:childTnLst>
                                    <p:set>
                                      <p:cBhvr>
                                        <p:cTn id="78" dur="1" fill="hold">
                                          <p:stCondLst>
                                            <p:cond delay="0"/>
                                          </p:stCondLst>
                                        </p:cTn>
                                        <p:tgtEl>
                                          <p:spTgt spid="265505"/>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2655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291" grpId="0" animBg="1"/>
      <p:bldP spid="265292" grpId="0" animBg="1"/>
      <p:bldP spid="265402" grpId="0" animBg="1"/>
      <p:bldP spid="265443" grpId="0" animBg="1"/>
      <p:bldP spid="265481" grpId="0" animBg="1"/>
      <p:bldP spid="265502" grpId="0" animBg="1"/>
      <p:bldP spid="265503" grpId="0" animBg="1"/>
      <p:bldP spid="265504" grpId="0" animBg="1"/>
      <p:bldP spid="265545" grpId="0" animBg="1"/>
      <p:bldP spid="265546" grpId="0" animBg="1"/>
      <p:bldP spid="265547" grpId="0" animBg="1"/>
      <p:bldP spid="26554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6" name="Group 2"/>
          <p:cNvGraphicFramePr>
            <a:graphicFrameLocks noGrp="1"/>
          </p:cNvGraphicFramePr>
          <p:nvPr/>
        </p:nvGraphicFramePr>
        <p:xfrm>
          <a:off x="4065588" y="304800"/>
          <a:ext cx="1397317" cy="6248401"/>
        </p:xfrm>
        <a:graphic>
          <a:graphicData uri="http://schemas.openxmlformats.org/drawingml/2006/table">
            <a:tbl>
              <a:tblPr/>
              <a:tblGrid>
                <a:gridCol w="457200"/>
                <a:gridCol w="731837"/>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198" name="Group 54"/>
          <p:cNvGraphicFramePr>
            <a:graphicFrameLocks noGrp="1"/>
          </p:cNvGraphicFramePr>
          <p:nvPr/>
        </p:nvGraphicFramePr>
        <p:xfrm>
          <a:off x="5589588" y="10668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06" name="Group 62"/>
          <p:cNvGraphicFramePr>
            <a:graphicFrameLocks noGrp="1"/>
          </p:cNvGraphicFramePr>
          <p:nvPr/>
        </p:nvGraphicFramePr>
        <p:xfrm>
          <a:off x="6884988" y="10668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14" name="Group 70"/>
          <p:cNvGraphicFramePr>
            <a:graphicFrameLocks noGrp="1"/>
          </p:cNvGraphicFramePr>
          <p:nvPr/>
        </p:nvGraphicFramePr>
        <p:xfrm>
          <a:off x="5589588" y="1752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22" name="Group 78"/>
          <p:cNvGraphicFramePr>
            <a:graphicFrameLocks noGrp="1"/>
          </p:cNvGraphicFramePr>
          <p:nvPr/>
        </p:nvGraphicFramePr>
        <p:xfrm>
          <a:off x="6884988" y="1752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30" name="Group 86"/>
          <p:cNvGraphicFramePr>
            <a:graphicFrameLocks noGrp="1"/>
          </p:cNvGraphicFramePr>
          <p:nvPr/>
        </p:nvGraphicFramePr>
        <p:xfrm>
          <a:off x="7974013" y="1752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38" name="Group 94"/>
          <p:cNvGraphicFramePr>
            <a:graphicFrameLocks noGrp="1"/>
          </p:cNvGraphicFramePr>
          <p:nvPr/>
        </p:nvGraphicFramePr>
        <p:xfrm>
          <a:off x="5589588" y="24384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46" name="Group 102"/>
          <p:cNvGraphicFramePr>
            <a:graphicFrameLocks noGrp="1"/>
          </p:cNvGraphicFramePr>
          <p:nvPr/>
        </p:nvGraphicFramePr>
        <p:xfrm>
          <a:off x="6884988" y="24384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54" name="Group 110"/>
          <p:cNvGraphicFramePr>
            <a:graphicFrameLocks noGrp="1"/>
          </p:cNvGraphicFramePr>
          <p:nvPr/>
        </p:nvGraphicFramePr>
        <p:xfrm>
          <a:off x="7974013" y="24384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62" name="Group 118"/>
          <p:cNvGraphicFramePr>
            <a:graphicFrameLocks noGrp="1"/>
          </p:cNvGraphicFramePr>
          <p:nvPr/>
        </p:nvGraphicFramePr>
        <p:xfrm>
          <a:off x="5589588" y="31242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70" name="Group 126"/>
          <p:cNvGraphicFramePr>
            <a:graphicFrameLocks noGrp="1"/>
          </p:cNvGraphicFramePr>
          <p:nvPr/>
        </p:nvGraphicFramePr>
        <p:xfrm>
          <a:off x="6884988" y="31242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78" name="Group 134"/>
          <p:cNvGraphicFramePr>
            <a:graphicFrameLocks noGrp="1"/>
          </p:cNvGraphicFramePr>
          <p:nvPr/>
        </p:nvGraphicFramePr>
        <p:xfrm>
          <a:off x="5665788" y="38862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86" name="Group 142"/>
          <p:cNvGraphicFramePr>
            <a:graphicFrameLocks noGrp="1"/>
          </p:cNvGraphicFramePr>
          <p:nvPr/>
        </p:nvGraphicFramePr>
        <p:xfrm>
          <a:off x="6961188" y="38862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294" name="Group 150"/>
          <p:cNvGraphicFramePr>
            <a:graphicFrameLocks noGrp="1"/>
          </p:cNvGraphicFramePr>
          <p:nvPr/>
        </p:nvGraphicFramePr>
        <p:xfrm>
          <a:off x="5665788" y="45720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302" name="Group 158"/>
          <p:cNvGraphicFramePr>
            <a:graphicFrameLocks noGrp="1"/>
          </p:cNvGraphicFramePr>
          <p:nvPr/>
        </p:nvGraphicFramePr>
        <p:xfrm>
          <a:off x="6961188" y="45720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310" name="Group 166"/>
          <p:cNvGraphicFramePr>
            <a:graphicFrameLocks noGrp="1"/>
          </p:cNvGraphicFramePr>
          <p:nvPr/>
        </p:nvGraphicFramePr>
        <p:xfrm>
          <a:off x="5665788" y="52578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318" name="Group 174"/>
          <p:cNvGraphicFramePr>
            <a:graphicFrameLocks noGrp="1"/>
          </p:cNvGraphicFramePr>
          <p:nvPr/>
        </p:nvGraphicFramePr>
        <p:xfrm>
          <a:off x="6961188" y="52578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326" name="Group 182"/>
          <p:cNvGraphicFramePr>
            <a:graphicFrameLocks noGrp="1"/>
          </p:cNvGraphicFramePr>
          <p:nvPr/>
        </p:nvGraphicFramePr>
        <p:xfrm>
          <a:off x="5665788" y="5943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334" name="Group 190"/>
          <p:cNvGraphicFramePr>
            <a:graphicFrameLocks noGrp="1"/>
          </p:cNvGraphicFramePr>
          <p:nvPr/>
        </p:nvGraphicFramePr>
        <p:xfrm>
          <a:off x="6961188" y="5943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6342" name="AutoShape 198"/>
          <p:cNvCxnSpPr>
            <a:cxnSpLocks noChangeShapeType="1"/>
          </p:cNvCxnSpPr>
          <p:nvPr/>
        </p:nvCxnSpPr>
        <p:spPr bwMode="auto">
          <a:xfrm>
            <a:off x="5254625" y="1322388"/>
            <a:ext cx="334963"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43" name="AutoShape 199"/>
          <p:cNvCxnSpPr>
            <a:cxnSpLocks noChangeShapeType="1"/>
          </p:cNvCxnSpPr>
          <p:nvPr/>
        </p:nvCxnSpPr>
        <p:spPr bwMode="auto">
          <a:xfrm>
            <a:off x="6351588" y="1333500"/>
            <a:ext cx="5334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44" name="AutoShape 200"/>
          <p:cNvCxnSpPr>
            <a:cxnSpLocks noChangeShapeType="1"/>
          </p:cNvCxnSpPr>
          <p:nvPr/>
        </p:nvCxnSpPr>
        <p:spPr bwMode="auto">
          <a:xfrm>
            <a:off x="5254625" y="2006600"/>
            <a:ext cx="334963"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45" name="AutoShape 201"/>
          <p:cNvCxnSpPr>
            <a:cxnSpLocks noChangeShapeType="1"/>
          </p:cNvCxnSpPr>
          <p:nvPr/>
        </p:nvCxnSpPr>
        <p:spPr bwMode="auto">
          <a:xfrm>
            <a:off x="6580188" y="2019300"/>
            <a:ext cx="3048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46" name="AutoShape 202"/>
          <p:cNvCxnSpPr>
            <a:cxnSpLocks noChangeShapeType="1"/>
          </p:cNvCxnSpPr>
          <p:nvPr/>
        </p:nvCxnSpPr>
        <p:spPr bwMode="auto">
          <a:xfrm>
            <a:off x="7875588" y="2019300"/>
            <a:ext cx="984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47" name="AutoShape 203"/>
          <p:cNvCxnSpPr>
            <a:cxnSpLocks noChangeShapeType="1"/>
          </p:cNvCxnSpPr>
          <p:nvPr/>
        </p:nvCxnSpPr>
        <p:spPr bwMode="auto">
          <a:xfrm flipV="1">
            <a:off x="5254625" y="2705100"/>
            <a:ext cx="334963"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48" name="AutoShape 204"/>
          <p:cNvCxnSpPr>
            <a:cxnSpLocks noChangeShapeType="1"/>
          </p:cNvCxnSpPr>
          <p:nvPr/>
        </p:nvCxnSpPr>
        <p:spPr bwMode="auto">
          <a:xfrm>
            <a:off x="6351588" y="2705100"/>
            <a:ext cx="5334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49" name="AutoShape 205"/>
          <p:cNvCxnSpPr>
            <a:cxnSpLocks noChangeShapeType="1"/>
          </p:cNvCxnSpPr>
          <p:nvPr/>
        </p:nvCxnSpPr>
        <p:spPr bwMode="auto">
          <a:xfrm>
            <a:off x="7875588" y="2705100"/>
            <a:ext cx="984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0" name="AutoShape 206"/>
          <p:cNvCxnSpPr>
            <a:cxnSpLocks noChangeShapeType="1"/>
          </p:cNvCxnSpPr>
          <p:nvPr/>
        </p:nvCxnSpPr>
        <p:spPr bwMode="auto">
          <a:xfrm flipV="1">
            <a:off x="5437188" y="3390900"/>
            <a:ext cx="152400"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1" name="AutoShape 207"/>
          <p:cNvCxnSpPr>
            <a:cxnSpLocks noChangeShapeType="1"/>
          </p:cNvCxnSpPr>
          <p:nvPr/>
        </p:nvCxnSpPr>
        <p:spPr bwMode="auto">
          <a:xfrm>
            <a:off x="6580188" y="3390900"/>
            <a:ext cx="3048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2" name="AutoShape 208"/>
          <p:cNvCxnSpPr>
            <a:cxnSpLocks noChangeShapeType="1"/>
          </p:cNvCxnSpPr>
          <p:nvPr/>
        </p:nvCxnSpPr>
        <p:spPr bwMode="auto">
          <a:xfrm>
            <a:off x="5254625" y="4117975"/>
            <a:ext cx="411163"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3" name="AutoShape 209"/>
          <p:cNvCxnSpPr>
            <a:cxnSpLocks noChangeShapeType="1"/>
          </p:cNvCxnSpPr>
          <p:nvPr/>
        </p:nvCxnSpPr>
        <p:spPr bwMode="auto">
          <a:xfrm>
            <a:off x="6656388" y="4152900"/>
            <a:ext cx="3048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4" name="AutoShape 210"/>
          <p:cNvCxnSpPr>
            <a:cxnSpLocks noChangeShapeType="1"/>
          </p:cNvCxnSpPr>
          <p:nvPr/>
        </p:nvCxnSpPr>
        <p:spPr bwMode="auto">
          <a:xfrm>
            <a:off x="5254625" y="4822825"/>
            <a:ext cx="411163"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5" name="AutoShape 211"/>
          <p:cNvCxnSpPr>
            <a:cxnSpLocks noChangeShapeType="1"/>
          </p:cNvCxnSpPr>
          <p:nvPr/>
        </p:nvCxnSpPr>
        <p:spPr bwMode="auto">
          <a:xfrm>
            <a:off x="6427788" y="4838700"/>
            <a:ext cx="5334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6" name="AutoShape 212"/>
          <p:cNvCxnSpPr>
            <a:cxnSpLocks noChangeShapeType="1"/>
          </p:cNvCxnSpPr>
          <p:nvPr/>
        </p:nvCxnSpPr>
        <p:spPr bwMode="auto">
          <a:xfrm flipV="1">
            <a:off x="5254625" y="5524500"/>
            <a:ext cx="411163"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7" name="AutoShape 213"/>
          <p:cNvCxnSpPr>
            <a:cxnSpLocks noChangeShapeType="1"/>
          </p:cNvCxnSpPr>
          <p:nvPr/>
        </p:nvCxnSpPr>
        <p:spPr bwMode="auto">
          <a:xfrm>
            <a:off x="6656388" y="5448300"/>
            <a:ext cx="6858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8" name="AutoShape 214"/>
          <p:cNvCxnSpPr>
            <a:cxnSpLocks noChangeShapeType="1"/>
          </p:cNvCxnSpPr>
          <p:nvPr/>
        </p:nvCxnSpPr>
        <p:spPr bwMode="auto">
          <a:xfrm flipV="1">
            <a:off x="5254625" y="6210300"/>
            <a:ext cx="411163"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59" name="AutoShape 215"/>
          <p:cNvCxnSpPr>
            <a:cxnSpLocks noChangeShapeType="1"/>
          </p:cNvCxnSpPr>
          <p:nvPr/>
        </p:nvCxnSpPr>
        <p:spPr bwMode="auto">
          <a:xfrm>
            <a:off x="6427788" y="6210300"/>
            <a:ext cx="5334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360" name="Group 216"/>
          <p:cNvGrpSpPr>
            <a:grpSpLocks/>
          </p:cNvGrpSpPr>
          <p:nvPr/>
        </p:nvGrpSpPr>
        <p:grpSpPr bwMode="auto">
          <a:xfrm>
            <a:off x="179388" y="1341438"/>
            <a:ext cx="3581400" cy="3886200"/>
            <a:chOff x="1200" y="1392"/>
            <a:chExt cx="2256" cy="2448"/>
          </a:xfrm>
        </p:grpSpPr>
        <p:sp>
          <p:nvSpPr>
            <p:cNvPr id="6361" name="Oval 217"/>
            <p:cNvSpPr>
              <a:spLocks noChangeArrowheads="1"/>
            </p:cNvSpPr>
            <p:nvPr/>
          </p:nvSpPr>
          <p:spPr bwMode="auto">
            <a:xfrm>
              <a:off x="2064" y="1392"/>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6362" name="Oval 218"/>
            <p:cNvSpPr>
              <a:spLocks noChangeArrowheads="1"/>
            </p:cNvSpPr>
            <p:nvPr/>
          </p:nvSpPr>
          <p:spPr bwMode="auto">
            <a:xfrm>
              <a:off x="1488" y="2064"/>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6363" name="Oval 219"/>
            <p:cNvSpPr>
              <a:spLocks noChangeArrowheads="1"/>
            </p:cNvSpPr>
            <p:nvPr/>
          </p:nvSpPr>
          <p:spPr bwMode="auto">
            <a:xfrm>
              <a:off x="2640" y="2112"/>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6364" name="Oval 220"/>
            <p:cNvSpPr>
              <a:spLocks noChangeArrowheads="1"/>
            </p:cNvSpPr>
            <p:nvPr/>
          </p:nvSpPr>
          <p:spPr bwMode="auto">
            <a:xfrm>
              <a:off x="1200" y="273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sp>
          <p:nvSpPr>
            <p:cNvPr id="6365" name="Oval 221"/>
            <p:cNvSpPr>
              <a:spLocks noChangeArrowheads="1"/>
            </p:cNvSpPr>
            <p:nvPr/>
          </p:nvSpPr>
          <p:spPr bwMode="auto">
            <a:xfrm>
              <a:off x="1824" y="2784"/>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sp>
          <p:nvSpPr>
            <p:cNvPr id="6366" name="Oval 222"/>
            <p:cNvSpPr>
              <a:spLocks noChangeArrowheads="1"/>
            </p:cNvSpPr>
            <p:nvPr/>
          </p:nvSpPr>
          <p:spPr bwMode="auto">
            <a:xfrm>
              <a:off x="2352" y="2784"/>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sp>
          <p:nvSpPr>
            <p:cNvPr id="6367" name="Oval 223"/>
            <p:cNvSpPr>
              <a:spLocks noChangeArrowheads="1"/>
            </p:cNvSpPr>
            <p:nvPr/>
          </p:nvSpPr>
          <p:spPr bwMode="auto">
            <a:xfrm>
              <a:off x="3024" y="2784"/>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sp>
          <p:nvSpPr>
            <p:cNvPr id="6368" name="Oval 224"/>
            <p:cNvSpPr>
              <a:spLocks noChangeArrowheads="1"/>
            </p:cNvSpPr>
            <p:nvPr/>
          </p:nvSpPr>
          <p:spPr bwMode="auto">
            <a:xfrm>
              <a:off x="1488" y="3408"/>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6369" name="AutoShape 225"/>
            <p:cNvCxnSpPr>
              <a:cxnSpLocks noChangeShapeType="1"/>
              <a:stCxn id="6361" idx="3"/>
              <a:endCxn id="6362" idx="0"/>
            </p:cNvCxnSpPr>
            <p:nvPr/>
          </p:nvCxnSpPr>
          <p:spPr bwMode="auto">
            <a:xfrm flipH="1">
              <a:off x="1704" y="1761"/>
              <a:ext cx="423"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70" name="AutoShape 226"/>
            <p:cNvCxnSpPr>
              <a:cxnSpLocks noChangeShapeType="1"/>
              <a:stCxn id="6361" idx="5"/>
              <a:endCxn id="6363" idx="0"/>
            </p:cNvCxnSpPr>
            <p:nvPr/>
          </p:nvCxnSpPr>
          <p:spPr bwMode="auto">
            <a:xfrm>
              <a:off x="2433" y="1761"/>
              <a:ext cx="423" cy="351"/>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71" name="AutoShape 227"/>
            <p:cNvCxnSpPr>
              <a:cxnSpLocks noChangeShapeType="1"/>
              <a:stCxn id="6362" idx="5"/>
              <a:endCxn id="6365" idx="0"/>
            </p:cNvCxnSpPr>
            <p:nvPr/>
          </p:nvCxnSpPr>
          <p:spPr bwMode="auto">
            <a:xfrm>
              <a:off x="1857" y="2433"/>
              <a:ext cx="183" cy="351"/>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72" name="AutoShape 228"/>
            <p:cNvCxnSpPr>
              <a:cxnSpLocks noChangeShapeType="1"/>
              <a:stCxn id="6363" idx="3"/>
              <a:endCxn id="6366" idx="0"/>
            </p:cNvCxnSpPr>
            <p:nvPr/>
          </p:nvCxnSpPr>
          <p:spPr bwMode="auto">
            <a:xfrm flipH="1">
              <a:off x="2568" y="2481"/>
              <a:ext cx="135"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73" name="AutoShape 229"/>
            <p:cNvCxnSpPr>
              <a:cxnSpLocks noChangeShapeType="1"/>
              <a:stCxn id="6363" idx="5"/>
              <a:endCxn id="6367" idx="0"/>
            </p:cNvCxnSpPr>
            <p:nvPr/>
          </p:nvCxnSpPr>
          <p:spPr bwMode="auto">
            <a:xfrm>
              <a:off x="3009" y="2481"/>
              <a:ext cx="231"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74" name="AutoShape 230"/>
            <p:cNvCxnSpPr>
              <a:cxnSpLocks noChangeShapeType="1"/>
              <a:stCxn id="6364" idx="4"/>
              <a:endCxn id="6368" idx="1"/>
            </p:cNvCxnSpPr>
            <p:nvPr/>
          </p:nvCxnSpPr>
          <p:spPr bwMode="auto">
            <a:xfrm>
              <a:off x="1416" y="3168"/>
              <a:ext cx="135"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75" name="AutoShape 231"/>
            <p:cNvCxnSpPr>
              <a:cxnSpLocks noChangeShapeType="1"/>
              <a:stCxn id="6365" idx="4"/>
              <a:endCxn id="6368" idx="7"/>
            </p:cNvCxnSpPr>
            <p:nvPr/>
          </p:nvCxnSpPr>
          <p:spPr bwMode="auto">
            <a:xfrm flipH="1">
              <a:off x="1857" y="3216"/>
              <a:ext cx="183" cy="25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76" name="AutoShape 232"/>
            <p:cNvCxnSpPr>
              <a:cxnSpLocks noChangeShapeType="1"/>
              <a:stCxn id="6366" idx="6"/>
              <a:endCxn id="6367" idx="2"/>
            </p:cNvCxnSpPr>
            <p:nvPr/>
          </p:nvCxnSpPr>
          <p:spPr bwMode="auto">
            <a:xfrm>
              <a:off x="2784" y="3000"/>
              <a:ext cx="24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77" name="AutoShape 233"/>
            <p:cNvCxnSpPr>
              <a:cxnSpLocks noChangeShapeType="1"/>
              <a:stCxn id="6362" idx="3"/>
              <a:endCxn id="6364" idx="0"/>
            </p:cNvCxnSpPr>
            <p:nvPr/>
          </p:nvCxnSpPr>
          <p:spPr bwMode="auto">
            <a:xfrm flipH="1">
              <a:off x="1416" y="2433"/>
              <a:ext cx="135"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19" name="Text Box 275"/>
          <p:cNvSpPr txBox="1">
            <a:spLocks noChangeArrowheads="1"/>
          </p:cNvSpPr>
          <p:nvPr/>
        </p:nvSpPr>
        <p:spPr bwMode="auto">
          <a:xfrm>
            <a:off x="250825" y="404813"/>
            <a:ext cx="359886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pPr>
            <a:r>
              <a:rPr lang="zh-CN" altLang="en-US" sz="2400" b="1" dirty="0">
                <a:effectLst>
                  <a:outerShdw blurRad="38100" dist="38100" dir="2700000" algn="tl">
                    <a:srgbClr val="C0C0C0"/>
                  </a:outerShdw>
                </a:effectLst>
              </a:rPr>
              <a:t>讨论</a:t>
            </a:r>
            <a:r>
              <a:rPr lang="en-US" altLang="zh-CN" sz="2400" b="1" dirty="0">
                <a:effectLst>
                  <a:outerShdw blurRad="38100" dist="38100" dir="2700000" algn="tl">
                    <a:srgbClr val="C0C0C0"/>
                  </a:outerShdw>
                </a:effectLst>
              </a:rPr>
              <a:t>3</a:t>
            </a:r>
            <a:r>
              <a:rPr lang="zh-CN" altLang="en-US" sz="2400" b="1" dirty="0">
                <a:effectLst>
                  <a:outerShdw blurRad="38100" dist="38100" dir="2700000" algn="tl">
                    <a:srgbClr val="C0C0C0"/>
                  </a:outerShdw>
                </a:effectLst>
              </a:rPr>
              <a:t>：</a:t>
            </a:r>
            <a:r>
              <a:rPr lang="zh-CN" altLang="en-US" sz="2400" b="1" dirty="0">
                <a:solidFill>
                  <a:srgbClr val="006600"/>
                </a:solidFill>
                <a:effectLst>
                  <a:outerShdw blurRad="38100" dist="38100" dir="2700000" algn="tl">
                    <a:srgbClr val="C0C0C0"/>
                  </a:outerShdw>
                </a:effectLst>
              </a:rPr>
              <a:t>在图的邻接表中如何进行</a:t>
            </a:r>
            <a:r>
              <a:rPr lang="en-US" altLang="zh-CN" sz="2400" b="1" dirty="0">
                <a:solidFill>
                  <a:srgbClr val="006600"/>
                </a:solidFill>
                <a:effectLst>
                  <a:outerShdw blurRad="38100" dist="38100" dir="2700000" algn="tl">
                    <a:srgbClr val="C0C0C0"/>
                  </a:outerShdw>
                </a:effectLst>
              </a:rPr>
              <a:t>DFS</a:t>
            </a:r>
            <a:r>
              <a:rPr lang="zh-CN" altLang="en-US" sz="2400" b="1" dirty="0">
                <a:solidFill>
                  <a:srgbClr val="006600"/>
                </a:solidFill>
                <a:effectLst>
                  <a:outerShdw blurRad="38100" dist="38100" dir="2700000" algn="tl">
                    <a:srgbClr val="C0C0C0"/>
                  </a:outerShdw>
                </a:effectLst>
              </a:rPr>
              <a:t>？</a:t>
            </a:r>
            <a:endParaRPr lang="zh-CN" altLang="en-US" sz="2400" dirty="0">
              <a:solidFill>
                <a:srgbClr val="FF3300"/>
              </a:solidFill>
            </a:endParaR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2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3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3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4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5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6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7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7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8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9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30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31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31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32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33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34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35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35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736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6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6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6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8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8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8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8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427" name="Oval 259"/>
          <p:cNvSpPr>
            <a:spLocks noChangeArrowheads="1"/>
          </p:cNvSpPr>
          <p:nvPr/>
        </p:nvSpPr>
        <p:spPr bwMode="auto">
          <a:xfrm>
            <a:off x="6227763" y="549275"/>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5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0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1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1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2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3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4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5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5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6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7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8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9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39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40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41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42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43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343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5344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4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4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4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5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6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6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6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46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3464" name="Group 216"/>
          <p:cNvGrpSpPr>
            <a:grpSpLocks/>
          </p:cNvGrpSpPr>
          <p:nvPr/>
        </p:nvGrpSpPr>
        <p:grpSpPr bwMode="auto">
          <a:xfrm>
            <a:off x="6172200" y="533400"/>
            <a:ext cx="762000" cy="762000"/>
            <a:chOff x="4176" y="672"/>
            <a:chExt cx="480" cy="480"/>
          </a:xfrm>
        </p:grpSpPr>
        <p:sp>
          <p:nvSpPr>
            <p:cNvPr id="5346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5346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4"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46"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54"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62"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70"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78" name="Group 86"/>
          <p:cNvGraphicFramePr>
            <a:graphicFrameLocks noGrp="1"/>
          </p:cNvGraphicFramePr>
          <p:nvPr/>
        </p:nvGraphicFramePr>
        <p:xfrm>
          <a:off x="3140075" y="1738313"/>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86"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94"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02"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10"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18"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26"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34"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42"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50"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58"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66"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74"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82"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8390"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1"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2"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3"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4" name="AutoShape 202"/>
          <p:cNvCxnSpPr>
            <a:cxnSpLocks noChangeShapeType="1"/>
          </p:cNvCxnSpPr>
          <p:nvPr/>
        </p:nvCxnSpPr>
        <p:spPr bwMode="auto">
          <a:xfrm flipV="1">
            <a:off x="2860675" y="2005013"/>
            <a:ext cx="279400" cy="1428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5"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6"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8"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9"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0"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1"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2"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3"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4"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5"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6"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7"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408" name="Group 216"/>
          <p:cNvGrpSpPr>
            <a:grpSpLocks/>
          </p:cNvGrpSpPr>
          <p:nvPr/>
        </p:nvGrpSpPr>
        <p:grpSpPr bwMode="auto">
          <a:xfrm>
            <a:off x="6172200" y="533400"/>
            <a:ext cx="762000" cy="762000"/>
            <a:chOff x="4176" y="672"/>
            <a:chExt cx="480" cy="480"/>
          </a:xfrm>
        </p:grpSpPr>
        <p:sp>
          <p:nvSpPr>
            <p:cNvPr id="8409"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8410"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8411"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8412" name="AutoShape 220"/>
          <p:cNvCxnSpPr>
            <a:cxnSpLocks noChangeShapeType="1"/>
            <a:stCxn id="8410" idx="3"/>
            <a:endCxn id="8451" idx="0"/>
          </p:cNvCxnSpPr>
          <p:nvPr/>
        </p:nvCxnSpPr>
        <p:spPr bwMode="auto">
          <a:xfrm flipH="1">
            <a:off x="5130800" y="1157288"/>
            <a:ext cx="1179513" cy="25558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13" name="AutoShape 221"/>
          <p:cNvCxnSpPr>
            <a:cxnSpLocks noChangeShapeType="1"/>
            <a:stCxn id="8410" idx="5"/>
            <a:endCxn id="8411"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451" name="Oval 259"/>
          <p:cNvSpPr>
            <a:spLocks noChangeArrowheads="1"/>
          </p:cNvSpPr>
          <p:nvPr/>
        </p:nvSpPr>
        <p:spPr bwMode="auto">
          <a:xfrm>
            <a:off x="4787900" y="1412875"/>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218"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270"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278"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286"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294"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02"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10"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18"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26"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34"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42"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50"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58"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66"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74"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82"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90"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398"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406"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9414"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15"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16"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17"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18"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19"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0"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1"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2"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3"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4"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5"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6"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7"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8"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9"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30"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31"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9432" name="Group 216"/>
          <p:cNvGrpSpPr>
            <a:grpSpLocks/>
          </p:cNvGrpSpPr>
          <p:nvPr/>
        </p:nvGrpSpPr>
        <p:grpSpPr bwMode="auto">
          <a:xfrm>
            <a:off x="6172200" y="533400"/>
            <a:ext cx="762000" cy="762000"/>
            <a:chOff x="4176" y="672"/>
            <a:chExt cx="480" cy="480"/>
          </a:xfrm>
        </p:grpSpPr>
        <p:sp>
          <p:nvSpPr>
            <p:cNvPr id="9433"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9434"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9435"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9436" name="AutoShape 220"/>
          <p:cNvCxnSpPr>
            <a:cxnSpLocks noChangeShapeType="1"/>
            <a:stCxn id="9434" idx="3"/>
            <a:endCxn id="9439"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37" name="AutoShape 221"/>
          <p:cNvCxnSpPr>
            <a:cxnSpLocks noChangeShapeType="1"/>
            <a:stCxn id="9434" idx="5"/>
            <a:endCxn id="9435"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9438" name="Group 222"/>
          <p:cNvGrpSpPr>
            <a:grpSpLocks/>
          </p:cNvGrpSpPr>
          <p:nvPr/>
        </p:nvGrpSpPr>
        <p:grpSpPr bwMode="auto">
          <a:xfrm>
            <a:off x="4724400" y="1447800"/>
            <a:ext cx="762000" cy="762000"/>
            <a:chOff x="4176" y="672"/>
            <a:chExt cx="480" cy="480"/>
          </a:xfrm>
        </p:grpSpPr>
        <p:sp>
          <p:nvSpPr>
            <p:cNvPr id="9439"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9440"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242"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294"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02"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10"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18"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26"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34"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42"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50"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58"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66"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74"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82"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90"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398"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406"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414"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422"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430"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10438"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39"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0"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1"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2"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3"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4"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5"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6"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7"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8"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49"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50"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51"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52"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53"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54"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55"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0456" name="Group 216"/>
          <p:cNvGrpSpPr>
            <a:grpSpLocks/>
          </p:cNvGrpSpPr>
          <p:nvPr/>
        </p:nvGrpSpPr>
        <p:grpSpPr bwMode="auto">
          <a:xfrm>
            <a:off x="6172200" y="533400"/>
            <a:ext cx="762000" cy="762000"/>
            <a:chOff x="4176" y="672"/>
            <a:chExt cx="480" cy="480"/>
          </a:xfrm>
        </p:grpSpPr>
        <p:sp>
          <p:nvSpPr>
            <p:cNvPr id="10457"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0458"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10459"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10460" name="AutoShape 220"/>
          <p:cNvCxnSpPr>
            <a:cxnSpLocks noChangeShapeType="1"/>
            <a:stCxn id="10458" idx="3"/>
            <a:endCxn id="10463"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61" name="AutoShape 221"/>
          <p:cNvCxnSpPr>
            <a:cxnSpLocks noChangeShapeType="1"/>
            <a:stCxn id="10458" idx="5"/>
            <a:endCxn id="10459"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0462" name="Group 222"/>
          <p:cNvGrpSpPr>
            <a:grpSpLocks/>
          </p:cNvGrpSpPr>
          <p:nvPr/>
        </p:nvGrpSpPr>
        <p:grpSpPr bwMode="auto">
          <a:xfrm>
            <a:off x="4724400" y="1447800"/>
            <a:ext cx="762000" cy="762000"/>
            <a:chOff x="4176" y="672"/>
            <a:chExt cx="480" cy="480"/>
          </a:xfrm>
        </p:grpSpPr>
        <p:sp>
          <p:nvSpPr>
            <p:cNvPr id="10463"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0464"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10465"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10466"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10467" name="AutoShape 227"/>
          <p:cNvCxnSpPr>
            <a:cxnSpLocks noChangeShapeType="1"/>
            <a:stCxn id="10464" idx="3"/>
            <a:endCxn id="10465"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68" name="AutoShape 228"/>
          <p:cNvCxnSpPr>
            <a:cxnSpLocks noChangeShapeType="1"/>
            <a:stCxn id="10464" idx="4"/>
            <a:endCxn id="10474"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69" name="AutoShape 229"/>
          <p:cNvCxnSpPr>
            <a:cxnSpLocks noChangeShapeType="1"/>
            <a:stCxn id="10463" idx="5"/>
            <a:endCxn id="10466"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474" name="Oval 234"/>
          <p:cNvSpPr>
            <a:spLocks noChangeArrowheads="1"/>
          </p:cNvSpPr>
          <p:nvPr/>
        </p:nvSpPr>
        <p:spPr bwMode="auto">
          <a:xfrm>
            <a:off x="4762500" y="25527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506"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558"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566"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574"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582"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590"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598"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06"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14"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22"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30"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38"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46"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54"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62"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70"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78"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86"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1694"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1702"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03"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04"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05"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06"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07"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08"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09"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0"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1"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2"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3"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4"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5"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6"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7"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8"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19"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1720" name="Group 216"/>
          <p:cNvGrpSpPr>
            <a:grpSpLocks/>
          </p:cNvGrpSpPr>
          <p:nvPr/>
        </p:nvGrpSpPr>
        <p:grpSpPr bwMode="auto">
          <a:xfrm>
            <a:off x="6172200" y="533400"/>
            <a:ext cx="762000" cy="762000"/>
            <a:chOff x="4176" y="672"/>
            <a:chExt cx="480" cy="480"/>
          </a:xfrm>
        </p:grpSpPr>
        <p:sp>
          <p:nvSpPr>
            <p:cNvPr id="21721"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1722"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1723"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1724" name="AutoShape 220"/>
          <p:cNvCxnSpPr>
            <a:cxnSpLocks noChangeShapeType="1"/>
            <a:stCxn id="21722" idx="3"/>
            <a:endCxn id="21727"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25" name="AutoShape 221"/>
          <p:cNvCxnSpPr>
            <a:cxnSpLocks noChangeShapeType="1"/>
            <a:stCxn id="21722" idx="5"/>
            <a:endCxn id="21723"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1726" name="Group 222"/>
          <p:cNvGrpSpPr>
            <a:grpSpLocks/>
          </p:cNvGrpSpPr>
          <p:nvPr/>
        </p:nvGrpSpPr>
        <p:grpSpPr bwMode="auto">
          <a:xfrm>
            <a:off x="4724400" y="1447800"/>
            <a:ext cx="762000" cy="762000"/>
            <a:chOff x="4176" y="672"/>
            <a:chExt cx="480" cy="480"/>
          </a:xfrm>
        </p:grpSpPr>
        <p:sp>
          <p:nvSpPr>
            <p:cNvPr id="21727"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1728"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1729"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1730"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1731" name="AutoShape 227"/>
          <p:cNvCxnSpPr>
            <a:cxnSpLocks noChangeShapeType="1"/>
            <a:stCxn id="21728" idx="3"/>
            <a:endCxn id="21729"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32" name="AutoShape 228"/>
          <p:cNvCxnSpPr>
            <a:cxnSpLocks noChangeShapeType="1"/>
            <a:stCxn id="21728" idx="4"/>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33" name="AutoShape 229"/>
          <p:cNvCxnSpPr>
            <a:cxnSpLocks noChangeShapeType="1"/>
            <a:stCxn id="21727" idx="5"/>
            <a:endCxn id="21730"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734"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1735"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1739" name="Oval 235"/>
          <p:cNvSpPr>
            <a:spLocks noChangeArrowheads="1"/>
          </p:cNvSpPr>
          <p:nvPr/>
        </p:nvSpPr>
        <p:spPr bwMode="auto">
          <a:xfrm>
            <a:off x="4787900" y="2565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66"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18"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26"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34"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42"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50"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58"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66"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74"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82"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90"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398"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406"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414"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422"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430"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438"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446"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1454"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11462"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63"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64"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65"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66"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67"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68"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69"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0"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1"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2"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3"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4"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5"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6"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7"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8"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79"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480" name="Group 216"/>
          <p:cNvGrpSpPr>
            <a:grpSpLocks/>
          </p:cNvGrpSpPr>
          <p:nvPr/>
        </p:nvGrpSpPr>
        <p:grpSpPr bwMode="auto">
          <a:xfrm>
            <a:off x="6172200" y="533400"/>
            <a:ext cx="762000" cy="762000"/>
            <a:chOff x="4176" y="672"/>
            <a:chExt cx="480" cy="480"/>
          </a:xfrm>
        </p:grpSpPr>
        <p:sp>
          <p:nvSpPr>
            <p:cNvPr id="11481"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1482"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11483"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11484" name="AutoShape 220"/>
          <p:cNvCxnSpPr>
            <a:cxnSpLocks noChangeShapeType="1"/>
            <a:stCxn id="11482" idx="3"/>
            <a:endCxn id="11487"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85" name="AutoShape 221"/>
          <p:cNvCxnSpPr>
            <a:cxnSpLocks noChangeShapeType="1"/>
            <a:stCxn id="11482" idx="5"/>
            <a:endCxn id="11483"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486" name="Group 222"/>
          <p:cNvGrpSpPr>
            <a:grpSpLocks/>
          </p:cNvGrpSpPr>
          <p:nvPr/>
        </p:nvGrpSpPr>
        <p:grpSpPr bwMode="auto">
          <a:xfrm>
            <a:off x="4724400" y="1447800"/>
            <a:ext cx="762000" cy="762000"/>
            <a:chOff x="4176" y="672"/>
            <a:chExt cx="480" cy="480"/>
          </a:xfrm>
        </p:grpSpPr>
        <p:sp>
          <p:nvSpPr>
            <p:cNvPr id="11487"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1488"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11489"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11490"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11491" name="AutoShape 227"/>
          <p:cNvCxnSpPr>
            <a:cxnSpLocks noChangeShapeType="1"/>
            <a:stCxn id="11488" idx="3"/>
            <a:endCxn id="11489"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92" name="AutoShape 228"/>
          <p:cNvCxnSpPr>
            <a:cxnSpLocks noChangeShapeType="1"/>
            <a:stCxn id="11488" idx="4"/>
            <a:endCxn id="11498"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93" name="AutoShape 229"/>
          <p:cNvCxnSpPr>
            <a:cxnSpLocks noChangeShapeType="1"/>
            <a:stCxn id="11487" idx="5"/>
            <a:endCxn id="11490"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494"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1495"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1496" name="Group 232"/>
          <p:cNvGrpSpPr>
            <a:grpSpLocks/>
          </p:cNvGrpSpPr>
          <p:nvPr/>
        </p:nvGrpSpPr>
        <p:grpSpPr bwMode="auto">
          <a:xfrm>
            <a:off x="4724400" y="2514600"/>
            <a:ext cx="762000" cy="762000"/>
            <a:chOff x="4176" y="672"/>
            <a:chExt cx="480" cy="480"/>
          </a:xfrm>
        </p:grpSpPr>
        <p:sp>
          <p:nvSpPr>
            <p:cNvPr id="11497"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1498"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34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35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35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36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37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38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39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39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0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1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2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3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3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4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5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6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7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47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1248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8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8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8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9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0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0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0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0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2504" name="Group 216"/>
          <p:cNvGrpSpPr>
            <a:grpSpLocks/>
          </p:cNvGrpSpPr>
          <p:nvPr/>
        </p:nvGrpSpPr>
        <p:grpSpPr bwMode="auto">
          <a:xfrm>
            <a:off x="6172200" y="533400"/>
            <a:ext cx="762000" cy="762000"/>
            <a:chOff x="4176" y="672"/>
            <a:chExt cx="480" cy="480"/>
          </a:xfrm>
        </p:grpSpPr>
        <p:sp>
          <p:nvSpPr>
            <p:cNvPr id="1250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250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12507"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12508" name="AutoShape 220"/>
          <p:cNvCxnSpPr>
            <a:cxnSpLocks noChangeShapeType="1"/>
            <a:stCxn id="12506" idx="3"/>
            <a:endCxn id="12511"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09" name="AutoShape 221"/>
          <p:cNvCxnSpPr>
            <a:cxnSpLocks noChangeShapeType="1"/>
            <a:stCxn id="12506" idx="5"/>
            <a:endCxn id="12507"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2510" name="Group 222"/>
          <p:cNvGrpSpPr>
            <a:grpSpLocks/>
          </p:cNvGrpSpPr>
          <p:nvPr/>
        </p:nvGrpSpPr>
        <p:grpSpPr bwMode="auto">
          <a:xfrm>
            <a:off x="4724400" y="1447800"/>
            <a:ext cx="762000" cy="762000"/>
            <a:chOff x="4176" y="672"/>
            <a:chExt cx="480" cy="480"/>
          </a:xfrm>
        </p:grpSpPr>
        <p:sp>
          <p:nvSpPr>
            <p:cNvPr id="12511"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2512"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12513"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12514"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12515" name="AutoShape 227"/>
          <p:cNvCxnSpPr>
            <a:cxnSpLocks noChangeShapeType="1"/>
            <a:stCxn id="12512" idx="3"/>
            <a:endCxn id="12513"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16" name="AutoShape 228"/>
          <p:cNvCxnSpPr>
            <a:cxnSpLocks noChangeShapeType="1"/>
            <a:stCxn id="12512" idx="4"/>
            <a:endCxn id="12522"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17" name="AutoShape 229"/>
          <p:cNvCxnSpPr>
            <a:cxnSpLocks noChangeShapeType="1"/>
            <a:stCxn id="12511" idx="5"/>
            <a:endCxn id="12514"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518"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2519"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2520" name="Group 232"/>
          <p:cNvGrpSpPr>
            <a:grpSpLocks/>
          </p:cNvGrpSpPr>
          <p:nvPr/>
        </p:nvGrpSpPr>
        <p:grpSpPr bwMode="auto">
          <a:xfrm>
            <a:off x="4724400" y="2514600"/>
            <a:ext cx="762000" cy="762000"/>
            <a:chOff x="4176" y="672"/>
            <a:chExt cx="480" cy="480"/>
          </a:xfrm>
        </p:grpSpPr>
        <p:sp>
          <p:nvSpPr>
            <p:cNvPr id="12521"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2522"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12523"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12524" name="AutoShape 236"/>
          <p:cNvCxnSpPr>
            <a:cxnSpLocks noChangeShapeType="1"/>
            <a:stCxn id="12522" idx="3"/>
            <a:endCxn id="12523"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25" name="AutoShape 237"/>
          <p:cNvCxnSpPr>
            <a:cxnSpLocks noChangeShapeType="1"/>
            <a:stCxn id="12522" idx="5"/>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548" name="Oval 260"/>
          <p:cNvSpPr>
            <a:spLocks noChangeArrowheads="1"/>
          </p:cNvSpPr>
          <p:nvPr/>
        </p:nvSpPr>
        <p:spPr bwMode="auto">
          <a:xfrm>
            <a:off x="5364163" y="3573463"/>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53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58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59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59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0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1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2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3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3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4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5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6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7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7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8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69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70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71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271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272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2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2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2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3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4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4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4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4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2744" name="Group 216"/>
          <p:cNvGrpSpPr>
            <a:grpSpLocks/>
          </p:cNvGrpSpPr>
          <p:nvPr/>
        </p:nvGrpSpPr>
        <p:grpSpPr bwMode="auto">
          <a:xfrm>
            <a:off x="6172200" y="533400"/>
            <a:ext cx="762000" cy="762000"/>
            <a:chOff x="4176" y="672"/>
            <a:chExt cx="480" cy="480"/>
          </a:xfrm>
        </p:grpSpPr>
        <p:sp>
          <p:nvSpPr>
            <p:cNvPr id="2274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274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2747"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2748" name="AutoShape 220"/>
          <p:cNvCxnSpPr>
            <a:cxnSpLocks noChangeShapeType="1"/>
            <a:stCxn id="22746" idx="3"/>
            <a:endCxn id="22751"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49" name="AutoShape 221"/>
          <p:cNvCxnSpPr>
            <a:cxnSpLocks noChangeShapeType="1"/>
            <a:stCxn id="22746" idx="5"/>
            <a:endCxn id="22747"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2750" name="Group 222"/>
          <p:cNvGrpSpPr>
            <a:grpSpLocks/>
          </p:cNvGrpSpPr>
          <p:nvPr/>
        </p:nvGrpSpPr>
        <p:grpSpPr bwMode="auto">
          <a:xfrm>
            <a:off x="4724400" y="1447800"/>
            <a:ext cx="762000" cy="762000"/>
            <a:chOff x="4176" y="672"/>
            <a:chExt cx="480" cy="480"/>
          </a:xfrm>
        </p:grpSpPr>
        <p:sp>
          <p:nvSpPr>
            <p:cNvPr id="22751"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2752"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2753"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2754"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2755" name="AutoShape 227"/>
          <p:cNvCxnSpPr>
            <a:cxnSpLocks noChangeShapeType="1"/>
            <a:stCxn id="22752" idx="3"/>
            <a:endCxn id="22753"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56" name="AutoShape 228"/>
          <p:cNvCxnSpPr>
            <a:cxnSpLocks noChangeShapeType="1"/>
            <a:stCxn id="22752" idx="4"/>
            <a:endCxn id="22762"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57" name="AutoShape 229"/>
          <p:cNvCxnSpPr>
            <a:cxnSpLocks noChangeShapeType="1"/>
            <a:stCxn id="22751" idx="5"/>
            <a:endCxn id="22754"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2768" name="Group 240"/>
          <p:cNvGrpSpPr>
            <a:grpSpLocks/>
          </p:cNvGrpSpPr>
          <p:nvPr/>
        </p:nvGrpSpPr>
        <p:grpSpPr bwMode="auto">
          <a:xfrm>
            <a:off x="3886200" y="2362200"/>
            <a:ext cx="914400" cy="914400"/>
            <a:chOff x="2448" y="1488"/>
            <a:chExt cx="576" cy="576"/>
          </a:xfrm>
        </p:grpSpPr>
        <p:sp>
          <p:nvSpPr>
            <p:cNvPr id="22758" name="Line 230"/>
            <p:cNvSpPr>
              <a:spLocks noChangeShapeType="1"/>
            </p:cNvSpPr>
            <p:nvPr/>
          </p:nvSpPr>
          <p:spPr bwMode="auto">
            <a:xfrm>
              <a:off x="2592" y="1488"/>
              <a:ext cx="336" cy="57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2759" name="Line 231"/>
            <p:cNvSpPr>
              <a:spLocks noChangeShapeType="1"/>
            </p:cNvSpPr>
            <p:nvPr/>
          </p:nvSpPr>
          <p:spPr bwMode="auto">
            <a:xfrm flipV="1">
              <a:off x="2448" y="1488"/>
              <a:ext cx="576" cy="57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grpSp>
        <p:nvGrpSpPr>
          <p:cNvPr id="22760" name="Group 232"/>
          <p:cNvGrpSpPr>
            <a:grpSpLocks/>
          </p:cNvGrpSpPr>
          <p:nvPr/>
        </p:nvGrpSpPr>
        <p:grpSpPr bwMode="auto">
          <a:xfrm>
            <a:off x="4724400" y="2514600"/>
            <a:ext cx="762000" cy="762000"/>
            <a:chOff x="4176" y="672"/>
            <a:chExt cx="480" cy="480"/>
          </a:xfrm>
        </p:grpSpPr>
        <p:sp>
          <p:nvSpPr>
            <p:cNvPr id="22761"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2762"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22763"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22764" name="AutoShape 236"/>
          <p:cNvCxnSpPr>
            <a:cxnSpLocks noChangeShapeType="1"/>
            <a:stCxn id="22762" idx="3"/>
            <a:endCxn id="22763"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65" name="AutoShape 237"/>
          <p:cNvCxnSpPr>
            <a:cxnSpLocks noChangeShapeType="1"/>
            <a:stCxn id="22762" idx="5"/>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767" name="Oval 239"/>
          <p:cNvSpPr>
            <a:spLocks noChangeArrowheads="1"/>
          </p:cNvSpPr>
          <p:nvPr/>
        </p:nvSpPr>
        <p:spPr bwMode="auto">
          <a:xfrm>
            <a:off x="5364163" y="3573463"/>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nvGrpSpPr>
          <p:cNvPr id="22769" name="Group 241"/>
          <p:cNvGrpSpPr>
            <a:grpSpLocks/>
          </p:cNvGrpSpPr>
          <p:nvPr/>
        </p:nvGrpSpPr>
        <p:grpSpPr bwMode="auto">
          <a:xfrm>
            <a:off x="4067175" y="3429000"/>
            <a:ext cx="914400" cy="914400"/>
            <a:chOff x="2448" y="1488"/>
            <a:chExt cx="576" cy="576"/>
          </a:xfrm>
        </p:grpSpPr>
        <p:sp>
          <p:nvSpPr>
            <p:cNvPr id="22770" name="Line 242"/>
            <p:cNvSpPr>
              <a:spLocks noChangeShapeType="1"/>
            </p:cNvSpPr>
            <p:nvPr/>
          </p:nvSpPr>
          <p:spPr bwMode="auto">
            <a:xfrm>
              <a:off x="2592" y="1488"/>
              <a:ext cx="336" cy="57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2771" name="Line 243"/>
            <p:cNvSpPr>
              <a:spLocks noChangeShapeType="1"/>
            </p:cNvSpPr>
            <p:nvPr/>
          </p:nvSpPr>
          <p:spPr bwMode="auto">
            <a:xfrm flipV="1">
              <a:off x="2448" y="1488"/>
              <a:ext cx="576" cy="57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4"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366"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374"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382"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390"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398"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06"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14"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22"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30"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38"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46"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54"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62"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70"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78"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86"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494"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3502"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13510"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1"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2"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3"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4"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5"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6"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7"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8"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19"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20"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21"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22"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23"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24"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25"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26"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27"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3528" name="Group 216"/>
          <p:cNvGrpSpPr>
            <a:grpSpLocks/>
          </p:cNvGrpSpPr>
          <p:nvPr/>
        </p:nvGrpSpPr>
        <p:grpSpPr bwMode="auto">
          <a:xfrm>
            <a:off x="6172200" y="533400"/>
            <a:ext cx="762000" cy="762000"/>
            <a:chOff x="4176" y="672"/>
            <a:chExt cx="480" cy="480"/>
          </a:xfrm>
        </p:grpSpPr>
        <p:sp>
          <p:nvSpPr>
            <p:cNvPr id="13529"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3530"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13531"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13532" name="AutoShape 220"/>
          <p:cNvCxnSpPr>
            <a:cxnSpLocks noChangeShapeType="1"/>
            <a:stCxn id="13530" idx="3"/>
            <a:endCxn id="13535"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33" name="AutoShape 221"/>
          <p:cNvCxnSpPr>
            <a:cxnSpLocks noChangeShapeType="1"/>
            <a:stCxn id="13530" idx="5"/>
            <a:endCxn id="13531"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3534" name="Group 222"/>
          <p:cNvGrpSpPr>
            <a:grpSpLocks/>
          </p:cNvGrpSpPr>
          <p:nvPr/>
        </p:nvGrpSpPr>
        <p:grpSpPr bwMode="auto">
          <a:xfrm>
            <a:off x="4724400" y="1447800"/>
            <a:ext cx="762000" cy="762000"/>
            <a:chOff x="4176" y="672"/>
            <a:chExt cx="480" cy="480"/>
          </a:xfrm>
        </p:grpSpPr>
        <p:sp>
          <p:nvSpPr>
            <p:cNvPr id="13535"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3536"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13537"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13538"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13539" name="AutoShape 227"/>
          <p:cNvCxnSpPr>
            <a:cxnSpLocks noChangeShapeType="1"/>
            <a:stCxn id="13536" idx="3"/>
            <a:endCxn id="13537"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40" name="AutoShape 228"/>
          <p:cNvCxnSpPr>
            <a:cxnSpLocks noChangeShapeType="1"/>
            <a:stCxn id="13536" idx="4"/>
            <a:endCxn id="13546"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41" name="AutoShape 229"/>
          <p:cNvCxnSpPr>
            <a:cxnSpLocks noChangeShapeType="1"/>
            <a:stCxn id="13535" idx="5"/>
            <a:endCxn id="13538"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542"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3543"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3544" name="Group 232"/>
          <p:cNvGrpSpPr>
            <a:grpSpLocks/>
          </p:cNvGrpSpPr>
          <p:nvPr/>
        </p:nvGrpSpPr>
        <p:grpSpPr bwMode="auto">
          <a:xfrm>
            <a:off x="4724400" y="2514600"/>
            <a:ext cx="762000" cy="762000"/>
            <a:chOff x="4176" y="672"/>
            <a:chExt cx="480" cy="480"/>
          </a:xfrm>
        </p:grpSpPr>
        <p:sp>
          <p:nvSpPr>
            <p:cNvPr id="13545"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3546"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13547"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13548" name="AutoShape 236"/>
          <p:cNvCxnSpPr>
            <a:cxnSpLocks noChangeShapeType="1"/>
            <a:stCxn id="13546" idx="3"/>
            <a:endCxn id="13547"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49" name="AutoShape 237"/>
          <p:cNvCxnSpPr>
            <a:cxnSpLocks noChangeShapeType="1"/>
            <a:stCxn id="13546" idx="5"/>
            <a:endCxn id="13554"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550"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3551"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3552" name="Group 240"/>
          <p:cNvGrpSpPr>
            <a:grpSpLocks/>
          </p:cNvGrpSpPr>
          <p:nvPr/>
        </p:nvGrpSpPr>
        <p:grpSpPr bwMode="auto">
          <a:xfrm>
            <a:off x="5257800" y="3505200"/>
            <a:ext cx="762000" cy="762000"/>
            <a:chOff x="4176" y="672"/>
            <a:chExt cx="480" cy="480"/>
          </a:xfrm>
        </p:grpSpPr>
        <p:sp>
          <p:nvSpPr>
            <p:cNvPr id="13553"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3554"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338"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390"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398"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06"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14"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22"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30"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38"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46"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54"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62"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70"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78"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86"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494"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502"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510"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518"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4526"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14534"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35"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36"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37"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38"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39"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0"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1"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2"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3"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4"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5"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6"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7"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8"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49"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50"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51"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4552" name="Group 216"/>
          <p:cNvGrpSpPr>
            <a:grpSpLocks/>
          </p:cNvGrpSpPr>
          <p:nvPr/>
        </p:nvGrpSpPr>
        <p:grpSpPr bwMode="auto">
          <a:xfrm>
            <a:off x="6172200" y="533400"/>
            <a:ext cx="762000" cy="762000"/>
            <a:chOff x="4176" y="672"/>
            <a:chExt cx="480" cy="480"/>
          </a:xfrm>
        </p:grpSpPr>
        <p:sp>
          <p:nvSpPr>
            <p:cNvPr id="14553"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4554"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14555"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14556" name="AutoShape 220"/>
          <p:cNvCxnSpPr>
            <a:cxnSpLocks noChangeShapeType="1"/>
            <a:stCxn id="14554" idx="3"/>
            <a:endCxn id="14559"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57" name="AutoShape 221"/>
          <p:cNvCxnSpPr>
            <a:cxnSpLocks noChangeShapeType="1"/>
            <a:stCxn id="14554" idx="5"/>
            <a:endCxn id="14555"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4558" name="Group 222"/>
          <p:cNvGrpSpPr>
            <a:grpSpLocks/>
          </p:cNvGrpSpPr>
          <p:nvPr/>
        </p:nvGrpSpPr>
        <p:grpSpPr bwMode="auto">
          <a:xfrm>
            <a:off x="4724400" y="1447800"/>
            <a:ext cx="762000" cy="762000"/>
            <a:chOff x="4176" y="672"/>
            <a:chExt cx="480" cy="480"/>
          </a:xfrm>
        </p:grpSpPr>
        <p:sp>
          <p:nvSpPr>
            <p:cNvPr id="14559"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4560"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14561"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14562"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14563" name="AutoShape 227"/>
          <p:cNvCxnSpPr>
            <a:cxnSpLocks noChangeShapeType="1"/>
            <a:stCxn id="14560" idx="3"/>
            <a:endCxn id="14561"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64" name="AutoShape 228"/>
          <p:cNvCxnSpPr>
            <a:cxnSpLocks noChangeShapeType="1"/>
            <a:stCxn id="14560" idx="4"/>
            <a:endCxn id="14570"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65" name="AutoShape 229"/>
          <p:cNvCxnSpPr>
            <a:cxnSpLocks noChangeShapeType="1"/>
            <a:stCxn id="14559" idx="5"/>
            <a:endCxn id="14562"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566"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4567"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4568" name="Group 232"/>
          <p:cNvGrpSpPr>
            <a:grpSpLocks/>
          </p:cNvGrpSpPr>
          <p:nvPr/>
        </p:nvGrpSpPr>
        <p:grpSpPr bwMode="auto">
          <a:xfrm>
            <a:off x="4724400" y="2514600"/>
            <a:ext cx="762000" cy="762000"/>
            <a:chOff x="4176" y="672"/>
            <a:chExt cx="480" cy="480"/>
          </a:xfrm>
        </p:grpSpPr>
        <p:sp>
          <p:nvSpPr>
            <p:cNvPr id="14569"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4570"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14571"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14572" name="AutoShape 236"/>
          <p:cNvCxnSpPr>
            <a:cxnSpLocks noChangeShapeType="1"/>
            <a:stCxn id="14570" idx="3"/>
            <a:endCxn id="14571"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73" name="AutoShape 237"/>
          <p:cNvCxnSpPr>
            <a:cxnSpLocks noChangeShapeType="1"/>
            <a:stCxn id="14570" idx="5"/>
            <a:endCxn id="14578"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574"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4575"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4576" name="Group 240"/>
          <p:cNvGrpSpPr>
            <a:grpSpLocks/>
          </p:cNvGrpSpPr>
          <p:nvPr/>
        </p:nvGrpSpPr>
        <p:grpSpPr bwMode="auto">
          <a:xfrm>
            <a:off x="5257800" y="3505200"/>
            <a:ext cx="762000" cy="762000"/>
            <a:chOff x="4176" y="672"/>
            <a:chExt cx="480" cy="480"/>
          </a:xfrm>
        </p:grpSpPr>
        <p:sp>
          <p:nvSpPr>
            <p:cNvPr id="14577"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4578"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14579"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14580" name="AutoShape 244"/>
          <p:cNvCxnSpPr>
            <a:cxnSpLocks noChangeShapeType="1"/>
            <a:stCxn id="14578" idx="3"/>
            <a:endCxn id="14579"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81" name="AutoShape 245"/>
          <p:cNvCxnSpPr>
            <a:cxnSpLocks noChangeShapeType="1"/>
            <a:stCxn id="14578" idx="5"/>
            <a:endCxn id="14595" idx="0"/>
          </p:cNvCxnSpPr>
          <p:nvPr/>
        </p:nvCxnSpPr>
        <p:spPr bwMode="auto">
          <a:xfrm>
            <a:off x="5881688" y="4129088"/>
            <a:ext cx="328612" cy="4524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595" name="Oval 259"/>
          <p:cNvSpPr>
            <a:spLocks noChangeArrowheads="1"/>
          </p:cNvSpPr>
          <p:nvPr/>
        </p:nvSpPr>
        <p:spPr bwMode="auto">
          <a:xfrm>
            <a:off x="5867400" y="4581525"/>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554"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06"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14"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22"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30"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38"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46"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54"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62"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70"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78"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86"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694"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702"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710"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718"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726"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734"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3742"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3750"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1"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2"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3"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4"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5"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6"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7"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8"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59"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60"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61"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62"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63"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64"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65"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66"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67"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3768" name="Group 216"/>
          <p:cNvGrpSpPr>
            <a:grpSpLocks/>
          </p:cNvGrpSpPr>
          <p:nvPr/>
        </p:nvGrpSpPr>
        <p:grpSpPr bwMode="auto">
          <a:xfrm>
            <a:off x="6172200" y="533400"/>
            <a:ext cx="762000" cy="762000"/>
            <a:chOff x="4176" y="672"/>
            <a:chExt cx="480" cy="480"/>
          </a:xfrm>
        </p:grpSpPr>
        <p:sp>
          <p:nvSpPr>
            <p:cNvPr id="23769"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3770"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3771"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3772" name="AutoShape 220"/>
          <p:cNvCxnSpPr>
            <a:cxnSpLocks noChangeShapeType="1"/>
            <a:stCxn id="23770" idx="3"/>
            <a:endCxn id="23775"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73" name="AutoShape 221"/>
          <p:cNvCxnSpPr>
            <a:cxnSpLocks noChangeShapeType="1"/>
            <a:stCxn id="23770" idx="5"/>
            <a:endCxn id="23771"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3774" name="Group 222"/>
          <p:cNvGrpSpPr>
            <a:grpSpLocks/>
          </p:cNvGrpSpPr>
          <p:nvPr/>
        </p:nvGrpSpPr>
        <p:grpSpPr bwMode="auto">
          <a:xfrm>
            <a:off x="4724400" y="1447800"/>
            <a:ext cx="762000" cy="762000"/>
            <a:chOff x="4176" y="672"/>
            <a:chExt cx="480" cy="480"/>
          </a:xfrm>
        </p:grpSpPr>
        <p:sp>
          <p:nvSpPr>
            <p:cNvPr id="23775"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3776"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3777"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3778"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3779" name="AutoShape 227"/>
          <p:cNvCxnSpPr>
            <a:cxnSpLocks noChangeShapeType="1"/>
            <a:stCxn id="23776" idx="3"/>
            <a:endCxn id="23777"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80" name="AutoShape 228"/>
          <p:cNvCxnSpPr>
            <a:cxnSpLocks noChangeShapeType="1"/>
            <a:stCxn id="23776" idx="4"/>
            <a:endCxn id="23786"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81" name="AutoShape 229"/>
          <p:cNvCxnSpPr>
            <a:cxnSpLocks noChangeShapeType="1"/>
            <a:stCxn id="23775" idx="5"/>
            <a:endCxn id="23778"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782"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3783"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3784" name="Group 232"/>
          <p:cNvGrpSpPr>
            <a:grpSpLocks/>
          </p:cNvGrpSpPr>
          <p:nvPr/>
        </p:nvGrpSpPr>
        <p:grpSpPr bwMode="auto">
          <a:xfrm>
            <a:off x="4724400" y="2514600"/>
            <a:ext cx="762000" cy="762000"/>
            <a:chOff x="4176" y="672"/>
            <a:chExt cx="480" cy="480"/>
          </a:xfrm>
        </p:grpSpPr>
        <p:sp>
          <p:nvSpPr>
            <p:cNvPr id="23785"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3786"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23787"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23788" name="AutoShape 236"/>
          <p:cNvCxnSpPr>
            <a:cxnSpLocks noChangeShapeType="1"/>
            <a:stCxn id="23786" idx="3"/>
            <a:endCxn id="23787"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89" name="AutoShape 237"/>
          <p:cNvCxnSpPr>
            <a:cxnSpLocks noChangeShapeType="1"/>
            <a:stCxn id="23786" idx="5"/>
            <a:endCxn id="23794"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790"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3791"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3792" name="Group 240"/>
          <p:cNvGrpSpPr>
            <a:grpSpLocks/>
          </p:cNvGrpSpPr>
          <p:nvPr/>
        </p:nvGrpSpPr>
        <p:grpSpPr bwMode="auto">
          <a:xfrm>
            <a:off x="5257800" y="3505200"/>
            <a:ext cx="762000" cy="762000"/>
            <a:chOff x="4176" y="672"/>
            <a:chExt cx="480" cy="480"/>
          </a:xfrm>
        </p:grpSpPr>
        <p:sp>
          <p:nvSpPr>
            <p:cNvPr id="23793"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3794"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23795"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23796" name="AutoShape 244"/>
          <p:cNvCxnSpPr>
            <a:cxnSpLocks noChangeShapeType="1"/>
            <a:stCxn id="23794" idx="3"/>
            <a:endCxn id="23795"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97" name="AutoShape 245"/>
          <p:cNvCxnSpPr>
            <a:cxnSpLocks noChangeShapeType="1"/>
            <a:stCxn id="23794" idx="5"/>
            <a:endCxn id="23798" idx="0"/>
          </p:cNvCxnSpPr>
          <p:nvPr/>
        </p:nvCxnSpPr>
        <p:spPr bwMode="auto">
          <a:xfrm>
            <a:off x="5881688" y="4129088"/>
            <a:ext cx="328612" cy="4524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798" name="Oval 246"/>
          <p:cNvSpPr>
            <a:spLocks noChangeArrowheads="1"/>
          </p:cNvSpPr>
          <p:nvPr/>
        </p:nvSpPr>
        <p:spPr bwMode="auto">
          <a:xfrm>
            <a:off x="5867400" y="4581525"/>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nvGrpSpPr>
          <p:cNvPr id="23799" name="Group 247"/>
          <p:cNvGrpSpPr>
            <a:grpSpLocks/>
          </p:cNvGrpSpPr>
          <p:nvPr/>
        </p:nvGrpSpPr>
        <p:grpSpPr bwMode="auto">
          <a:xfrm>
            <a:off x="4521200" y="4459288"/>
            <a:ext cx="914400" cy="914400"/>
            <a:chOff x="2448" y="1488"/>
            <a:chExt cx="576" cy="576"/>
          </a:xfrm>
        </p:grpSpPr>
        <p:sp>
          <p:nvSpPr>
            <p:cNvPr id="23800" name="Line 248"/>
            <p:cNvSpPr>
              <a:spLocks noChangeShapeType="1"/>
            </p:cNvSpPr>
            <p:nvPr/>
          </p:nvSpPr>
          <p:spPr bwMode="auto">
            <a:xfrm>
              <a:off x="2592" y="1488"/>
              <a:ext cx="336" cy="57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3801" name="Line 249"/>
            <p:cNvSpPr>
              <a:spLocks noChangeShapeType="1"/>
            </p:cNvSpPr>
            <p:nvPr/>
          </p:nvSpPr>
          <p:spPr bwMode="auto">
            <a:xfrm flipV="1">
              <a:off x="2448" y="1488"/>
              <a:ext cx="576" cy="57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362"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14"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22"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30"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38"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46"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54"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62"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70"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78"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86"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494"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502"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510"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518"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526"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534"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542"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5550"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15558"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59"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0"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1"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2"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3"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4"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5"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6"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7"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8"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69"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70"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71"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72"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73"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74"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75"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5576" name="Group 216"/>
          <p:cNvGrpSpPr>
            <a:grpSpLocks/>
          </p:cNvGrpSpPr>
          <p:nvPr/>
        </p:nvGrpSpPr>
        <p:grpSpPr bwMode="auto">
          <a:xfrm>
            <a:off x="6172200" y="533400"/>
            <a:ext cx="762000" cy="762000"/>
            <a:chOff x="4176" y="672"/>
            <a:chExt cx="480" cy="480"/>
          </a:xfrm>
        </p:grpSpPr>
        <p:sp>
          <p:nvSpPr>
            <p:cNvPr id="15577"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5578"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15579"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15580" name="AutoShape 220"/>
          <p:cNvCxnSpPr>
            <a:cxnSpLocks noChangeShapeType="1"/>
            <a:stCxn id="15578" idx="3"/>
            <a:endCxn id="15583"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81" name="AutoShape 221"/>
          <p:cNvCxnSpPr>
            <a:cxnSpLocks noChangeShapeType="1"/>
            <a:stCxn id="15578" idx="5"/>
            <a:endCxn id="15579"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5582" name="Group 222"/>
          <p:cNvGrpSpPr>
            <a:grpSpLocks/>
          </p:cNvGrpSpPr>
          <p:nvPr/>
        </p:nvGrpSpPr>
        <p:grpSpPr bwMode="auto">
          <a:xfrm>
            <a:off x="4724400" y="1447800"/>
            <a:ext cx="762000" cy="762000"/>
            <a:chOff x="4176" y="672"/>
            <a:chExt cx="480" cy="480"/>
          </a:xfrm>
        </p:grpSpPr>
        <p:sp>
          <p:nvSpPr>
            <p:cNvPr id="15583"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5584"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15585"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15586"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15587" name="AutoShape 227"/>
          <p:cNvCxnSpPr>
            <a:cxnSpLocks noChangeShapeType="1"/>
            <a:stCxn id="15584" idx="3"/>
            <a:endCxn id="15585"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88" name="AutoShape 228"/>
          <p:cNvCxnSpPr>
            <a:cxnSpLocks noChangeShapeType="1"/>
            <a:stCxn id="15584" idx="4"/>
            <a:endCxn id="15594"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89" name="AutoShape 229"/>
          <p:cNvCxnSpPr>
            <a:cxnSpLocks noChangeShapeType="1"/>
            <a:stCxn id="15583" idx="5"/>
            <a:endCxn id="15586"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590"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5591"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5592" name="Group 232"/>
          <p:cNvGrpSpPr>
            <a:grpSpLocks/>
          </p:cNvGrpSpPr>
          <p:nvPr/>
        </p:nvGrpSpPr>
        <p:grpSpPr bwMode="auto">
          <a:xfrm>
            <a:off x="4724400" y="2514600"/>
            <a:ext cx="762000" cy="762000"/>
            <a:chOff x="4176" y="672"/>
            <a:chExt cx="480" cy="480"/>
          </a:xfrm>
        </p:grpSpPr>
        <p:sp>
          <p:nvSpPr>
            <p:cNvPr id="15593"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5594"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15595"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15596" name="AutoShape 236"/>
          <p:cNvCxnSpPr>
            <a:cxnSpLocks noChangeShapeType="1"/>
            <a:stCxn id="15594" idx="3"/>
            <a:endCxn id="15595"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97" name="AutoShape 237"/>
          <p:cNvCxnSpPr>
            <a:cxnSpLocks noChangeShapeType="1"/>
            <a:stCxn id="15594" idx="5"/>
            <a:endCxn id="15602"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598"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5599"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5600" name="Group 240"/>
          <p:cNvGrpSpPr>
            <a:grpSpLocks/>
          </p:cNvGrpSpPr>
          <p:nvPr/>
        </p:nvGrpSpPr>
        <p:grpSpPr bwMode="auto">
          <a:xfrm>
            <a:off x="5257800" y="3505200"/>
            <a:ext cx="762000" cy="762000"/>
            <a:chOff x="4176" y="672"/>
            <a:chExt cx="480" cy="480"/>
          </a:xfrm>
        </p:grpSpPr>
        <p:sp>
          <p:nvSpPr>
            <p:cNvPr id="15601"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5602"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15603"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15604" name="AutoShape 244"/>
          <p:cNvCxnSpPr>
            <a:cxnSpLocks noChangeShapeType="1"/>
            <a:stCxn id="15602" idx="3"/>
            <a:endCxn id="15603"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605" name="AutoShape 245"/>
          <p:cNvCxnSpPr>
            <a:cxnSpLocks noChangeShapeType="1"/>
            <a:stCxn id="15602" idx="5"/>
            <a:endCxn id="15610"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606"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5607"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5608" name="Group 248"/>
          <p:cNvGrpSpPr>
            <a:grpSpLocks/>
          </p:cNvGrpSpPr>
          <p:nvPr/>
        </p:nvGrpSpPr>
        <p:grpSpPr bwMode="auto">
          <a:xfrm>
            <a:off x="5791200" y="4419600"/>
            <a:ext cx="762000" cy="762000"/>
            <a:chOff x="4176" y="672"/>
            <a:chExt cx="480" cy="480"/>
          </a:xfrm>
        </p:grpSpPr>
        <p:sp>
          <p:nvSpPr>
            <p:cNvPr id="15609"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5610"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386"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438"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446"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454"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462"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470"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478"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486"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494"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02"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10"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18"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26"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34"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42"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50"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58"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66"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6574"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16582"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83"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84"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85"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86"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87"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88"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89"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0"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1"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2"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3"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4"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5"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6"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7"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8"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99"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6600" name="Group 216"/>
          <p:cNvGrpSpPr>
            <a:grpSpLocks/>
          </p:cNvGrpSpPr>
          <p:nvPr/>
        </p:nvGrpSpPr>
        <p:grpSpPr bwMode="auto">
          <a:xfrm>
            <a:off x="6172200" y="533400"/>
            <a:ext cx="762000" cy="762000"/>
            <a:chOff x="4176" y="672"/>
            <a:chExt cx="480" cy="480"/>
          </a:xfrm>
        </p:grpSpPr>
        <p:sp>
          <p:nvSpPr>
            <p:cNvPr id="16601"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6602"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16603"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16604" name="AutoShape 220"/>
          <p:cNvCxnSpPr>
            <a:cxnSpLocks noChangeShapeType="1"/>
            <a:stCxn id="16602" idx="3"/>
            <a:endCxn id="16607"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05" name="AutoShape 221"/>
          <p:cNvCxnSpPr>
            <a:cxnSpLocks noChangeShapeType="1"/>
            <a:stCxn id="16602" idx="5"/>
            <a:endCxn id="16603"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6606" name="Group 222"/>
          <p:cNvGrpSpPr>
            <a:grpSpLocks/>
          </p:cNvGrpSpPr>
          <p:nvPr/>
        </p:nvGrpSpPr>
        <p:grpSpPr bwMode="auto">
          <a:xfrm>
            <a:off x="4724400" y="1447800"/>
            <a:ext cx="762000" cy="762000"/>
            <a:chOff x="4176" y="672"/>
            <a:chExt cx="480" cy="480"/>
          </a:xfrm>
        </p:grpSpPr>
        <p:sp>
          <p:nvSpPr>
            <p:cNvPr id="16607"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6608"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16609"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16610"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16611" name="AutoShape 227"/>
          <p:cNvCxnSpPr>
            <a:cxnSpLocks noChangeShapeType="1"/>
            <a:stCxn id="16608" idx="3"/>
            <a:endCxn id="16609"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12" name="AutoShape 228"/>
          <p:cNvCxnSpPr>
            <a:cxnSpLocks noChangeShapeType="1"/>
            <a:stCxn id="16608" idx="4"/>
            <a:endCxn id="16618"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13" name="AutoShape 229"/>
          <p:cNvCxnSpPr>
            <a:cxnSpLocks noChangeShapeType="1"/>
            <a:stCxn id="16607" idx="5"/>
            <a:endCxn id="16610"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614"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6615"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6616" name="Group 232"/>
          <p:cNvGrpSpPr>
            <a:grpSpLocks/>
          </p:cNvGrpSpPr>
          <p:nvPr/>
        </p:nvGrpSpPr>
        <p:grpSpPr bwMode="auto">
          <a:xfrm>
            <a:off x="4724400" y="2514600"/>
            <a:ext cx="762000" cy="762000"/>
            <a:chOff x="4176" y="672"/>
            <a:chExt cx="480" cy="480"/>
          </a:xfrm>
        </p:grpSpPr>
        <p:sp>
          <p:nvSpPr>
            <p:cNvPr id="16617"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6618"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16619"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16620" name="AutoShape 236"/>
          <p:cNvCxnSpPr>
            <a:cxnSpLocks noChangeShapeType="1"/>
            <a:stCxn id="16618" idx="3"/>
            <a:endCxn id="16619"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21" name="AutoShape 237"/>
          <p:cNvCxnSpPr>
            <a:cxnSpLocks noChangeShapeType="1"/>
            <a:stCxn id="16618" idx="5"/>
            <a:endCxn id="16626"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622"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6623"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6624" name="Group 240"/>
          <p:cNvGrpSpPr>
            <a:grpSpLocks/>
          </p:cNvGrpSpPr>
          <p:nvPr/>
        </p:nvGrpSpPr>
        <p:grpSpPr bwMode="auto">
          <a:xfrm>
            <a:off x="5257800" y="3505200"/>
            <a:ext cx="762000" cy="762000"/>
            <a:chOff x="4176" y="672"/>
            <a:chExt cx="480" cy="480"/>
          </a:xfrm>
        </p:grpSpPr>
        <p:sp>
          <p:nvSpPr>
            <p:cNvPr id="16625"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6626"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16627"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16628" name="AutoShape 244"/>
          <p:cNvCxnSpPr>
            <a:cxnSpLocks noChangeShapeType="1"/>
            <a:stCxn id="16626" idx="3"/>
            <a:endCxn id="16627"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29" name="AutoShape 245"/>
          <p:cNvCxnSpPr>
            <a:cxnSpLocks noChangeShapeType="1"/>
            <a:stCxn id="16626" idx="5"/>
            <a:endCxn id="16634"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630"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6631"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6632" name="Group 248"/>
          <p:cNvGrpSpPr>
            <a:grpSpLocks/>
          </p:cNvGrpSpPr>
          <p:nvPr/>
        </p:nvGrpSpPr>
        <p:grpSpPr bwMode="auto">
          <a:xfrm>
            <a:off x="5791200" y="4419600"/>
            <a:ext cx="762000" cy="762000"/>
            <a:chOff x="4176" y="672"/>
            <a:chExt cx="480" cy="480"/>
          </a:xfrm>
        </p:grpSpPr>
        <p:sp>
          <p:nvSpPr>
            <p:cNvPr id="16633"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6634"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16635"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16636"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16637" name="AutoShape 253"/>
          <p:cNvCxnSpPr>
            <a:cxnSpLocks noChangeShapeType="1"/>
            <a:stCxn id="16634" idx="3"/>
            <a:endCxn id="16635"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38" name="AutoShape 254"/>
          <p:cNvCxnSpPr>
            <a:cxnSpLocks noChangeShapeType="1"/>
            <a:stCxn id="16634" idx="5"/>
            <a:endCxn id="16636"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41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46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47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47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48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49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0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1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1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2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3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4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5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5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6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7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8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9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759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1760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0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0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0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1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2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2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2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2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7624" name="Group 216"/>
          <p:cNvGrpSpPr>
            <a:grpSpLocks/>
          </p:cNvGrpSpPr>
          <p:nvPr/>
        </p:nvGrpSpPr>
        <p:grpSpPr bwMode="auto">
          <a:xfrm>
            <a:off x="6172200" y="533400"/>
            <a:ext cx="762000" cy="762000"/>
            <a:chOff x="4176" y="672"/>
            <a:chExt cx="480" cy="480"/>
          </a:xfrm>
        </p:grpSpPr>
        <p:sp>
          <p:nvSpPr>
            <p:cNvPr id="1762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762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17627"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17628" name="AutoShape 220"/>
          <p:cNvCxnSpPr>
            <a:cxnSpLocks noChangeShapeType="1"/>
            <a:stCxn id="17626" idx="3"/>
            <a:endCxn id="17631"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29" name="AutoShape 221"/>
          <p:cNvCxnSpPr>
            <a:cxnSpLocks noChangeShapeType="1"/>
            <a:stCxn id="17626" idx="5"/>
            <a:endCxn id="17627"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7630" name="Group 222"/>
          <p:cNvGrpSpPr>
            <a:grpSpLocks/>
          </p:cNvGrpSpPr>
          <p:nvPr/>
        </p:nvGrpSpPr>
        <p:grpSpPr bwMode="auto">
          <a:xfrm>
            <a:off x="4724400" y="1447800"/>
            <a:ext cx="762000" cy="762000"/>
            <a:chOff x="4176" y="672"/>
            <a:chExt cx="480" cy="480"/>
          </a:xfrm>
        </p:grpSpPr>
        <p:sp>
          <p:nvSpPr>
            <p:cNvPr id="17631"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7632"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17633"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17634"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17635" name="AutoShape 227"/>
          <p:cNvCxnSpPr>
            <a:cxnSpLocks noChangeShapeType="1"/>
            <a:stCxn id="17632" idx="3"/>
            <a:endCxn id="17633"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36" name="AutoShape 228"/>
          <p:cNvCxnSpPr>
            <a:cxnSpLocks noChangeShapeType="1"/>
            <a:stCxn id="17632" idx="4"/>
            <a:endCxn id="17642"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37" name="AutoShape 229"/>
          <p:cNvCxnSpPr>
            <a:cxnSpLocks noChangeShapeType="1"/>
            <a:stCxn id="17631" idx="5"/>
            <a:endCxn id="17634"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638"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7639"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7640" name="Group 232"/>
          <p:cNvGrpSpPr>
            <a:grpSpLocks/>
          </p:cNvGrpSpPr>
          <p:nvPr/>
        </p:nvGrpSpPr>
        <p:grpSpPr bwMode="auto">
          <a:xfrm>
            <a:off x="4724400" y="2514600"/>
            <a:ext cx="762000" cy="762000"/>
            <a:chOff x="4176" y="672"/>
            <a:chExt cx="480" cy="480"/>
          </a:xfrm>
        </p:grpSpPr>
        <p:sp>
          <p:nvSpPr>
            <p:cNvPr id="17641"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7642"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17643"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17644" name="AutoShape 236"/>
          <p:cNvCxnSpPr>
            <a:cxnSpLocks noChangeShapeType="1"/>
            <a:stCxn id="17642" idx="3"/>
            <a:endCxn id="17643"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45" name="AutoShape 237"/>
          <p:cNvCxnSpPr>
            <a:cxnSpLocks noChangeShapeType="1"/>
            <a:stCxn id="17642" idx="5"/>
            <a:endCxn id="17650"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646"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7647"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7648" name="Group 240"/>
          <p:cNvGrpSpPr>
            <a:grpSpLocks/>
          </p:cNvGrpSpPr>
          <p:nvPr/>
        </p:nvGrpSpPr>
        <p:grpSpPr bwMode="auto">
          <a:xfrm>
            <a:off x="5257800" y="3505200"/>
            <a:ext cx="762000" cy="762000"/>
            <a:chOff x="4176" y="672"/>
            <a:chExt cx="480" cy="480"/>
          </a:xfrm>
        </p:grpSpPr>
        <p:sp>
          <p:nvSpPr>
            <p:cNvPr id="17649"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7650"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17651"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17652" name="AutoShape 244"/>
          <p:cNvCxnSpPr>
            <a:cxnSpLocks noChangeShapeType="1"/>
            <a:stCxn id="17650" idx="3"/>
            <a:endCxn id="17651"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53" name="AutoShape 245"/>
          <p:cNvCxnSpPr>
            <a:cxnSpLocks noChangeShapeType="1"/>
            <a:stCxn id="17650" idx="5"/>
            <a:endCxn id="17658"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654"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7655"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17656" name="Group 248"/>
          <p:cNvGrpSpPr>
            <a:grpSpLocks/>
          </p:cNvGrpSpPr>
          <p:nvPr/>
        </p:nvGrpSpPr>
        <p:grpSpPr bwMode="auto">
          <a:xfrm>
            <a:off x="5791200" y="4419600"/>
            <a:ext cx="762000" cy="762000"/>
            <a:chOff x="4176" y="672"/>
            <a:chExt cx="480" cy="480"/>
          </a:xfrm>
        </p:grpSpPr>
        <p:sp>
          <p:nvSpPr>
            <p:cNvPr id="17657"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17658"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17659"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17660"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17661" name="AutoShape 253"/>
          <p:cNvCxnSpPr>
            <a:cxnSpLocks noChangeShapeType="1"/>
            <a:stCxn id="17658" idx="3"/>
            <a:endCxn id="17659"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62" name="AutoShape 254"/>
          <p:cNvCxnSpPr>
            <a:cxnSpLocks noChangeShapeType="1"/>
            <a:stCxn id="17658" idx="5"/>
            <a:endCxn id="17660"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663"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17664"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78"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30"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38"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46"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54"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62"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70"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78"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86"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694"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02"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10"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18"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26"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34"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42"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50"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58"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4766"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4774"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75"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76"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77"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78"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79"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0"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1"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2"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3"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4"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5"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6"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7"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8"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89"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90"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91"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4792" name="Group 216"/>
          <p:cNvGrpSpPr>
            <a:grpSpLocks/>
          </p:cNvGrpSpPr>
          <p:nvPr/>
        </p:nvGrpSpPr>
        <p:grpSpPr bwMode="auto">
          <a:xfrm>
            <a:off x="6172200" y="533400"/>
            <a:ext cx="762000" cy="762000"/>
            <a:chOff x="4176" y="672"/>
            <a:chExt cx="480" cy="480"/>
          </a:xfrm>
        </p:grpSpPr>
        <p:sp>
          <p:nvSpPr>
            <p:cNvPr id="24793"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4794"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4795"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4796" name="AutoShape 220"/>
          <p:cNvCxnSpPr>
            <a:cxnSpLocks noChangeShapeType="1"/>
            <a:stCxn id="24794" idx="3"/>
            <a:endCxn id="24799"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797" name="AutoShape 221"/>
          <p:cNvCxnSpPr>
            <a:cxnSpLocks noChangeShapeType="1"/>
            <a:stCxn id="24794" idx="5"/>
            <a:endCxn id="24795"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4798" name="Group 222"/>
          <p:cNvGrpSpPr>
            <a:grpSpLocks/>
          </p:cNvGrpSpPr>
          <p:nvPr/>
        </p:nvGrpSpPr>
        <p:grpSpPr bwMode="auto">
          <a:xfrm>
            <a:off x="4724400" y="1447800"/>
            <a:ext cx="762000" cy="762000"/>
            <a:chOff x="4176" y="672"/>
            <a:chExt cx="480" cy="480"/>
          </a:xfrm>
        </p:grpSpPr>
        <p:sp>
          <p:nvSpPr>
            <p:cNvPr id="24799"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4800"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4801"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4802"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4803" name="AutoShape 227"/>
          <p:cNvCxnSpPr>
            <a:cxnSpLocks noChangeShapeType="1"/>
            <a:stCxn id="24800" idx="3"/>
            <a:endCxn id="24801"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804" name="AutoShape 228"/>
          <p:cNvCxnSpPr>
            <a:cxnSpLocks noChangeShapeType="1"/>
            <a:stCxn id="24800" idx="4"/>
            <a:endCxn id="24810"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805" name="AutoShape 229"/>
          <p:cNvCxnSpPr>
            <a:cxnSpLocks noChangeShapeType="1"/>
            <a:stCxn id="24799" idx="5"/>
            <a:endCxn id="24802"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806"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4807"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4808" name="Group 232"/>
          <p:cNvGrpSpPr>
            <a:grpSpLocks/>
          </p:cNvGrpSpPr>
          <p:nvPr/>
        </p:nvGrpSpPr>
        <p:grpSpPr bwMode="auto">
          <a:xfrm>
            <a:off x="4724400" y="2514600"/>
            <a:ext cx="762000" cy="762000"/>
            <a:chOff x="4176" y="672"/>
            <a:chExt cx="480" cy="480"/>
          </a:xfrm>
        </p:grpSpPr>
        <p:sp>
          <p:nvSpPr>
            <p:cNvPr id="24809"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4810"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24811"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24812" name="AutoShape 236"/>
          <p:cNvCxnSpPr>
            <a:cxnSpLocks noChangeShapeType="1"/>
            <a:stCxn id="24810" idx="3"/>
            <a:endCxn id="24811"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813" name="AutoShape 237"/>
          <p:cNvCxnSpPr>
            <a:cxnSpLocks noChangeShapeType="1"/>
            <a:stCxn id="24810" idx="5"/>
            <a:endCxn id="24818"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814"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4815"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4816" name="Group 240"/>
          <p:cNvGrpSpPr>
            <a:grpSpLocks/>
          </p:cNvGrpSpPr>
          <p:nvPr/>
        </p:nvGrpSpPr>
        <p:grpSpPr bwMode="auto">
          <a:xfrm>
            <a:off x="5257800" y="3505200"/>
            <a:ext cx="762000" cy="762000"/>
            <a:chOff x="4176" y="672"/>
            <a:chExt cx="480" cy="480"/>
          </a:xfrm>
        </p:grpSpPr>
        <p:sp>
          <p:nvSpPr>
            <p:cNvPr id="24817"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4818"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24819"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24820" name="AutoShape 244"/>
          <p:cNvCxnSpPr>
            <a:cxnSpLocks noChangeShapeType="1"/>
            <a:stCxn id="24818" idx="3"/>
            <a:endCxn id="24819"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821" name="AutoShape 245"/>
          <p:cNvCxnSpPr>
            <a:cxnSpLocks noChangeShapeType="1"/>
            <a:stCxn id="24818" idx="5"/>
            <a:endCxn id="24826"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822"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4823"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4824" name="Group 248"/>
          <p:cNvGrpSpPr>
            <a:grpSpLocks/>
          </p:cNvGrpSpPr>
          <p:nvPr/>
        </p:nvGrpSpPr>
        <p:grpSpPr bwMode="auto">
          <a:xfrm>
            <a:off x="5791200" y="4419600"/>
            <a:ext cx="762000" cy="762000"/>
            <a:chOff x="4176" y="672"/>
            <a:chExt cx="480" cy="480"/>
          </a:xfrm>
        </p:grpSpPr>
        <p:sp>
          <p:nvSpPr>
            <p:cNvPr id="24825"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4826"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24827"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24828"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24829" name="AutoShape 253"/>
          <p:cNvCxnSpPr>
            <a:cxnSpLocks noChangeShapeType="1"/>
            <a:stCxn id="24826" idx="3"/>
            <a:endCxn id="24827"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830" name="AutoShape 254"/>
          <p:cNvCxnSpPr>
            <a:cxnSpLocks noChangeShapeType="1"/>
            <a:stCxn id="24826" idx="5"/>
            <a:endCxn id="24828"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831"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4832"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4833"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4834" name="Line 258"/>
          <p:cNvSpPr>
            <a:spLocks noChangeShapeType="1"/>
          </p:cNvSpPr>
          <p:nvPr/>
        </p:nvSpPr>
        <p:spPr bwMode="auto">
          <a:xfrm>
            <a:off x="6400800" y="54864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602"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654"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662"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670"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678"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686"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694"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02"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10"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18"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26"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34"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42"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50"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58"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66"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74"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82"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5790"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5798"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799"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0"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1"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2"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3"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4"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5"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6"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7"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8"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09"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10"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11"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12"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13"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14"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15"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5816" name="Group 216"/>
          <p:cNvGrpSpPr>
            <a:grpSpLocks/>
          </p:cNvGrpSpPr>
          <p:nvPr/>
        </p:nvGrpSpPr>
        <p:grpSpPr bwMode="auto">
          <a:xfrm>
            <a:off x="6172200" y="533400"/>
            <a:ext cx="762000" cy="762000"/>
            <a:chOff x="4176" y="672"/>
            <a:chExt cx="480" cy="480"/>
          </a:xfrm>
        </p:grpSpPr>
        <p:sp>
          <p:nvSpPr>
            <p:cNvPr id="25817"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5818"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5819"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5820" name="AutoShape 220"/>
          <p:cNvCxnSpPr>
            <a:cxnSpLocks noChangeShapeType="1"/>
            <a:stCxn id="25818" idx="3"/>
            <a:endCxn id="25823"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21" name="AutoShape 221"/>
          <p:cNvCxnSpPr>
            <a:cxnSpLocks noChangeShapeType="1"/>
            <a:stCxn id="25818" idx="5"/>
            <a:endCxn id="25819"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5822" name="Group 222"/>
          <p:cNvGrpSpPr>
            <a:grpSpLocks/>
          </p:cNvGrpSpPr>
          <p:nvPr/>
        </p:nvGrpSpPr>
        <p:grpSpPr bwMode="auto">
          <a:xfrm>
            <a:off x="4724400" y="1447800"/>
            <a:ext cx="762000" cy="762000"/>
            <a:chOff x="4176" y="672"/>
            <a:chExt cx="480" cy="480"/>
          </a:xfrm>
        </p:grpSpPr>
        <p:sp>
          <p:nvSpPr>
            <p:cNvPr id="25823"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5824"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5825"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5826"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5827" name="AutoShape 227"/>
          <p:cNvCxnSpPr>
            <a:cxnSpLocks noChangeShapeType="1"/>
            <a:stCxn id="25824" idx="3"/>
            <a:endCxn id="25825"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28" name="AutoShape 228"/>
          <p:cNvCxnSpPr>
            <a:cxnSpLocks noChangeShapeType="1"/>
            <a:stCxn id="25824" idx="4"/>
            <a:endCxn id="25834"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29" name="AutoShape 229"/>
          <p:cNvCxnSpPr>
            <a:cxnSpLocks noChangeShapeType="1"/>
            <a:stCxn id="25823" idx="5"/>
            <a:endCxn id="25826"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30"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5831"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5832" name="Group 232"/>
          <p:cNvGrpSpPr>
            <a:grpSpLocks/>
          </p:cNvGrpSpPr>
          <p:nvPr/>
        </p:nvGrpSpPr>
        <p:grpSpPr bwMode="auto">
          <a:xfrm>
            <a:off x="4724400" y="2514600"/>
            <a:ext cx="762000" cy="762000"/>
            <a:chOff x="4176" y="672"/>
            <a:chExt cx="480" cy="480"/>
          </a:xfrm>
        </p:grpSpPr>
        <p:sp>
          <p:nvSpPr>
            <p:cNvPr id="25833"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5834"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25835"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25836" name="AutoShape 236"/>
          <p:cNvCxnSpPr>
            <a:cxnSpLocks noChangeShapeType="1"/>
            <a:stCxn id="25834" idx="3"/>
            <a:endCxn id="25835"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37" name="AutoShape 237"/>
          <p:cNvCxnSpPr>
            <a:cxnSpLocks noChangeShapeType="1"/>
            <a:stCxn id="25834" idx="5"/>
            <a:endCxn id="25842"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38"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5839"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5840" name="Group 240"/>
          <p:cNvGrpSpPr>
            <a:grpSpLocks/>
          </p:cNvGrpSpPr>
          <p:nvPr/>
        </p:nvGrpSpPr>
        <p:grpSpPr bwMode="auto">
          <a:xfrm>
            <a:off x="5257800" y="3505200"/>
            <a:ext cx="762000" cy="762000"/>
            <a:chOff x="4176" y="672"/>
            <a:chExt cx="480" cy="480"/>
          </a:xfrm>
        </p:grpSpPr>
        <p:sp>
          <p:nvSpPr>
            <p:cNvPr id="25841"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5842"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25843"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25844" name="AutoShape 244"/>
          <p:cNvCxnSpPr>
            <a:cxnSpLocks noChangeShapeType="1"/>
            <a:stCxn id="25842" idx="3"/>
            <a:endCxn id="25843"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45" name="AutoShape 245"/>
          <p:cNvCxnSpPr>
            <a:cxnSpLocks noChangeShapeType="1"/>
            <a:stCxn id="25842" idx="5"/>
            <a:endCxn id="25850"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46"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5847"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5848" name="Group 248"/>
          <p:cNvGrpSpPr>
            <a:grpSpLocks/>
          </p:cNvGrpSpPr>
          <p:nvPr/>
        </p:nvGrpSpPr>
        <p:grpSpPr bwMode="auto">
          <a:xfrm>
            <a:off x="5791200" y="4419600"/>
            <a:ext cx="762000" cy="762000"/>
            <a:chOff x="4176" y="672"/>
            <a:chExt cx="480" cy="480"/>
          </a:xfrm>
        </p:grpSpPr>
        <p:sp>
          <p:nvSpPr>
            <p:cNvPr id="25849"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5850"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25851"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25852"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25853" name="AutoShape 253"/>
          <p:cNvCxnSpPr>
            <a:cxnSpLocks noChangeShapeType="1"/>
            <a:stCxn id="25850" idx="3"/>
            <a:endCxn id="25851"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54" name="AutoShape 254"/>
          <p:cNvCxnSpPr>
            <a:cxnSpLocks noChangeShapeType="1"/>
            <a:stCxn id="25850" idx="5"/>
            <a:endCxn id="25852"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55"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5856"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5857" name="Line 257"/>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cxnSp>
        <p:nvCxnSpPr>
          <p:cNvPr id="25858" name="AutoShape 258"/>
          <p:cNvCxnSpPr>
            <a:cxnSpLocks noChangeShapeType="1"/>
            <a:stCxn id="25852" idx="6"/>
            <a:endCxn id="25849" idx="6"/>
          </p:cNvCxnSpPr>
          <p:nvPr/>
        </p:nvCxnSpPr>
        <p:spPr bwMode="auto">
          <a:xfrm flipH="1" flipV="1">
            <a:off x="6553200" y="4800600"/>
            <a:ext cx="533400" cy="1028700"/>
          </a:xfrm>
          <a:prstGeom prst="curvedConnector3">
            <a:avLst>
              <a:gd name="adj1" fmla="val -42856"/>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59" name="Line 259"/>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626"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678"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686"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694"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02"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10"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18"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26"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34"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42"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50"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58"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66"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74"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82"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90"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798"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806"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6814"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6822"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23"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24"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25"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26"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27"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28"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29"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0"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1"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2"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3"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4"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5"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6"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7"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8"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39"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6840" name="Group 216"/>
          <p:cNvGrpSpPr>
            <a:grpSpLocks/>
          </p:cNvGrpSpPr>
          <p:nvPr/>
        </p:nvGrpSpPr>
        <p:grpSpPr bwMode="auto">
          <a:xfrm>
            <a:off x="6172200" y="533400"/>
            <a:ext cx="762000" cy="762000"/>
            <a:chOff x="4176" y="672"/>
            <a:chExt cx="480" cy="480"/>
          </a:xfrm>
        </p:grpSpPr>
        <p:sp>
          <p:nvSpPr>
            <p:cNvPr id="26841"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6842"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6843"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6844" name="AutoShape 220"/>
          <p:cNvCxnSpPr>
            <a:cxnSpLocks noChangeShapeType="1"/>
            <a:stCxn id="26842" idx="3"/>
            <a:endCxn id="26847"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45" name="AutoShape 221"/>
          <p:cNvCxnSpPr>
            <a:cxnSpLocks noChangeShapeType="1"/>
            <a:stCxn id="26842" idx="5"/>
            <a:endCxn id="26843"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6846" name="Group 222"/>
          <p:cNvGrpSpPr>
            <a:grpSpLocks/>
          </p:cNvGrpSpPr>
          <p:nvPr/>
        </p:nvGrpSpPr>
        <p:grpSpPr bwMode="auto">
          <a:xfrm>
            <a:off x="4724400" y="1447800"/>
            <a:ext cx="762000" cy="762000"/>
            <a:chOff x="4176" y="672"/>
            <a:chExt cx="480" cy="480"/>
          </a:xfrm>
        </p:grpSpPr>
        <p:sp>
          <p:nvSpPr>
            <p:cNvPr id="26847"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6848"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6849"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6850"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6851" name="AutoShape 227"/>
          <p:cNvCxnSpPr>
            <a:cxnSpLocks noChangeShapeType="1"/>
            <a:stCxn id="26848" idx="3"/>
            <a:endCxn id="26849"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52" name="AutoShape 228"/>
          <p:cNvCxnSpPr>
            <a:cxnSpLocks noChangeShapeType="1"/>
            <a:stCxn id="26848" idx="4"/>
            <a:endCxn id="26858"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53" name="AutoShape 229"/>
          <p:cNvCxnSpPr>
            <a:cxnSpLocks noChangeShapeType="1"/>
            <a:stCxn id="26847" idx="5"/>
            <a:endCxn id="26850"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854"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6855"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6856" name="Group 232"/>
          <p:cNvGrpSpPr>
            <a:grpSpLocks/>
          </p:cNvGrpSpPr>
          <p:nvPr/>
        </p:nvGrpSpPr>
        <p:grpSpPr bwMode="auto">
          <a:xfrm>
            <a:off x="4724400" y="2514600"/>
            <a:ext cx="762000" cy="762000"/>
            <a:chOff x="4176" y="672"/>
            <a:chExt cx="480" cy="480"/>
          </a:xfrm>
        </p:grpSpPr>
        <p:sp>
          <p:nvSpPr>
            <p:cNvPr id="26857"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6858"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26859"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26860" name="AutoShape 236"/>
          <p:cNvCxnSpPr>
            <a:cxnSpLocks noChangeShapeType="1"/>
            <a:stCxn id="26858" idx="3"/>
            <a:endCxn id="26859"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61" name="AutoShape 237"/>
          <p:cNvCxnSpPr>
            <a:cxnSpLocks noChangeShapeType="1"/>
            <a:stCxn id="26858" idx="5"/>
            <a:endCxn id="26866"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862"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6863"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6864" name="Group 240"/>
          <p:cNvGrpSpPr>
            <a:grpSpLocks/>
          </p:cNvGrpSpPr>
          <p:nvPr/>
        </p:nvGrpSpPr>
        <p:grpSpPr bwMode="auto">
          <a:xfrm>
            <a:off x="5257800" y="3505200"/>
            <a:ext cx="762000" cy="762000"/>
            <a:chOff x="4176" y="672"/>
            <a:chExt cx="480" cy="480"/>
          </a:xfrm>
        </p:grpSpPr>
        <p:sp>
          <p:nvSpPr>
            <p:cNvPr id="26865"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6866"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26867"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26868" name="AutoShape 244"/>
          <p:cNvCxnSpPr>
            <a:cxnSpLocks noChangeShapeType="1"/>
            <a:stCxn id="26866" idx="3"/>
            <a:endCxn id="26867"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69" name="AutoShape 245"/>
          <p:cNvCxnSpPr>
            <a:cxnSpLocks noChangeShapeType="1"/>
            <a:stCxn id="26866" idx="5"/>
            <a:endCxn id="26874"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870"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6871"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6872" name="Group 248"/>
          <p:cNvGrpSpPr>
            <a:grpSpLocks/>
          </p:cNvGrpSpPr>
          <p:nvPr/>
        </p:nvGrpSpPr>
        <p:grpSpPr bwMode="auto">
          <a:xfrm>
            <a:off x="5791200" y="4419600"/>
            <a:ext cx="762000" cy="762000"/>
            <a:chOff x="4176" y="672"/>
            <a:chExt cx="480" cy="480"/>
          </a:xfrm>
        </p:grpSpPr>
        <p:sp>
          <p:nvSpPr>
            <p:cNvPr id="26873"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6874"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26875"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26876"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26877" name="AutoShape 253"/>
          <p:cNvCxnSpPr>
            <a:cxnSpLocks noChangeShapeType="1"/>
            <a:stCxn id="26874" idx="3"/>
            <a:endCxn id="26875"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878" name="AutoShape 254"/>
          <p:cNvCxnSpPr>
            <a:cxnSpLocks noChangeShapeType="1"/>
            <a:stCxn id="26874" idx="5"/>
            <a:endCxn id="26876"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879"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6880"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6881" name="Line 257"/>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6882" name="Line 258"/>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cxnSp>
        <p:nvCxnSpPr>
          <p:cNvPr id="26883" name="AutoShape 259"/>
          <p:cNvCxnSpPr>
            <a:cxnSpLocks noChangeShapeType="1"/>
            <a:stCxn id="26874" idx="6"/>
            <a:endCxn id="26865" idx="6"/>
          </p:cNvCxnSpPr>
          <p:nvPr/>
        </p:nvCxnSpPr>
        <p:spPr bwMode="auto">
          <a:xfrm flipH="1" flipV="1">
            <a:off x="6019800" y="3886200"/>
            <a:ext cx="495300" cy="914400"/>
          </a:xfrm>
          <a:prstGeom prst="curvedConnector3">
            <a:avLst>
              <a:gd name="adj1" fmla="val -46153"/>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65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0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1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1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2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3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4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5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5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6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7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8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9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79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80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81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82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83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783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784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4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4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4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5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6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6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6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6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7864" name="Group 216"/>
          <p:cNvGrpSpPr>
            <a:grpSpLocks/>
          </p:cNvGrpSpPr>
          <p:nvPr/>
        </p:nvGrpSpPr>
        <p:grpSpPr bwMode="auto">
          <a:xfrm>
            <a:off x="6172200" y="533400"/>
            <a:ext cx="762000" cy="762000"/>
            <a:chOff x="4176" y="672"/>
            <a:chExt cx="480" cy="480"/>
          </a:xfrm>
        </p:grpSpPr>
        <p:sp>
          <p:nvSpPr>
            <p:cNvPr id="2786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786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7867"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7868" name="AutoShape 220"/>
          <p:cNvCxnSpPr>
            <a:cxnSpLocks noChangeShapeType="1"/>
            <a:stCxn id="27866" idx="3"/>
            <a:endCxn id="27871"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69" name="AutoShape 221"/>
          <p:cNvCxnSpPr>
            <a:cxnSpLocks noChangeShapeType="1"/>
            <a:stCxn id="27866" idx="5"/>
            <a:endCxn id="27867"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7870" name="Group 222"/>
          <p:cNvGrpSpPr>
            <a:grpSpLocks/>
          </p:cNvGrpSpPr>
          <p:nvPr/>
        </p:nvGrpSpPr>
        <p:grpSpPr bwMode="auto">
          <a:xfrm>
            <a:off x="4724400" y="1447800"/>
            <a:ext cx="762000" cy="762000"/>
            <a:chOff x="4176" y="672"/>
            <a:chExt cx="480" cy="480"/>
          </a:xfrm>
        </p:grpSpPr>
        <p:sp>
          <p:nvSpPr>
            <p:cNvPr id="27871"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7872"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7873"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7874"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7875" name="AutoShape 227"/>
          <p:cNvCxnSpPr>
            <a:cxnSpLocks noChangeShapeType="1"/>
            <a:stCxn id="27872" idx="3"/>
            <a:endCxn id="27873"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76" name="AutoShape 228"/>
          <p:cNvCxnSpPr>
            <a:cxnSpLocks noChangeShapeType="1"/>
            <a:stCxn id="27872" idx="4"/>
            <a:endCxn id="27882"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77" name="AutoShape 229"/>
          <p:cNvCxnSpPr>
            <a:cxnSpLocks noChangeShapeType="1"/>
            <a:stCxn id="27871" idx="5"/>
            <a:endCxn id="27874"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878"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7879"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7880" name="Group 232"/>
          <p:cNvGrpSpPr>
            <a:grpSpLocks/>
          </p:cNvGrpSpPr>
          <p:nvPr/>
        </p:nvGrpSpPr>
        <p:grpSpPr bwMode="auto">
          <a:xfrm>
            <a:off x="4724400" y="2514600"/>
            <a:ext cx="762000" cy="762000"/>
            <a:chOff x="4176" y="672"/>
            <a:chExt cx="480" cy="480"/>
          </a:xfrm>
        </p:grpSpPr>
        <p:sp>
          <p:nvSpPr>
            <p:cNvPr id="27881"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7882"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27883"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27884" name="AutoShape 236"/>
          <p:cNvCxnSpPr>
            <a:cxnSpLocks noChangeShapeType="1"/>
            <a:stCxn id="27882" idx="3"/>
            <a:endCxn id="27883"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85" name="AutoShape 237"/>
          <p:cNvCxnSpPr>
            <a:cxnSpLocks noChangeShapeType="1"/>
            <a:stCxn id="27882" idx="5"/>
            <a:endCxn id="27890"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886"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7887"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7888" name="Group 240"/>
          <p:cNvGrpSpPr>
            <a:grpSpLocks/>
          </p:cNvGrpSpPr>
          <p:nvPr/>
        </p:nvGrpSpPr>
        <p:grpSpPr bwMode="auto">
          <a:xfrm>
            <a:off x="5257800" y="3505200"/>
            <a:ext cx="762000" cy="762000"/>
            <a:chOff x="4176" y="672"/>
            <a:chExt cx="480" cy="480"/>
          </a:xfrm>
        </p:grpSpPr>
        <p:sp>
          <p:nvSpPr>
            <p:cNvPr id="27889"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7890"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27891"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27892" name="AutoShape 244"/>
          <p:cNvCxnSpPr>
            <a:cxnSpLocks noChangeShapeType="1"/>
            <a:stCxn id="27890" idx="3"/>
            <a:endCxn id="27891"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93" name="AutoShape 245"/>
          <p:cNvCxnSpPr>
            <a:cxnSpLocks noChangeShapeType="1"/>
            <a:stCxn id="27890" idx="5"/>
            <a:endCxn id="27898"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894"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7895"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7896" name="Group 248"/>
          <p:cNvGrpSpPr>
            <a:grpSpLocks/>
          </p:cNvGrpSpPr>
          <p:nvPr/>
        </p:nvGrpSpPr>
        <p:grpSpPr bwMode="auto">
          <a:xfrm>
            <a:off x="5791200" y="4419600"/>
            <a:ext cx="762000" cy="762000"/>
            <a:chOff x="4176" y="672"/>
            <a:chExt cx="480" cy="480"/>
          </a:xfrm>
        </p:grpSpPr>
        <p:sp>
          <p:nvSpPr>
            <p:cNvPr id="27897"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7898"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27899"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27900"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27901" name="AutoShape 253"/>
          <p:cNvCxnSpPr>
            <a:cxnSpLocks noChangeShapeType="1"/>
            <a:stCxn id="27898" idx="3"/>
            <a:endCxn id="27899"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902" name="AutoShape 254"/>
          <p:cNvCxnSpPr>
            <a:cxnSpLocks noChangeShapeType="1"/>
            <a:stCxn id="27898" idx="5"/>
            <a:endCxn id="27900"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903"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7904"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7905" name="Line 257"/>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7906" name="Line 258"/>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cxnSp>
        <p:nvCxnSpPr>
          <p:cNvPr id="27907" name="AutoShape 259"/>
          <p:cNvCxnSpPr>
            <a:cxnSpLocks noChangeShapeType="1"/>
            <a:stCxn id="27890" idx="6"/>
            <a:endCxn id="27882" idx="6"/>
          </p:cNvCxnSpPr>
          <p:nvPr/>
        </p:nvCxnSpPr>
        <p:spPr bwMode="auto">
          <a:xfrm flipH="1" flipV="1">
            <a:off x="5448300" y="2895600"/>
            <a:ext cx="533400" cy="990600"/>
          </a:xfrm>
          <a:prstGeom prst="curvedConnector3">
            <a:avLst>
              <a:gd name="adj1" fmla="val -37801"/>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674"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26"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34"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42"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50"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58"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66"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74"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82"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90"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798"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806"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814"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822"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830"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838"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846"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854"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8862"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8870"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1"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2"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3"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4"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5"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6"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7"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8"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79"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80"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81"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82"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83"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84"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85"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86"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87"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8888" name="Group 216"/>
          <p:cNvGrpSpPr>
            <a:grpSpLocks/>
          </p:cNvGrpSpPr>
          <p:nvPr/>
        </p:nvGrpSpPr>
        <p:grpSpPr bwMode="auto">
          <a:xfrm>
            <a:off x="6172200" y="533400"/>
            <a:ext cx="762000" cy="762000"/>
            <a:chOff x="4176" y="672"/>
            <a:chExt cx="480" cy="480"/>
          </a:xfrm>
        </p:grpSpPr>
        <p:sp>
          <p:nvSpPr>
            <p:cNvPr id="28889"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8890"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8891"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8892" name="AutoShape 220"/>
          <p:cNvCxnSpPr>
            <a:cxnSpLocks noChangeShapeType="1"/>
            <a:stCxn id="28890" idx="3"/>
            <a:endCxn id="28895"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893" name="AutoShape 221"/>
          <p:cNvCxnSpPr>
            <a:cxnSpLocks noChangeShapeType="1"/>
            <a:stCxn id="28890" idx="5"/>
            <a:endCxn id="28891"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8894" name="Group 222"/>
          <p:cNvGrpSpPr>
            <a:grpSpLocks/>
          </p:cNvGrpSpPr>
          <p:nvPr/>
        </p:nvGrpSpPr>
        <p:grpSpPr bwMode="auto">
          <a:xfrm>
            <a:off x="4724400" y="1447800"/>
            <a:ext cx="762000" cy="762000"/>
            <a:chOff x="4176" y="672"/>
            <a:chExt cx="480" cy="480"/>
          </a:xfrm>
        </p:grpSpPr>
        <p:sp>
          <p:nvSpPr>
            <p:cNvPr id="28895"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8896"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8897"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8898"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8899" name="AutoShape 227"/>
          <p:cNvCxnSpPr>
            <a:cxnSpLocks noChangeShapeType="1"/>
            <a:stCxn id="28896" idx="3"/>
            <a:endCxn id="28897"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00" name="AutoShape 228"/>
          <p:cNvCxnSpPr>
            <a:cxnSpLocks noChangeShapeType="1"/>
            <a:stCxn id="28896" idx="4"/>
            <a:endCxn id="28906"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01" name="AutoShape 229"/>
          <p:cNvCxnSpPr>
            <a:cxnSpLocks noChangeShapeType="1"/>
            <a:stCxn id="28895" idx="5"/>
            <a:endCxn id="28898"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902"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8903"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8904" name="Group 232"/>
          <p:cNvGrpSpPr>
            <a:grpSpLocks/>
          </p:cNvGrpSpPr>
          <p:nvPr/>
        </p:nvGrpSpPr>
        <p:grpSpPr bwMode="auto">
          <a:xfrm>
            <a:off x="4724400" y="2514600"/>
            <a:ext cx="762000" cy="762000"/>
            <a:chOff x="4176" y="672"/>
            <a:chExt cx="480" cy="480"/>
          </a:xfrm>
        </p:grpSpPr>
        <p:sp>
          <p:nvSpPr>
            <p:cNvPr id="28905"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8906"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28907"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28908" name="AutoShape 236"/>
          <p:cNvCxnSpPr>
            <a:cxnSpLocks noChangeShapeType="1"/>
            <a:stCxn id="28906" idx="3"/>
            <a:endCxn id="28907"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09" name="AutoShape 237"/>
          <p:cNvCxnSpPr>
            <a:cxnSpLocks noChangeShapeType="1"/>
            <a:stCxn id="28906" idx="5"/>
            <a:endCxn id="28914"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910"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8911"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8912" name="Group 240"/>
          <p:cNvGrpSpPr>
            <a:grpSpLocks/>
          </p:cNvGrpSpPr>
          <p:nvPr/>
        </p:nvGrpSpPr>
        <p:grpSpPr bwMode="auto">
          <a:xfrm>
            <a:off x="5257800" y="3505200"/>
            <a:ext cx="762000" cy="762000"/>
            <a:chOff x="4176" y="672"/>
            <a:chExt cx="480" cy="480"/>
          </a:xfrm>
        </p:grpSpPr>
        <p:sp>
          <p:nvSpPr>
            <p:cNvPr id="28913"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8914"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28915"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28916" name="AutoShape 244"/>
          <p:cNvCxnSpPr>
            <a:cxnSpLocks noChangeShapeType="1"/>
            <a:stCxn id="28914" idx="3"/>
            <a:endCxn id="28915"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17" name="AutoShape 245"/>
          <p:cNvCxnSpPr>
            <a:cxnSpLocks noChangeShapeType="1"/>
            <a:stCxn id="28914" idx="5"/>
            <a:endCxn id="28922"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918"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8919"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8920" name="Group 248"/>
          <p:cNvGrpSpPr>
            <a:grpSpLocks/>
          </p:cNvGrpSpPr>
          <p:nvPr/>
        </p:nvGrpSpPr>
        <p:grpSpPr bwMode="auto">
          <a:xfrm>
            <a:off x="5791200" y="4419600"/>
            <a:ext cx="762000" cy="762000"/>
            <a:chOff x="4176" y="672"/>
            <a:chExt cx="480" cy="480"/>
          </a:xfrm>
        </p:grpSpPr>
        <p:sp>
          <p:nvSpPr>
            <p:cNvPr id="28921"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8922"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28923"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28924"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28925" name="AutoShape 253"/>
          <p:cNvCxnSpPr>
            <a:cxnSpLocks noChangeShapeType="1"/>
            <a:stCxn id="28922" idx="3"/>
            <a:endCxn id="28923"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26" name="AutoShape 254"/>
          <p:cNvCxnSpPr>
            <a:cxnSpLocks noChangeShapeType="1"/>
            <a:stCxn id="28922" idx="5"/>
            <a:endCxn id="28924"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927"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8928"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8929" name="Line 257"/>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8930" name="Line 258"/>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cxnSp>
        <p:nvCxnSpPr>
          <p:cNvPr id="28931" name="AutoShape 259"/>
          <p:cNvCxnSpPr>
            <a:cxnSpLocks noChangeShapeType="1"/>
            <a:stCxn id="28906" idx="6"/>
            <a:endCxn id="28898" idx="2"/>
          </p:cNvCxnSpPr>
          <p:nvPr/>
        </p:nvCxnSpPr>
        <p:spPr bwMode="auto">
          <a:xfrm flipV="1">
            <a:off x="5448300" y="2781300"/>
            <a:ext cx="190500" cy="114300"/>
          </a:xfrm>
          <a:prstGeom prst="straightConnector1">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698"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750"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758"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766"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774"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782"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790"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798"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06"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14"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22"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30"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38"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46"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54"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62"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70"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78"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29886"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29894"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895"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896"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897"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898"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899"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0"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1"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2"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3"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4"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5"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6"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7"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8"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09"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10"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11"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9912" name="Group 216"/>
          <p:cNvGrpSpPr>
            <a:grpSpLocks/>
          </p:cNvGrpSpPr>
          <p:nvPr/>
        </p:nvGrpSpPr>
        <p:grpSpPr bwMode="auto">
          <a:xfrm>
            <a:off x="6172200" y="533400"/>
            <a:ext cx="762000" cy="762000"/>
            <a:chOff x="4176" y="672"/>
            <a:chExt cx="480" cy="480"/>
          </a:xfrm>
        </p:grpSpPr>
        <p:sp>
          <p:nvSpPr>
            <p:cNvPr id="29913"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9914"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29915" name="Oval 219"/>
          <p:cNvSpPr>
            <a:spLocks noChangeArrowheads="1"/>
          </p:cNvSpPr>
          <p:nvPr/>
        </p:nvSpPr>
        <p:spPr bwMode="auto">
          <a:xfrm>
            <a:off x="7772400"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29916" name="AutoShape 220"/>
          <p:cNvCxnSpPr>
            <a:cxnSpLocks noChangeShapeType="1"/>
            <a:stCxn id="29914" idx="3"/>
            <a:endCxn id="29919"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17" name="AutoShape 221"/>
          <p:cNvCxnSpPr>
            <a:cxnSpLocks noChangeShapeType="1"/>
            <a:stCxn id="29914" idx="5"/>
            <a:endCxn id="29915" idx="0"/>
          </p:cNvCxnSpPr>
          <p:nvPr/>
        </p:nvCxnSpPr>
        <p:spPr bwMode="auto">
          <a:xfrm>
            <a:off x="6796088" y="1157288"/>
            <a:ext cx="1319212"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9918" name="Group 222"/>
          <p:cNvGrpSpPr>
            <a:grpSpLocks/>
          </p:cNvGrpSpPr>
          <p:nvPr/>
        </p:nvGrpSpPr>
        <p:grpSpPr bwMode="auto">
          <a:xfrm>
            <a:off x="4724400" y="1447800"/>
            <a:ext cx="762000" cy="762000"/>
            <a:chOff x="4176" y="672"/>
            <a:chExt cx="480" cy="480"/>
          </a:xfrm>
        </p:grpSpPr>
        <p:sp>
          <p:nvSpPr>
            <p:cNvPr id="29919"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9920"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29921"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29922"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29923" name="AutoShape 227"/>
          <p:cNvCxnSpPr>
            <a:cxnSpLocks noChangeShapeType="1"/>
            <a:stCxn id="29920" idx="3"/>
            <a:endCxn id="29921"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24" name="AutoShape 228"/>
          <p:cNvCxnSpPr>
            <a:cxnSpLocks noChangeShapeType="1"/>
            <a:stCxn id="29920" idx="4"/>
            <a:endCxn id="29930"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25" name="AutoShape 229"/>
          <p:cNvCxnSpPr>
            <a:cxnSpLocks noChangeShapeType="1"/>
            <a:stCxn id="29919" idx="5"/>
            <a:endCxn id="29922"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926"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9927"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9928" name="Group 232"/>
          <p:cNvGrpSpPr>
            <a:grpSpLocks/>
          </p:cNvGrpSpPr>
          <p:nvPr/>
        </p:nvGrpSpPr>
        <p:grpSpPr bwMode="auto">
          <a:xfrm>
            <a:off x="4724400" y="2514600"/>
            <a:ext cx="762000" cy="762000"/>
            <a:chOff x="4176" y="672"/>
            <a:chExt cx="480" cy="480"/>
          </a:xfrm>
        </p:grpSpPr>
        <p:sp>
          <p:nvSpPr>
            <p:cNvPr id="29929"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9930"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29931"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29932" name="AutoShape 236"/>
          <p:cNvCxnSpPr>
            <a:cxnSpLocks noChangeShapeType="1"/>
            <a:stCxn id="29930" idx="3"/>
            <a:endCxn id="29931"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33" name="AutoShape 237"/>
          <p:cNvCxnSpPr>
            <a:cxnSpLocks noChangeShapeType="1"/>
            <a:stCxn id="29930" idx="5"/>
            <a:endCxn id="29938"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934"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9935"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9936" name="Group 240"/>
          <p:cNvGrpSpPr>
            <a:grpSpLocks/>
          </p:cNvGrpSpPr>
          <p:nvPr/>
        </p:nvGrpSpPr>
        <p:grpSpPr bwMode="auto">
          <a:xfrm>
            <a:off x="5257800" y="3505200"/>
            <a:ext cx="762000" cy="762000"/>
            <a:chOff x="4176" y="672"/>
            <a:chExt cx="480" cy="480"/>
          </a:xfrm>
        </p:grpSpPr>
        <p:sp>
          <p:nvSpPr>
            <p:cNvPr id="29937"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9938"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29939"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29940" name="AutoShape 244"/>
          <p:cNvCxnSpPr>
            <a:cxnSpLocks noChangeShapeType="1"/>
            <a:stCxn id="29938" idx="3"/>
            <a:endCxn id="29939"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41" name="AutoShape 245"/>
          <p:cNvCxnSpPr>
            <a:cxnSpLocks noChangeShapeType="1"/>
            <a:stCxn id="29938" idx="5"/>
            <a:endCxn id="29946"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942"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9943"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29944" name="Group 248"/>
          <p:cNvGrpSpPr>
            <a:grpSpLocks/>
          </p:cNvGrpSpPr>
          <p:nvPr/>
        </p:nvGrpSpPr>
        <p:grpSpPr bwMode="auto">
          <a:xfrm>
            <a:off x="5791200" y="4419600"/>
            <a:ext cx="762000" cy="762000"/>
            <a:chOff x="4176" y="672"/>
            <a:chExt cx="480" cy="480"/>
          </a:xfrm>
        </p:grpSpPr>
        <p:sp>
          <p:nvSpPr>
            <p:cNvPr id="29945"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29946"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29947"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29948"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29949" name="AutoShape 253"/>
          <p:cNvCxnSpPr>
            <a:cxnSpLocks noChangeShapeType="1"/>
            <a:stCxn id="29946" idx="3"/>
            <a:endCxn id="29947"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50" name="AutoShape 254"/>
          <p:cNvCxnSpPr>
            <a:cxnSpLocks noChangeShapeType="1"/>
            <a:stCxn id="29946" idx="5"/>
            <a:endCxn id="29948"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951"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9952"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9953" name="Line 257"/>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9954" name="Line 258"/>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9956" name="Line 260"/>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29957" name="Line 261"/>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722"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774"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782"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790"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798"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06"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14"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22"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30"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38"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46"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54"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62"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70"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78"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86"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894"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902"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0910"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0918"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19"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0"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1"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2"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3"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4"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5"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6"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7"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8"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29"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30"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31"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32"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33"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34"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35"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0936" name="Group 216"/>
          <p:cNvGrpSpPr>
            <a:grpSpLocks/>
          </p:cNvGrpSpPr>
          <p:nvPr/>
        </p:nvGrpSpPr>
        <p:grpSpPr bwMode="auto">
          <a:xfrm>
            <a:off x="6172200" y="533400"/>
            <a:ext cx="762000" cy="762000"/>
            <a:chOff x="4176" y="672"/>
            <a:chExt cx="480" cy="480"/>
          </a:xfrm>
        </p:grpSpPr>
        <p:sp>
          <p:nvSpPr>
            <p:cNvPr id="30937"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0938"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30939" name="Oval 219"/>
          <p:cNvSpPr>
            <a:spLocks noChangeArrowheads="1"/>
          </p:cNvSpPr>
          <p:nvPr/>
        </p:nvSpPr>
        <p:spPr bwMode="auto">
          <a:xfrm>
            <a:off x="7667625" y="1447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30940" name="AutoShape 220"/>
          <p:cNvCxnSpPr>
            <a:cxnSpLocks noChangeShapeType="1"/>
            <a:stCxn id="30938" idx="3"/>
            <a:endCxn id="30943"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41" name="AutoShape 221"/>
          <p:cNvCxnSpPr>
            <a:cxnSpLocks noChangeShapeType="1"/>
            <a:stCxn id="30938" idx="5"/>
            <a:endCxn id="30939" idx="0"/>
          </p:cNvCxnSpPr>
          <p:nvPr/>
        </p:nvCxnSpPr>
        <p:spPr bwMode="auto">
          <a:xfrm>
            <a:off x="6796088" y="1157288"/>
            <a:ext cx="1214437"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0942" name="Group 222"/>
          <p:cNvGrpSpPr>
            <a:grpSpLocks/>
          </p:cNvGrpSpPr>
          <p:nvPr/>
        </p:nvGrpSpPr>
        <p:grpSpPr bwMode="auto">
          <a:xfrm>
            <a:off x="4724400" y="1447800"/>
            <a:ext cx="762000" cy="762000"/>
            <a:chOff x="4176" y="672"/>
            <a:chExt cx="480" cy="480"/>
          </a:xfrm>
        </p:grpSpPr>
        <p:sp>
          <p:nvSpPr>
            <p:cNvPr id="30943"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0944"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0945"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0946"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0947" name="AutoShape 227"/>
          <p:cNvCxnSpPr>
            <a:cxnSpLocks noChangeShapeType="1"/>
            <a:stCxn id="30944" idx="3"/>
            <a:endCxn id="30945"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48" name="AutoShape 228"/>
          <p:cNvCxnSpPr>
            <a:cxnSpLocks noChangeShapeType="1"/>
            <a:stCxn id="30944" idx="4"/>
            <a:endCxn id="30954"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49" name="AutoShape 229"/>
          <p:cNvCxnSpPr>
            <a:cxnSpLocks noChangeShapeType="1"/>
            <a:stCxn id="30943" idx="5"/>
            <a:endCxn id="30946"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950"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0951"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0952" name="Group 232"/>
          <p:cNvGrpSpPr>
            <a:grpSpLocks/>
          </p:cNvGrpSpPr>
          <p:nvPr/>
        </p:nvGrpSpPr>
        <p:grpSpPr bwMode="auto">
          <a:xfrm>
            <a:off x="4724400" y="2514600"/>
            <a:ext cx="762000" cy="762000"/>
            <a:chOff x="4176" y="672"/>
            <a:chExt cx="480" cy="480"/>
          </a:xfrm>
        </p:grpSpPr>
        <p:sp>
          <p:nvSpPr>
            <p:cNvPr id="30953"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0954"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0955"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0956" name="AutoShape 236"/>
          <p:cNvCxnSpPr>
            <a:cxnSpLocks noChangeShapeType="1"/>
            <a:stCxn id="30954" idx="3"/>
            <a:endCxn id="30955"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57" name="AutoShape 237"/>
          <p:cNvCxnSpPr>
            <a:cxnSpLocks noChangeShapeType="1"/>
            <a:stCxn id="30954" idx="5"/>
            <a:endCxn id="30962"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958"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0959"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0960" name="Group 240"/>
          <p:cNvGrpSpPr>
            <a:grpSpLocks/>
          </p:cNvGrpSpPr>
          <p:nvPr/>
        </p:nvGrpSpPr>
        <p:grpSpPr bwMode="auto">
          <a:xfrm>
            <a:off x="5257800" y="3505200"/>
            <a:ext cx="762000" cy="762000"/>
            <a:chOff x="4176" y="672"/>
            <a:chExt cx="480" cy="480"/>
          </a:xfrm>
        </p:grpSpPr>
        <p:sp>
          <p:nvSpPr>
            <p:cNvPr id="30961"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0962"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0963"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0964" name="AutoShape 244"/>
          <p:cNvCxnSpPr>
            <a:cxnSpLocks noChangeShapeType="1"/>
            <a:stCxn id="30962" idx="3"/>
            <a:endCxn id="30963"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65" name="AutoShape 245"/>
          <p:cNvCxnSpPr>
            <a:cxnSpLocks noChangeShapeType="1"/>
            <a:stCxn id="30962" idx="5"/>
            <a:endCxn id="30970"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966"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0967"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0968" name="Group 248"/>
          <p:cNvGrpSpPr>
            <a:grpSpLocks/>
          </p:cNvGrpSpPr>
          <p:nvPr/>
        </p:nvGrpSpPr>
        <p:grpSpPr bwMode="auto">
          <a:xfrm>
            <a:off x="5791200" y="4419600"/>
            <a:ext cx="762000" cy="762000"/>
            <a:chOff x="4176" y="672"/>
            <a:chExt cx="480" cy="480"/>
          </a:xfrm>
        </p:grpSpPr>
        <p:sp>
          <p:nvSpPr>
            <p:cNvPr id="30969"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0970"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0971"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0972"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0973" name="AutoShape 253"/>
          <p:cNvCxnSpPr>
            <a:cxnSpLocks noChangeShapeType="1"/>
            <a:stCxn id="30970" idx="3"/>
            <a:endCxn id="30971"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74" name="AutoShape 254"/>
          <p:cNvCxnSpPr>
            <a:cxnSpLocks noChangeShapeType="1"/>
            <a:stCxn id="30970" idx="5"/>
            <a:endCxn id="30972"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975"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0976"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0977" name="Line 257"/>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0978" name="Line 258"/>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0980" name="Line 260"/>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0981" name="Line 261"/>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cxnSp>
        <p:nvCxnSpPr>
          <p:cNvPr id="30982" name="AutoShape 262"/>
          <p:cNvCxnSpPr>
            <a:cxnSpLocks noChangeShapeType="1"/>
            <a:stCxn id="30946" idx="6"/>
            <a:endCxn id="30944" idx="6"/>
          </p:cNvCxnSpPr>
          <p:nvPr/>
        </p:nvCxnSpPr>
        <p:spPr bwMode="auto">
          <a:xfrm flipH="1" flipV="1">
            <a:off x="5448300" y="1828800"/>
            <a:ext cx="876300" cy="952500"/>
          </a:xfrm>
          <a:prstGeom prst="curvedConnector3">
            <a:avLst>
              <a:gd name="adj1" fmla="val -26088"/>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746"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798"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06"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14"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22"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30"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38"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46"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54"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62"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70"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78"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86"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894"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902"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910"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918"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926"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934"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1942"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43"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44"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45"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46"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47"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48"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49"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0"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1"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2"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3"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4"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5"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6"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7"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8"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59"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1960" name="Group 216"/>
          <p:cNvGrpSpPr>
            <a:grpSpLocks/>
          </p:cNvGrpSpPr>
          <p:nvPr/>
        </p:nvGrpSpPr>
        <p:grpSpPr bwMode="auto">
          <a:xfrm>
            <a:off x="6172200" y="533400"/>
            <a:ext cx="762000" cy="762000"/>
            <a:chOff x="4176" y="672"/>
            <a:chExt cx="480" cy="480"/>
          </a:xfrm>
        </p:grpSpPr>
        <p:sp>
          <p:nvSpPr>
            <p:cNvPr id="31961"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1962"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sp>
        <p:nvSpPr>
          <p:cNvPr id="31963" name="Oval 219"/>
          <p:cNvSpPr>
            <a:spLocks noChangeArrowheads="1"/>
          </p:cNvSpPr>
          <p:nvPr/>
        </p:nvSpPr>
        <p:spPr bwMode="auto">
          <a:xfrm>
            <a:off x="7667625" y="1519238"/>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31964" name="AutoShape 220"/>
          <p:cNvCxnSpPr>
            <a:cxnSpLocks noChangeShapeType="1"/>
            <a:stCxn id="31962" idx="3"/>
            <a:endCxn id="31967"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65" name="AutoShape 221"/>
          <p:cNvCxnSpPr>
            <a:cxnSpLocks noChangeShapeType="1"/>
            <a:stCxn id="31962" idx="5"/>
            <a:endCxn id="31963" idx="0"/>
          </p:cNvCxnSpPr>
          <p:nvPr/>
        </p:nvCxnSpPr>
        <p:spPr bwMode="auto">
          <a:xfrm>
            <a:off x="6796088" y="1157288"/>
            <a:ext cx="1214437" cy="3619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1966" name="Group 222"/>
          <p:cNvGrpSpPr>
            <a:grpSpLocks/>
          </p:cNvGrpSpPr>
          <p:nvPr/>
        </p:nvGrpSpPr>
        <p:grpSpPr bwMode="auto">
          <a:xfrm>
            <a:off x="4724400" y="1447800"/>
            <a:ext cx="762000" cy="762000"/>
            <a:chOff x="4176" y="672"/>
            <a:chExt cx="480" cy="480"/>
          </a:xfrm>
        </p:grpSpPr>
        <p:sp>
          <p:nvSpPr>
            <p:cNvPr id="31967"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1968"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1969"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1970"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1971" name="AutoShape 227"/>
          <p:cNvCxnSpPr>
            <a:cxnSpLocks noChangeShapeType="1"/>
            <a:stCxn id="31968" idx="3"/>
            <a:endCxn id="31969"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72" name="AutoShape 228"/>
          <p:cNvCxnSpPr>
            <a:cxnSpLocks noChangeShapeType="1"/>
            <a:stCxn id="31968" idx="4"/>
            <a:endCxn id="31978"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73" name="AutoShape 229"/>
          <p:cNvCxnSpPr>
            <a:cxnSpLocks noChangeShapeType="1"/>
            <a:stCxn id="31967" idx="5"/>
            <a:endCxn id="31970"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974"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1975"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1976" name="Group 232"/>
          <p:cNvGrpSpPr>
            <a:grpSpLocks/>
          </p:cNvGrpSpPr>
          <p:nvPr/>
        </p:nvGrpSpPr>
        <p:grpSpPr bwMode="auto">
          <a:xfrm>
            <a:off x="4724400" y="2514600"/>
            <a:ext cx="762000" cy="762000"/>
            <a:chOff x="4176" y="672"/>
            <a:chExt cx="480" cy="480"/>
          </a:xfrm>
        </p:grpSpPr>
        <p:sp>
          <p:nvSpPr>
            <p:cNvPr id="31977"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1978"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1979"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1980" name="AutoShape 236"/>
          <p:cNvCxnSpPr>
            <a:cxnSpLocks noChangeShapeType="1"/>
            <a:stCxn id="31978" idx="3"/>
            <a:endCxn id="31979"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81" name="AutoShape 237"/>
          <p:cNvCxnSpPr>
            <a:cxnSpLocks noChangeShapeType="1"/>
            <a:stCxn id="31978" idx="5"/>
            <a:endCxn id="31986"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982"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1983"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1984" name="Group 240"/>
          <p:cNvGrpSpPr>
            <a:grpSpLocks/>
          </p:cNvGrpSpPr>
          <p:nvPr/>
        </p:nvGrpSpPr>
        <p:grpSpPr bwMode="auto">
          <a:xfrm>
            <a:off x="5257800" y="3505200"/>
            <a:ext cx="762000" cy="762000"/>
            <a:chOff x="4176" y="672"/>
            <a:chExt cx="480" cy="480"/>
          </a:xfrm>
        </p:grpSpPr>
        <p:sp>
          <p:nvSpPr>
            <p:cNvPr id="31985"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1986"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1987"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1988" name="AutoShape 244"/>
          <p:cNvCxnSpPr>
            <a:cxnSpLocks noChangeShapeType="1"/>
            <a:stCxn id="31986" idx="3"/>
            <a:endCxn id="31987"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89" name="AutoShape 245"/>
          <p:cNvCxnSpPr>
            <a:cxnSpLocks noChangeShapeType="1"/>
            <a:stCxn id="31986" idx="5"/>
            <a:endCxn id="31994"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990"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1991"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1992" name="Group 248"/>
          <p:cNvGrpSpPr>
            <a:grpSpLocks/>
          </p:cNvGrpSpPr>
          <p:nvPr/>
        </p:nvGrpSpPr>
        <p:grpSpPr bwMode="auto">
          <a:xfrm>
            <a:off x="5791200" y="4419600"/>
            <a:ext cx="762000" cy="762000"/>
            <a:chOff x="4176" y="672"/>
            <a:chExt cx="480" cy="480"/>
          </a:xfrm>
        </p:grpSpPr>
        <p:sp>
          <p:nvSpPr>
            <p:cNvPr id="31993"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1994"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1995"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1996"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1997" name="AutoShape 253"/>
          <p:cNvCxnSpPr>
            <a:cxnSpLocks noChangeShapeType="1"/>
            <a:stCxn id="31994" idx="3"/>
            <a:endCxn id="31995"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998" name="AutoShape 254"/>
          <p:cNvCxnSpPr>
            <a:cxnSpLocks noChangeShapeType="1"/>
            <a:stCxn id="31994" idx="5"/>
            <a:endCxn id="31996"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999"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2000"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2001" name="Line 257"/>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2002" name="Line 258"/>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2004" name="Line 260"/>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2005" name="Line 261"/>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cxnSp>
        <p:nvCxnSpPr>
          <p:cNvPr id="32006" name="AutoShape 262"/>
          <p:cNvCxnSpPr>
            <a:cxnSpLocks noChangeShapeType="1"/>
            <a:stCxn id="31968" idx="6"/>
            <a:endCxn id="31963" idx="2"/>
          </p:cNvCxnSpPr>
          <p:nvPr/>
        </p:nvCxnSpPr>
        <p:spPr bwMode="auto">
          <a:xfrm>
            <a:off x="5448300" y="1828800"/>
            <a:ext cx="2219325" cy="33338"/>
          </a:xfrm>
          <a:prstGeom prst="straightConnector1">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3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18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19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19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0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1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2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3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3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4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5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6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7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7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8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29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30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31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831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832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2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2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2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3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4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4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4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4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8344" name="Group 216"/>
          <p:cNvGrpSpPr>
            <a:grpSpLocks/>
          </p:cNvGrpSpPr>
          <p:nvPr/>
        </p:nvGrpSpPr>
        <p:grpSpPr bwMode="auto">
          <a:xfrm>
            <a:off x="6172200" y="533400"/>
            <a:ext cx="762000" cy="762000"/>
            <a:chOff x="4176" y="672"/>
            <a:chExt cx="480" cy="480"/>
          </a:xfrm>
        </p:grpSpPr>
        <p:sp>
          <p:nvSpPr>
            <p:cNvPr id="4834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834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8348" name="AutoShape 220"/>
          <p:cNvCxnSpPr>
            <a:cxnSpLocks noChangeShapeType="1"/>
            <a:stCxn id="48346" idx="3"/>
            <a:endCxn id="48351"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49" name="AutoShape 221"/>
          <p:cNvCxnSpPr>
            <a:cxnSpLocks noChangeShapeType="1"/>
            <a:stCxn id="48346" idx="5"/>
            <a:endCxn id="48393" idx="0"/>
          </p:cNvCxnSpPr>
          <p:nvPr/>
        </p:nvCxnSpPr>
        <p:spPr bwMode="auto">
          <a:xfrm>
            <a:off x="6796088" y="1157288"/>
            <a:ext cx="1181100" cy="3238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8350" name="Group 222"/>
          <p:cNvGrpSpPr>
            <a:grpSpLocks/>
          </p:cNvGrpSpPr>
          <p:nvPr/>
        </p:nvGrpSpPr>
        <p:grpSpPr bwMode="auto">
          <a:xfrm>
            <a:off x="4724400" y="1447800"/>
            <a:ext cx="762000" cy="762000"/>
            <a:chOff x="4176" y="672"/>
            <a:chExt cx="480" cy="480"/>
          </a:xfrm>
        </p:grpSpPr>
        <p:sp>
          <p:nvSpPr>
            <p:cNvPr id="48351" name="Oval 22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8352" name="Oval 22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8353" name="Oval 225"/>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8354" name="Oval 226"/>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8355" name="AutoShape 227"/>
          <p:cNvCxnSpPr>
            <a:cxnSpLocks noChangeShapeType="1"/>
            <a:stCxn id="48352" idx="3"/>
            <a:endCxn id="48353"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56" name="AutoShape 228"/>
          <p:cNvCxnSpPr>
            <a:cxnSpLocks noChangeShapeType="1"/>
            <a:stCxn id="48352" idx="4"/>
            <a:endCxn id="48362"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57" name="AutoShape 229"/>
          <p:cNvCxnSpPr>
            <a:cxnSpLocks noChangeShapeType="1"/>
            <a:stCxn id="48351" idx="5"/>
            <a:endCxn id="48354"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8358" name="Line 230"/>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8359" name="Line 231"/>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8360" name="Group 232"/>
          <p:cNvGrpSpPr>
            <a:grpSpLocks/>
          </p:cNvGrpSpPr>
          <p:nvPr/>
        </p:nvGrpSpPr>
        <p:grpSpPr bwMode="auto">
          <a:xfrm>
            <a:off x="4724400" y="2514600"/>
            <a:ext cx="762000" cy="762000"/>
            <a:chOff x="4176" y="672"/>
            <a:chExt cx="480" cy="480"/>
          </a:xfrm>
        </p:grpSpPr>
        <p:sp>
          <p:nvSpPr>
            <p:cNvPr id="48361" name="Oval 23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8362" name="Oval 23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8363" name="Oval 235"/>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8364" name="AutoShape 236"/>
          <p:cNvCxnSpPr>
            <a:cxnSpLocks noChangeShapeType="1"/>
            <a:stCxn id="48362" idx="3"/>
            <a:endCxn id="48363"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65" name="AutoShape 237"/>
          <p:cNvCxnSpPr>
            <a:cxnSpLocks noChangeShapeType="1"/>
            <a:stCxn id="48362" idx="5"/>
            <a:endCxn id="48370"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8366" name="Line 238"/>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8367" name="Line 239"/>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8368" name="Group 240"/>
          <p:cNvGrpSpPr>
            <a:grpSpLocks/>
          </p:cNvGrpSpPr>
          <p:nvPr/>
        </p:nvGrpSpPr>
        <p:grpSpPr bwMode="auto">
          <a:xfrm>
            <a:off x="5257800" y="3505200"/>
            <a:ext cx="762000" cy="762000"/>
            <a:chOff x="4176" y="672"/>
            <a:chExt cx="480" cy="480"/>
          </a:xfrm>
        </p:grpSpPr>
        <p:sp>
          <p:nvSpPr>
            <p:cNvPr id="48369" name="Oval 24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8370" name="Oval 24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8371" name="Oval 243"/>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8372" name="AutoShape 244"/>
          <p:cNvCxnSpPr>
            <a:cxnSpLocks noChangeShapeType="1"/>
            <a:stCxn id="48370" idx="3"/>
            <a:endCxn id="48371"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73" name="AutoShape 245"/>
          <p:cNvCxnSpPr>
            <a:cxnSpLocks noChangeShapeType="1"/>
            <a:stCxn id="48370" idx="5"/>
            <a:endCxn id="48378"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8374" name="Line 246"/>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8375" name="Line 247"/>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8376" name="Group 248"/>
          <p:cNvGrpSpPr>
            <a:grpSpLocks/>
          </p:cNvGrpSpPr>
          <p:nvPr/>
        </p:nvGrpSpPr>
        <p:grpSpPr bwMode="auto">
          <a:xfrm>
            <a:off x="5791200" y="4419600"/>
            <a:ext cx="762000" cy="762000"/>
            <a:chOff x="4176" y="672"/>
            <a:chExt cx="480" cy="480"/>
          </a:xfrm>
        </p:grpSpPr>
        <p:sp>
          <p:nvSpPr>
            <p:cNvPr id="48377" name="Oval 249"/>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8378" name="Oval 250"/>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8379" name="Oval 251"/>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8380" name="Oval 252"/>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8381" name="AutoShape 253"/>
          <p:cNvCxnSpPr>
            <a:cxnSpLocks noChangeShapeType="1"/>
            <a:stCxn id="48378" idx="3"/>
            <a:endCxn id="48379"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382" name="AutoShape 254"/>
          <p:cNvCxnSpPr>
            <a:cxnSpLocks noChangeShapeType="1"/>
            <a:stCxn id="48378" idx="5"/>
            <a:endCxn id="48380"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8383" name="Line 255"/>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8384" name="Line 256"/>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8385" name="Line 257"/>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8386" name="Line 258"/>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8388" name="Line 260"/>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8389" name="Line 261"/>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8391" name="Group 263"/>
          <p:cNvGrpSpPr>
            <a:grpSpLocks/>
          </p:cNvGrpSpPr>
          <p:nvPr/>
        </p:nvGrpSpPr>
        <p:grpSpPr bwMode="auto">
          <a:xfrm>
            <a:off x="7596188" y="1443038"/>
            <a:ext cx="762000" cy="762000"/>
            <a:chOff x="4176" y="672"/>
            <a:chExt cx="480" cy="480"/>
          </a:xfrm>
        </p:grpSpPr>
        <p:sp>
          <p:nvSpPr>
            <p:cNvPr id="48392" name="Oval 264"/>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8393" name="Oval 265"/>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77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2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3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3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4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5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6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7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7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8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89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90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91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91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92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93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94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95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295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296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6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6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6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7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8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8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8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8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2984" name="Group 216"/>
          <p:cNvGrpSpPr>
            <a:grpSpLocks/>
          </p:cNvGrpSpPr>
          <p:nvPr/>
        </p:nvGrpSpPr>
        <p:grpSpPr bwMode="auto">
          <a:xfrm>
            <a:off x="6172200" y="533400"/>
            <a:ext cx="762000" cy="762000"/>
            <a:chOff x="4176" y="672"/>
            <a:chExt cx="480" cy="480"/>
          </a:xfrm>
        </p:grpSpPr>
        <p:sp>
          <p:nvSpPr>
            <p:cNvPr id="3298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298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32987" name="AutoShape 219"/>
          <p:cNvCxnSpPr>
            <a:cxnSpLocks noChangeShapeType="1"/>
            <a:stCxn id="32986" idx="3"/>
            <a:endCxn id="32990"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88" name="AutoShape 220"/>
          <p:cNvCxnSpPr>
            <a:cxnSpLocks noChangeShapeType="1"/>
            <a:stCxn id="32986" idx="5"/>
            <a:endCxn id="33032"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2989" name="Group 221"/>
          <p:cNvGrpSpPr>
            <a:grpSpLocks/>
          </p:cNvGrpSpPr>
          <p:nvPr/>
        </p:nvGrpSpPr>
        <p:grpSpPr bwMode="auto">
          <a:xfrm>
            <a:off x="4724400" y="1447800"/>
            <a:ext cx="762000" cy="762000"/>
            <a:chOff x="4176" y="672"/>
            <a:chExt cx="480" cy="480"/>
          </a:xfrm>
        </p:grpSpPr>
        <p:sp>
          <p:nvSpPr>
            <p:cNvPr id="32990"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2991"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2992"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2993"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2994" name="AutoShape 226"/>
          <p:cNvCxnSpPr>
            <a:cxnSpLocks noChangeShapeType="1"/>
            <a:stCxn id="32991" idx="3"/>
            <a:endCxn id="32992"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95" name="AutoShape 227"/>
          <p:cNvCxnSpPr>
            <a:cxnSpLocks noChangeShapeType="1"/>
            <a:stCxn id="32991" idx="4"/>
            <a:endCxn id="33001"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96" name="AutoShape 228"/>
          <p:cNvCxnSpPr>
            <a:cxnSpLocks noChangeShapeType="1"/>
            <a:stCxn id="32990" idx="5"/>
            <a:endCxn id="32993"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997"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2998"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2999" name="Group 231"/>
          <p:cNvGrpSpPr>
            <a:grpSpLocks/>
          </p:cNvGrpSpPr>
          <p:nvPr/>
        </p:nvGrpSpPr>
        <p:grpSpPr bwMode="auto">
          <a:xfrm>
            <a:off x="4724400" y="2514600"/>
            <a:ext cx="762000" cy="762000"/>
            <a:chOff x="4176" y="672"/>
            <a:chExt cx="480" cy="480"/>
          </a:xfrm>
        </p:grpSpPr>
        <p:sp>
          <p:nvSpPr>
            <p:cNvPr id="33000"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3001"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3002"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3003" name="AutoShape 235"/>
          <p:cNvCxnSpPr>
            <a:cxnSpLocks noChangeShapeType="1"/>
            <a:stCxn id="33001" idx="3"/>
            <a:endCxn id="33002"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004" name="AutoShape 236"/>
          <p:cNvCxnSpPr>
            <a:cxnSpLocks noChangeShapeType="1"/>
            <a:stCxn id="33001" idx="5"/>
            <a:endCxn id="33009"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005"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3006"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3007" name="Group 239"/>
          <p:cNvGrpSpPr>
            <a:grpSpLocks/>
          </p:cNvGrpSpPr>
          <p:nvPr/>
        </p:nvGrpSpPr>
        <p:grpSpPr bwMode="auto">
          <a:xfrm>
            <a:off x="5257800" y="3505200"/>
            <a:ext cx="762000" cy="762000"/>
            <a:chOff x="4176" y="672"/>
            <a:chExt cx="480" cy="480"/>
          </a:xfrm>
        </p:grpSpPr>
        <p:sp>
          <p:nvSpPr>
            <p:cNvPr id="33008"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3009"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3010"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3011" name="AutoShape 243"/>
          <p:cNvCxnSpPr>
            <a:cxnSpLocks noChangeShapeType="1"/>
            <a:stCxn id="33009" idx="3"/>
            <a:endCxn id="33010"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012" name="AutoShape 244"/>
          <p:cNvCxnSpPr>
            <a:cxnSpLocks noChangeShapeType="1"/>
            <a:stCxn id="33009" idx="5"/>
            <a:endCxn id="33017"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013"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3014"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3015" name="Group 247"/>
          <p:cNvGrpSpPr>
            <a:grpSpLocks/>
          </p:cNvGrpSpPr>
          <p:nvPr/>
        </p:nvGrpSpPr>
        <p:grpSpPr bwMode="auto">
          <a:xfrm>
            <a:off x="5791200" y="4419600"/>
            <a:ext cx="762000" cy="762000"/>
            <a:chOff x="4176" y="672"/>
            <a:chExt cx="480" cy="480"/>
          </a:xfrm>
        </p:grpSpPr>
        <p:sp>
          <p:nvSpPr>
            <p:cNvPr id="33016"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3017"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3018"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3019"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3020" name="AutoShape 252"/>
          <p:cNvCxnSpPr>
            <a:cxnSpLocks noChangeShapeType="1"/>
            <a:stCxn id="33017" idx="3"/>
            <a:endCxn id="33018"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021" name="AutoShape 253"/>
          <p:cNvCxnSpPr>
            <a:cxnSpLocks noChangeShapeType="1"/>
            <a:stCxn id="33017" idx="5"/>
            <a:endCxn id="33019"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022"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3023"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3024"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3025"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3027"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3028"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3030" name="Group 262"/>
          <p:cNvGrpSpPr>
            <a:grpSpLocks/>
          </p:cNvGrpSpPr>
          <p:nvPr/>
        </p:nvGrpSpPr>
        <p:grpSpPr bwMode="auto">
          <a:xfrm>
            <a:off x="7620000" y="1447800"/>
            <a:ext cx="762000" cy="762000"/>
            <a:chOff x="4176" y="672"/>
            <a:chExt cx="480" cy="480"/>
          </a:xfrm>
        </p:grpSpPr>
        <p:sp>
          <p:nvSpPr>
            <p:cNvPr id="33031"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3032"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33033"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3034" name="Oval 266"/>
          <p:cNvSpPr>
            <a:spLocks noChangeArrowheads="1"/>
          </p:cNvSpPr>
          <p:nvPr/>
        </p:nvSpPr>
        <p:spPr bwMode="auto">
          <a:xfrm>
            <a:off x="76962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sp>
        <p:nvSpPr>
          <p:cNvPr id="33035" name="Oval 267"/>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3036" name="AutoShape 268"/>
          <p:cNvCxnSpPr>
            <a:cxnSpLocks noChangeShapeType="1"/>
            <a:stCxn id="33032" idx="3"/>
            <a:endCxn id="33033"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037" name="AutoShape 269"/>
          <p:cNvCxnSpPr>
            <a:cxnSpLocks noChangeShapeType="1"/>
            <a:stCxn id="33032" idx="4"/>
            <a:endCxn id="33034" idx="0"/>
          </p:cNvCxnSpPr>
          <p:nvPr/>
        </p:nvCxnSpPr>
        <p:spPr bwMode="auto">
          <a:xfrm>
            <a:off x="8001000" y="2171700"/>
            <a:ext cx="381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038" name="AutoShape 270"/>
          <p:cNvCxnSpPr>
            <a:cxnSpLocks noChangeShapeType="1"/>
            <a:stCxn id="33032" idx="5"/>
            <a:endCxn id="33035"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794"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846"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854"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862"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870"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878"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886"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894"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02"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10"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18"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26"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34"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42"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50"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58"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66"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74"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3982"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3990"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1"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2"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3"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4"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5"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6"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7"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8"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99"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00"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01"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02"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03"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04"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05"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06"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07"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4008" name="Group 216"/>
          <p:cNvGrpSpPr>
            <a:grpSpLocks/>
          </p:cNvGrpSpPr>
          <p:nvPr/>
        </p:nvGrpSpPr>
        <p:grpSpPr bwMode="auto">
          <a:xfrm>
            <a:off x="6172200" y="533400"/>
            <a:ext cx="762000" cy="762000"/>
            <a:chOff x="4176" y="672"/>
            <a:chExt cx="480" cy="480"/>
          </a:xfrm>
        </p:grpSpPr>
        <p:sp>
          <p:nvSpPr>
            <p:cNvPr id="34009"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4010"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34011" name="AutoShape 219"/>
          <p:cNvCxnSpPr>
            <a:cxnSpLocks noChangeShapeType="1"/>
            <a:stCxn id="34010" idx="3"/>
            <a:endCxn id="34014"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12" name="AutoShape 220"/>
          <p:cNvCxnSpPr>
            <a:cxnSpLocks noChangeShapeType="1"/>
            <a:stCxn id="34010" idx="5"/>
            <a:endCxn id="34056"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4013" name="Group 221"/>
          <p:cNvGrpSpPr>
            <a:grpSpLocks/>
          </p:cNvGrpSpPr>
          <p:nvPr/>
        </p:nvGrpSpPr>
        <p:grpSpPr bwMode="auto">
          <a:xfrm>
            <a:off x="4724400" y="1447800"/>
            <a:ext cx="762000" cy="762000"/>
            <a:chOff x="4176" y="672"/>
            <a:chExt cx="480" cy="480"/>
          </a:xfrm>
        </p:grpSpPr>
        <p:sp>
          <p:nvSpPr>
            <p:cNvPr id="34014"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4015"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4016"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4017"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4018" name="AutoShape 226"/>
          <p:cNvCxnSpPr>
            <a:cxnSpLocks noChangeShapeType="1"/>
            <a:stCxn id="34015" idx="3"/>
            <a:endCxn id="34016"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19" name="AutoShape 227"/>
          <p:cNvCxnSpPr>
            <a:cxnSpLocks noChangeShapeType="1"/>
            <a:stCxn id="34015" idx="4"/>
            <a:endCxn id="34025"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20" name="AutoShape 228"/>
          <p:cNvCxnSpPr>
            <a:cxnSpLocks noChangeShapeType="1"/>
            <a:stCxn id="34014" idx="5"/>
            <a:endCxn id="34017"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021"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22"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4023" name="Group 231"/>
          <p:cNvGrpSpPr>
            <a:grpSpLocks/>
          </p:cNvGrpSpPr>
          <p:nvPr/>
        </p:nvGrpSpPr>
        <p:grpSpPr bwMode="auto">
          <a:xfrm>
            <a:off x="4724400" y="2514600"/>
            <a:ext cx="762000" cy="762000"/>
            <a:chOff x="4176" y="672"/>
            <a:chExt cx="480" cy="480"/>
          </a:xfrm>
        </p:grpSpPr>
        <p:sp>
          <p:nvSpPr>
            <p:cNvPr id="34024"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4025"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4026"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4027" name="AutoShape 235"/>
          <p:cNvCxnSpPr>
            <a:cxnSpLocks noChangeShapeType="1"/>
            <a:stCxn id="34025" idx="3"/>
            <a:endCxn id="34026"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28" name="AutoShape 236"/>
          <p:cNvCxnSpPr>
            <a:cxnSpLocks noChangeShapeType="1"/>
            <a:stCxn id="34025" idx="5"/>
            <a:endCxn id="34033"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029"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30"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4031" name="Group 239"/>
          <p:cNvGrpSpPr>
            <a:grpSpLocks/>
          </p:cNvGrpSpPr>
          <p:nvPr/>
        </p:nvGrpSpPr>
        <p:grpSpPr bwMode="auto">
          <a:xfrm>
            <a:off x="5257800" y="3505200"/>
            <a:ext cx="762000" cy="762000"/>
            <a:chOff x="4176" y="672"/>
            <a:chExt cx="480" cy="480"/>
          </a:xfrm>
        </p:grpSpPr>
        <p:sp>
          <p:nvSpPr>
            <p:cNvPr id="34032"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4033"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4034"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4035" name="AutoShape 243"/>
          <p:cNvCxnSpPr>
            <a:cxnSpLocks noChangeShapeType="1"/>
            <a:stCxn id="34033" idx="3"/>
            <a:endCxn id="34034"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36" name="AutoShape 244"/>
          <p:cNvCxnSpPr>
            <a:cxnSpLocks noChangeShapeType="1"/>
            <a:stCxn id="34033" idx="5"/>
            <a:endCxn id="34041"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037"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38"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4039" name="Group 247"/>
          <p:cNvGrpSpPr>
            <a:grpSpLocks/>
          </p:cNvGrpSpPr>
          <p:nvPr/>
        </p:nvGrpSpPr>
        <p:grpSpPr bwMode="auto">
          <a:xfrm>
            <a:off x="5791200" y="4419600"/>
            <a:ext cx="762000" cy="762000"/>
            <a:chOff x="4176" y="672"/>
            <a:chExt cx="480" cy="480"/>
          </a:xfrm>
        </p:grpSpPr>
        <p:sp>
          <p:nvSpPr>
            <p:cNvPr id="34040"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4041"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4042"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4043"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4044" name="AutoShape 252"/>
          <p:cNvCxnSpPr>
            <a:cxnSpLocks noChangeShapeType="1"/>
            <a:stCxn id="34041" idx="3"/>
            <a:endCxn id="34042"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45" name="AutoShape 253"/>
          <p:cNvCxnSpPr>
            <a:cxnSpLocks noChangeShapeType="1"/>
            <a:stCxn id="34041" idx="5"/>
            <a:endCxn id="34043"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046"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47"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48"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49"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51"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52"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4054" name="Group 262"/>
          <p:cNvGrpSpPr>
            <a:grpSpLocks/>
          </p:cNvGrpSpPr>
          <p:nvPr/>
        </p:nvGrpSpPr>
        <p:grpSpPr bwMode="auto">
          <a:xfrm>
            <a:off x="7620000" y="1447800"/>
            <a:ext cx="762000" cy="762000"/>
            <a:chOff x="4176" y="672"/>
            <a:chExt cx="480" cy="480"/>
          </a:xfrm>
        </p:grpSpPr>
        <p:sp>
          <p:nvSpPr>
            <p:cNvPr id="34055"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4056"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34057"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4058" name="Oval 266"/>
          <p:cNvSpPr>
            <a:spLocks noChangeArrowheads="1"/>
          </p:cNvSpPr>
          <p:nvPr/>
        </p:nvSpPr>
        <p:spPr bwMode="auto">
          <a:xfrm>
            <a:off x="76962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sp>
        <p:nvSpPr>
          <p:cNvPr id="34059" name="Oval 267"/>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4060" name="AutoShape 268"/>
          <p:cNvCxnSpPr>
            <a:cxnSpLocks noChangeShapeType="1"/>
            <a:stCxn id="34056" idx="3"/>
            <a:endCxn id="34057"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61" name="AutoShape 269"/>
          <p:cNvCxnSpPr>
            <a:cxnSpLocks noChangeShapeType="1"/>
            <a:stCxn id="34056" idx="4"/>
            <a:endCxn id="34058" idx="0"/>
          </p:cNvCxnSpPr>
          <p:nvPr/>
        </p:nvCxnSpPr>
        <p:spPr bwMode="auto">
          <a:xfrm>
            <a:off x="8001000" y="2171700"/>
            <a:ext cx="381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062" name="AutoShape 270"/>
          <p:cNvCxnSpPr>
            <a:cxnSpLocks noChangeShapeType="1"/>
            <a:stCxn id="34056" idx="5"/>
            <a:endCxn id="34059"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063" name="Line 271"/>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4064" name="Line 272"/>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818"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870"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878"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886"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894"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02"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10"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18"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26"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34"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42"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50"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58"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66"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74"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82"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90"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4998"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006"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5014"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15"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16"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17"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18"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19"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0"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1"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2"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3"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4"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5"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6"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7"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8"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29"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30"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31"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5032" name="Group 216"/>
          <p:cNvGrpSpPr>
            <a:grpSpLocks/>
          </p:cNvGrpSpPr>
          <p:nvPr/>
        </p:nvGrpSpPr>
        <p:grpSpPr bwMode="auto">
          <a:xfrm>
            <a:off x="6172200" y="533400"/>
            <a:ext cx="762000" cy="762000"/>
            <a:chOff x="4176" y="672"/>
            <a:chExt cx="480" cy="480"/>
          </a:xfrm>
        </p:grpSpPr>
        <p:sp>
          <p:nvSpPr>
            <p:cNvPr id="35033"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5034"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35035" name="AutoShape 219"/>
          <p:cNvCxnSpPr>
            <a:cxnSpLocks noChangeShapeType="1"/>
            <a:stCxn id="35034" idx="3"/>
            <a:endCxn id="35038"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36" name="AutoShape 220"/>
          <p:cNvCxnSpPr>
            <a:cxnSpLocks noChangeShapeType="1"/>
            <a:stCxn id="35034" idx="5"/>
            <a:endCxn id="35080"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5037" name="Group 221"/>
          <p:cNvGrpSpPr>
            <a:grpSpLocks/>
          </p:cNvGrpSpPr>
          <p:nvPr/>
        </p:nvGrpSpPr>
        <p:grpSpPr bwMode="auto">
          <a:xfrm>
            <a:off x="4724400" y="1447800"/>
            <a:ext cx="762000" cy="762000"/>
            <a:chOff x="4176" y="672"/>
            <a:chExt cx="480" cy="480"/>
          </a:xfrm>
        </p:grpSpPr>
        <p:sp>
          <p:nvSpPr>
            <p:cNvPr id="35038"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5039"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5040"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5041"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5042" name="AutoShape 226"/>
          <p:cNvCxnSpPr>
            <a:cxnSpLocks noChangeShapeType="1"/>
            <a:stCxn id="35039" idx="3"/>
            <a:endCxn id="35040"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43" name="AutoShape 227"/>
          <p:cNvCxnSpPr>
            <a:cxnSpLocks noChangeShapeType="1"/>
            <a:stCxn id="35039" idx="4"/>
            <a:endCxn id="35049"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44" name="AutoShape 228"/>
          <p:cNvCxnSpPr>
            <a:cxnSpLocks noChangeShapeType="1"/>
            <a:stCxn id="35038" idx="5"/>
            <a:endCxn id="35041"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045"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46"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5047" name="Group 231"/>
          <p:cNvGrpSpPr>
            <a:grpSpLocks/>
          </p:cNvGrpSpPr>
          <p:nvPr/>
        </p:nvGrpSpPr>
        <p:grpSpPr bwMode="auto">
          <a:xfrm>
            <a:off x="4724400" y="2514600"/>
            <a:ext cx="762000" cy="762000"/>
            <a:chOff x="4176" y="672"/>
            <a:chExt cx="480" cy="480"/>
          </a:xfrm>
        </p:grpSpPr>
        <p:sp>
          <p:nvSpPr>
            <p:cNvPr id="35048"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5049"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5050"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5051" name="AutoShape 235"/>
          <p:cNvCxnSpPr>
            <a:cxnSpLocks noChangeShapeType="1"/>
            <a:stCxn id="35049" idx="3"/>
            <a:endCxn id="35050"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52" name="AutoShape 236"/>
          <p:cNvCxnSpPr>
            <a:cxnSpLocks noChangeShapeType="1"/>
            <a:stCxn id="35049" idx="5"/>
            <a:endCxn id="35057"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053"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54"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5055" name="Group 239"/>
          <p:cNvGrpSpPr>
            <a:grpSpLocks/>
          </p:cNvGrpSpPr>
          <p:nvPr/>
        </p:nvGrpSpPr>
        <p:grpSpPr bwMode="auto">
          <a:xfrm>
            <a:off x="5257800" y="3505200"/>
            <a:ext cx="762000" cy="762000"/>
            <a:chOff x="4176" y="672"/>
            <a:chExt cx="480" cy="480"/>
          </a:xfrm>
        </p:grpSpPr>
        <p:sp>
          <p:nvSpPr>
            <p:cNvPr id="35056"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5057"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5058"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5059" name="AutoShape 243"/>
          <p:cNvCxnSpPr>
            <a:cxnSpLocks noChangeShapeType="1"/>
            <a:stCxn id="35057" idx="3"/>
            <a:endCxn id="35058"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60" name="AutoShape 244"/>
          <p:cNvCxnSpPr>
            <a:cxnSpLocks noChangeShapeType="1"/>
            <a:stCxn id="35057" idx="5"/>
            <a:endCxn id="35065"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061"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62"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5063" name="Group 247"/>
          <p:cNvGrpSpPr>
            <a:grpSpLocks/>
          </p:cNvGrpSpPr>
          <p:nvPr/>
        </p:nvGrpSpPr>
        <p:grpSpPr bwMode="auto">
          <a:xfrm>
            <a:off x="5791200" y="4419600"/>
            <a:ext cx="762000" cy="762000"/>
            <a:chOff x="4176" y="672"/>
            <a:chExt cx="480" cy="480"/>
          </a:xfrm>
        </p:grpSpPr>
        <p:sp>
          <p:nvSpPr>
            <p:cNvPr id="35064"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5065"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5066"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5067"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5068" name="AutoShape 252"/>
          <p:cNvCxnSpPr>
            <a:cxnSpLocks noChangeShapeType="1"/>
            <a:stCxn id="35065" idx="3"/>
            <a:endCxn id="35066"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69" name="AutoShape 253"/>
          <p:cNvCxnSpPr>
            <a:cxnSpLocks noChangeShapeType="1"/>
            <a:stCxn id="35065" idx="5"/>
            <a:endCxn id="35067"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070"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71"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72"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73"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75"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76"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5078" name="Group 262"/>
          <p:cNvGrpSpPr>
            <a:grpSpLocks/>
          </p:cNvGrpSpPr>
          <p:nvPr/>
        </p:nvGrpSpPr>
        <p:grpSpPr bwMode="auto">
          <a:xfrm>
            <a:off x="7620000" y="1447800"/>
            <a:ext cx="762000" cy="762000"/>
            <a:chOff x="4176" y="672"/>
            <a:chExt cx="480" cy="480"/>
          </a:xfrm>
        </p:grpSpPr>
        <p:sp>
          <p:nvSpPr>
            <p:cNvPr id="35079"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5080"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35081"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5082"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5083" name="AutoShape 267"/>
          <p:cNvCxnSpPr>
            <a:cxnSpLocks noChangeShapeType="1"/>
            <a:stCxn id="35080" idx="3"/>
            <a:endCxn id="35081"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84" name="AutoShape 268"/>
          <p:cNvCxnSpPr>
            <a:cxnSpLocks noChangeShapeType="1"/>
            <a:stCxn id="35080" idx="4"/>
            <a:endCxn id="35090"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85" name="AutoShape 269"/>
          <p:cNvCxnSpPr>
            <a:cxnSpLocks noChangeShapeType="1"/>
            <a:stCxn id="35080" idx="5"/>
            <a:endCxn id="35082"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086"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5087"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5088" name="Group 272"/>
          <p:cNvGrpSpPr>
            <a:grpSpLocks/>
          </p:cNvGrpSpPr>
          <p:nvPr/>
        </p:nvGrpSpPr>
        <p:grpSpPr bwMode="auto">
          <a:xfrm>
            <a:off x="7620000" y="2514600"/>
            <a:ext cx="762000" cy="762000"/>
            <a:chOff x="4176" y="672"/>
            <a:chExt cx="480" cy="480"/>
          </a:xfrm>
        </p:grpSpPr>
        <p:sp>
          <p:nvSpPr>
            <p:cNvPr id="35089"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5090"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5842"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894"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02"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10"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18"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26"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34"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42"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50"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58"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66"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74"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82"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90"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5998"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006"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014"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022"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030"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6038"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39"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0"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1"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2"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3"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4"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5"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6"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7"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8"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49"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50"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51"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52"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53"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54"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55"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6056" name="Group 216"/>
          <p:cNvGrpSpPr>
            <a:grpSpLocks/>
          </p:cNvGrpSpPr>
          <p:nvPr/>
        </p:nvGrpSpPr>
        <p:grpSpPr bwMode="auto">
          <a:xfrm>
            <a:off x="6172200" y="533400"/>
            <a:ext cx="762000" cy="762000"/>
            <a:chOff x="4176" y="672"/>
            <a:chExt cx="480" cy="480"/>
          </a:xfrm>
        </p:grpSpPr>
        <p:sp>
          <p:nvSpPr>
            <p:cNvPr id="36057"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6058"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36059" name="AutoShape 219"/>
          <p:cNvCxnSpPr>
            <a:cxnSpLocks noChangeShapeType="1"/>
            <a:stCxn id="36058" idx="3"/>
            <a:endCxn id="36062"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60" name="AutoShape 220"/>
          <p:cNvCxnSpPr>
            <a:cxnSpLocks noChangeShapeType="1"/>
            <a:stCxn id="36058" idx="5"/>
            <a:endCxn id="36104"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6061" name="Group 221"/>
          <p:cNvGrpSpPr>
            <a:grpSpLocks/>
          </p:cNvGrpSpPr>
          <p:nvPr/>
        </p:nvGrpSpPr>
        <p:grpSpPr bwMode="auto">
          <a:xfrm>
            <a:off x="4724400" y="1447800"/>
            <a:ext cx="762000" cy="762000"/>
            <a:chOff x="4176" y="672"/>
            <a:chExt cx="480" cy="480"/>
          </a:xfrm>
        </p:grpSpPr>
        <p:sp>
          <p:nvSpPr>
            <p:cNvPr id="36062"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6063"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6064"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6065"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6066" name="AutoShape 226"/>
          <p:cNvCxnSpPr>
            <a:cxnSpLocks noChangeShapeType="1"/>
            <a:stCxn id="36063" idx="3"/>
            <a:endCxn id="36064"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67" name="AutoShape 227"/>
          <p:cNvCxnSpPr>
            <a:cxnSpLocks noChangeShapeType="1"/>
            <a:stCxn id="36063" idx="4"/>
            <a:endCxn id="36073"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68" name="AutoShape 228"/>
          <p:cNvCxnSpPr>
            <a:cxnSpLocks noChangeShapeType="1"/>
            <a:stCxn id="36062" idx="5"/>
            <a:endCxn id="36065"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069"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070"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6071" name="Group 231"/>
          <p:cNvGrpSpPr>
            <a:grpSpLocks/>
          </p:cNvGrpSpPr>
          <p:nvPr/>
        </p:nvGrpSpPr>
        <p:grpSpPr bwMode="auto">
          <a:xfrm>
            <a:off x="4724400" y="2514600"/>
            <a:ext cx="762000" cy="762000"/>
            <a:chOff x="4176" y="672"/>
            <a:chExt cx="480" cy="480"/>
          </a:xfrm>
        </p:grpSpPr>
        <p:sp>
          <p:nvSpPr>
            <p:cNvPr id="36072"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6073"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6074"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6075" name="AutoShape 235"/>
          <p:cNvCxnSpPr>
            <a:cxnSpLocks noChangeShapeType="1"/>
            <a:stCxn id="36073" idx="3"/>
            <a:endCxn id="36074"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76" name="AutoShape 236"/>
          <p:cNvCxnSpPr>
            <a:cxnSpLocks noChangeShapeType="1"/>
            <a:stCxn id="36073" idx="5"/>
            <a:endCxn id="36081"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077"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078"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6079" name="Group 239"/>
          <p:cNvGrpSpPr>
            <a:grpSpLocks/>
          </p:cNvGrpSpPr>
          <p:nvPr/>
        </p:nvGrpSpPr>
        <p:grpSpPr bwMode="auto">
          <a:xfrm>
            <a:off x="5257800" y="3505200"/>
            <a:ext cx="762000" cy="762000"/>
            <a:chOff x="4176" y="672"/>
            <a:chExt cx="480" cy="480"/>
          </a:xfrm>
        </p:grpSpPr>
        <p:sp>
          <p:nvSpPr>
            <p:cNvPr id="36080"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6081"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6082"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6083" name="AutoShape 243"/>
          <p:cNvCxnSpPr>
            <a:cxnSpLocks noChangeShapeType="1"/>
            <a:stCxn id="36081" idx="3"/>
            <a:endCxn id="36082"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84" name="AutoShape 244"/>
          <p:cNvCxnSpPr>
            <a:cxnSpLocks noChangeShapeType="1"/>
            <a:stCxn id="36081" idx="5"/>
            <a:endCxn id="36089"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085"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086"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6087" name="Group 247"/>
          <p:cNvGrpSpPr>
            <a:grpSpLocks/>
          </p:cNvGrpSpPr>
          <p:nvPr/>
        </p:nvGrpSpPr>
        <p:grpSpPr bwMode="auto">
          <a:xfrm>
            <a:off x="5791200" y="4419600"/>
            <a:ext cx="762000" cy="762000"/>
            <a:chOff x="4176" y="672"/>
            <a:chExt cx="480" cy="480"/>
          </a:xfrm>
        </p:grpSpPr>
        <p:sp>
          <p:nvSpPr>
            <p:cNvPr id="36088"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6089"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6090"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6091"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6092" name="AutoShape 252"/>
          <p:cNvCxnSpPr>
            <a:cxnSpLocks noChangeShapeType="1"/>
            <a:stCxn id="36089" idx="3"/>
            <a:endCxn id="36090"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093" name="AutoShape 253"/>
          <p:cNvCxnSpPr>
            <a:cxnSpLocks noChangeShapeType="1"/>
            <a:stCxn id="36089" idx="5"/>
            <a:endCxn id="36091"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094"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095"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096"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097"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099"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100"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6102" name="Group 262"/>
          <p:cNvGrpSpPr>
            <a:grpSpLocks/>
          </p:cNvGrpSpPr>
          <p:nvPr/>
        </p:nvGrpSpPr>
        <p:grpSpPr bwMode="auto">
          <a:xfrm>
            <a:off x="7620000" y="1447800"/>
            <a:ext cx="762000" cy="762000"/>
            <a:chOff x="4176" y="672"/>
            <a:chExt cx="480" cy="480"/>
          </a:xfrm>
        </p:grpSpPr>
        <p:sp>
          <p:nvSpPr>
            <p:cNvPr id="36103"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6104"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36105"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6106"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6107" name="AutoShape 267"/>
          <p:cNvCxnSpPr>
            <a:cxnSpLocks noChangeShapeType="1"/>
            <a:stCxn id="36104" idx="3"/>
            <a:endCxn id="36105"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108" name="AutoShape 268"/>
          <p:cNvCxnSpPr>
            <a:cxnSpLocks noChangeShapeType="1"/>
            <a:stCxn id="36104" idx="4"/>
            <a:endCxn id="36114"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109" name="AutoShape 269"/>
          <p:cNvCxnSpPr>
            <a:cxnSpLocks noChangeShapeType="1"/>
            <a:stCxn id="36104" idx="5"/>
            <a:endCxn id="36106"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110"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6111"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6112" name="Group 272"/>
          <p:cNvGrpSpPr>
            <a:grpSpLocks/>
          </p:cNvGrpSpPr>
          <p:nvPr/>
        </p:nvGrpSpPr>
        <p:grpSpPr bwMode="auto">
          <a:xfrm>
            <a:off x="7620000" y="2514600"/>
            <a:ext cx="762000" cy="762000"/>
            <a:chOff x="4176" y="672"/>
            <a:chExt cx="480" cy="480"/>
          </a:xfrm>
        </p:grpSpPr>
        <p:sp>
          <p:nvSpPr>
            <p:cNvPr id="36113"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6114"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36115"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36116" name="Oval 276"/>
          <p:cNvSpPr>
            <a:spLocks noChangeArrowheads="1"/>
          </p:cNvSpPr>
          <p:nvPr/>
        </p:nvSpPr>
        <p:spPr bwMode="auto">
          <a:xfrm>
            <a:off x="78486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6117" name="AutoShape 277"/>
          <p:cNvCxnSpPr>
            <a:cxnSpLocks noChangeShapeType="1"/>
            <a:stCxn id="36114" idx="3"/>
            <a:endCxn id="36115"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118" name="AutoShape 278"/>
          <p:cNvCxnSpPr>
            <a:cxnSpLocks noChangeShapeType="1"/>
            <a:stCxn id="36114" idx="4"/>
            <a:endCxn id="36116" idx="0"/>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866"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18"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26"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34"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42"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50"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58"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66"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74"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82"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90"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6998"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006"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014"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022"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030"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038"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046"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054"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7062"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63"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64"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65"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66"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67"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68"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69"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0"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1"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2"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3"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4"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5"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6"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7"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8"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79"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7080" name="Group 216"/>
          <p:cNvGrpSpPr>
            <a:grpSpLocks/>
          </p:cNvGrpSpPr>
          <p:nvPr/>
        </p:nvGrpSpPr>
        <p:grpSpPr bwMode="auto">
          <a:xfrm>
            <a:off x="6172200" y="533400"/>
            <a:ext cx="762000" cy="762000"/>
            <a:chOff x="4176" y="672"/>
            <a:chExt cx="480" cy="480"/>
          </a:xfrm>
        </p:grpSpPr>
        <p:sp>
          <p:nvSpPr>
            <p:cNvPr id="37081"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7082"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37083" name="AutoShape 219"/>
          <p:cNvCxnSpPr>
            <a:cxnSpLocks noChangeShapeType="1"/>
            <a:stCxn id="37082" idx="3"/>
            <a:endCxn id="37086"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84" name="AutoShape 220"/>
          <p:cNvCxnSpPr>
            <a:cxnSpLocks noChangeShapeType="1"/>
            <a:stCxn id="37082" idx="5"/>
            <a:endCxn id="37128"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7085" name="Group 221"/>
          <p:cNvGrpSpPr>
            <a:grpSpLocks/>
          </p:cNvGrpSpPr>
          <p:nvPr/>
        </p:nvGrpSpPr>
        <p:grpSpPr bwMode="auto">
          <a:xfrm>
            <a:off x="4724400" y="1447800"/>
            <a:ext cx="762000" cy="762000"/>
            <a:chOff x="4176" y="672"/>
            <a:chExt cx="480" cy="480"/>
          </a:xfrm>
        </p:grpSpPr>
        <p:sp>
          <p:nvSpPr>
            <p:cNvPr id="37086"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7087"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7088"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7089"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7090" name="AutoShape 226"/>
          <p:cNvCxnSpPr>
            <a:cxnSpLocks noChangeShapeType="1"/>
            <a:stCxn id="37087" idx="3"/>
            <a:endCxn id="37088"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91" name="AutoShape 227"/>
          <p:cNvCxnSpPr>
            <a:cxnSpLocks noChangeShapeType="1"/>
            <a:stCxn id="37087" idx="4"/>
            <a:endCxn id="37097"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092" name="AutoShape 228"/>
          <p:cNvCxnSpPr>
            <a:cxnSpLocks noChangeShapeType="1"/>
            <a:stCxn id="37086" idx="5"/>
            <a:endCxn id="37089"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093"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094"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7095" name="Group 231"/>
          <p:cNvGrpSpPr>
            <a:grpSpLocks/>
          </p:cNvGrpSpPr>
          <p:nvPr/>
        </p:nvGrpSpPr>
        <p:grpSpPr bwMode="auto">
          <a:xfrm>
            <a:off x="4724400" y="2514600"/>
            <a:ext cx="762000" cy="762000"/>
            <a:chOff x="4176" y="672"/>
            <a:chExt cx="480" cy="480"/>
          </a:xfrm>
        </p:grpSpPr>
        <p:sp>
          <p:nvSpPr>
            <p:cNvPr id="37096"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7097"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7098"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7099" name="AutoShape 235"/>
          <p:cNvCxnSpPr>
            <a:cxnSpLocks noChangeShapeType="1"/>
            <a:stCxn id="37097" idx="3"/>
            <a:endCxn id="37098"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100" name="AutoShape 236"/>
          <p:cNvCxnSpPr>
            <a:cxnSpLocks noChangeShapeType="1"/>
            <a:stCxn id="37097" idx="5"/>
            <a:endCxn id="37105"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101"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02"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7103" name="Group 239"/>
          <p:cNvGrpSpPr>
            <a:grpSpLocks/>
          </p:cNvGrpSpPr>
          <p:nvPr/>
        </p:nvGrpSpPr>
        <p:grpSpPr bwMode="auto">
          <a:xfrm>
            <a:off x="5257800" y="3505200"/>
            <a:ext cx="762000" cy="762000"/>
            <a:chOff x="4176" y="672"/>
            <a:chExt cx="480" cy="480"/>
          </a:xfrm>
        </p:grpSpPr>
        <p:sp>
          <p:nvSpPr>
            <p:cNvPr id="37104"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7105"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7106"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7107" name="AutoShape 243"/>
          <p:cNvCxnSpPr>
            <a:cxnSpLocks noChangeShapeType="1"/>
            <a:stCxn id="37105" idx="3"/>
            <a:endCxn id="37106"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108" name="AutoShape 244"/>
          <p:cNvCxnSpPr>
            <a:cxnSpLocks noChangeShapeType="1"/>
            <a:stCxn id="37105" idx="5"/>
            <a:endCxn id="37113"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109"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10"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7111" name="Group 247"/>
          <p:cNvGrpSpPr>
            <a:grpSpLocks/>
          </p:cNvGrpSpPr>
          <p:nvPr/>
        </p:nvGrpSpPr>
        <p:grpSpPr bwMode="auto">
          <a:xfrm>
            <a:off x="5791200" y="4419600"/>
            <a:ext cx="762000" cy="762000"/>
            <a:chOff x="4176" y="672"/>
            <a:chExt cx="480" cy="480"/>
          </a:xfrm>
        </p:grpSpPr>
        <p:sp>
          <p:nvSpPr>
            <p:cNvPr id="37112"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7113"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7114"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7115"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7116" name="AutoShape 252"/>
          <p:cNvCxnSpPr>
            <a:cxnSpLocks noChangeShapeType="1"/>
            <a:stCxn id="37113" idx="3"/>
            <a:endCxn id="37114"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117" name="AutoShape 253"/>
          <p:cNvCxnSpPr>
            <a:cxnSpLocks noChangeShapeType="1"/>
            <a:stCxn id="37113" idx="5"/>
            <a:endCxn id="37115"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118"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19"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20"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21"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23"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24"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7126" name="Group 262"/>
          <p:cNvGrpSpPr>
            <a:grpSpLocks/>
          </p:cNvGrpSpPr>
          <p:nvPr/>
        </p:nvGrpSpPr>
        <p:grpSpPr bwMode="auto">
          <a:xfrm>
            <a:off x="7620000" y="1447800"/>
            <a:ext cx="762000" cy="762000"/>
            <a:chOff x="4176" y="672"/>
            <a:chExt cx="480" cy="480"/>
          </a:xfrm>
        </p:grpSpPr>
        <p:sp>
          <p:nvSpPr>
            <p:cNvPr id="37127"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7128"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37129"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7130"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7131" name="AutoShape 267"/>
          <p:cNvCxnSpPr>
            <a:cxnSpLocks noChangeShapeType="1"/>
            <a:stCxn id="37128" idx="3"/>
            <a:endCxn id="37129"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132" name="AutoShape 268"/>
          <p:cNvCxnSpPr>
            <a:cxnSpLocks noChangeShapeType="1"/>
            <a:stCxn id="37128" idx="4"/>
            <a:endCxn id="37138"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133" name="AutoShape 269"/>
          <p:cNvCxnSpPr>
            <a:cxnSpLocks noChangeShapeType="1"/>
            <a:stCxn id="37128" idx="5"/>
            <a:endCxn id="37130"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134"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35"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7136" name="Group 272"/>
          <p:cNvGrpSpPr>
            <a:grpSpLocks/>
          </p:cNvGrpSpPr>
          <p:nvPr/>
        </p:nvGrpSpPr>
        <p:grpSpPr bwMode="auto">
          <a:xfrm>
            <a:off x="7620000" y="2514600"/>
            <a:ext cx="762000" cy="762000"/>
            <a:chOff x="4176" y="672"/>
            <a:chExt cx="480" cy="480"/>
          </a:xfrm>
        </p:grpSpPr>
        <p:sp>
          <p:nvSpPr>
            <p:cNvPr id="37137"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7138"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37139"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37140" name="Oval 276"/>
          <p:cNvSpPr>
            <a:spLocks noChangeArrowheads="1"/>
          </p:cNvSpPr>
          <p:nvPr/>
        </p:nvSpPr>
        <p:spPr bwMode="auto">
          <a:xfrm>
            <a:off x="78486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7141" name="AutoShape 277"/>
          <p:cNvCxnSpPr>
            <a:cxnSpLocks noChangeShapeType="1"/>
            <a:stCxn id="37138" idx="3"/>
            <a:endCxn id="37139"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142" name="AutoShape 278"/>
          <p:cNvCxnSpPr>
            <a:cxnSpLocks noChangeShapeType="1"/>
            <a:stCxn id="37138" idx="4"/>
            <a:endCxn id="37140" idx="0"/>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143" name="Line 279"/>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7144" name="Line 280"/>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89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94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95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95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96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97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98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99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799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0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1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2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3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3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4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5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6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7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07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808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8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8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8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09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0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0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0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0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104" name="Group 216"/>
          <p:cNvGrpSpPr>
            <a:grpSpLocks/>
          </p:cNvGrpSpPr>
          <p:nvPr/>
        </p:nvGrpSpPr>
        <p:grpSpPr bwMode="auto">
          <a:xfrm>
            <a:off x="6172200" y="533400"/>
            <a:ext cx="762000" cy="762000"/>
            <a:chOff x="4176" y="672"/>
            <a:chExt cx="480" cy="480"/>
          </a:xfrm>
        </p:grpSpPr>
        <p:sp>
          <p:nvSpPr>
            <p:cNvPr id="3810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810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38107" name="AutoShape 219"/>
          <p:cNvCxnSpPr>
            <a:cxnSpLocks noChangeShapeType="1"/>
            <a:stCxn id="38106" idx="3"/>
            <a:endCxn id="38110"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08" name="AutoShape 220"/>
          <p:cNvCxnSpPr>
            <a:cxnSpLocks noChangeShapeType="1"/>
            <a:stCxn id="38106" idx="5"/>
            <a:endCxn id="38152"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109" name="Group 221"/>
          <p:cNvGrpSpPr>
            <a:grpSpLocks/>
          </p:cNvGrpSpPr>
          <p:nvPr/>
        </p:nvGrpSpPr>
        <p:grpSpPr bwMode="auto">
          <a:xfrm>
            <a:off x="4724400" y="1447800"/>
            <a:ext cx="762000" cy="762000"/>
            <a:chOff x="4176" y="672"/>
            <a:chExt cx="480" cy="480"/>
          </a:xfrm>
        </p:grpSpPr>
        <p:sp>
          <p:nvSpPr>
            <p:cNvPr id="38110"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8111"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8112"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8113"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8114" name="AutoShape 226"/>
          <p:cNvCxnSpPr>
            <a:cxnSpLocks noChangeShapeType="1"/>
            <a:stCxn id="38111" idx="3"/>
            <a:endCxn id="38112"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15" name="AutoShape 227"/>
          <p:cNvCxnSpPr>
            <a:cxnSpLocks noChangeShapeType="1"/>
            <a:stCxn id="38111" idx="4"/>
            <a:endCxn id="38121"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16" name="AutoShape 228"/>
          <p:cNvCxnSpPr>
            <a:cxnSpLocks noChangeShapeType="1"/>
            <a:stCxn id="38110" idx="5"/>
            <a:endCxn id="38113"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117"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18"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8119" name="Group 231"/>
          <p:cNvGrpSpPr>
            <a:grpSpLocks/>
          </p:cNvGrpSpPr>
          <p:nvPr/>
        </p:nvGrpSpPr>
        <p:grpSpPr bwMode="auto">
          <a:xfrm>
            <a:off x="4724400" y="2514600"/>
            <a:ext cx="762000" cy="762000"/>
            <a:chOff x="4176" y="672"/>
            <a:chExt cx="480" cy="480"/>
          </a:xfrm>
        </p:grpSpPr>
        <p:sp>
          <p:nvSpPr>
            <p:cNvPr id="38120"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8121"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8122"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8123" name="AutoShape 235"/>
          <p:cNvCxnSpPr>
            <a:cxnSpLocks noChangeShapeType="1"/>
            <a:stCxn id="38121" idx="3"/>
            <a:endCxn id="38122"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24" name="AutoShape 236"/>
          <p:cNvCxnSpPr>
            <a:cxnSpLocks noChangeShapeType="1"/>
            <a:stCxn id="38121" idx="5"/>
            <a:endCxn id="38129"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125"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26"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8127" name="Group 239"/>
          <p:cNvGrpSpPr>
            <a:grpSpLocks/>
          </p:cNvGrpSpPr>
          <p:nvPr/>
        </p:nvGrpSpPr>
        <p:grpSpPr bwMode="auto">
          <a:xfrm>
            <a:off x="5257800" y="3505200"/>
            <a:ext cx="762000" cy="762000"/>
            <a:chOff x="4176" y="672"/>
            <a:chExt cx="480" cy="480"/>
          </a:xfrm>
        </p:grpSpPr>
        <p:sp>
          <p:nvSpPr>
            <p:cNvPr id="38128"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8129"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8130"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8131" name="AutoShape 243"/>
          <p:cNvCxnSpPr>
            <a:cxnSpLocks noChangeShapeType="1"/>
            <a:stCxn id="38129" idx="3"/>
            <a:endCxn id="38130"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32" name="AutoShape 244"/>
          <p:cNvCxnSpPr>
            <a:cxnSpLocks noChangeShapeType="1"/>
            <a:stCxn id="38129" idx="5"/>
            <a:endCxn id="38137"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133"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34"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8135" name="Group 247"/>
          <p:cNvGrpSpPr>
            <a:grpSpLocks/>
          </p:cNvGrpSpPr>
          <p:nvPr/>
        </p:nvGrpSpPr>
        <p:grpSpPr bwMode="auto">
          <a:xfrm>
            <a:off x="5791200" y="4419600"/>
            <a:ext cx="762000" cy="762000"/>
            <a:chOff x="4176" y="672"/>
            <a:chExt cx="480" cy="480"/>
          </a:xfrm>
        </p:grpSpPr>
        <p:sp>
          <p:nvSpPr>
            <p:cNvPr id="38136"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8137"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8138"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8139"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8140" name="AutoShape 252"/>
          <p:cNvCxnSpPr>
            <a:cxnSpLocks noChangeShapeType="1"/>
            <a:stCxn id="38137" idx="3"/>
            <a:endCxn id="38138"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41" name="AutoShape 253"/>
          <p:cNvCxnSpPr>
            <a:cxnSpLocks noChangeShapeType="1"/>
            <a:stCxn id="38137" idx="5"/>
            <a:endCxn id="38139"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142"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43"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44"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45"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47"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48"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8150" name="Group 262"/>
          <p:cNvGrpSpPr>
            <a:grpSpLocks/>
          </p:cNvGrpSpPr>
          <p:nvPr/>
        </p:nvGrpSpPr>
        <p:grpSpPr bwMode="auto">
          <a:xfrm>
            <a:off x="7620000" y="1447800"/>
            <a:ext cx="762000" cy="762000"/>
            <a:chOff x="4176" y="672"/>
            <a:chExt cx="480" cy="480"/>
          </a:xfrm>
        </p:grpSpPr>
        <p:sp>
          <p:nvSpPr>
            <p:cNvPr id="38151"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8152"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38153"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8154"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8155" name="AutoShape 267"/>
          <p:cNvCxnSpPr>
            <a:cxnSpLocks noChangeShapeType="1"/>
            <a:stCxn id="38152" idx="3"/>
            <a:endCxn id="38153"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56" name="AutoShape 268"/>
          <p:cNvCxnSpPr>
            <a:cxnSpLocks noChangeShapeType="1"/>
            <a:stCxn id="38152" idx="4"/>
            <a:endCxn id="38162"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57" name="AutoShape 269"/>
          <p:cNvCxnSpPr>
            <a:cxnSpLocks noChangeShapeType="1"/>
            <a:stCxn id="38152" idx="5"/>
            <a:endCxn id="38154"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158"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59"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8160" name="Group 272"/>
          <p:cNvGrpSpPr>
            <a:grpSpLocks/>
          </p:cNvGrpSpPr>
          <p:nvPr/>
        </p:nvGrpSpPr>
        <p:grpSpPr bwMode="auto">
          <a:xfrm>
            <a:off x="7620000" y="2514600"/>
            <a:ext cx="762000" cy="762000"/>
            <a:chOff x="4176" y="672"/>
            <a:chExt cx="480" cy="480"/>
          </a:xfrm>
        </p:grpSpPr>
        <p:sp>
          <p:nvSpPr>
            <p:cNvPr id="38161"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8162"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38163"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38164" name="AutoShape 276"/>
          <p:cNvCxnSpPr>
            <a:cxnSpLocks noChangeShapeType="1"/>
            <a:stCxn id="38162" idx="3"/>
            <a:endCxn id="38163"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165" name="AutoShape 277"/>
          <p:cNvCxnSpPr>
            <a:cxnSpLocks noChangeShapeType="1"/>
            <a:stCxn id="38162"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166"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8167"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8168" name="Group 280"/>
          <p:cNvGrpSpPr>
            <a:grpSpLocks/>
          </p:cNvGrpSpPr>
          <p:nvPr/>
        </p:nvGrpSpPr>
        <p:grpSpPr bwMode="auto">
          <a:xfrm>
            <a:off x="7848600" y="3581400"/>
            <a:ext cx="762000" cy="762000"/>
            <a:chOff x="4176" y="672"/>
            <a:chExt cx="480" cy="480"/>
          </a:xfrm>
        </p:grpSpPr>
        <p:sp>
          <p:nvSpPr>
            <p:cNvPr id="38169"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8170"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914"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966"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974"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982"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990"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8998"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06"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14"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22"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30"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38"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46"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54"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62"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70"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78"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86"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094"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102"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39110"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1"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2"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3"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4"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5"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6"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7"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8"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9"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20"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21"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22"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23"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24"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25"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26"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27"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128" name="Group 216"/>
          <p:cNvGrpSpPr>
            <a:grpSpLocks/>
          </p:cNvGrpSpPr>
          <p:nvPr/>
        </p:nvGrpSpPr>
        <p:grpSpPr bwMode="auto">
          <a:xfrm>
            <a:off x="6172200" y="533400"/>
            <a:ext cx="762000" cy="762000"/>
            <a:chOff x="4176" y="672"/>
            <a:chExt cx="480" cy="480"/>
          </a:xfrm>
        </p:grpSpPr>
        <p:sp>
          <p:nvSpPr>
            <p:cNvPr id="39129"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9130"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39131" name="AutoShape 219"/>
          <p:cNvCxnSpPr>
            <a:cxnSpLocks noChangeShapeType="1"/>
            <a:stCxn id="39130" idx="3"/>
            <a:endCxn id="39134"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32" name="AutoShape 220"/>
          <p:cNvCxnSpPr>
            <a:cxnSpLocks noChangeShapeType="1"/>
            <a:stCxn id="39130" idx="5"/>
            <a:endCxn id="39176"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133" name="Group 221"/>
          <p:cNvGrpSpPr>
            <a:grpSpLocks/>
          </p:cNvGrpSpPr>
          <p:nvPr/>
        </p:nvGrpSpPr>
        <p:grpSpPr bwMode="auto">
          <a:xfrm>
            <a:off x="4724400" y="1447800"/>
            <a:ext cx="762000" cy="762000"/>
            <a:chOff x="4176" y="672"/>
            <a:chExt cx="480" cy="480"/>
          </a:xfrm>
        </p:grpSpPr>
        <p:sp>
          <p:nvSpPr>
            <p:cNvPr id="39134"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9135"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39136"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9137"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39138" name="AutoShape 226"/>
          <p:cNvCxnSpPr>
            <a:cxnSpLocks noChangeShapeType="1"/>
            <a:stCxn id="39135" idx="3"/>
            <a:endCxn id="39136"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39" name="AutoShape 227"/>
          <p:cNvCxnSpPr>
            <a:cxnSpLocks noChangeShapeType="1"/>
            <a:stCxn id="39135" idx="4"/>
            <a:endCxn id="39145"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40" name="AutoShape 228"/>
          <p:cNvCxnSpPr>
            <a:cxnSpLocks noChangeShapeType="1"/>
            <a:stCxn id="39134" idx="5"/>
            <a:endCxn id="39137"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9141"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42"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9143" name="Group 231"/>
          <p:cNvGrpSpPr>
            <a:grpSpLocks/>
          </p:cNvGrpSpPr>
          <p:nvPr/>
        </p:nvGrpSpPr>
        <p:grpSpPr bwMode="auto">
          <a:xfrm>
            <a:off x="4724400" y="2514600"/>
            <a:ext cx="762000" cy="762000"/>
            <a:chOff x="4176" y="672"/>
            <a:chExt cx="480" cy="480"/>
          </a:xfrm>
        </p:grpSpPr>
        <p:sp>
          <p:nvSpPr>
            <p:cNvPr id="39144"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9145"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39146"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39147" name="AutoShape 235"/>
          <p:cNvCxnSpPr>
            <a:cxnSpLocks noChangeShapeType="1"/>
            <a:stCxn id="39145" idx="3"/>
            <a:endCxn id="39146"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48" name="AutoShape 236"/>
          <p:cNvCxnSpPr>
            <a:cxnSpLocks noChangeShapeType="1"/>
            <a:stCxn id="39145" idx="5"/>
            <a:endCxn id="39153"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9149"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50"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9151" name="Group 239"/>
          <p:cNvGrpSpPr>
            <a:grpSpLocks/>
          </p:cNvGrpSpPr>
          <p:nvPr/>
        </p:nvGrpSpPr>
        <p:grpSpPr bwMode="auto">
          <a:xfrm>
            <a:off x="5257800" y="3505200"/>
            <a:ext cx="762000" cy="762000"/>
            <a:chOff x="4176" y="672"/>
            <a:chExt cx="480" cy="480"/>
          </a:xfrm>
        </p:grpSpPr>
        <p:sp>
          <p:nvSpPr>
            <p:cNvPr id="39152"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9153"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39154"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39155" name="AutoShape 243"/>
          <p:cNvCxnSpPr>
            <a:cxnSpLocks noChangeShapeType="1"/>
            <a:stCxn id="39153" idx="3"/>
            <a:endCxn id="39154"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56" name="AutoShape 244"/>
          <p:cNvCxnSpPr>
            <a:cxnSpLocks noChangeShapeType="1"/>
            <a:stCxn id="39153" idx="5"/>
            <a:endCxn id="39161"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9157"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58"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9159" name="Group 247"/>
          <p:cNvGrpSpPr>
            <a:grpSpLocks/>
          </p:cNvGrpSpPr>
          <p:nvPr/>
        </p:nvGrpSpPr>
        <p:grpSpPr bwMode="auto">
          <a:xfrm>
            <a:off x="5791200" y="4419600"/>
            <a:ext cx="762000" cy="762000"/>
            <a:chOff x="4176" y="672"/>
            <a:chExt cx="480" cy="480"/>
          </a:xfrm>
        </p:grpSpPr>
        <p:sp>
          <p:nvSpPr>
            <p:cNvPr id="39160"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9161"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39162"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39163"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39164" name="AutoShape 252"/>
          <p:cNvCxnSpPr>
            <a:cxnSpLocks noChangeShapeType="1"/>
            <a:stCxn id="39161" idx="3"/>
            <a:endCxn id="39162"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65" name="AutoShape 253"/>
          <p:cNvCxnSpPr>
            <a:cxnSpLocks noChangeShapeType="1"/>
            <a:stCxn id="39161" idx="5"/>
            <a:endCxn id="39163"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9166"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67"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68"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69"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71"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72"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9174" name="Group 262"/>
          <p:cNvGrpSpPr>
            <a:grpSpLocks/>
          </p:cNvGrpSpPr>
          <p:nvPr/>
        </p:nvGrpSpPr>
        <p:grpSpPr bwMode="auto">
          <a:xfrm>
            <a:off x="7620000" y="1447800"/>
            <a:ext cx="762000" cy="762000"/>
            <a:chOff x="4176" y="672"/>
            <a:chExt cx="480" cy="480"/>
          </a:xfrm>
        </p:grpSpPr>
        <p:sp>
          <p:nvSpPr>
            <p:cNvPr id="39175"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9176"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39177"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39178"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39179" name="AutoShape 267"/>
          <p:cNvCxnSpPr>
            <a:cxnSpLocks noChangeShapeType="1"/>
            <a:stCxn id="39176" idx="3"/>
            <a:endCxn id="39177"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80" name="AutoShape 268"/>
          <p:cNvCxnSpPr>
            <a:cxnSpLocks noChangeShapeType="1"/>
            <a:stCxn id="39176" idx="4"/>
            <a:endCxn id="39186"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81" name="AutoShape 269"/>
          <p:cNvCxnSpPr>
            <a:cxnSpLocks noChangeShapeType="1"/>
            <a:stCxn id="39176" idx="5"/>
            <a:endCxn id="39178"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9182"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83"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9184" name="Group 272"/>
          <p:cNvGrpSpPr>
            <a:grpSpLocks/>
          </p:cNvGrpSpPr>
          <p:nvPr/>
        </p:nvGrpSpPr>
        <p:grpSpPr bwMode="auto">
          <a:xfrm>
            <a:off x="7620000" y="2514600"/>
            <a:ext cx="762000" cy="762000"/>
            <a:chOff x="4176" y="672"/>
            <a:chExt cx="480" cy="480"/>
          </a:xfrm>
        </p:grpSpPr>
        <p:sp>
          <p:nvSpPr>
            <p:cNvPr id="39185"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9186"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39187"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39188" name="AutoShape 276"/>
          <p:cNvCxnSpPr>
            <a:cxnSpLocks noChangeShapeType="1"/>
            <a:stCxn id="39186" idx="3"/>
            <a:endCxn id="39187"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89" name="AutoShape 277"/>
          <p:cNvCxnSpPr>
            <a:cxnSpLocks noChangeShapeType="1"/>
            <a:stCxn id="39186"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9190"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39191"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39192" name="Group 280"/>
          <p:cNvGrpSpPr>
            <a:grpSpLocks/>
          </p:cNvGrpSpPr>
          <p:nvPr/>
        </p:nvGrpSpPr>
        <p:grpSpPr bwMode="auto">
          <a:xfrm>
            <a:off x="7848600" y="3581400"/>
            <a:ext cx="762000" cy="762000"/>
            <a:chOff x="4176" y="672"/>
            <a:chExt cx="480" cy="480"/>
          </a:xfrm>
        </p:grpSpPr>
        <p:sp>
          <p:nvSpPr>
            <p:cNvPr id="39193"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39194"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39195"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39196"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39197" name="AutoShape 285"/>
          <p:cNvCxnSpPr>
            <a:cxnSpLocks noChangeShapeType="1"/>
            <a:stCxn id="39194" idx="3"/>
            <a:endCxn id="39195"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98" name="AutoShape 286"/>
          <p:cNvCxnSpPr>
            <a:cxnSpLocks noChangeShapeType="1"/>
            <a:stCxn id="39194" idx="5"/>
            <a:endCxn id="39196"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9938"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990"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9998"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06"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14"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22"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30"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38"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46"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54"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62"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70"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78"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86"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094"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102"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110"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118"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0126"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0134"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35"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36"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37"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38"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39"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0"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1"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2"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3"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4"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5"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6"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7"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8"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49"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50"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51"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52" name="Group 216"/>
          <p:cNvGrpSpPr>
            <a:grpSpLocks/>
          </p:cNvGrpSpPr>
          <p:nvPr/>
        </p:nvGrpSpPr>
        <p:grpSpPr bwMode="auto">
          <a:xfrm>
            <a:off x="6172200" y="533400"/>
            <a:ext cx="762000" cy="762000"/>
            <a:chOff x="4176" y="672"/>
            <a:chExt cx="480" cy="480"/>
          </a:xfrm>
        </p:grpSpPr>
        <p:sp>
          <p:nvSpPr>
            <p:cNvPr id="40153"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0154"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0155" name="AutoShape 219"/>
          <p:cNvCxnSpPr>
            <a:cxnSpLocks noChangeShapeType="1"/>
            <a:stCxn id="40154" idx="3"/>
            <a:endCxn id="40158"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56" name="AutoShape 220"/>
          <p:cNvCxnSpPr>
            <a:cxnSpLocks noChangeShapeType="1"/>
            <a:stCxn id="40154" idx="5"/>
            <a:endCxn id="40200"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57" name="Group 221"/>
          <p:cNvGrpSpPr>
            <a:grpSpLocks/>
          </p:cNvGrpSpPr>
          <p:nvPr/>
        </p:nvGrpSpPr>
        <p:grpSpPr bwMode="auto">
          <a:xfrm>
            <a:off x="4724400" y="1447800"/>
            <a:ext cx="762000" cy="762000"/>
            <a:chOff x="4176" y="672"/>
            <a:chExt cx="480" cy="480"/>
          </a:xfrm>
        </p:grpSpPr>
        <p:sp>
          <p:nvSpPr>
            <p:cNvPr id="40158"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0159"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0160"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0161"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0162" name="AutoShape 226"/>
          <p:cNvCxnSpPr>
            <a:cxnSpLocks noChangeShapeType="1"/>
            <a:stCxn id="40159" idx="3"/>
            <a:endCxn id="40160"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63" name="AutoShape 227"/>
          <p:cNvCxnSpPr>
            <a:cxnSpLocks noChangeShapeType="1"/>
            <a:stCxn id="40159" idx="4"/>
            <a:endCxn id="40169"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64" name="AutoShape 228"/>
          <p:cNvCxnSpPr>
            <a:cxnSpLocks noChangeShapeType="1"/>
            <a:stCxn id="40158" idx="5"/>
            <a:endCxn id="40161"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165"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166"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0167" name="Group 231"/>
          <p:cNvGrpSpPr>
            <a:grpSpLocks/>
          </p:cNvGrpSpPr>
          <p:nvPr/>
        </p:nvGrpSpPr>
        <p:grpSpPr bwMode="auto">
          <a:xfrm>
            <a:off x="4724400" y="2514600"/>
            <a:ext cx="762000" cy="762000"/>
            <a:chOff x="4176" y="672"/>
            <a:chExt cx="480" cy="480"/>
          </a:xfrm>
        </p:grpSpPr>
        <p:sp>
          <p:nvSpPr>
            <p:cNvPr id="40168"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0169"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0170"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0171" name="AutoShape 235"/>
          <p:cNvCxnSpPr>
            <a:cxnSpLocks noChangeShapeType="1"/>
            <a:stCxn id="40169" idx="3"/>
            <a:endCxn id="40170"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72" name="AutoShape 236"/>
          <p:cNvCxnSpPr>
            <a:cxnSpLocks noChangeShapeType="1"/>
            <a:stCxn id="40169" idx="5"/>
            <a:endCxn id="40177"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173"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174"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0175" name="Group 239"/>
          <p:cNvGrpSpPr>
            <a:grpSpLocks/>
          </p:cNvGrpSpPr>
          <p:nvPr/>
        </p:nvGrpSpPr>
        <p:grpSpPr bwMode="auto">
          <a:xfrm>
            <a:off x="5257800" y="3505200"/>
            <a:ext cx="762000" cy="762000"/>
            <a:chOff x="4176" y="672"/>
            <a:chExt cx="480" cy="480"/>
          </a:xfrm>
        </p:grpSpPr>
        <p:sp>
          <p:nvSpPr>
            <p:cNvPr id="40176"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0177"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0178"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0179" name="AutoShape 243"/>
          <p:cNvCxnSpPr>
            <a:cxnSpLocks noChangeShapeType="1"/>
            <a:stCxn id="40177" idx="3"/>
            <a:endCxn id="40178"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80" name="AutoShape 244"/>
          <p:cNvCxnSpPr>
            <a:cxnSpLocks noChangeShapeType="1"/>
            <a:stCxn id="40177" idx="5"/>
            <a:endCxn id="40185"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181"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182"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0183" name="Group 247"/>
          <p:cNvGrpSpPr>
            <a:grpSpLocks/>
          </p:cNvGrpSpPr>
          <p:nvPr/>
        </p:nvGrpSpPr>
        <p:grpSpPr bwMode="auto">
          <a:xfrm>
            <a:off x="5791200" y="4419600"/>
            <a:ext cx="762000" cy="762000"/>
            <a:chOff x="4176" y="672"/>
            <a:chExt cx="480" cy="480"/>
          </a:xfrm>
        </p:grpSpPr>
        <p:sp>
          <p:nvSpPr>
            <p:cNvPr id="40184"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0185"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0186"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0187"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0188" name="AutoShape 252"/>
          <p:cNvCxnSpPr>
            <a:cxnSpLocks noChangeShapeType="1"/>
            <a:stCxn id="40185" idx="3"/>
            <a:endCxn id="40186"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189" name="AutoShape 253"/>
          <p:cNvCxnSpPr>
            <a:cxnSpLocks noChangeShapeType="1"/>
            <a:stCxn id="40185" idx="5"/>
            <a:endCxn id="40187"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190"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191"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192"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193"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195"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196"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0198" name="Group 262"/>
          <p:cNvGrpSpPr>
            <a:grpSpLocks/>
          </p:cNvGrpSpPr>
          <p:nvPr/>
        </p:nvGrpSpPr>
        <p:grpSpPr bwMode="auto">
          <a:xfrm>
            <a:off x="7620000" y="1447800"/>
            <a:ext cx="762000" cy="762000"/>
            <a:chOff x="4176" y="672"/>
            <a:chExt cx="480" cy="480"/>
          </a:xfrm>
        </p:grpSpPr>
        <p:sp>
          <p:nvSpPr>
            <p:cNvPr id="40199"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0200"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40201"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0202"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40203" name="AutoShape 267"/>
          <p:cNvCxnSpPr>
            <a:cxnSpLocks noChangeShapeType="1"/>
            <a:stCxn id="40200" idx="3"/>
            <a:endCxn id="40201"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204" name="AutoShape 268"/>
          <p:cNvCxnSpPr>
            <a:cxnSpLocks noChangeShapeType="1"/>
            <a:stCxn id="40200" idx="4"/>
            <a:endCxn id="40210"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205" name="AutoShape 269"/>
          <p:cNvCxnSpPr>
            <a:cxnSpLocks noChangeShapeType="1"/>
            <a:stCxn id="40200" idx="5"/>
            <a:endCxn id="40202"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206"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207"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0208" name="Group 272"/>
          <p:cNvGrpSpPr>
            <a:grpSpLocks/>
          </p:cNvGrpSpPr>
          <p:nvPr/>
        </p:nvGrpSpPr>
        <p:grpSpPr bwMode="auto">
          <a:xfrm>
            <a:off x="7620000" y="2514600"/>
            <a:ext cx="762000" cy="762000"/>
            <a:chOff x="4176" y="672"/>
            <a:chExt cx="480" cy="480"/>
          </a:xfrm>
        </p:grpSpPr>
        <p:sp>
          <p:nvSpPr>
            <p:cNvPr id="40209"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0210"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40211"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40212" name="AutoShape 276"/>
          <p:cNvCxnSpPr>
            <a:cxnSpLocks noChangeShapeType="1"/>
            <a:stCxn id="40210" idx="3"/>
            <a:endCxn id="40211"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213" name="AutoShape 277"/>
          <p:cNvCxnSpPr>
            <a:cxnSpLocks noChangeShapeType="1"/>
            <a:stCxn id="40210"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214"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215"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0216" name="Group 280"/>
          <p:cNvGrpSpPr>
            <a:grpSpLocks/>
          </p:cNvGrpSpPr>
          <p:nvPr/>
        </p:nvGrpSpPr>
        <p:grpSpPr bwMode="auto">
          <a:xfrm>
            <a:off x="7848600" y="3581400"/>
            <a:ext cx="762000" cy="762000"/>
            <a:chOff x="4176" y="672"/>
            <a:chExt cx="480" cy="480"/>
          </a:xfrm>
        </p:grpSpPr>
        <p:sp>
          <p:nvSpPr>
            <p:cNvPr id="40217"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0218"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40219"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40220"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40221" name="AutoShape 285"/>
          <p:cNvCxnSpPr>
            <a:cxnSpLocks noChangeShapeType="1"/>
            <a:stCxn id="40218" idx="3"/>
            <a:endCxn id="40219"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222" name="AutoShape 286"/>
          <p:cNvCxnSpPr>
            <a:cxnSpLocks noChangeShapeType="1"/>
            <a:stCxn id="40218" idx="5"/>
            <a:endCxn id="40220"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223" name="Line 287"/>
          <p:cNvSpPr>
            <a:spLocks noChangeShapeType="1"/>
          </p:cNvSpPr>
          <p:nvPr/>
        </p:nvSpPr>
        <p:spPr bwMode="auto">
          <a:xfrm flipV="1">
            <a:off x="7162800" y="4724400"/>
            <a:ext cx="838200" cy="457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0224" name="Line 288"/>
          <p:cNvSpPr>
            <a:spLocks noChangeShapeType="1"/>
          </p:cNvSpPr>
          <p:nvPr/>
        </p:nvSpPr>
        <p:spPr bwMode="auto">
          <a:xfrm>
            <a:off x="7162800" y="4648200"/>
            <a:ext cx="8382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962"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14"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22"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30"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38"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46"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54"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62"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70"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78"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86"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094"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102"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110"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118"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126"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134"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142"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1150"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1158"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59"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0"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1"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2"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3"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4"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5"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6"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7"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8"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69"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70"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71"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72"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73"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74"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75"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76" name="Group 216"/>
          <p:cNvGrpSpPr>
            <a:grpSpLocks/>
          </p:cNvGrpSpPr>
          <p:nvPr/>
        </p:nvGrpSpPr>
        <p:grpSpPr bwMode="auto">
          <a:xfrm>
            <a:off x="6172200" y="533400"/>
            <a:ext cx="762000" cy="762000"/>
            <a:chOff x="4176" y="672"/>
            <a:chExt cx="480" cy="480"/>
          </a:xfrm>
        </p:grpSpPr>
        <p:sp>
          <p:nvSpPr>
            <p:cNvPr id="41177"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1178"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1179" name="AutoShape 219"/>
          <p:cNvCxnSpPr>
            <a:cxnSpLocks noChangeShapeType="1"/>
            <a:stCxn id="41178" idx="3"/>
            <a:endCxn id="41182"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80" name="AutoShape 220"/>
          <p:cNvCxnSpPr>
            <a:cxnSpLocks noChangeShapeType="1"/>
            <a:stCxn id="41178" idx="5"/>
            <a:endCxn id="41224"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81" name="Group 221"/>
          <p:cNvGrpSpPr>
            <a:grpSpLocks/>
          </p:cNvGrpSpPr>
          <p:nvPr/>
        </p:nvGrpSpPr>
        <p:grpSpPr bwMode="auto">
          <a:xfrm>
            <a:off x="4724400" y="1447800"/>
            <a:ext cx="762000" cy="762000"/>
            <a:chOff x="4176" y="672"/>
            <a:chExt cx="480" cy="480"/>
          </a:xfrm>
        </p:grpSpPr>
        <p:sp>
          <p:nvSpPr>
            <p:cNvPr id="41182"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1183"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1184"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1185"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1186" name="AutoShape 226"/>
          <p:cNvCxnSpPr>
            <a:cxnSpLocks noChangeShapeType="1"/>
            <a:stCxn id="41183" idx="3"/>
            <a:endCxn id="41184"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87" name="AutoShape 227"/>
          <p:cNvCxnSpPr>
            <a:cxnSpLocks noChangeShapeType="1"/>
            <a:stCxn id="41183" idx="4"/>
            <a:endCxn id="41193"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88" name="AutoShape 228"/>
          <p:cNvCxnSpPr>
            <a:cxnSpLocks noChangeShapeType="1"/>
            <a:stCxn id="41182" idx="5"/>
            <a:endCxn id="41185"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189"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190"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1191" name="Group 231"/>
          <p:cNvGrpSpPr>
            <a:grpSpLocks/>
          </p:cNvGrpSpPr>
          <p:nvPr/>
        </p:nvGrpSpPr>
        <p:grpSpPr bwMode="auto">
          <a:xfrm>
            <a:off x="4724400" y="2514600"/>
            <a:ext cx="762000" cy="762000"/>
            <a:chOff x="4176" y="672"/>
            <a:chExt cx="480" cy="480"/>
          </a:xfrm>
        </p:grpSpPr>
        <p:sp>
          <p:nvSpPr>
            <p:cNvPr id="41192"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1193"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1194"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1195" name="AutoShape 235"/>
          <p:cNvCxnSpPr>
            <a:cxnSpLocks noChangeShapeType="1"/>
            <a:stCxn id="41193" idx="3"/>
            <a:endCxn id="41194"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96" name="AutoShape 236"/>
          <p:cNvCxnSpPr>
            <a:cxnSpLocks noChangeShapeType="1"/>
            <a:stCxn id="41193" idx="5"/>
            <a:endCxn id="41201"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197"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198"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1199" name="Group 239"/>
          <p:cNvGrpSpPr>
            <a:grpSpLocks/>
          </p:cNvGrpSpPr>
          <p:nvPr/>
        </p:nvGrpSpPr>
        <p:grpSpPr bwMode="auto">
          <a:xfrm>
            <a:off x="5257800" y="3505200"/>
            <a:ext cx="762000" cy="762000"/>
            <a:chOff x="4176" y="672"/>
            <a:chExt cx="480" cy="480"/>
          </a:xfrm>
        </p:grpSpPr>
        <p:sp>
          <p:nvSpPr>
            <p:cNvPr id="41200"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1201"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1202"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1203" name="AutoShape 243"/>
          <p:cNvCxnSpPr>
            <a:cxnSpLocks noChangeShapeType="1"/>
            <a:stCxn id="41201" idx="3"/>
            <a:endCxn id="41202"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204" name="AutoShape 244"/>
          <p:cNvCxnSpPr>
            <a:cxnSpLocks noChangeShapeType="1"/>
            <a:stCxn id="41201" idx="5"/>
            <a:endCxn id="41209"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205"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06"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1207" name="Group 247"/>
          <p:cNvGrpSpPr>
            <a:grpSpLocks/>
          </p:cNvGrpSpPr>
          <p:nvPr/>
        </p:nvGrpSpPr>
        <p:grpSpPr bwMode="auto">
          <a:xfrm>
            <a:off x="5791200" y="4419600"/>
            <a:ext cx="762000" cy="762000"/>
            <a:chOff x="4176" y="672"/>
            <a:chExt cx="480" cy="480"/>
          </a:xfrm>
        </p:grpSpPr>
        <p:sp>
          <p:nvSpPr>
            <p:cNvPr id="41208"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1209"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1210"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1211"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1212" name="AutoShape 252"/>
          <p:cNvCxnSpPr>
            <a:cxnSpLocks noChangeShapeType="1"/>
            <a:stCxn id="41209" idx="3"/>
            <a:endCxn id="41210"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213" name="AutoShape 253"/>
          <p:cNvCxnSpPr>
            <a:cxnSpLocks noChangeShapeType="1"/>
            <a:stCxn id="41209" idx="5"/>
            <a:endCxn id="41211"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214"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15"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16"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17"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19"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20"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1222" name="Group 262"/>
          <p:cNvGrpSpPr>
            <a:grpSpLocks/>
          </p:cNvGrpSpPr>
          <p:nvPr/>
        </p:nvGrpSpPr>
        <p:grpSpPr bwMode="auto">
          <a:xfrm>
            <a:off x="7620000" y="1447800"/>
            <a:ext cx="762000" cy="762000"/>
            <a:chOff x="4176" y="672"/>
            <a:chExt cx="480" cy="480"/>
          </a:xfrm>
        </p:grpSpPr>
        <p:sp>
          <p:nvSpPr>
            <p:cNvPr id="41223"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1224"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41225"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1226"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41227" name="AutoShape 267"/>
          <p:cNvCxnSpPr>
            <a:cxnSpLocks noChangeShapeType="1"/>
            <a:stCxn id="41224" idx="3"/>
            <a:endCxn id="41225"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228" name="AutoShape 268"/>
          <p:cNvCxnSpPr>
            <a:cxnSpLocks noChangeShapeType="1"/>
            <a:stCxn id="41224" idx="4"/>
            <a:endCxn id="41234"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229" name="AutoShape 269"/>
          <p:cNvCxnSpPr>
            <a:cxnSpLocks noChangeShapeType="1"/>
            <a:stCxn id="41224" idx="5"/>
            <a:endCxn id="41226"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230"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31"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1232" name="Group 272"/>
          <p:cNvGrpSpPr>
            <a:grpSpLocks/>
          </p:cNvGrpSpPr>
          <p:nvPr/>
        </p:nvGrpSpPr>
        <p:grpSpPr bwMode="auto">
          <a:xfrm>
            <a:off x="7620000" y="2514600"/>
            <a:ext cx="762000" cy="762000"/>
            <a:chOff x="4176" y="672"/>
            <a:chExt cx="480" cy="480"/>
          </a:xfrm>
        </p:grpSpPr>
        <p:sp>
          <p:nvSpPr>
            <p:cNvPr id="41233"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1234"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41235"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41236" name="AutoShape 276"/>
          <p:cNvCxnSpPr>
            <a:cxnSpLocks noChangeShapeType="1"/>
            <a:stCxn id="41234" idx="3"/>
            <a:endCxn id="41235"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237" name="AutoShape 277"/>
          <p:cNvCxnSpPr>
            <a:cxnSpLocks noChangeShapeType="1"/>
            <a:stCxn id="41234"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238"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39"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1240" name="Group 280"/>
          <p:cNvGrpSpPr>
            <a:grpSpLocks/>
          </p:cNvGrpSpPr>
          <p:nvPr/>
        </p:nvGrpSpPr>
        <p:grpSpPr bwMode="auto">
          <a:xfrm>
            <a:off x="7848600" y="3581400"/>
            <a:ext cx="762000" cy="762000"/>
            <a:chOff x="4176" y="672"/>
            <a:chExt cx="480" cy="480"/>
          </a:xfrm>
        </p:grpSpPr>
        <p:sp>
          <p:nvSpPr>
            <p:cNvPr id="41241"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1242"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41243"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41244"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41245" name="AutoShape 285"/>
          <p:cNvCxnSpPr>
            <a:cxnSpLocks noChangeShapeType="1"/>
            <a:stCxn id="41242" idx="3"/>
            <a:endCxn id="41243"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246" name="AutoShape 286"/>
          <p:cNvCxnSpPr>
            <a:cxnSpLocks noChangeShapeType="1"/>
            <a:stCxn id="41242" idx="5"/>
            <a:endCxn id="41244"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247" name="Line 287"/>
          <p:cNvSpPr>
            <a:spLocks noChangeShapeType="1"/>
          </p:cNvSpPr>
          <p:nvPr/>
        </p:nvSpPr>
        <p:spPr bwMode="auto">
          <a:xfrm flipV="1">
            <a:off x="7162800" y="4724400"/>
            <a:ext cx="838200" cy="457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48" name="Line 288"/>
          <p:cNvSpPr>
            <a:spLocks noChangeShapeType="1"/>
          </p:cNvSpPr>
          <p:nvPr/>
        </p:nvSpPr>
        <p:spPr bwMode="auto">
          <a:xfrm>
            <a:off x="7162800" y="4648200"/>
            <a:ext cx="8382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49" name="Line 289"/>
          <p:cNvSpPr>
            <a:spLocks noChangeShapeType="1"/>
          </p:cNvSpPr>
          <p:nvPr/>
        </p:nvSpPr>
        <p:spPr bwMode="auto">
          <a:xfrm flipV="1">
            <a:off x="8153400" y="4724400"/>
            <a:ext cx="685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1250" name="Line 290"/>
          <p:cNvSpPr>
            <a:spLocks noChangeShapeType="1"/>
          </p:cNvSpPr>
          <p:nvPr/>
        </p:nvSpPr>
        <p:spPr bwMode="auto">
          <a:xfrm>
            <a:off x="8077200" y="4648200"/>
            <a:ext cx="8382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86"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038"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046"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054"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062"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070"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078"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086"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094"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02"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10"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18"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26"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34"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42"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50"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58"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66"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2174"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2182"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83"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84"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85"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86"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87"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88"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89"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0"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1"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2"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3"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4"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5"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6"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7"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8"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199"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2200" name="Group 216"/>
          <p:cNvGrpSpPr>
            <a:grpSpLocks/>
          </p:cNvGrpSpPr>
          <p:nvPr/>
        </p:nvGrpSpPr>
        <p:grpSpPr bwMode="auto">
          <a:xfrm>
            <a:off x="6172200" y="533400"/>
            <a:ext cx="762000" cy="762000"/>
            <a:chOff x="4176" y="672"/>
            <a:chExt cx="480" cy="480"/>
          </a:xfrm>
        </p:grpSpPr>
        <p:sp>
          <p:nvSpPr>
            <p:cNvPr id="42201"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2202"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2203" name="AutoShape 219"/>
          <p:cNvCxnSpPr>
            <a:cxnSpLocks noChangeShapeType="1"/>
            <a:stCxn id="42202" idx="3"/>
            <a:endCxn id="42206"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04" name="AutoShape 220"/>
          <p:cNvCxnSpPr>
            <a:cxnSpLocks noChangeShapeType="1"/>
            <a:stCxn id="42202" idx="5"/>
            <a:endCxn id="42248"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2205" name="Group 221"/>
          <p:cNvGrpSpPr>
            <a:grpSpLocks/>
          </p:cNvGrpSpPr>
          <p:nvPr/>
        </p:nvGrpSpPr>
        <p:grpSpPr bwMode="auto">
          <a:xfrm>
            <a:off x="4724400" y="1447800"/>
            <a:ext cx="762000" cy="762000"/>
            <a:chOff x="4176" y="672"/>
            <a:chExt cx="480" cy="480"/>
          </a:xfrm>
        </p:grpSpPr>
        <p:sp>
          <p:nvSpPr>
            <p:cNvPr id="42206"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2207"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2208"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2209"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2210" name="AutoShape 226"/>
          <p:cNvCxnSpPr>
            <a:cxnSpLocks noChangeShapeType="1"/>
            <a:stCxn id="42207" idx="3"/>
            <a:endCxn id="42208"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11" name="AutoShape 227"/>
          <p:cNvCxnSpPr>
            <a:cxnSpLocks noChangeShapeType="1"/>
            <a:stCxn id="42207" idx="4"/>
            <a:endCxn id="42217"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12" name="AutoShape 228"/>
          <p:cNvCxnSpPr>
            <a:cxnSpLocks noChangeShapeType="1"/>
            <a:stCxn id="42206" idx="5"/>
            <a:endCxn id="42209"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213"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14"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2215" name="Group 231"/>
          <p:cNvGrpSpPr>
            <a:grpSpLocks/>
          </p:cNvGrpSpPr>
          <p:nvPr/>
        </p:nvGrpSpPr>
        <p:grpSpPr bwMode="auto">
          <a:xfrm>
            <a:off x="4724400" y="2514600"/>
            <a:ext cx="762000" cy="762000"/>
            <a:chOff x="4176" y="672"/>
            <a:chExt cx="480" cy="480"/>
          </a:xfrm>
        </p:grpSpPr>
        <p:sp>
          <p:nvSpPr>
            <p:cNvPr id="42216"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2217"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2218"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2219" name="AutoShape 235"/>
          <p:cNvCxnSpPr>
            <a:cxnSpLocks noChangeShapeType="1"/>
            <a:stCxn id="42217" idx="3"/>
            <a:endCxn id="42218"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20" name="AutoShape 236"/>
          <p:cNvCxnSpPr>
            <a:cxnSpLocks noChangeShapeType="1"/>
            <a:stCxn id="42217" idx="5"/>
            <a:endCxn id="42225"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221"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22"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2223" name="Group 239"/>
          <p:cNvGrpSpPr>
            <a:grpSpLocks/>
          </p:cNvGrpSpPr>
          <p:nvPr/>
        </p:nvGrpSpPr>
        <p:grpSpPr bwMode="auto">
          <a:xfrm>
            <a:off x="5257800" y="3505200"/>
            <a:ext cx="762000" cy="762000"/>
            <a:chOff x="4176" y="672"/>
            <a:chExt cx="480" cy="480"/>
          </a:xfrm>
        </p:grpSpPr>
        <p:sp>
          <p:nvSpPr>
            <p:cNvPr id="42224"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2225"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2226"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2227" name="AutoShape 243"/>
          <p:cNvCxnSpPr>
            <a:cxnSpLocks noChangeShapeType="1"/>
            <a:stCxn id="42225" idx="3"/>
            <a:endCxn id="42226"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28" name="AutoShape 244"/>
          <p:cNvCxnSpPr>
            <a:cxnSpLocks noChangeShapeType="1"/>
            <a:stCxn id="42225" idx="5"/>
            <a:endCxn id="42233"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229"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30"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2231" name="Group 247"/>
          <p:cNvGrpSpPr>
            <a:grpSpLocks/>
          </p:cNvGrpSpPr>
          <p:nvPr/>
        </p:nvGrpSpPr>
        <p:grpSpPr bwMode="auto">
          <a:xfrm>
            <a:off x="5791200" y="4419600"/>
            <a:ext cx="762000" cy="762000"/>
            <a:chOff x="4176" y="672"/>
            <a:chExt cx="480" cy="480"/>
          </a:xfrm>
        </p:grpSpPr>
        <p:sp>
          <p:nvSpPr>
            <p:cNvPr id="42232"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2233"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2234"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2235"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2236" name="AutoShape 252"/>
          <p:cNvCxnSpPr>
            <a:cxnSpLocks noChangeShapeType="1"/>
            <a:stCxn id="42233" idx="3"/>
            <a:endCxn id="42234"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37" name="AutoShape 253"/>
          <p:cNvCxnSpPr>
            <a:cxnSpLocks noChangeShapeType="1"/>
            <a:stCxn id="42233" idx="5"/>
            <a:endCxn id="42235"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238"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39"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40"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41"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43"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44"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2246" name="Group 262"/>
          <p:cNvGrpSpPr>
            <a:grpSpLocks/>
          </p:cNvGrpSpPr>
          <p:nvPr/>
        </p:nvGrpSpPr>
        <p:grpSpPr bwMode="auto">
          <a:xfrm>
            <a:off x="7620000" y="1447800"/>
            <a:ext cx="762000" cy="762000"/>
            <a:chOff x="4176" y="672"/>
            <a:chExt cx="480" cy="480"/>
          </a:xfrm>
        </p:grpSpPr>
        <p:sp>
          <p:nvSpPr>
            <p:cNvPr id="42247"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2248"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42249"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2250"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42251" name="AutoShape 267"/>
          <p:cNvCxnSpPr>
            <a:cxnSpLocks noChangeShapeType="1"/>
            <a:stCxn id="42248" idx="3"/>
            <a:endCxn id="42249"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52" name="AutoShape 268"/>
          <p:cNvCxnSpPr>
            <a:cxnSpLocks noChangeShapeType="1"/>
            <a:stCxn id="42248" idx="4"/>
            <a:endCxn id="42258"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53" name="AutoShape 269"/>
          <p:cNvCxnSpPr>
            <a:cxnSpLocks noChangeShapeType="1"/>
            <a:stCxn id="42248" idx="5"/>
            <a:endCxn id="42250"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254"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55"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2256" name="Group 272"/>
          <p:cNvGrpSpPr>
            <a:grpSpLocks/>
          </p:cNvGrpSpPr>
          <p:nvPr/>
        </p:nvGrpSpPr>
        <p:grpSpPr bwMode="auto">
          <a:xfrm>
            <a:off x="7620000" y="2514600"/>
            <a:ext cx="762000" cy="762000"/>
            <a:chOff x="4176" y="672"/>
            <a:chExt cx="480" cy="480"/>
          </a:xfrm>
        </p:grpSpPr>
        <p:sp>
          <p:nvSpPr>
            <p:cNvPr id="42257"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2258"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42259"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42260" name="AutoShape 276"/>
          <p:cNvCxnSpPr>
            <a:cxnSpLocks noChangeShapeType="1"/>
            <a:stCxn id="42258" idx="3"/>
            <a:endCxn id="42259"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61" name="AutoShape 277"/>
          <p:cNvCxnSpPr>
            <a:cxnSpLocks noChangeShapeType="1"/>
            <a:stCxn id="42258"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262"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63"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2264" name="Group 280"/>
          <p:cNvGrpSpPr>
            <a:grpSpLocks/>
          </p:cNvGrpSpPr>
          <p:nvPr/>
        </p:nvGrpSpPr>
        <p:grpSpPr bwMode="auto">
          <a:xfrm>
            <a:off x="7848600" y="3581400"/>
            <a:ext cx="762000" cy="762000"/>
            <a:chOff x="4176" y="672"/>
            <a:chExt cx="480" cy="480"/>
          </a:xfrm>
        </p:grpSpPr>
        <p:sp>
          <p:nvSpPr>
            <p:cNvPr id="42265"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2266"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42267"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42268"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42269" name="AutoShape 285"/>
          <p:cNvCxnSpPr>
            <a:cxnSpLocks noChangeShapeType="1"/>
            <a:stCxn id="42266" idx="3"/>
            <a:endCxn id="42267"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270" name="AutoShape 286"/>
          <p:cNvCxnSpPr>
            <a:cxnSpLocks noChangeShapeType="1"/>
            <a:stCxn id="42266" idx="5"/>
            <a:endCxn id="42268"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271" name="Line 287"/>
          <p:cNvSpPr>
            <a:spLocks noChangeShapeType="1"/>
          </p:cNvSpPr>
          <p:nvPr/>
        </p:nvSpPr>
        <p:spPr bwMode="auto">
          <a:xfrm flipV="1">
            <a:off x="7162800" y="4724400"/>
            <a:ext cx="838200" cy="457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72" name="Line 288"/>
          <p:cNvSpPr>
            <a:spLocks noChangeShapeType="1"/>
          </p:cNvSpPr>
          <p:nvPr/>
        </p:nvSpPr>
        <p:spPr bwMode="auto">
          <a:xfrm>
            <a:off x="7162800" y="4648200"/>
            <a:ext cx="8382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2273" name="Group 289"/>
          <p:cNvGrpSpPr>
            <a:grpSpLocks/>
          </p:cNvGrpSpPr>
          <p:nvPr/>
        </p:nvGrpSpPr>
        <p:grpSpPr bwMode="auto">
          <a:xfrm>
            <a:off x="8077200" y="4724400"/>
            <a:ext cx="838200" cy="685800"/>
            <a:chOff x="5088" y="2928"/>
            <a:chExt cx="528" cy="432"/>
          </a:xfrm>
        </p:grpSpPr>
        <p:sp>
          <p:nvSpPr>
            <p:cNvPr id="42274" name="Line 290"/>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2275" name="Line 291"/>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cxnSp>
        <p:nvCxnSpPr>
          <p:cNvPr id="42276" name="AutoShape 292"/>
          <p:cNvCxnSpPr>
            <a:cxnSpLocks noChangeShapeType="1"/>
            <a:stCxn id="42268" idx="6"/>
            <a:endCxn id="42265" idx="6"/>
          </p:cNvCxnSpPr>
          <p:nvPr/>
        </p:nvCxnSpPr>
        <p:spPr bwMode="auto">
          <a:xfrm flipH="1" flipV="1">
            <a:off x="8610600" y="3962400"/>
            <a:ext cx="228600" cy="1028700"/>
          </a:xfrm>
          <a:prstGeom prst="curvedConnector3">
            <a:avLst>
              <a:gd name="adj1" fmla="val -100000"/>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10"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062"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070"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078"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086"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094"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02"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10"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18"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26"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34"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42"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50"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58"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66"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74"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82"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90"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198"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3206"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07"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08"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09"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0"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1"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2"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3"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4"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5"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6"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7"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8"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19"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20"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21"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22"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23"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3224" name="Group 216"/>
          <p:cNvGrpSpPr>
            <a:grpSpLocks/>
          </p:cNvGrpSpPr>
          <p:nvPr/>
        </p:nvGrpSpPr>
        <p:grpSpPr bwMode="auto">
          <a:xfrm>
            <a:off x="6172200" y="533400"/>
            <a:ext cx="762000" cy="762000"/>
            <a:chOff x="4176" y="672"/>
            <a:chExt cx="480" cy="480"/>
          </a:xfrm>
        </p:grpSpPr>
        <p:sp>
          <p:nvSpPr>
            <p:cNvPr id="43225"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3226"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3227" name="AutoShape 219"/>
          <p:cNvCxnSpPr>
            <a:cxnSpLocks noChangeShapeType="1"/>
            <a:stCxn id="43226" idx="3"/>
            <a:endCxn id="43230"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28" name="AutoShape 220"/>
          <p:cNvCxnSpPr>
            <a:cxnSpLocks noChangeShapeType="1"/>
            <a:stCxn id="43226" idx="5"/>
            <a:endCxn id="43272"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3229" name="Group 221"/>
          <p:cNvGrpSpPr>
            <a:grpSpLocks/>
          </p:cNvGrpSpPr>
          <p:nvPr/>
        </p:nvGrpSpPr>
        <p:grpSpPr bwMode="auto">
          <a:xfrm>
            <a:off x="4724400" y="1447800"/>
            <a:ext cx="762000" cy="762000"/>
            <a:chOff x="4176" y="672"/>
            <a:chExt cx="480" cy="480"/>
          </a:xfrm>
        </p:grpSpPr>
        <p:sp>
          <p:nvSpPr>
            <p:cNvPr id="43230"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3231"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3232"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3233"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3234" name="AutoShape 226"/>
          <p:cNvCxnSpPr>
            <a:cxnSpLocks noChangeShapeType="1"/>
            <a:stCxn id="43231" idx="3"/>
            <a:endCxn id="43232"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35" name="AutoShape 227"/>
          <p:cNvCxnSpPr>
            <a:cxnSpLocks noChangeShapeType="1"/>
            <a:stCxn id="43231" idx="4"/>
            <a:endCxn id="43241"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36" name="AutoShape 228"/>
          <p:cNvCxnSpPr>
            <a:cxnSpLocks noChangeShapeType="1"/>
            <a:stCxn id="43230" idx="5"/>
            <a:endCxn id="43233"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237"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38"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3239" name="Group 231"/>
          <p:cNvGrpSpPr>
            <a:grpSpLocks/>
          </p:cNvGrpSpPr>
          <p:nvPr/>
        </p:nvGrpSpPr>
        <p:grpSpPr bwMode="auto">
          <a:xfrm>
            <a:off x="4724400" y="2514600"/>
            <a:ext cx="762000" cy="762000"/>
            <a:chOff x="4176" y="672"/>
            <a:chExt cx="480" cy="480"/>
          </a:xfrm>
        </p:grpSpPr>
        <p:sp>
          <p:nvSpPr>
            <p:cNvPr id="43240"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3241"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3242"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3243" name="AutoShape 235"/>
          <p:cNvCxnSpPr>
            <a:cxnSpLocks noChangeShapeType="1"/>
            <a:stCxn id="43241" idx="3"/>
            <a:endCxn id="43242"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44" name="AutoShape 236"/>
          <p:cNvCxnSpPr>
            <a:cxnSpLocks noChangeShapeType="1"/>
            <a:stCxn id="43241" idx="5"/>
            <a:endCxn id="43249"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245"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46"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3247" name="Group 239"/>
          <p:cNvGrpSpPr>
            <a:grpSpLocks/>
          </p:cNvGrpSpPr>
          <p:nvPr/>
        </p:nvGrpSpPr>
        <p:grpSpPr bwMode="auto">
          <a:xfrm>
            <a:off x="5257800" y="3505200"/>
            <a:ext cx="762000" cy="762000"/>
            <a:chOff x="4176" y="672"/>
            <a:chExt cx="480" cy="480"/>
          </a:xfrm>
        </p:grpSpPr>
        <p:sp>
          <p:nvSpPr>
            <p:cNvPr id="43248"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3249"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3250"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3251" name="AutoShape 243"/>
          <p:cNvCxnSpPr>
            <a:cxnSpLocks noChangeShapeType="1"/>
            <a:stCxn id="43249" idx="3"/>
            <a:endCxn id="43250"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52" name="AutoShape 244"/>
          <p:cNvCxnSpPr>
            <a:cxnSpLocks noChangeShapeType="1"/>
            <a:stCxn id="43249" idx="5"/>
            <a:endCxn id="43257"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253"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54"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3255" name="Group 247"/>
          <p:cNvGrpSpPr>
            <a:grpSpLocks/>
          </p:cNvGrpSpPr>
          <p:nvPr/>
        </p:nvGrpSpPr>
        <p:grpSpPr bwMode="auto">
          <a:xfrm>
            <a:off x="5791200" y="4419600"/>
            <a:ext cx="762000" cy="762000"/>
            <a:chOff x="4176" y="672"/>
            <a:chExt cx="480" cy="480"/>
          </a:xfrm>
        </p:grpSpPr>
        <p:sp>
          <p:nvSpPr>
            <p:cNvPr id="43256"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3257"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3258"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3259"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3260" name="AutoShape 252"/>
          <p:cNvCxnSpPr>
            <a:cxnSpLocks noChangeShapeType="1"/>
            <a:stCxn id="43257" idx="3"/>
            <a:endCxn id="43258"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61" name="AutoShape 253"/>
          <p:cNvCxnSpPr>
            <a:cxnSpLocks noChangeShapeType="1"/>
            <a:stCxn id="43257" idx="5"/>
            <a:endCxn id="43259"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262"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63"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64"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65"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67"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68"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3270" name="Group 262"/>
          <p:cNvGrpSpPr>
            <a:grpSpLocks/>
          </p:cNvGrpSpPr>
          <p:nvPr/>
        </p:nvGrpSpPr>
        <p:grpSpPr bwMode="auto">
          <a:xfrm>
            <a:off x="7620000" y="1447800"/>
            <a:ext cx="762000" cy="762000"/>
            <a:chOff x="4176" y="672"/>
            <a:chExt cx="480" cy="480"/>
          </a:xfrm>
        </p:grpSpPr>
        <p:sp>
          <p:nvSpPr>
            <p:cNvPr id="43271"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3272"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43273"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3274"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43275" name="AutoShape 267"/>
          <p:cNvCxnSpPr>
            <a:cxnSpLocks noChangeShapeType="1"/>
            <a:stCxn id="43272" idx="3"/>
            <a:endCxn id="43273"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76" name="AutoShape 268"/>
          <p:cNvCxnSpPr>
            <a:cxnSpLocks noChangeShapeType="1"/>
            <a:stCxn id="43272" idx="4"/>
            <a:endCxn id="43282"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77" name="AutoShape 269"/>
          <p:cNvCxnSpPr>
            <a:cxnSpLocks noChangeShapeType="1"/>
            <a:stCxn id="43272" idx="5"/>
            <a:endCxn id="43274"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278"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79"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3280" name="Group 272"/>
          <p:cNvGrpSpPr>
            <a:grpSpLocks/>
          </p:cNvGrpSpPr>
          <p:nvPr/>
        </p:nvGrpSpPr>
        <p:grpSpPr bwMode="auto">
          <a:xfrm>
            <a:off x="7620000" y="2514600"/>
            <a:ext cx="762000" cy="762000"/>
            <a:chOff x="4176" y="672"/>
            <a:chExt cx="480" cy="480"/>
          </a:xfrm>
        </p:grpSpPr>
        <p:sp>
          <p:nvSpPr>
            <p:cNvPr id="43281"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3282"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43283"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43284" name="AutoShape 276"/>
          <p:cNvCxnSpPr>
            <a:cxnSpLocks noChangeShapeType="1"/>
            <a:stCxn id="43282" idx="3"/>
            <a:endCxn id="43283"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85" name="AutoShape 277"/>
          <p:cNvCxnSpPr>
            <a:cxnSpLocks noChangeShapeType="1"/>
            <a:stCxn id="43282"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286"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87"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3288" name="Group 280"/>
          <p:cNvGrpSpPr>
            <a:grpSpLocks/>
          </p:cNvGrpSpPr>
          <p:nvPr/>
        </p:nvGrpSpPr>
        <p:grpSpPr bwMode="auto">
          <a:xfrm>
            <a:off x="7848600" y="3581400"/>
            <a:ext cx="762000" cy="762000"/>
            <a:chOff x="4176" y="672"/>
            <a:chExt cx="480" cy="480"/>
          </a:xfrm>
        </p:grpSpPr>
        <p:sp>
          <p:nvSpPr>
            <p:cNvPr id="43289"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3290"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43291"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43292"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43293" name="AutoShape 285"/>
          <p:cNvCxnSpPr>
            <a:cxnSpLocks noChangeShapeType="1"/>
            <a:stCxn id="43290" idx="3"/>
            <a:endCxn id="43291"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294" name="AutoShape 286"/>
          <p:cNvCxnSpPr>
            <a:cxnSpLocks noChangeShapeType="1"/>
            <a:stCxn id="43290" idx="5"/>
            <a:endCxn id="43292"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295" name="Line 287"/>
          <p:cNvSpPr>
            <a:spLocks noChangeShapeType="1"/>
          </p:cNvSpPr>
          <p:nvPr/>
        </p:nvSpPr>
        <p:spPr bwMode="auto">
          <a:xfrm flipV="1">
            <a:off x="7162800" y="4724400"/>
            <a:ext cx="838200" cy="457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96" name="Line 288"/>
          <p:cNvSpPr>
            <a:spLocks noChangeShapeType="1"/>
          </p:cNvSpPr>
          <p:nvPr/>
        </p:nvSpPr>
        <p:spPr bwMode="auto">
          <a:xfrm>
            <a:off x="7162800" y="4648200"/>
            <a:ext cx="8382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3297" name="Group 289"/>
          <p:cNvGrpSpPr>
            <a:grpSpLocks/>
          </p:cNvGrpSpPr>
          <p:nvPr/>
        </p:nvGrpSpPr>
        <p:grpSpPr bwMode="auto">
          <a:xfrm>
            <a:off x="8077200" y="4724400"/>
            <a:ext cx="838200" cy="685800"/>
            <a:chOff x="5088" y="2928"/>
            <a:chExt cx="528" cy="432"/>
          </a:xfrm>
        </p:grpSpPr>
        <p:sp>
          <p:nvSpPr>
            <p:cNvPr id="43298" name="Line 290"/>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3299" name="Line 291"/>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cxnSp>
        <p:nvCxnSpPr>
          <p:cNvPr id="43300" name="AutoShape 292"/>
          <p:cNvCxnSpPr>
            <a:cxnSpLocks noChangeShapeType="1"/>
            <a:stCxn id="43290" idx="6"/>
            <a:endCxn id="43282" idx="6"/>
          </p:cNvCxnSpPr>
          <p:nvPr/>
        </p:nvCxnSpPr>
        <p:spPr bwMode="auto">
          <a:xfrm flipH="1" flipV="1">
            <a:off x="8343900" y="2895600"/>
            <a:ext cx="228600" cy="1066800"/>
          </a:xfrm>
          <a:prstGeom prst="curvedConnector3">
            <a:avLst>
              <a:gd name="adj1" fmla="val -100000"/>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34"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086"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094"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02"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10"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18"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26"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34"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42"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50"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58"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66"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74"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82"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90"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198"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206"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214"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4222"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4230"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1"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2"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3"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4"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5"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6"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7"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8"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39"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40"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41"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42"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43"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44"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45"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46"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47"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4248" name="Group 216"/>
          <p:cNvGrpSpPr>
            <a:grpSpLocks/>
          </p:cNvGrpSpPr>
          <p:nvPr/>
        </p:nvGrpSpPr>
        <p:grpSpPr bwMode="auto">
          <a:xfrm>
            <a:off x="6172200" y="533400"/>
            <a:ext cx="762000" cy="762000"/>
            <a:chOff x="4176" y="672"/>
            <a:chExt cx="480" cy="480"/>
          </a:xfrm>
        </p:grpSpPr>
        <p:sp>
          <p:nvSpPr>
            <p:cNvPr id="44249"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4250"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4251" name="AutoShape 219"/>
          <p:cNvCxnSpPr>
            <a:cxnSpLocks noChangeShapeType="1"/>
            <a:stCxn id="44250" idx="3"/>
            <a:endCxn id="44254"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52" name="AutoShape 220"/>
          <p:cNvCxnSpPr>
            <a:cxnSpLocks noChangeShapeType="1"/>
            <a:stCxn id="44250" idx="5"/>
            <a:endCxn id="44296"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4253" name="Group 221"/>
          <p:cNvGrpSpPr>
            <a:grpSpLocks/>
          </p:cNvGrpSpPr>
          <p:nvPr/>
        </p:nvGrpSpPr>
        <p:grpSpPr bwMode="auto">
          <a:xfrm>
            <a:off x="4724400" y="1447800"/>
            <a:ext cx="762000" cy="762000"/>
            <a:chOff x="4176" y="672"/>
            <a:chExt cx="480" cy="480"/>
          </a:xfrm>
        </p:grpSpPr>
        <p:sp>
          <p:nvSpPr>
            <p:cNvPr id="44254"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4255"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4256"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4257"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4258" name="AutoShape 226"/>
          <p:cNvCxnSpPr>
            <a:cxnSpLocks noChangeShapeType="1"/>
            <a:stCxn id="44255" idx="3"/>
            <a:endCxn id="44256"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59" name="AutoShape 227"/>
          <p:cNvCxnSpPr>
            <a:cxnSpLocks noChangeShapeType="1"/>
            <a:stCxn id="44255" idx="4"/>
            <a:endCxn id="44265"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60" name="AutoShape 228"/>
          <p:cNvCxnSpPr>
            <a:cxnSpLocks noChangeShapeType="1"/>
            <a:stCxn id="44254" idx="5"/>
            <a:endCxn id="44257"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261"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262"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4263" name="Group 231"/>
          <p:cNvGrpSpPr>
            <a:grpSpLocks/>
          </p:cNvGrpSpPr>
          <p:nvPr/>
        </p:nvGrpSpPr>
        <p:grpSpPr bwMode="auto">
          <a:xfrm>
            <a:off x="4724400" y="2514600"/>
            <a:ext cx="762000" cy="762000"/>
            <a:chOff x="4176" y="672"/>
            <a:chExt cx="480" cy="480"/>
          </a:xfrm>
        </p:grpSpPr>
        <p:sp>
          <p:nvSpPr>
            <p:cNvPr id="44264"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4265"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4266"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4267" name="AutoShape 235"/>
          <p:cNvCxnSpPr>
            <a:cxnSpLocks noChangeShapeType="1"/>
            <a:stCxn id="44265" idx="3"/>
            <a:endCxn id="44266"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68" name="AutoShape 236"/>
          <p:cNvCxnSpPr>
            <a:cxnSpLocks noChangeShapeType="1"/>
            <a:stCxn id="44265" idx="5"/>
            <a:endCxn id="44273"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269"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270"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4271" name="Group 239"/>
          <p:cNvGrpSpPr>
            <a:grpSpLocks/>
          </p:cNvGrpSpPr>
          <p:nvPr/>
        </p:nvGrpSpPr>
        <p:grpSpPr bwMode="auto">
          <a:xfrm>
            <a:off x="5257800" y="3505200"/>
            <a:ext cx="762000" cy="762000"/>
            <a:chOff x="4176" y="672"/>
            <a:chExt cx="480" cy="480"/>
          </a:xfrm>
        </p:grpSpPr>
        <p:sp>
          <p:nvSpPr>
            <p:cNvPr id="44272"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4273"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4274"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4275" name="AutoShape 243"/>
          <p:cNvCxnSpPr>
            <a:cxnSpLocks noChangeShapeType="1"/>
            <a:stCxn id="44273" idx="3"/>
            <a:endCxn id="44274"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76" name="AutoShape 244"/>
          <p:cNvCxnSpPr>
            <a:cxnSpLocks noChangeShapeType="1"/>
            <a:stCxn id="44273" idx="5"/>
            <a:endCxn id="44281"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277"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278"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4279" name="Group 247"/>
          <p:cNvGrpSpPr>
            <a:grpSpLocks/>
          </p:cNvGrpSpPr>
          <p:nvPr/>
        </p:nvGrpSpPr>
        <p:grpSpPr bwMode="auto">
          <a:xfrm>
            <a:off x="5791200" y="4419600"/>
            <a:ext cx="762000" cy="762000"/>
            <a:chOff x="4176" y="672"/>
            <a:chExt cx="480" cy="480"/>
          </a:xfrm>
        </p:grpSpPr>
        <p:sp>
          <p:nvSpPr>
            <p:cNvPr id="44280"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4281"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4282"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4283"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4284" name="AutoShape 252"/>
          <p:cNvCxnSpPr>
            <a:cxnSpLocks noChangeShapeType="1"/>
            <a:stCxn id="44281" idx="3"/>
            <a:endCxn id="44282"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285" name="AutoShape 253"/>
          <p:cNvCxnSpPr>
            <a:cxnSpLocks noChangeShapeType="1"/>
            <a:stCxn id="44281" idx="5"/>
            <a:endCxn id="44283"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286"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287"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288"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289"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291"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292"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4294" name="Group 262"/>
          <p:cNvGrpSpPr>
            <a:grpSpLocks/>
          </p:cNvGrpSpPr>
          <p:nvPr/>
        </p:nvGrpSpPr>
        <p:grpSpPr bwMode="auto">
          <a:xfrm>
            <a:off x="7620000" y="1447800"/>
            <a:ext cx="762000" cy="762000"/>
            <a:chOff x="4176" y="672"/>
            <a:chExt cx="480" cy="480"/>
          </a:xfrm>
        </p:grpSpPr>
        <p:sp>
          <p:nvSpPr>
            <p:cNvPr id="44295"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4296"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44297"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4298"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44299" name="AutoShape 267"/>
          <p:cNvCxnSpPr>
            <a:cxnSpLocks noChangeShapeType="1"/>
            <a:stCxn id="44296" idx="3"/>
            <a:endCxn id="44297"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300" name="AutoShape 268"/>
          <p:cNvCxnSpPr>
            <a:cxnSpLocks noChangeShapeType="1"/>
            <a:stCxn id="44296" idx="4"/>
            <a:endCxn id="44306"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301" name="AutoShape 269"/>
          <p:cNvCxnSpPr>
            <a:cxnSpLocks noChangeShapeType="1"/>
            <a:stCxn id="44296" idx="5"/>
            <a:endCxn id="44298"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302"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303"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4304" name="Group 272"/>
          <p:cNvGrpSpPr>
            <a:grpSpLocks/>
          </p:cNvGrpSpPr>
          <p:nvPr/>
        </p:nvGrpSpPr>
        <p:grpSpPr bwMode="auto">
          <a:xfrm>
            <a:off x="7620000" y="2514600"/>
            <a:ext cx="762000" cy="762000"/>
            <a:chOff x="4176" y="672"/>
            <a:chExt cx="480" cy="480"/>
          </a:xfrm>
        </p:grpSpPr>
        <p:sp>
          <p:nvSpPr>
            <p:cNvPr id="44305"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4306"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44307"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44308" name="AutoShape 276"/>
          <p:cNvCxnSpPr>
            <a:cxnSpLocks noChangeShapeType="1"/>
            <a:stCxn id="44306" idx="3"/>
            <a:endCxn id="44307"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309" name="AutoShape 277"/>
          <p:cNvCxnSpPr>
            <a:cxnSpLocks noChangeShapeType="1"/>
            <a:stCxn id="44306"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310"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311"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4312" name="Group 280"/>
          <p:cNvGrpSpPr>
            <a:grpSpLocks/>
          </p:cNvGrpSpPr>
          <p:nvPr/>
        </p:nvGrpSpPr>
        <p:grpSpPr bwMode="auto">
          <a:xfrm>
            <a:off x="7848600" y="3581400"/>
            <a:ext cx="762000" cy="762000"/>
            <a:chOff x="4176" y="672"/>
            <a:chExt cx="480" cy="480"/>
          </a:xfrm>
        </p:grpSpPr>
        <p:sp>
          <p:nvSpPr>
            <p:cNvPr id="44313"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4314"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44315"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44316"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44317" name="AutoShape 285"/>
          <p:cNvCxnSpPr>
            <a:cxnSpLocks noChangeShapeType="1"/>
            <a:stCxn id="44314" idx="3"/>
            <a:endCxn id="44315"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318" name="AutoShape 286"/>
          <p:cNvCxnSpPr>
            <a:cxnSpLocks noChangeShapeType="1"/>
            <a:stCxn id="44314" idx="5"/>
            <a:endCxn id="44316"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319" name="Line 287"/>
          <p:cNvSpPr>
            <a:spLocks noChangeShapeType="1"/>
          </p:cNvSpPr>
          <p:nvPr/>
        </p:nvSpPr>
        <p:spPr bwMode="auto">
          <a:xfrm flipV="1">
            <a:off x="7162800" y="4724400"/>
            <a:ext cx="838200" cy="457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320" name="Line 288"/>
          <p:cNvSpPr>
            <a:spLocks noChangeShapeType="1"/>
          </p:cNvSpPr>
          <p:nvPr/>
        </p:nvSpPr>
        <p:spPr bwMode="auto">
          <a:xfrm>
            <a:off x="7162800" y="4648200"/>
            <a:ext cx="8382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4321" name="Group 289"/>
          <p:cNvGrpSpPr>
            <a:grpSpLocks/>
          </p:cNvGrpSpPr>
          <p:nvPr/>
        </p:nvGrpSpPr>
        <p:grpSpPr bwMode="auto">
          <a:xfrm>
            <a:off x="8077200" y="4724400"/>
            <a:ext cx="838200" cy="685800"/>
            <a:chOff x="5088" y="2928"/>
            <a:chExt cx="528" cy="432"/>
          </a:xfrm>
        </p:grpSpPr>
        <p:sp>
          <p:nvSpPr>
            <p:cNvPr id="44322" name="Line 290"/>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4323" name="Line 291"/>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cxnSp>
        <p:nvCxnSpPr>
          <p:cNvPr id="44324" name="AutoShape 292"/>
          <p:cNvCxnSpPr>
            <a:cxnSpLocks noChangeShapeType="1"/>
            <a:stCxn id="44306" idx="5"/>
            <a:endCxn id="44298" idx="3"/>
          </p:cNvCxnSpPr>
          <p:nvPr/>
        </p:nvCxnSpPr>
        <p:spPr bwMode="auto">
          <a:xfrm rot="5400000" flipH="1" flipV="1">
            <a:off x="8343901" y="2924175"/>
            <a:ext cx="114300" cy="314325"/>
          </a:xfrm>
          <a:prstGeom prst="curvedConnector3">
            <a:avLst>
              <a:gd name="adj1" fmla="val -287500"/>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058"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10"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18"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26"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34"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42"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50"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58"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66"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74"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82"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90"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198"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206"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214"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222"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230"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238"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5246"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5254"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55"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56"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57"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58"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59"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0"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1"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2"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3"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4"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5"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6"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7"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8"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69"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70"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71"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272" name="Group 216"/>
          <p:cNvGrpSpPr>
            <a:grpSpLocks/>
          </p:cNvGrpSpPr>
          <p:nvPr/>
        </p:nvGrpSpPr>
        <p:grpSpPr bwMode="auto">
          <a:xfrm>
            <a:off x="6172200" y="533400"/>
            <a:ext cx="762000" cy="762000"/>
            <a:chOff x="4176" y="672"/>
            <a:chExt cx="480" cy="480"/>
          </a:xfrm>
        </p:grpSpPr>
        <p:sp>
          <p:nvSpPr>
            <p:cNvPr id="45273"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5274"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5275" name="AutoShape 219"/>
          <p:cNvCxnSpPr>
            <a:cxnSpLocks noChangeShapeType="1"/>
            <a:stCxn id="45274" idx="3"/>
            <a:endCxn id="45278"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76" name="AutoShape 220"/>
          <p:cNvCxnSpPr>
            <a:cxnSpLocks noChangeShapeType="1"/>
            <a:stCxn id="45274" idx="5"/>
            <a:endCxn id="45320"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277" name="Group 221"/>
          <p:cNvGrpSpPr>
            <a:grpSpLocks/>
          </p:cNvGrpSpPr>
          <p:nvPr/>
        </p:nvGrpSpPr>
        <p:grpSpPr bwMode="auto">
          <a:xfrm>
            <a:off x="4724400" y="1447800"/>
            <a:ext cx="762000" cy="762000"/>
            <a:chOff x="4176" y="672"/>
            <a:chExt cx="480" cy="480"/>
          </a:xfrm>
        </p:grpSpPr>
        <p:sp>
          <p:nvSpPr>
            <p:cNvPr id="45278"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5279"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5280"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5281"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5282" name="AutoShape 226"/>
          <p:cNvCxnSpPr>
            <a:cxnSpLocks noChangeShapeType="1"/>
            <a:stCxn id="45279" idx="3"/>
            <a:endCxn id="45280"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83" name="AutoShape 227"/>
          <p:cNvCxnSpPr>
            <a:cxnSpLocks noChangeShapeType="1"/>
            <a:stCxn id="45279" idx="4"/>
            <a:endCxn id="45289"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84" name="AutoShape 228"/>
          <p:cNvCxnSpPr>
            <a:cxnSpLocks noChangeShapeType="1"/>
            <a:stCxn id="45278" idx="5"/>
            <a:endCxn id="45281"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285"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286"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5287" name="Group 231"/>
          <p:cNvGrpSpPr>
            <a:grpSpLocks/>
          </p:cNvGrpSpPr>
          <p:nvPr/>
        </p:nvGrpSpPr>
        <p:grpSpPr bwMode="auto">
          <a:xfrm>
            <a:off x="4724400" y="2514600"/>
            <a:ext cx="762000" cy="762000"/>
            <a:chOff x="4176" y="672"/>
            <a:chExt cx="480" cy="480"/>
          </a:xfrm>
        </p:grpSpPr>
        <p:sp>
          <p:nvSpPr>
            <p:cNvPr id="45288"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5289"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5290"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5291" name="AutoShape 235"/>
          <p:cNvCxnSpPr>
            <a:cxnSpLocks noChangeShapeType="1"/>
            <a:stCxn id="45289" idx="3"/>
            <a:endCxn id="45290"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292" name="AutoShape 236"/>
          <p:cNvCxnSpPr>
            <a:cxnSpLocks noChangeShapeType="1"/>
            <a:stCxn id="45289" idx="5"/>
            <a:endCxn id="45297"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293"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294"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5295" name="Group 239"/>
          <p:cNvGrpSpPr>
            <a:grpSpLocks/>
          </p:cNvGrpSpPr>
          <p:nvPr/>
        </p:nvGrpSpPr>
        <p:grpSpPr bwMode="auto">
          <a:xfrm>
            <a:off x="5257800" y="3505200"/>
            <a:ext cx="762000" cy="762000"/>
            <a:chOff x="4176" y="672"/>
            <a:chExt cx="480" cy="480"/>
          </a:xfrm>
        </p:grpSpPr>
        <p:sp>
          <p:nvSpPr>
            <p:cNvPr id="45296"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5297"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5298"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5299" name="AutoShape 243"/>
          <p:cNvCxnSpPr>
            <a:cxnSpLocks noChangeShapeType="1"/>
            <a:stCxn id="45297" idx="3"/>
            <a:endCxn id="45298"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300" name="AutoShape 244"/>
          <p:cNvCxnSpPr>
            <a:cxnSpLocks noChangeShapeType="1"/>
            <a:stCxn id="45297" idx="5"/>
            <a:endCxn id="45305"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301"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02"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5303" name="Group 247"/>
          <p:cNvGrpSpPr>
            <a:grpSpLocks/>
          </p:cNvGrpSpPr>
          <p:nvPr/>
        </p:nvGrpSpPr>
        <p:grpSpPr bwMode="auto">
          <a:xfrm>
            <a:off x="5791200" y="4419600"/>
            <a:ext cx="762000" cy="762000"/>
            <a:chOff x="4176" y="672"/>
            <a:chExt cx="480" cy="480"/>
          </a:xfrm>
        </p:grpSpPr>
        <p:sp>
          <p:nvSpPr>
            <p:cNvPr id="45304"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5305"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5306"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5307"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5308" name="AutoShape 252"/>
          <p:cNvCxnSpPr>
            <a:cxnSpLocks noChangeShapeType="1"/>
            <a:stCxn id="45305" idx="3"/>
            <a:endCxn id="45306"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309" name="AutoShape 253"/>
          <p:cNvCxnSpPr>
            <a:cxnSpLocks noChangeShapeType="1"/>
            <a:stCxn id="45305" idx="5"/>
            <a:endCxn id="45307"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310"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11"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12"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13"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15"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16"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5318" name="Group 262"/>
          <p:cNvGrpSpPr>
            <a:grpSpLocks/>
          </p:cNvGrpSpPr>
          <p:nvPr/>
        </p:nvGrpSpPr>
        <p:grpSpPr bwMode="auto">
          <a:xfrm>
            <a:off x="7620000" y="1447800"/>
            <a:ext cx="762000" cy="762000"/>
            <a:chOff x="4176" y="672"/>
            <a:chExt cx="480" cy="480"/>
          </a:xfrm>
        </p:grpSpPr>
        <p:sp>
          <p:nvSpPr>
            <p:cNvPr id="45319"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5320"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45321"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5322"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45323" name="AutoShape 267"/>
          <p:cNvCxnSpPr>
            <a:cxnSpLocks noChangeShapeType="1"/>
            <a:stCxn id="45320" idx="3"/>
            <a:endCxn id="45321"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324" name="AutoShape 268"/>
          <p:cNvCxnSpPr>
            <a:cxnSpLocks noChangeShapeType="1"/>
            <a:stCxn id="45320" idx="4"/>
            <a:endCxn id="45330"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325" name="AutoShape 269"/>
          <p:cNvCxnSpPr>
            <a:cxnSpLocks noChangeShapeType="1"/>
            <a:stCxn id="45320" idx="5"/>
            <a:endCxn id="45322"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326"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27"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5328" name="Group 272"/>
          <p:cNvGrpSpPr>
            <a:grpSpLocks/>
          </p:cNvGrpSpPr>
          <p:nvPr/>
        </p:nvGrpSpPr>
        <p:grpSpPr bwMode="auto">
          <a:xfrm>
            <a:off x="7620000" y="2514600"/>
            <a:ext cx="762000" cy="762000"/>
            <a:chOff x="4176" y="672"/>
            <a:chExt cx="480" cy="480"/>
          </a:xfrm>
        </p:grpSpPr>
        <p:sp>
          <p:nvSpPr>
            <p:cNvPr id="45329"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5330"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45331"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45332" name="AutoShape 276"/>
          <p:cNvCxnSpPr>
            <a:cxnSpLocks noChangeShapeType="1"/>
            <a:stCxn id="45330" idx="3"/>
            <a:endCxn id="45331"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333" name="AutoShape 277"/>
          <p:cNvCxnSpPr>
            <a:cxnSpLocks noChangeShapeType="1"/>
            <a:stCxn id="45330"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334"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35"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5336" name="Group 280"/>
          <p:cNvGrpSpPr>
            <a:grpSpLocks/>
          </p:cNvGrpSpPr>
          <p:nvPr/>
        </p:nvGrpSpPr>
        <p:grpSpPr bwMode="auto">
          <a:xfrm>
            <a:off x="7848600" y="3581400"/>
            <a:ext cx="762000" cy="762000"/>
            <a:chOff x="4176" y="672"/>
            <a:chExt cx="480" cy="480"/>
          </a:xfrm>
        </p:grpSpPr>
        <p:sp>
          <p:nvSpPr>
            <p:cNvPr id="45337"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5338"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45339"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45340"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45341" name="AutoShape 285"/>
          <p:cNvCxnSpPr>
            <a:cxnSpLocks noChangeShapeType="1"/>
            <a:stCxn id="45338" idx="3"/>
            <a:endCxn id="45339"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342" name="AutoShape 286"/>
          <p:cNvCxnSpPr>
            <a:cxnSpLocks noChangeShapeType="1"/>
            <a:stCxn id="45338" idx="5"/>
            <a:endCxn id="45340"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343" name="Line 287"/>
          <p:cNvSpPr>
            <a:spLocks noChangeShapeType="1"/>
          </p:cNvSpPr>
          <p:nvPr/>
        </p:nvSpPr>
        <p:spPr bwMode="auto">
          <a:xfrm flipV="1">
            <a:off x="7162800" y="4724400"/>
            <a:ext cx="838200" cy="457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44" name="Line 288"/>
          <p:cNvSpPr>
            <a:spLocks noChangeShapeType="1"/>
          </p:cNvSpPr>
          <p:nvPr/>
        </p:nvSpPr>
        <p:spPr bwMode="auto">
          <a:xfrm>
            <a:off x="7162800" y="4648200"/>
            <a:ext cx="8382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5345" name="Group 289"/>
          <p:cNvGrpSpPr>
            <a:grpSpLocks/>
          </p:cNvGrpSpPr>
          <p:nvPr/>
        </p:nvGrpSpPr>
        <p:grpSpPr bwMode="auto">
          <a:xfrm>
            <a:off x="8077200" y="4724400"/>
            <a:ext cx="838200" cy="685800"/>
            <a:chOff x="5088" y="2928"/>
            <a:chExt cx="528" cy="432"/>
          </a:xfrm>
        </p:grpSpPr>
        <p:sp>
          <p:nvSpPr>
            <p:cNvPr id="45346" name="Line 290"/>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47" name="Line 291"/>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grpSp>
        <p:nvGrpSpPr>
          <p:cNvPr id="45348" name="Group 292"/>
          <p:cNvGrpSpPr>
            <a:grpSpLocks/>
          </p:cNvGrpSpPr>
          <p:nvPr/>
        </p:nvGrpSpPr>
        <p:grpSpPr bwMode="auto">
          <a:xfrm>
            <a:off x="8382000" y="2438400"/>
            <a:ext cx="838200" cy="685800"/>
            <a:chOff x="5088" y="2928"/>
            <a:chExt cx="528" cy="432"/>
          </a:xfrm>
        </p:grpSpPr>
        <p:sp>
          <p:nvSpPr>
            <p:cNvPr id="45349" name="Line 293"/>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5350" name="Line 294"/>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spTree>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82"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34"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42"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50"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58"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66"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74"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82"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90"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198"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06"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14"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22"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30"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38"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46"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54"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62"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6270"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6278"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79"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0"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1"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2"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3"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4"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5"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6"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7"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8"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89"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90"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91"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92"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93"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94"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295"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6296" name="Group 216"/>
          <p:cNvGrpSpPr>
            <a:grpSpLocks/>
          </p:cNvGrpSpPr>
          <p:nvPr/>
        </p:nvGrpSpPr>
        <p:grpSpPr bwMode="auto">
          <a:xfrm>
            <a:off x="6172200" y="533400"/>
            <a:ext cx="762000" cy="762000"/>
            <a:chOff x="4176" y="672"/>
            <a:chExt cx="480" cy="480"/>
          </a:xfrm>
        </p:grpSpPr>
        <p:sp>
          <p:nvSpPr>
            <p:cNvPr id="46297"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6298"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6299" name="AutoShape 219"/>
          <p:cNvCxnSpPr>
            <a:cxnSpLocks noChangeShapeType="1"/>
            <a:stCxn id="46298" idx="3"/>
            <a:endCxn id="46302"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00" name="AutoShape 220"/>
          <p:cNvCxnSpPr>
            <a:cxnSpLocks noChangeShapeType="1"/>
            <a:stCxn id="46298" idx="5"/>
            <a:endCxn id="46344"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6301" name="Group 221"/>
          <p:cNvGrpSpPr>
            <a:grpSpLocks/>
          </p:cNvGrpSpPr>
          <p:nvPr/>
        </p:nvGrpSpPr>
        <p:grpSpPr bwMode="auto">
          <a:xfrm>
            <a:off x="4724400" y="1447800"/>
            <a:ext cx="762000" cy="762000"/>
            <a:chOff x="4176" y="672"/>
            <a:chExt cx="480" cy="480"/>
          </a:xfrm>
        </p:grpSpPr>
        <p:sp>
          <p:nvSpPr>
            <p:cNvPr id="46302"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6303"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6304"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6305"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6306" name="AutoShape 226"/>
          <p:cNvCxnSpPr>
            <a:cxnSpLocks noChangeShapeType="1"/>
            <a:stCxn id="46303" idx="3"/>
            <a:endCxn id="46304"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07" name="AutoShape 227"/>
          <p:cNvCxnSpPr>
            <a:cxnSpLocks noChangeShapeType="1"/>
            <a:stCxn id="46303" idx="4"/>
            <a:endCxn id="46313"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08" name="AutoShape 228"/>
          <p:cNvCxnSpPr>
            <a:cxnSpLocks noChangeShapeType="1"/>
            <a:stCxn id="46302" idx="5"/>
            <a:endCxn id="46305"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6309"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10"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6311" name="Group 231"/>
          <p:cNvGrpSpPr>
            <a:grpSpLocks/>
          </p:cNvGrpSpPr>
          <p:nvPr/>
        </p:nvGrpSpPr>
        <p:grpSpPr bwMode="auto">
          <a:xfrm>
            <a:off x="4724400" y="2514600"/>
            <a:ext cx="762000" cy="762000"/>
            <a:chOff x="4176" y="672"/>
            <a:chExt cx="480" cy="480"/>
          </a:xfrm>
        </p:grpSpPr>
        <p:sp>
          <p:nvSpPr>
            <p:cNvPr id="46312"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6313"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6314"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6315" name="AutoShape 235"/>
          <p:cNvCxnSpPr>
            <a:cxnSpLocks noChangeShapeType="1"/>
            <a:stCxn id="46313" idx="3"/>
            <a:endCxn id="46314"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16" name="AutoShape 236"/>
          <p:cNvCxnSpPr>
            <a:cxnSpLocks noChangeShapeType="1"/>
            <a:stCxn id="46313" idx="5"/>
            <a:endCxn id="46321"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6317"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18"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6319" name="Group 239"/>
          <p:cNvGrpSpPr>
            <a:grpSpLocks/>
          </p:cNvGrpSpPr>
          <p:nvPr/>
        </p:nvGrpSpPr>
        <p:grpSpPr bwMode="auto">
          <a:xfrm>
            <a:off x="5257800" y="3505200"/>
            <a:ext cx="762000" cy="762000"/>
            <a:chOff x="4176" y="672"/>
            <a:chExt cx="480" cy="480"/>
          </a:xfrm>
        </p:grpSpPr>
        <p:sp>
          <p:nvSpPr>
            <p:cNvPr id="46320"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6321"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6322"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6323" name="AutoShape 243"/>
          <p:cNvCxnSpPr>
            <a:cxnSpLocks noChangeShapeType="1"/>
            <a:stCxn id="46321" idx="3"/>
            <a:endCxn id="46322"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24" name="AutoShape 244"/>
          <p:cNvCxnSpPr>
            <a:cxnSpLocks noChangeShapeType="1"/>
            <a:stCxn id="46321" idx="5"/>
            <a:endCxn id="46329"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6325"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26"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6327" name="Group 247"/>
          <p:cNvGrpSpPr>
            <a:grpSpLocks/>
          </p:cNvGrpSpPr>
          <p:nvPr/>
        </p:nvGrpSpPr>
        <p:grpSpPr bwMode="auto">
          <a:xfrm>
            <a:off x="5791200" y="4419600"/>
            <a:ext cx="762000" cy="762000"/>
            <a:chOff x="4176" y="672"/>
            <a:chExt cx="480" cy="480"/>
          </a:xfrm>
        </p:grpSpPr>
        <p:sp>
          <p:nvSpPr>
            <p:cNvPr id="46328"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6329"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6330"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6331"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6332" name="AutoShape 252"/>
          <p:cNvCxnSpPr>
            <a:cxnSpLocks noChangeShapeType="1"/>
            <a:stCxn id="46329" idx="3"/>
            <a:endCxn id="46330"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33" name="AutoShape 253"/>
          <p:cNvCxnSpPr>
            <a:cxnSpLocks noChangeShapeType="1"/>
            <a:stCxn id="46329" idx="5"/>
            <a:endCxn id="46331"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6334"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35"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36"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37"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39"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40"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6342" name="Group 262"/>
          <p:cNvGrpSpPr>
            <a:grpSpLocks/>
          </p:cNvGrpSpPr>
          <p:nvPr/>
        </p:nvGrpSpPr>
        <p:grpSpPr bwMode="auto">
          <a:xfrm>
            <a:off x="7620000" y="1447800"/>
            <a:ext cx="762000" cy="762000"/>
            <a:chOff x="4176" y="672"/>
            <a:chExt cx="480" cy="480"/>
          </a:xfrm>
        </p:grpSpPr>
        <p:sp>
          <p:nvSpPr>
            <p:cNvPr id="46343"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6344"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46345"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6346"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46347" name="AutoShape 267"/>
          <p:cNvCxnSpPr>
            <a:cxnSpLocks noChangeShapeType="1"/>
            <a:stCxn id="46344" idx="3"/>
            <a:endCxn id="46345"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48" name="AutoShape 268"/>
          <p:cNvCxnSpPr>
            <a:cxnSpLocks noChangeShapeType="1"/>
            <a:stCxn id="46344" idx="4"/>
            <a:endCxn id="46354"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49" name="AutoShape 269"/>
          <p:cNvCxnSpPr>
            <a:cxnSpLocks noChangeShapeType="1"/>
            <a:stCxn id="46344" idx="5"/>
            <a:endCxn id="46346"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6350"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51"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6352" name="Group 272"/>
          <p:cNvGrpSpPr>
            <a:grpSpLocks/>
          </p:cNvGrpSpPr>
          <p:nvPr/>
        </p:nvGrpSpPr>
        <p:grpSpPr bwMode="auto">
          <a:xfrm>
            <a:off x="7620000" y="2514600"/>
            <a:ext cx="762000" cy="762000"/>
            <a:chOff x="4176" y="672"/>
            <a:chExt cx="480" cy="480"/>
          </a:xfrm>
        </p:grpSpPr>
        <p:sp>
          <p:nvSpPr>
            <p:cNvPr id="46353"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6354"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46355"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46356" name="AutoShape 276"/>
          <p:cNvCxnSpPr>
            <a:cxnSpLocks noChangeShapeType="1"/>
            <a:stCxn id="46354" idx="3"/>
            <a:endCxn id="46355"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57" name="AutoShape 277"/>
          <p:cNvCxnSpPr>
            <a:cxnSpLocks noChangeShapeType="1"/>
            <a:stCxn id="46354"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6358"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59"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6360" name="Group 280"/>
          <p:cNvGrpSpPr>
            <a:grpSpLocks/>
          </p:cNvGrpSpPr>
          <p:nvPr/>
        </p:nvGrpSpPr>
        <p:grpSpPr bwMode="auto">
          <a:xfrm>
            <a:off x="7848600" y="3581400"/>
            <a:ext cx="762000" cy="762000"/>
            <a:chOff x="4176" y="672"/>
            <a:chExt cx="480" cy="480"/>
          </a:xfrm>
        </p:grpSpPr>
        <p:sp>
          <p:nvSpPr>
            <p:cNvPr id="46361"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6362"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46363"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46364"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46365" name="AutoShape 285"/>
          <p:cNvCxnSpPr>
            <a:cxnSpLocks noChangeShapeType="1"/>
            <a:stCxn id="46362" idx="3"/>
            <a:endCxn id="46363"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366" name="AutoShape 286"/>
          <p:cNvCxnSpPr>
            <a:cxnSpLocks noChangeShapeType="1"/>
            <a:stCxn id="46362" idx="5"/>
            <a:endCxn id="46364"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6367" name="Line 287"/>
          <p:cNvSpPr>
            <a:spLocks noChangeShapeType="1"/>
          </p:cNvSpPr>
          <p:nvPr/>
        </p:nvSpPr>
        <p:spPr bwMode="auto">
          <a:xfrm flipV="1">
            <a:off x="7162800" y="4724400"/>
            <a:ext cx="838200" cy="457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68" name="Line 288"/>
          <p:cNvSpPr>
            <a:spLocks noChangeShapeType="1"/>
          </p:cNvSpPr>
          <p:nvPr/>
        </p:nvSpPr>
        <p:spPr bwMode="auto">
          <a:xfrm>
            <a:off x="7162800" y="4648200"/>
            <a:ext cx="8382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6369" name="Group 289"/>
          <p:cNvGrpSpPr>
            <a:grpSpLocks/>
          </p:cNvGrpSpPr>
          <p:nvPr/>
        </p:nvGrpSpPr>
        <p:grpSpPr bwMode="auto">
          <a:xfrm>
            <a:off x="8077200" y="4724400"/>
            <a:ext cx="838200" cy="685800"/>
            <a:chOff x="5088" y="2928"/>
            <a:chExt cx="528" cy="432"/>
          </a:xfrm>
        </p:grpSpPr>
        <p:sp>
          <p:nvSpPr>
            <p:cNvPr id="46370" name="Line 290"/>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71" name="Line 291"/>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grpSp>
        <p:nvGrpSpPr>
          <p:cNvPr id="46372" name="Group 292"/>
          <p:cNvGrpSpPr>
            <a:grpSpLocks/>
          </p:cNvGrpSpPr>
          <p:nvPr/>
        </p:nvGrpSpPr>
        <p:grpSpPr bwMode="auto">
          <a:xfrm>
            <a:off x="8305800" y="2514600"/>
            <a:ext cx="838200" cy="685800"/>
            <a:chOff x="5088" y="2928"/>
            <a:chExt cx="528" cy="432"/>
          </a:xfrm>
        </p:grpSpPr>
        <p:sp>
          <p:nvSpPr>
            <p:cNvPr id="46373" name="Line 293"/>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6374" name="Line 294"/>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cxnSp>
        <p:nvCxnSpPr>
          <p:cNvPr id="46375" name="AutoShape 295"/>
          <p:cNvCxnSpPr>
            <a:cxnSpLocks noChangeShapeType="1"/>
            <a:stCxn id="46346" idx="6"/>
            <a:endCxn id="46343" idx="6"/>
          </p:cNvCxnSpPr>
          <p:nvPr/>
        </p:nvCxnSpPr>
        <p:spPr bwMode="auto">
          <a:xfrm flipH="1" flipV="1">
            <a:off x="8382000" y="1828800"/>
            <a:ext cx="762000" cy="952500"/>
          </a:xfrm>
          <a:prstGeom prst="curvedConnector3">
            <a:avLst>
              <a:gd name="adj1" fmla="val -30000"/>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06" name="Group 2"/>
          <p:cNvGraphicFramePr>
            <a:graphicFrameLocks noGrp="1"/>
          </p:cNvGraphicFramePr>
          <p:nvPr/>
        </p:nvGraphicFramePr>
        <p:xfrm>
          <a:off x="76200" y="304800"/>
          <a:ext cx="1133793" cy="6248401"/>
        </p:xfrm>
        <a:graphic>
          <a:graphicData uri="http://schemas.openxmlformats.org/drawingml/2006/table">
            <a:tbl>
              <a:tblPr/>
              <a:tblGrid>
                <a:gridCol w="355600"/>
                <a:gridCol w="569913"/>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158" name="Group 54"/>
          <p:cNvGraphicFramePr>
            <a:graphicFrameLocks noGrp="1"/>
          </p:cNvGraphicFramePr>
          <p:nvPr/>
        </p:nvGraphicFramePr>
        <p:xfrm>
          <a:off x="13716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166" name="Group 62"/>
          <p:cNvGraphicFramePr>
            <a:graphicFrameLocks noGrp="1"/>
          </p:cNvGraphicFramePr>
          <p:nvPr/>
        </p:nvGraphicFramePr>
        <p:xfrm>
          <a:off x="2209800" y="1066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174" name="Group 70"/>
          <p:cNvGraphicFramePr>
            <a:graphicFrameLocks noGrp="1"/>
          </p:cNvGraphicFramePr>
          <p:nvPr/>
        </p:nvGraphicFramePr>
        <p:xfrm>
          <a:off x="13716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182" name="Group 78"/>
          <p:cNvGraphicFramePr>
            <a:graphicFrameLocks noGrp="1"/>
          </p:cNvGraphicFramePr>
          <p:nvPr/>
        </p:nvGraphicFramePr>
        <p:xfrm>
          <a:off x="22098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190" name="Group 86"/>
          <p:cNvGraphicFramePr>
            <a:graphicFrameLocks noGrp="1"/>
          </p:cNvGraphicFramePr>
          <p:nvPr/>
        </p:nvGraphicFramePr>
        <p:xfrm>
          <a:off x="3124200" y="1752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198" name="Group 94"/>
          <p:cNvGraphicFramePr>
            <a:graphicFrameLocks noGrp="1"/>
          </p:cNvGraphicFramePr>
          <p:nvPr/>
        </p:nvGraphicFramePr>
        <p:xfrm>
          <a:off x="13716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06" name="Group 102"/>
          <p:cNvGraphicFramePr>
            <a:graphicFrameLocks noGrp="1"/>
          </p:cNvGraphicFramePr>
          <p:nvPr/>
        </p:nvGraphicFramePr>
        <p:xfrm>
          <a:off x="22098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14" name="Group 110"/>
          <p:cNvGraphicFramePr>
            <a:graphicFrameLocks noGrp="1"/>
          </p:cNvGraphicFramePr>
          <p:nvPr/>
        </p:nvGraphicFramePr>
        <p:xfrm>
          <a:off x="3124200" y="24384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22" name="Group 118"/>
          <p:cNvGraphicFramePr>
            <a:graphicFrameLocks noGrp="1"/>
          </p:cNvGraphicFramePr>
          <p:nvPr/>
        </p:nvGraphicFramePr>
        <p:xfrm>
          <a:off x="13716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30" name="Group 126"/>
          <p:cNvGraphicFramePr>
            <a:graphicFrameLocks noGrp="1"/>
          </p:cNvGraphicFramePr>
          <p:nvPr/>
        </p:nvGraphicFramePr>
        <p:xfrm>
          <a:off x="2209800" y="3124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38" name="Group 134"/>
          <p:cNvGraphicFramePr>
            <a:graphicFrameLocks noGrp="1"/>
          </p:cNvGraphicFramePr>
          <p:nvPr/>
        </p:nvGraphicFramePr>
        <p:xfrm>
          <a:off x="13716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46" name="Group 142"/>
          <p:cNvGraphicFramePr>
            <a:graphicFrameLocks noGrp="1"/>
          </p:cNvGraphicFramePr>
          <p:nvPr/>
        </p:nvGraphicFramePr>
        <p:xfrm>
          <a:off x="2209800" y="38862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54" name="Group 150"/>
          <p:cNvGraphicFramePr>
            <a:graphicFrameLocks noGrp="1"/>
          </p:cNvGraphicFramePr>
          <p:nvPr/>
        </p:nvGraphicFramePr>
        <p:xfrm>
          <a:off x="13716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62" name="Group 158"/>
          <p:cNvGraphicFramePr>
            <a:graphicFrameLocks noGrp="1"/>
          </p:cNvGraphicFramePr>
          <p:nvPr/>
        </p:nvGraphicFramePr>
        <p:xfrm>
          <a:off x="2209800" y="45720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70" name="Group 166"/>
          <p:cNvGraphicFramePr>
            <a:graphicFrameLocks noGrp="1"/>
          </p:cNvGraphicFramePr>
          <p:nvPr/>
        </p:nvGraphicFramePr>
        <p:xfrm>
          <a:off x="13716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78" name="Group 174"/>
          <p:cNvGraphicFramePr>
            <a:graphicFrameLocks noGrp="1"/>
          </p:cNvGraphicFramePr>
          <p:nvPr/>
        </p:nvGraphicFramePr>
        <p:xfrm>
          <a:off x="2209800" y="52578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86" name="Group 182"/>
          <p:cNvGraphicFramePr>
            <a:graphicFrameLocks noGrp="1"/>
          </p:cNvGraphicFramePr>
          <p:nvPr/>
        </p:nvGraphicFramePr>
        <p:xfrm>
          <a:off x="13716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7294" name="Group 190"/>
          <p:cNvGraphicFramePr>
            <a:graphicFrameLocks noGrp="1"/>
          </p:cNvGraphicFramePr>
          <p:nvPr/>
        </p:nvGraphicFramePr>
        <p:xfrm>
          <a:off x="2209800" y="5943600"/>
          <a:ext cx="676593" cy="533400"/>
        </p:xfrm>
        <a:graphic>
          <a:graphicData uri="http://schemas.openxmlformats.org/drawingml/2006/table">
            <a:tbl>
              <a:tblPr/>
              <a:tblGrid>
                <a:gridCol w="468313"/>
                <a:gridCol w="20828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0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47302" name="AutoShape 198"/>
          <p:cNvCxnSpPr>
            <a:cxnSpLocks noChangeShapeType="1"/>
          </p:cNvCxnSpPr>
          <p:nvPr/>
        </p:nvCxnSpPr>
        <p:spPr bwMode="auto">
          <a:xfrm>
            <a:off x="1001713" y="1322388"/>
            <a:ext cx="369887"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03" name="AutoShape 199"/>
          <p:cNvCxnSpPr>
            <a:cxnSpLocks noChangeShapeType="1"/>
          </p:cNvCxnSpPr>
          <p:nvPr/>
        </p:nvCxnSpPr>
        <p:spPr bwMode="auto">
          <a:xfrm>
            <a:off x="1839913" y="13335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04" name="AutoShape 200"/>
          <p:cNvCxnSpPr>
            <a:cxnSpLocks noChangeShapeType="1"/>
          </p:cNvCxnSpPr>
          <p:nvPr/>
        </p:nvCxnSpPr>
        <p:spPr bwMode="auto">
          <a:xfrm>
            <a:off x="1001713" y="2006600"/>
            <a:ext cx="369887"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05" name="AutoShape 201"/>
          <p:cNvCxnSpPr>
            <a:cxnSpLocks noChangeShapeType="1"/>
          </p:cNvCxnSpPr>
          <p:nvPr/>
        </p:nvCxnSpPr>
        <p:spPr bwMode="auto">
          <a:xfrm>
            <a:off x="2022475" y="20193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06" name="AutoShape 202"/>
          <p:cNvCxnSpPr>
            <a:cxnSpLocks noChangeShapeType="1"/>
          </p:cNvCxnSpPr>
          <p:nvPr/>
        </p:nvCxnSpPr>
        <p:spPr bwMode="auto">
          <a:xfrm>
            <a:off x="2860675" y="20193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07" name="AutoShape 203"/>
          <p:cNvCxnSpPr>
            <a:cxnSpLocks noChangeShapeType="1"/>
          </p:cNvCxnSpPr>
          <p:nvPr/>
        </p:nvCxnSpPr>
        <p:spPr bwMode="auto">
          <a:xfrm flipV="1">
            <a:off x="1001713" y="2705100"/>
            <a:ext cx="369887"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08" name="AutoShape 204"/>
          <p:cNvCxnSpPr>
            <a:cxnSpLocks noChangeShapeType="1"/>
          </p:cNvCxnSpPr>
          <p:nvPr/>
        </p:nvCxnSpPr>
        <p:spPr bwMode="auto">
          <a:xfrm>
            <a:off x="1839913" y="27051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09" name="AutoShape 205"/>
          <p:cNvCxnSpPr>
            <a:cxnSpLocks noChangeShapeType="1"/>
          </p:cNvCxnSpPr>
          <p:nvPr/>
        </p:nvCxnSpPr>
        <p:spPr bwMode="auto">
          <a:xfrm>
            <a:off x="2860675" y="2705100"/>
            <a:ext cx="2635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0" name="AutoShape 206"/>
          <p:cNvCxnSpPr>
            <a:cxnSpLocks noChangeShapeType="1"/>
          </p:cNvCxnSpPr>
          <p:nvPr/>
        </p:nvCxnSpPr>
        <p:spPr bwMode="auto">
          <a:xfrm flipV="1">
            <a:off x="1184275" y="3390900"/>
            <a:ext cx="187325"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1" name="AutoShape 207"/>
          <p:cNvCxnSpPr>
            <a:cxnSpLocks noChangeShapeType="1"/>
          </p:cNvCxnSpPr>
          <p:nvPr/>
        </p:nvCxnSpPr>
        <p:spPr bwMode="auto">
          <a:xfrm>
            <a:off x="2022475" y="3390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2" name="AutoShape 208"/>
          <p:cNvCxnSpPr>
            <a:cxnSpLocks noChangeShapeType="1"/>
          </p:cNvCxnSpPr>
          <p:nvPr/>
        </p:nvCxnSpPr>
        <p:spPr bwMode="auto">
          <a:xfrm>
            <a:off x="1001713" y="4117975"/>
            <a:ext cx="369887"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3" name="AutoShape 209"/>
          <p:cNvCxnSpPr>
            <a:cxnSpLocks noChangeShapeType="1"/>
          </p:cNvCxnSpPr>
          <p:nvPr/>
        </p:nvCxnSpPr>
        <p:spPr bwMode="auto">
          <a:xfrm>
            <a:off x="2022475" y="41529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4" name="AutoShape 210"/>
          <p:cNvCxnSpPr>
            <a:cxnSpLocks noChangeShapeType="1"/>
          </p:cNvCxnSpPr>
          <p:nvPr/>
        </p:nvCxnSpPr>
        <p:spPr bwMode="auto">
          <a:xfrm>
            <a:off x="1001713" y="4822825"/>
            <a:ext cx="369887"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5" name="AutoShape 211"/>
          <p:cNvCxnSpPr>
            <a:cxnSpLocks noChangeShapeType="1"/>
          </p:cNvCxnSpPr>
          <p:nvPr/>
        </p:nvCxnSpPr>
        <p:spPr bwMode="auto">
          <a:xfrm>
            <a:off x="1839913" y="48387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6" name="AutoShape 212"/>
          <p:cNvCxnSpPr>
            <a:cxnSpLocks noChangeShapeType="1"/>
          </p:cNvCxnSpPr>
          <p:nvPr/>
        </p:nvCxnSpPr>
        <p:spPr bwMode="auto">
          <a:xfrm flipV="1">
            <a:off x="1001713" y="5524500"/>
            <a:ext cx="369887"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7" name="AutoShape 213"/>
          <p:cNvCxnSpPr>
            <a:cxnSpLocks noChangeShapeType="1"/>
          </p:cNvCxnSpPr>
          <p:nvPr/>
        </p:nvCxnSpPr>
        <p:spPr bwMode="auto">
          <a:xfrm>
            <a:off x="2022475" y="5524500"/>
            <a:ext cx="1873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8" name="AutoShape 214"/>
          <p:cNvCxnSpPr>
            <a:cxnSpLocks noChangeShapeType="1"/>
          </p:cNvCxnSpPr>
          <p:nvPr/>
        </p:nvCxnSpPr>
        <p:spPr bwMode="auto">
          <a:xfrm flipV="1">
            <a:off x="1001713" y="6210300"/>
            <a:ext cx="369887"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19" name="AutoShape 215"/>
          <p:cNvCxnSpPr>
            <a:cxnSpLocks noChangeShapeType="1"/>
          </p:cNvCxnSpPr>
          <p:nvPr/>
        </p:nvCxnSpPr>
        <p:spPr bwMode="auto">
          <a:xfrm>
            <a:off x="1839913" y="6210300"/>
            <a:ext cx="369887"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7320" name="Group 216"/>
          <p:cNvGrpSpPr>
            <a:grpSpLocks/>
          </p:cNvGrpSpPr>
          <p:nvPr/>
        </p:nvGrpSpPr>
        <p:grpSpPr bwMode="auto">
          <a:xfrm>
            <a:off x="6172200" y="533400"/>
            <a:ext cx="762000" cy="762000"/>
            <a:chOff x="4176" y="672"/>
            <a:chExt cx="480" cy="480"/>
          </a:xfrm>
        </p:grpSpPr>
        <p:sp>
          <p:nvSpPr>
            <p:cNvPr id="47321" name="Oval 217"/>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7322" name="Oval 218"/>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grpSp>
      <p:cxnSp>
        <p:nvCxnSpPr>
          <p:cNvPr id="47323" name="AutoShape 219"/>
          <p:cNvCxnSpPr>
            <a:cxnSpLocks noChangeShapeType="1"/>
            <a:stCxn id="47322" idx="3"/>
            <a:endCxn id="47326" idx="0"/>
          </p:cNvCxnSpPr>
          <p:nvPr/>
        </p:nvCxnSpPr>
        <p:spPr bwMode="auto">
          <a:xfrm flipH="1">
            <a:off x="5105400" y="1157288"/>
            <a:ext cx="1204913" cy="2905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24" name="AutoShape 220"/>
          <p:cNvCxnSpPr>
            <a:cxnSpLocks noChangeShapeType="1"/>
            <a:stCxn id="47322" idx="5"/>
            <a:endCxn id="47368" idx="0"/>
          </p:cNvCxnSpPr>
          <p:nvPr/>
        </p:nvCxnSpPr>
        <p:spPr bwMode="auto">
          <a:xfrm>
            <a:off x="6796088" y="1157288"/>
            <a:ext cx="12049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7325" name="Group 221"/>
          <p:cNvGrpSpPr>
            <a:grpSpLocks/>
          </p:cNvGrpSpPr>
          <p:nvPr/>
        </p:nvGrpSpPr>
        <p:grpSpPr bwMode="auto">
          <a:xfrm>
            <a:off x="4724400" y="1447800"/>
            <a:ext cx="762000" cy="762000"/>
            <a:chOff x="4176" y="672"/>
            <a:chExt cx="480" cy="480"/>
          </a:xfrm>
        </p:grpSpPr>
        <p:sp>
          <p:nvSpPr>
            <p:cNvPr id="47326" name="Oval 22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7327" name="Oval 22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grpSp>
      <p:sp>
        <p:nvSpPr>
          <p:cNvPr id="47328" name="Oval 224"/>
          <p:cNvSpPr>
            <a:spLocks noChangeArrowheads="1"/>
          </p:cNvSpPr>
          <p:nvPr/>
        </p:nvSpPr>
        <p:spPr bwMode="auto">
          <a:xfrm>
            <a:off x="3962400" y="25146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7329" name="Oval 225"/>
          <p:cNvSpPr>
            <a:spLocks noChangeArrowheads="1"/>
          </p:cNvSpPr>
          <p:nvPr/>
        </p:nvSpPr>
        <p:spPr bwMode="auto">
          <a:xfrm>
            <a:off x="56388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47330" name="AutoShape 226"/>
          <p:cNvCxnSpPr>
            <a:cxnSpLocks noChangeShapeType="1"/>
            <a:stCxn id="47327" idx="3"/>
            <a:endCxn id="47328" idx="0"/>
          </p:cNvCxnSpPr>
          <p:nvPr/>
        </p:nvCxnSpPr>
        <p:spPr bwMode="auto">
          <a:xfrm flipH="1">
            <a:off x="4305300" y="2071688"/>
            <a:ext cx="5572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31" name="AutoShape 227"/>
          <p:cNvCxnSpPr>
            <a:cxnSpLocks noChangeShapeType="1"/>
            <a:stCxn id="47327" idx="4"/>
            <a:endCxn id="47337" idx="0"/>
          </p:cNvCxnSpPr>
          <p:nvPr/>
        </p:nvCxnSpPr>
        <p:spPr bwMode="auto">
          <a:xfrm>
            <a:off x="51054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32" name="AutoShape 228"/>
          <p:cNvCxnSpPr>
            <a:cxnSpLocks noChangeShapeType="1"/>
            <a:stCxn id="47326" idx="5"/>
            <a:endCxn id="47329" idx="0"/>
          </p:cNvCxnSpPr>
          <p:nvPr/>
        </p:nvCxnSpPr>
        <p:spPr bwMode="auto">
          <a:xfrm>
            <a:off x="5375275" y="2098675"/>
            <a:ext cx="606425" cy="3397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333" name="Line 229"/>
          <p:cNvSpPr>
            <a:spLocks noChangeShapeType="1"/>
          </p:cNvSpPr>
          <p:nvPr/>
        </p:nvSpPr>
        <p:spPr bwMode="auto">
          <a:xfrm>
            <a:off x="4114800" y="2362200"/>
            <a:ext cx="533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34" name="Line 230"/>
          <p:cNvSpPr>
            <a:spLocks noChangeShapeType="1"/>
          </p:cNvSpPr>
          <p:nvPr/>
        </p:nvSpPr>
        <p:spPr bwMode="auto">
          <a:xfrm flipV="1">
            <a:off x="3886200" y="2362200"/>
            <a:ext cx="9144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7335" name="Group 231"/>
          <p:cNvGrpSpPr>
            <a:grpSpLocks/>
          </p:cNvGrpSpPr>
          <p:nvPr/>
        </p:nvGrpSpPr>
        <p:grpSpPr bwMode="auto">
          <a:xfrm>
            <a:off x="4724400" y="2514600"/>
            <a:ext cx="762000" cy="762000"/>
            <a:chOff x="4176" y="672"/>
            <a:chExt cx="480" cy="480"/>
          </a:xfrm>
        </p:grpSpPr>
        <p:sp>
          <p:nvSpPr>
            <p:cNvPr id="47336" name="Oval 232"/>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7337" name="Oval 233"/>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grpSp>
      <p:sp>
        <p:nvSpPr>
          <p:cNvPr id="47338" name="Oval 234"/>
          <p:cNvSpPr>
            <a:spLocks noChangeArrowheads="1"/>
          </p:cNvSpPr>
          <p:nvPr/>
        </p:nvSpPr>
        <p:spPr bwMode="auto">
          <a:xfrm>
            <a:off x="4191000" y="3505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cxnSp>
        <p:nvCxnSpPr>
          <p:cNvPr id="47339" name="AutoShape 235"/>
          <p:cNvCxnSpPr>
            <a:cxnSpLocks noChangeShapeType="1"/>
            <a:stCxn id="47337" idx="3"/>
            <a:endCxn id="47338" idx="0"/>
          </p:cNvCxnSpPr>
          <p:nvPr/>
        </p:nvCxnSpPr>
        <p:spPr bwMode="auto">
          <a:xfrm flipH="1">
            <a:off x="4533900" y="31384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40" name="AutoShape 236"/>
          <p:cNvCxnSpPr>
            <a:cxnSpLocks noChangeShapeType="1"/>
            <a:stCxn id="47337" idx="5"/>
            <a:endCxn id="47345" idx="0"/>
          </p:cNvCxnSpPr>
          <p:nvPr/>
        </p:nvCxnSpPr>
        <p:spPr bwMode="auto">
          <a:xfrm>
            <a:off x="5348288" y="3138488"/>
            <a:ext cx="290512" cy="4048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341" name="Line 237"/>
          <p:cNvSpPr>
            <a:spLocks noChangeShapeType="1"/>
          </p:cNvSpPr>
          <p:nvPr/>
        </p:nvSpPr>
        <p:spPr bwMode="auto">
          <a:xfrm flipV="1">
            <a:off x="3962400" y="3657600"/>
            <a:ext cx="10668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42" name="Line 238"/>
          <p:cNvSpPr>
            <a:spLocks noChangeShapeType="1"/>
          </p:cNvSpPr>
          <p:nvPr/>
        </p:nvSpPr>
        <p:spPr bwMode="auto">
          <a:xfrm>
            <a:off x="4038600" y="3429000"/>
            <a:ext cx="990600" cy="914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7343" name="Group 239"/>
          <p:cNvGrpSpPr>
            <a:grpSpLocks/>
          </p:cNvGrpSpPr>
          <p:nvPr/>
        </p:nvGrpSpPr>
        <p:grpSpPr bwMode="auto">
          <a:xfrm>
            <a:off x="5257800" y="3505200"/>
            <a:ext cx="762000" cy="762000"/>
            <a:chOff x="4176" y="672"/>
            <a:chExt cx="480" cy="480"/>
          </a:xfrm>
        </p:grpSpPr>
        <p:sp>
          <p:nvSpPr>
            <p:cNvPr id="47344" name="Oval 240"/>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7345" name="Oval 241"/>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grpSp>
      <p:sp>
        <p:nvSpPr>
          <p:cNvPr id="47346" name="Oval 242"/>
          <p:cNvSpPr>
            <a:spLocks noChangeArrowheads="1"/>
          </p:cNvSpPr>
          <p:nvPr/>
        </p:nvSpPr>
        <p:spPr bwMode="auto">
          <a:xfrm>
            <a:off x="4724400" y="44958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cxnSp>
        <p:nvCxnSpPr>
          <p:cNvPr id="47347" name="AutoShape 243"/>
          <p:cNvCxnSpPr>
            <a:cxnSpLocks noChangeShapeType="1"/>
            <a:stCxn id="47345" idx="3"/>
            <a:endCxn id="47346" idx="0"/>
          </p:cNvCxnSpPr>
          <p:nvPr/>
        </p:nvCxnSpPr>
        <p:spPr bwMode="auto">
          <a:xfrm flipH="1">
            <a:off x="5067300" y="4129088"/>
            <a:ext cx="328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48" name="AutoShape 244"/>
          <p:cNvCxnSpPr>
            <a:cxnSpLocks noChangeShapeType="1"/>
            <a:stCxn id="47345" idx="5"/>
            <a:endCxn id="47353" idx="0"/>
          </p:cNvCxnSpPr>
          <p:nvPr/>
        </p:nvCxnSpPr>
        <p:spPr bwMode="auto">
          <a:xfrm>
            <a:off x="5881688" y="4129088"/>
            <a:ext cx="290512" cy="3286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349" name="Line 245"/>
          <p:cNvSpPr>
            <a:spLocks noChangeShapeType="1"/>
          </p:cNvSpPr>
          <p:nvPr/>
        </p:nvSpPr>
        <p:spPr bwMode="auto">
          <a:xfrm flipV="1">
            <a:off x="4495800" y="4572000"/>
            <a:ext cx="11430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50" name="Line 246"/>
          <p:cNvSpPr>
            <a:spLocks noChangeShapeType="1"/>
          </p:cNvSpPr>
          <p:nvPr/>
        </p:nvSpPr>
        <p:spPr bwMode="auto">
          <a:xfrm>
            <a:off x="4648200" y="4572000"/>
            <a:ext cx="9906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7351" name="Group 247"/>
          <p:cNvGrpSpPr>
            <a:grpSpLocks/>
          </p:cNvGrpSpPr>
          <p:nvPr/>
        </p:nvGrpSpPr>
        <p:grpSpPr bwMode="auto">
          <a:xfrm>
            <a:off x="5791200" y="4419600"/>
            <a:ext cx="762000" cy="762000"/>
            <a:chOff x="4176" y="672"/>
            <a:chExt cx="480" cy="480"/>
          </a:xfrm>
        </p:grpSpPr>
        <p:sp>
          <p:nvSpPr>
            <p:cNvPr id="47352" name="Oval 248"/>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7353" name="Oval 249"/>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grpSp>
      <p:sp>
        <p:nvSpPr>
          <p:cNvPr id="47354" name="Oval 250"/>
          <p:cNvSpPr>
            <a:spLocks noChangeArrowheads="1"/>
          </p:cNvSpPr>
          <p:nvPr/>
        </p:nvSpPr>
        <p:spPr bwMode="auto">
          <a:xfrm>
            <a:off x="5334000" y="5410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47355" name="Oval 251"/>
          <p:cNvSpPr>
            <a:spLocks noChangeArrowheads="1"/>
          </p:cNvSpPr>
          <p:nvPr/>
        </p:nvSpPr>
        <p:spPr bwMode="auto">
          <a:xfrm>
            <a:off x="6400800" y="5486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47356" name="AutoShape 252"/>
          <p:cNvCxnSpPr>
            <a:cxnSpLocks noChangeShapeType="1"/>
            <a:stCxn id="47353" idx="3"/>
            <a:endCxn id="47354" idx="0"/>
          </p:cNvCxnSpPr>
          <p:nvPr/>
        </p:nvCxnSpPr>
        <p:spPr bwMode="auto">
          <a:xfrm flipH="1">
            <a:off x="5676900" y="5043488"/>
            <a:ext cx="2524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57" name="AutoShape 253"/>
          <p:cNvCxnSpPr>
            <a:cxnSpLocks noChangeShapeType="1"/>
            <a:stCxn id="47353" idx="5"/>
            <a:endCxn id="47355" idx="0"/>
          </p:cNvCxnSpPr>
          <p:nvPr/>
        </p:nvCxnSpPr>
        <p:spPr bwMode="auto">
          <a:xfrm>
            <a:off x="6415088" y="5043488"/>
            <a:ext cx="3286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358" name="Line 254"/>
          <p:cNvSpPr>
            <a:spLocks noChangeShapeType="1"/>
          </p:cNvSpPr>
          <p:nvPr/>
        </p:nvSpPr>
        <p:spPr bwMode="auto">
          <a:xfrm flipV="1">
            <a:off x="5105400" y="5486400"/>
            <a:ext cx="1066800" cy="5334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59" name="Line 255"/>
          <p:cNvSpPr>
            <a:spLocks noChangeShapeType="1"/>
          </p:cNvSpPr>
          <p:nvPr/>
        </p:nvSpPr>
        <p:spPr bwMode="auto">
          <a:xfrm>
            <a:off x="5257800" y="5486400"/>
            <a:ext cx="9144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60" name="Line 256"/>
          <p:cNvSpPr>
            <a:spLocks noChangeShapeType="1"/>
          </p:cNvSpPr>
          <p:nvPr/>
        </p:nvSpPr>
        <p:spPr bwMode="auto">
          <a:xfrm>
            <a:off x="6324600" y="5410200"/>
            <a:ext cx="914400" cy="838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61" name="Line 257"/>
          <p:cNvSpPr>
            <a:spLocks noChangeShapeType="1"/>
          </p:cNvSpPr>
          <p:nvPr/>
        </p:nvSpPr>
        <p:spPr bwMode="auto">
          <a:xfrm flipV="1">
            <a:off x="6248400" y="5486400"/>
            <a:ext cx="990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63" name="Line 259"/>
          <p:cNvSpPr>
            <a:spLocks noChangeShapeType="1"/>
          </p:cNvSpPr>
          <p:nvPr/>
        </p:nvSpPr>
        <p:spPr bwMode="auto">
          <a:xfrm flipV="1">
            <a:off x="5638800" y="2438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64" name="Line 260"/>
          <p:cNvSpPr>
            <a:spLocks noChangeShapeType="1"/>
          </p:cNvSpPr>
          <p:nvPr/>
        </p:nvSpPr>
        <p:spPr bwMode="auto">
          <a:xfrm>
            <a:off x="5638800" y="2438400"/>
            <a:ext cx="838200" cy="7620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7366" name="Group 262"/>
          <p:cNvGrpSpPr>
            <a:grpSpLocks/>
          </p:cNvGrpSpPr>
          <p:nvPr/>
        </p:nvGrpSpPr>
        <p:grpSpPr bwMode="auto">
          <a:xfrm>
            <a:off x="7620000" y="1447800"/>
            <a:ext cx="762000" cy="762000"/>
            <a:chOff x="4176" y="672"/>
            <a:chExt cx="480" cy="480"/>
          </a:xfrm>
        </p:grpSpPr>
        <p:sp>
          <p:nvSpPr>
            <p:cNvPr id="47367" name="Oval 26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7368" name="Oval 26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grpSp>
      <p:sp>
        <p:nvSpPr>
          <p:cNvPr id="47369" name="Oval 265"/>
          <p:cNvSpPr>
            <a:spLocks noChangeArrowheads="1"/>
          </p:cNvSpPr>
          <p:nvPr/>
        </p:nvSpPr>
        <p:spPr bwMode="auto">
          <a:xfrm>
            <a:off x="67056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47370" name="Oval 266"/>
          <p:cNvSpPr>
            <a:spLocks noChangeArrowheads="1"/>
          </p:cNvSpPr>
          <p:nvPr/>
        </p:nvSpPr>
        <p:spPr bwMode="auto">
          <a:xfrm>
            <a:off x="8458200" y="2438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47371" name="AutoShape 267"/>
          <p:cNvCxnSpPr>
            <a:cxnSpLocks noChangeShapeType="1"/>
            <a:stCxn id="47368" idx="3"/>
            <a:endCxn id="47369" idx="0"/>
          </p:cNvCxnSpPr>
          <p:nvPr/>
        </p:nvCxnSpPr>
        <p:spPr bwMode="auto">
          <a:xfrm flipH="1">
            <a:off x="7048500" y="2071688"/>
            <a:ext cx="709613"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72" name="AutoShape 268"/>
          <p:cNvCxnSpPr>
            <a:cxnSpLocks noChangeShapeType="1"/>
            <a:stCxn id="47368" idx="4"/>
            <a:endCxn id="47378" idx="0"/>
          </p:cNvCxnSpPr>
          <p:nvPr/>
        </p:nvCxnSpPr>
        <p:spPr bwMode="auto">
          <a:xfrm>
            <a:off x="8001000" y="2171700"/>
            <a:ext cx="0" cy="3810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73" name="AutoShape 269"/>
          <p:cNvCxnSpPr>
            <a:cxnSpLocks noChangeShapeType="1"/>
            <a:stCxn id="47368" idx="5"/>
            <a:endCxn id="47370" idx="0"/>
          </p:cNvCxnSpPr>
          <p:nvPr/>
        </p:nvCxnSpPr>
        <p:spPr bwMode="auto">
          <a:xfrm>
            <a:off x="8243888" y="2071688"/>
            <a:ext cx="557212" cy="3667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374" name="Line 270"/>
          <p:cNvSpPr>
            <a:spLocks noChangeShapeType="1"/>
          </p:cNvSpPr>
          <p:nvPr/>
        </p:nvSpPr>
        <p:spPr bwMode="auto">
          <a:xfrm flipV="1">
            <a:off x="6629400" y="2438400"/>
            <a:ext cx="7620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75" name="Line 271"/>
          <p:cNvSpPr>
            <a:spLocks noChangeShapeType="1"/>
          </p:cNvSpPr>
          <p:nvPr/>
        </p:nvSpPr>
        <p:spPr bwMode="auto">
          <a:xfrm>
            <a:off x="6705600" y="2438400"/>
            <a:ext cx="7620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7376" name="Group 272"/>
          <p:cNvGrpSpPr>
            <a:grpSpLocks/>
          </p:cNvGrpSpPr>
          <p:nvPr/>
        </p:nvGrpSpPr>
        <p:grpSpPr bwMode="auto">
          <a:xfrm>
            <a:off x="7620000" y="2514600"/>
            <a:ext cx="762000" cy="762000"/>
            <a:chOff x="4176" y="672"/>
            <a:chExt cx="480" cy="480"/>
          </a:xfrm>
        </p:grpSpPr>
        <p:sp>
          <p:nvSpPr>
            <p:cNvPr id="47377" name="Oval 273"/>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7378" name="Oval 274"/>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grpSp>
      <p:sp>
        <p:nvSpPr>
          <p:cNvPr id="47379" name="Oval 275"/>
          <p:cNvSpPr>
            <a:spLocks noChangeArrowheads="1"/>
          </p:cNvSpPr>
          <p:nvPr/>
        </p:nvSpPr>
        <p:spPr bwMode="auto">
          <a:xfrm>
            <a:off x="7010400" y="35814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cxnSp>
        <p:nvCxnSpPr>
          <p:cNvPr id="47380" name="AutoShape 276"/>
          <p:cNvCxnSpPr>
            <a:cxnSpLocks noChangeShapeType="1"/>
            <a:stCxn id="47378" idx="3"/>
            <a:endCxn id="47379" idx="0"/>
          </p:cNvCxnSpPr>
          <p:nvPr/>
        </p:nvCxnSpPr>
        <p:spPr bwMode="auto">
          <a:xfrm flipH="1">
            <a:off x="7353300" y="3138488"/>
            <a:ext cx="4048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81" name="AutoShape 277"/>
          <p:cNvCxnSpPr>
            <a:cxnSpLocks noChangeShapeType="1"/>
            <a:stCxn id="47378" idx="4"/>
          </p:cNvCxnSpPr>
          <p:nvPr/>
        </p:nvCxnSpPr>
        <p:spPr bwMode="auto">
          <a:xfrm>
            <a:off x="8001000" y="3238500"/>
            <a:ext cx="190500" cy="3429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382" name="Line 278"/>
          <p:cNvSpPr>
            <a:spLocks noChangeShapeType="1"/>
          </p:cNvSpPr>
          <p:nvPr/>
        </p:nvSpPr>
        <p:spPr bwMode="auto">
          <a:xfrm flipV="1">
            <a:off x="6934200" y="3581400"/>
            <a:ext cx="6858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83" name="Line 279"/>
          <p:cNvSpPr>
            <a:spLocks noChangeShapeType="1"/>
          </p:cNvSpPr>
          <p:nvPr/>
        </p:nvSpPr>
        <p:spPr bwMode="auto">
          <a:xfrm>
            <a:off x="7010400" y="3581400"/>
            <a:ext cx="609600" cy="6858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7384" name="Group 280"/>
          <p:cNvGrpSpPr>
            <a:grpSpLocks/>
          </p:cNvGrpSpPr>
          <p:nvPr/>
        </p:nvGrpSpPr>
        <p:grpSpPr bwMode="auto">
          <a:xfrm>
            <a:off x="7848600" y="3581400"/>
            <a:ext cx="762000" cy="762000"/>
            <a:chOff x="4176" y="672"/>
            <a:chExt cx="480" cy="480"/>
          </a:xfrm>
        </p:grpSpPr>
        <p:sp>
          <p:nvSpPr>
            <p:cNvPr id="47385" name="Oval 281"/>
            <p:cNvSpPr>
              <a:spLocks noChangeArrowheads="1"/>
            </p:cNvSpPr>
            <p:nvPr/>
          </p:nvSpPr>
          <p:spPr bwMode="auto">
            <a:xfrm>
              <a:off x="4176" y="672"/>
              <a:ext cx="480" cy="4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a:solidFill>
                    <a:srgbClr val="000000"/>
                  </a:solidFill>
                </a:rPr>
                <a:t>,</a:t>
              </a:r>
            </a:p>
          </p:txBody>
        </p:sp>
        <p:sp>
          <p:nvSpPr>
            <p:cNvPr id="47386" name="Oval 282"/>
            <p:cNvSpPr>
              <a:spLocks noChangeArrowheads="1"/>
            </p:cNvSpPr>
            <p:nvPr/>
          </p:nvSpPr>
          <p:spPr bwMode="auto">
            <a:xfrm>
              <a:off x="4200" y="69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grpSp>
      <p:sp>
        <p:nvSpPr>
          <p:cNvPr id="47387" name="Oval 283"/>
          <p:cNvSpPr>
            <a:spLocks noChangeArrowheads="1"/>
          </p:cNvSpPr>
          <p:nvPr/>
        </p:nvSpPr>
        <p:spPr bwMode="auto">
          <a:xfrm>
            <a:off x="73152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47388" name="Oval 284"/>
          <p:cNvSpPr>
            <a:spLocks noChangeArrowheads="1"/>
          </p:cNvSpPr>
          <p:nvPr/>
        </p:nvSpPr>
        <p:spPr bwMode="auto">
          <a:xfrm>
            <a:off x="8153400" y="464820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cxnSp>
        <p:nvCxnSpPr>
          <p:cNvPr id="47389" name="AutoShape 285"/>
          <p:cNvCxnSpPr>
            <a:cxnSpLocks noChangeShapeType="1"/>
            <a:stCxn id="47386" idx="3"/>
            <a:endCxn id="47387" idx="0"/>
          </p:cNvCxnSpPr>
          <p:nvPr/>
        </p:nvCxnSpPr>
        <p:spPr bwMode="auto">
          <a:xfrm flipH="1">
            <a:off x="7658100" y="4205288"/>
            <a:ext cx="328613"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390" name="AutoShape 286"/>
          <p:cNvCxnSpPr>
            <a:cxnSpLocks noChangeShapeType="1"/>
            <a:stCxn id="47386" idx="5"/>
            <a:endCxn id="47388" idx="0"/>
          </p:cNvCxnSpPr>
          <p:nvPr/>
        </p:nvCxnSpPr>
        <p:spPr bwMode="auto">
          <a:xfrm>
            <a:off x="8472488" y="4205288"/>
            <a:ext cx="23812" cy="4429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391" name="Line 287"/>
          <p:cNvSpPr>
            <a:spLocks noChangeShapeType="1"/>
          </p:cNvSpPr>
          <p:nvPr/>
        </p:nvSpPr>
        <p:spPr bwMode="auto">
          <a:xfrm flipV="1">
            <a:off x="7162800" y="4724400"/>
            <a:ext cx="838200" cy="4572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92" name="Line 288"/>
          <p:cNvSpPr>
            <a:spLocks noChangeShapeType="1"/>
          </p:cNvSpPr>
          <p:nvPr/>
        </p:nvSpPr>
        <p:spPr bwMode="auto">
          <a:xfrm>
            <a:off x="7162800" y="4648200"/>
            <a:ext cx="838200" cy="6096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nvGrpSpPr>
          <p:cNvPr id="47393" name="Group 289"/>
          <p:cNvGrpSpPr>
            <a:grpSpLocks/>
          </p:cNvGrpSpPr>
          <p:nvPr/>
        </p:nvGrpSpPr>
        <p:grpSpPr bwMode="auto">
          <a:xfrm>
            <a:off x="8077200" y="4724400"/>
            <a:ext cx="838200" cy="685800"/>
            <a:chOff x="5088" y="2928"/>
            <a:chExt cx="528" cy="432"/>
          </a:xfrm>
        </p:grpSpPr>
        <p:sp>
          <p:nvSpPr>
            <p:cNvPr id="47394" name="Line 290"/>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95" name="Line 291"/>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grpSp>
        <p:nvGrpSpPr>
          <p:cNvPr id="47396" name="Group 292"/>
          <p:cNvGrpSpPr>
            <a:grpSpLocks/>
          </p:cNvGrpSpPr>
          <p:nvPr/>
        </p:nvGrpSpPr>
        <p:grpSpPr bwMode="auto">
          <a:xfrm>
            <a:off x="8305800" y="2514600"/>
            <a:ext cx="838200" cy="685800"/>
            <a:chOff x="5088" y="2928"/>
            <a:chExt cx="528" cy="432"/>
          </a:xfrm>
        </p:grpSpPr>
        <p:sp>
          <p:nvSpPr>
            <p:cNvPr id="47397" name="Line 293"/>
            <p:cNvSpPr>
              <a:spLocks noChangeShapeType="1"/>
            </p:cNvSpPr>
            <p:nvPr/>
          </p:nvSpPr>
          <p:spPr bwMode="auto">
            <a:xfrm flipV="1">
              <a:off x="5136" y="2976"/>
              <a:ext cx="432" cy="33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sp>
          <p:nvSpPr>
            <p:cNvPr id="47398" name="Line 294"/>
            <p:cNvSpPr>
              <a:spLocks noChangeShapeType="1"/>
            </p:cNvSpPr>
            <p:nvPr/>
          </p:nvSpPr>
          <p:spPr bwMode="auto">
            <a:xfrm>
              <a:off x="5088" y="2928"/>
              <a:ext cx="528" cy="432"/>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zh-CN" altLang="en-US">
                <a:solidFill>
                  <a:srgbClr val="000000"/>
                </a:solidFill>
              </a:endParaRPr>
            </a:p>
          </p:txBody>
        </p:sp>
      </p:grpSp>
      <p:cxnSp>
        <p:nvCxnSpPr>
          <p:cNvPr id="47399" name="AutoShape 295"/>
          <p:cNvCxnSpPr>
            <a:cxnSpLocks noChangeShapeType="1"/>
            <a:stCxn id="47368" idx="6"/>
          </p:cNvCxnSpPr>
          <p:nvPr/>
        </p:nvCxnSpPr>
        <p:spPr bwMode="auto">
          <a:xfrm flipH="1" flipV="1">
            <a:off x="7010400" y="838200"/>
            <a:ext cx="1333500" cy="990600"/>
          </a:xfrm>
          <a:prstGeom prst="curvedConnector3">
            <a:avLst>
              <a:gd name="adj1" fmla="val -17144"/>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p:cNvSpPr>
            <a:spLocks noGrp="1" noChangeArrowheads="1"/>
          </p:cNvSpPr>
          <p:nvPr>
            <p:ph type="title"/>
          </p:nvPr>
        </p:nvSpPr>
        <p:spPr>
          <a:xfrm>
            <a:off x="700088" y="319088"/>
            <a:ext cx="4292600" cy="555625"/>
          </a:xfrm>
        </p:spPr>
        <p:txBody>
          <a:bodyPr>
            <a:normAutofit fontScale="90000"/>
          </a:bodyPr>
          <a:lstStyle/>
          <a:p>
            <a:pPr eaLnBrk="1" fontAlgn="auto" hangingPunct="1">
              <a:spcAft>
                <a:spcPts val="0"/>
              </a:spcAft>
              <a:defRPr/>
            </a:pPr>
            <a:r>
              <a:rPr lang="en-US" altLang="zh-CN" sz="2800" b="1">
                <a:effectLst>
                  <a:outerShdw blurRad="38100" dist="38100" dir="2700000" algn="tl">
                    <a:srgbClr val="C0C0C0"/>
                  </a:outerShdw>
                </a:effectLst>
                <a:ea typeface="黑体" pitchFamily="2" charset="-122"/>
              </a:rPr>
              <a:t>DFS </a:t>
            </a:r>
            <a:r>
              <a:rPr lang="zh-CN" altLang="en-US" sz="2800" b="1">
                <a:effectLst>
                  <a:outerShdw blurRad="38100" dist="38100" dir="2700000" algn="tl">
                    <a:srgbClr val="C0C0C0"/>
                  </a:outerShdw>
                </a:effectLst>
                <a:ea typeface="黑体" pitchFamily="2" charset="-122"/>
              </a:rPr>
              <a:t>算法效率分析</a:t>
            </a:r>
            <a:r>
              <a:rPr lang="en-US" altLang="zh-CN" sz="2800" b="1">
                <a:effectLst>
                  <a:outerShdw blurRad="38100" dist="38100" dir="2700000" algn="tl">
                    <a:srgbClr val="C0C0C0"/>
                  </a:outerShdw>
                </a:effectLst>
                <a:ea typeface="黑体" pitchFamily="2" charset="-122"/>
              </a:rPr>
              <a:t>:</a:t>
            </a:r>
          </a:p>
        </p:txBody>
      </p:sp>
      <p:sp>
        <p:nvSpPr>
          <p:cNvPr id="113667" name="Rectangle 3"/>
          <p:cNvSpPr>
            <a:spLocks noChangeArrowheads="1"/>
          </p:cNvSpPr>
          <p:nvPr/>
        </p:nvSpPr>
        <p:spPr bwMode="auto">
          <a:xfrm>
            <a:off x="457200" y="762000"/>
            <a:ext cx="8153400" cy="3962400"/>
          </a:xfrm>
          <a:prstGeom prst="rect">
            <a:avLst/>
          </a:prstGeom>
          <a:noFill/>
          <a:ln w="9525">
            <a:noFill/>
            <a:miter lim="800000"/>
            <a:headEnd/>
            <a:tailEnd/>
          </a:ln>
          <a:effectLst/>
        </p:spPr>
        <p:txBody>
          <a:bodyPr lIns="92075" tIns="46038" rIns="92075" bIns="46038"/>
          <a:lstStyle/>
          <a:p>
            <a:pPr marL="342900" indent="-342900" eaLnBrk="1" hangingPunct="1">
              <a:buClr>
                <a:schemeClr val="accent1"/>
              </a:buClr>
              <a:buSzPct val="80000"/>
              <a:buFont typeface="Wingdings" pitchFamily="2" charset="2"/>
              <a:buNone/>
              <a:defRPr/>
            </a:pPr>
            <a:r>
              <a:rPr lang="zh-CN" altLang="en-US" sz="2800">
                <a:solidFill>
                  <a:schemeClr val="accent1"/>
                </a:solidFill>
                <a:ea typeface="仿宋_GB2312" pitchFamily="49" charset="-122"/>
              </a:rPr>
              <a:t>（</a:t>
            </a:r>
            <a:r>
              <a:rPr lang="zh-CN" altLang="en-US" sz="2800">
                <a:solidFill>
                  <a:schemeClr val="accent1"/>
                </a:solidFill>
                <a:effectLst>
                  <a:outerShdw blurRad="38100" dist="38100" dir="2700000" algn="tl">
                    <a:srgbClr val="C0C0C0"/>
                  </a:outerShdw>
                </a:effectLst>
                <a:ea typeface="仿宋_GB2312" pitchFamily="49" charset="-122"/>
              </a:rPr>
              <a:t>设图中有 </a:t>
            </a:r>
            <a:r>
              <a:rPr lang="en-US" altLang="zh-CN" sz="2800" i="1">
                <a:solidFill>
                  <a:schemeClr val="accent1"/>
                </a:solidFill>
                <a:effectLst>
                  <a:outerShdw blurRad="38100" dist="38100" dir="2700000" algn="tl">
                    <a:srgbClr val="C0C0C0"/>
                  </a:outerShdw>
                </a:effectLst>
                <a:ea typeface="仿宋_GB2312" pitchFamily="49" charset="-122"/>
              </a:rPr>
              <a:t>n </a:t>
            </a:r>
            <a:r>
              <a:rPr lang="zh-CN" altLang="en-US" sz="2800">
                <a:solidFill>
                  <a:schemeClr val="accent1"/>
                </a:solidFill>
                <a:effectLst>
                  <a:outerShdw blurRad="38100" dist="38100" dir="2700000" algn="tl">
                    <a:srgbClr val="C0C0C0"/>
                  </a:outerShdw>
                </a:effectLst>
                <a:ea typeface="仿宋_GB2312" pitchFamily="49" charset="-122"/>
              </a:rPr>
              <a:t>个顶点，</a:t>
            </a:r>
            <a:r>
              <a:rPr lang="en-US" altLang="zh-CN" sz="2800" i="1">
                <a:solidFill>
                  <a:schemeClr val="accent1"/>
                </a:solidFill>
                <a:effectLst>
                  <a:outerShdw blurRad="38100" dist="38100" dir="2700000" algn="tl">
                    <a:srgbClr val="C0C0C0"/>
                  </a:outerShdw>
                </a:effectLst>
                <a:ea typeface="仿宋_GB2312" pitchFamily="49" charset="-122"/>
              </a:rPr>
              <a:t>e </a:t>
            </a:r>
            <a:r>
              <a:rPr lang="zh-CN" altLang="en-US" sz="2800">
                <a:solidFill>
                  <a:schemeClr val="accent1"/>
                </a:solidFill>
                <a:effectLst>
                  <a:outerShdw blurRad="38100" dist="38100" dir="2700000" algn="tl">
                    <a:srgbClr val="C0C0C0"/>
                  </a:outerShdw>
                </a:effectLst>
                <a:ea typeface="仿宋_GB2312" pitchFamily="49" charset="-122"/>
              </a:rPr>
              <a:t>条边</a:t>
            </a:r>
            <a:r>
              <a:rPr lang="zh-CN" altLang="en-US" sz="2800">
                <a:solidFill>
                  <a:schemeClr val="accent1"/>
                </a:solidFill>
                <a:ea typeface="仿宋_GB2312" pitchFamily="49" charset="-122"/>
              </a:rPr>
              <a:t>）</a:t>
            </a:r>
          </a:p>
          <a:p>
            <a:pPr marL="342900" indent="-342900" eaLnBrk="1" hangingPunct="1">
              <a:buClr>
                <a:schemeClr val="accent1"/>
              </a:buClr>
              <a:buSzPct val="80000"/>
              <a:buFont typeface="Wingdings" pitchFamily="2" charset="2"/>
              <a:buChar char="n"/>
              <a:defRPr/>
            </a:pPr>
            <a:r>
              <a:rPr lang="zh-CN" altLang="en-US" sz="2800">
                <a:ea typeface="仿宋_GB2312" pitchFamily="49" charset="-122"/>
              </a:rPr>
              <a:t>如果用</a:t>
            </a:r>
            <a:r>
              <a:rPr lang="zh-CN" altLang="en-US" sz="2800">
                <a:solidFill>
                  <a:schemeClr val="tx2"/>
                </a:solidFill>
                <a:ea typeface="仿宋_GB2312" pitchFamily="49" charset="-122"/>
              </a:rPr>
              <a:t>邻接矩阵</a:t>
            </a:r>
            <a:r>
              <a:rPr lang="zh-CN" altLang="en-US" sz="2800">
                <a:ea typeface="仿宋_GB2312" pitchFamily="49" charset="-122"/>
              </a:rPr>
              <a:t>来表示图，遍历图中每一个顶点都要</a:t>
            </a:r>
            <a:r>
              <a:rPr lang="zh-CN" altLang="en-US" sz="2800">
                <a:solidFill>
                  <a:schemeClr val="accent2"/>
                </a:solidFill>
                <a:ea typeface="仿宋_GB2312" pitchFamily="49" charset="-122"/>
              </a:rPr>
              <a:t>从头扫描</a:t>
            </a:r>
            <a:r>
              <a:rPr lang="zh-CN" altLang="en-US" sz="2800">
                <a:ea typeface="仿宋_GB2312" pitchFamily="49" charset="-122"/>
              </a:rPr>
              <a:t>该顶点所在行，因此遍历全部顶点所需的时间为</a:t>
            </a:r>
            <a:r>
              <a:rPr lang="en-US" altLang="zh-CN" sz="2800">
                <a:solidFill>
                  <a:schemeClr val="tx2"/>
                </a:solidFill>
                <a:ea typeface="仿宋_GB2312" pitchFamily="49" charset="-122"/>
              </a:rPr>
              <a:t>O(</a:t>
            </a:r>
            <a:r>
              <a:rPr lang="en-US" altLang="zh-CN" sz="2800" i="1">
                <a:solidFill>
                  <a:schemeClr val="tx2"/>
                </a:solidFill>
                <a:ea typeface="仿宋_GB2312" pitchFamily="49" charset="-122"/>
              </a:rPr>
              <a:t>n</a:t>
            </a:r>
            <a:r>
              <a:rPr lang="en-US" altLang="zh-CN" sz="2800" baseline="30000">
                <a:solidFill>
                  <a:schemeClr val="tx2"/>
                </a:solidFill>
                <a:ea typeface="仿宋_GB2312" pitchFamily="49" charset="-122"/>
              </a:rPr>
              <a:t>2</a:t>
            </a:r>
            <a:r>
              <a:rPr lang="en-US" altLang="zh-CN" sz="2800">
                <a:solidFill>
                  <a:schemeClr val="tx2"/>
                </a:solidFill>
                <a:ea typeface="仿宋_GB2312" pitchFamily="49" charset="-122"/>
              </a:rPr>
              <a:t>)</a:t>
            </a:r>
            <a:r>
              <a:rPr lang="zh-CN" altLang="en-US" sz="2800">
                <a:ea typeface="仿宋_GB2312" pitchFamily="49" charset="-122"/>
              </a:rPr>
              <a:t>。</a:t>
            </a:r>
          </a:p>
          <a:p>
            <a:pPr marL="342900" indent="-342900" eaLnBrk="1" hangingPunct="1">
              <a:buClr>
                <a:schemeClr val="accent1"/>
              </a:buClr>
              <a:buSzPct val="80000"/>
              <a:buFont typeface="Wingdings" pitchFamily="2" charset="2"/>
              <a:buChar char="n"/>
              <a:defRPr/>
            </a:pPr>
            <a:r>
              <a:rPr lang="zh-CN" altLang="en-US" sz="2800">
                <a:ea typeface="仿宋_GB2312" pitchFamily="49" charset="-122"/>
              </a:rPr>
              <a:t>如果用</a:t>
            </a:r>
            <a:r>
              <a:rPr lang="zh-CN" altLang="en-US" sz="2800">
                <a:solidFill>
                  <a:schemeClr val="tx2"/>
                </a:solidFill>
                <a:ea typeface="仿宋_GB2312" pitchFamily="49" charset="-122"/>
              </a:rPr>
              <a:t>邻接表</a:t>
            </a:r>
            <a:r>
              <a:rPr lang="zh-CN" altLang="en-US" sz="2800">
                <a:ea typeface="仿宋_GB2312" pitchFamily="49" charset="-122"/>
              </a:rPr>
              <a:t>来表示图，虽然有 </a:t>
            </a:r>
            <a:r>
              <a:rPr lang="en-US" altLang="zh-CN" sz="2800">
                <a:solidFill>
                  <a:schemeClr val="accent2"/>
                </a:solidFill>
                <a:ea typeface="仿宋_GB2312" pitchFamily="49" charset="-122"/>
              </a:rPr>
              <a:t>2e </a:t>
            </a:r>
            <a:r>
              <a:rPr lang="zh-CN" altLang="en-US" sz="2800">
                <a:ea typeface="仿宋_GB2312" pitchFamily="49" charset="-122"/>
              </a:rPr>
              <a:t>个表结点，但只需扫描</a:t>
            </a:r>
            <a:r>
              <a:rPr lang="zh-CN" altLang="en-US" sz="2800">
                <a:solidFill>
                  <a:schemeClr val="accent2"/>
                </a:solidFill>
                <a:ea typeface="仿宋_GB2312" pitchFamily="49" charset="-122"/>
              </a:rPr>
              <a:t> </a:t>
            </a:r>
            <a:r>
              <a:rPr lang="en-US" altLang="zh-CN" sz="2800">
                <a:solidFill>
                  <a:schemeClr val="accent2"/>
                </a:solidFill>
                <a:ea typeface="仿宋_GB2312" pitchFamily="49" charset="-122"/>
              </a:rPr>
              <a:t>e</a:t>
            </a:r>
            <a:r>
              <a:rPr lang="en-US" altLang="zh-CN" sz="2800" i="1">
                <a:solidFill>
                  <a:schemeClr val="hlink"/>
                </a:solidFill>
                <a:ea typeface="仿宋_GB2312" pitchFamily="49" charset="-122"/>
              </a:rPr>
              <a:t> </a:t>
            </a:r>
            <a:r>
              <a:rPr lang="zh-CN" altLang="en-US" sz="2800">
                <a:ea typeface="仿宋_GB2312" pitchFamily="49" charset="-122"/>
              </a:rPr>
              <a:t>个结点即可完成遍历，加上访问 </a:t>
            </a:r>
            <a:r>
              <a:rPr lang="en-US" altLang="zh-CN" sz="2800" i="1">
                <a:solidFill>
                  <a:schemeClr val="hlink"/>
                </a:solidFill>
                <a:ea typeface="仿宋_GB2312" pitchFamily="49" charset="-122"/>
              </a:rPr>
              <a:t>n</a:t>
            </a:r>
            <a:r>
              <a:rPr lang="zh-CN" altLang="en-US" sz="2800">
                <a:ea typeface="仿宋_GB2312" pitchFamily="49" charset="-122"/>
              </a:rPr>
              <a:t>个头结点的时间，因此遍历图的时间复杂度为</a:t>
            </a:r>
            <a:r>
              <a:rPr lang="en-US" altLang="zh-CN" sz="2800">
                <a:solidFill>
                  <a:schemeClr val="tx2"/>
                </a:solidFill>
                <a:ea typeface="仿宋_GB2312" pitchFamily="49" charset="-122"/>
              </a:rPr>
              <a:t>O(</a:t>
            </a:r>
            <a:r>
              <a:rPr lang="en-US" altLang="zh-CN" sz="2800" i="1">
                <a:solidFill>
                  <a:schemeClr val="tx2"/>
                </a:solidFill>
                <a:ea typeface="仿宋_GB2312" pitchFamily="49" charset="-122"/>
              </a:rPr>
              <a:t>n</a:t>
            </a:r>
            <a:r>
              <a:rPr lang="en-US" altLang="zh-CN" sz="2800">
                <a:solidFill>
                  <a:schemeClr val="tx2"/>
                </a:solidFill>
                <a:ea typeface="仿宋_GB2312" pitchFamily="49" charset="-122"/>
              </a:rPr>
              <a:t>+</a:t>
            </a:r>
            <a:r>
              <a:rPr lang="en-US" altLang="zh-CN" sz="2800" i="1">
                <a:solidFill>
                  <a:schemeClr val="tx2"/>
                </a:solidFill>
                <a:ea typeface="仿宋_GB2312" pitchFamily="49" charset="-122"/>
              </a:rPr>
              <a:t>e</a:t>
            </a:r>
            <a:r>
              <a:rPr lang="en-US" altLang="zh-CN" sz="2800">
                <a:solidFill>
                  <a:schemeClr val="tx2"/>
                </a:solidFill>
                <a:ea typeface="仿宋_GB2312" pitchFamily="49" charset="-122"/>
              </a:rPr>
              <a:t>)</a:t>
            </a:r>
            <a:r>
              <a:rPr lang="zh-CN" altLang="en-US" sz="2800">
                <a:ea typeface="仿宋_GB2312" pitchFamily="49" charset="-122"/>
              </a:rPr>
              <a:t>。</a:t>
            </a:r>
          </a:p>
        </p:txBody>
      </p:sp>
      <p:sp>
        <p:nvSpPr>
          <p:cNvPr id="113669" name="Rectangle 5"/>
          <p:cNvSpPr>
            <a:spLocks noChangeArrowheads="1"/>
          </p:cNvSpPr>
          <p:nvPr/>
        </p:nvSpPr>
        <p:spPr bwMode="auto">
          <a:xfrm>
            <a:off x="990600" y="4648200"/>
            <a:ext cx="6553200" cy="134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a:solidFill>
                  <a:schemeClr val="tx2"/>
                </a:solidFill>
                <a:latin typeface="Arial" pitchFamily="34" charset="0"/>
                <a:ea typeface="仿宋_GB2312" pitchFamily="49" charset="-122"/>
              </a:rPr>
              <a:t>结论：</a:t>
            </a:r>
          </a:p>
          <a:p>
            <a:pPr eaLnBrk="1" hangingPunct="1">
              <a:spcBef>
                <a:spcPct val="0"/>
              </a:spcBef>
              <a:buClrTx/>
              <a:buSzTx/>
              <a:buFontTx/>
              <a:buNone/>
            </a:pPr>
            <a:r>
              <a:rPr lang="zh-CN" altLang="en-US" sz="2800">
                <a:solidFill>
                  <a:schemeClr val="accent2"/>
                </a:solidFill>
                <a:latin typeface="Arial" pitchFamily="34" charset="0"/>
                <a:ea typeface="仿宋_GB2312" pitchFamily="49" charset="-122"/>
              </a:rPr>
              <a:t>稠密图</a:t>
            </a:r>
            <a:r>
              <a:rPr lang="zh-CN" altLang="en-US">
                <a:latin typeface="Arial" pitchFamily="34" charset="0"/>
                <a:ea typeface="仿宋_GB2312" pitchFamily="49" charset="-122"/>
              </a:rPr>
              <a:t>适于在邻接矩阵上进行深度遍历；</a:t>
            </a:r>
          </a:p>
          <a:p>
            <a:pPr eaLnBrk="1" hangingPunct="1">
              <a:spcBef>
                <a:spcPct val="0"/>
              </a:spcBef>
              <a:buClrTx/>
              <a:buSzTx/>
              <a:buFontTx/>
              <a:buNone/>
            </a:pPr>
            <a:r>
              <a:rPr lang="zh-CN" altLang="en-US" sz="2800">
                <a:solidFill>
                  <a:schemeClr val="accent2"/>
                </a:solidFill>
                <a:latin typeface="Arial" pitchFamily="34" charset="0"/>
                <a:ea typeface="仿宋_GB2312" pitchFamily="49" charset="-122"/>
              </a:rPr>
              <a:t>稀疏图</a:t>
            </a:r>
            <a:r>
              <a:rPr lang="zh-CN" altLang="en-US">
                <a:latin typeface="Arial" pitchFamily="34" charset="0"/>
                <a:ea typeface="仿宋_GB2312" pitchFamily="49" charset="-122"/>
              </a:rPr>
              <a:t>适于在邻接表上进行深度遍历。</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113667">
                                            <p:txEl>
                                              <p:pRg st="0" end="0"/>
                                            </p:txEl>
                                          </p:spTgt>
                                        </p:tgtEl>
                                        <p:attrNameLst>
                                          <p:attrName>style.visibility</p:attrName>
                                        </p:attrNameLst>
                                      </p:cBhvr>
                                      <p:to>
                                        <p:strVal val="visible"/>
                                      </p:to>
                                    </p:set>
                                    <p:animEffect transition="in" filter="strips(downRight)">
                                      <p:cBhvr>
                                        <p:cTn id="7" dur="500"/>
                                        <p:tgtEl>
                                          <p:spTgt spid="113667">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113667">
                                            <p:txEl>
                                              <p:pRg st="1" end="1"/>
                                            </p:txEl>
                                          </p:spTgt>
                                        </p:tgtEl>
                                        <p:attrNameLst>
                                          <p:attrName>style.visibility</p:attrName>
                                        </p:attrNameLst>
                                      </p:cBhvr>
                                      <p:to>
                                        <p:strVal val="visible"/>
                                      </p:to>
                                    </p:set>
                                    <p:animEffect transition="in" filter="strips(downRight)">
                                      <p:cBhvr>
                                        <p:cTn id="12" dur="500"/>
                                        <p:tgtEl>
                                          <p:spTgt spid="113667">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13667">
                                            <p:txEl>
                                              <p:pRg st="2" end="2"/>
                                            </p:txEl>
                                          </p:spTgt>
                                        </p:tgtEl>
                                        <p:attrNameLst>
                                          <p:attrName>style.visibility</p:attrName>
                                        </p:attrNameLst>
                                      </p:cBhvr>
                                      <p:to>
                                        <p:strVal val="visible"/>
                                      </p:to>
                                    </p:set>
                                    <p:animEffect transition="in" filter="strips(downRight)">
                                      <p:cBhvr>
                                        <p:cTn id="17" dur="500"/>
                                        <p:tgtEl>
                                          <p:spTgt spid="113667">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3" presetClass="entr" presetSubtype="16" fill="hold" grpId="0" nodeType="clickEffect">
                                  <p:stCondLst>
                                    <p:cond delay="0"/>
                                  </p:stCondLst>
                                  <p:childTnLst>
                                    <p:set>
                                      <p:cBhvr>
                                        <p:cTn id="21" dur="1" fill="hold">
                                          <p:stCondLst>
                                            <p:cond delay="0"/>
                                          </p:stCondLst>
                                        </p:cTn>
                                        <p:tgtEl>
                                          <p:spTgt spid="113669"/>
                                        </p:tgtEl>
                                        <p:attrNameLst>
                                          <p:attrName>style.visibility</p:attrName>
                                        </p:attrNameLst>
                                      </p:cBhvr>
                                      <p:to>
                                        <p:strVal val="visible"/>
                                      </p:to>
                                    </p:set>
                                    <p:anim calcmode="lin" valueType="num">
                                      <p:cBhvr>
                                        <p:cTn id="22" dur="500" fill="hold"/>
                                        <p:tgtEl>
                                          <p:spTgt spid="113669"/>
                                        </p:tgtEl>
                                        <p:attrNameLst>
                                          <p:attrName>ppt_w</p:attrName>
                                        </p:attrNameLst>
                                      </p:cBhvr>
                                      <p:tavLst>
                                        <p:tav tm="0">
                                          <p:val>
                                            <p:fltVal val="0"/>
                                          </p:val>
                                        </p:tav>
                                        <p:tav tm="100000">
                                          <p:val>
                                            <p:strVal val="#ppt_w"/>
                                          </p:val>
                                        </p:tav>
                                      </p:tavLst>
                                    </p:anim>
                                    <p:anim calcmode="lin" valueType="num">
                                      <p:cBhvr>
                                        <p:cTn id="23" dur="500" fill="hold"/>
                                        <p:tgtEl>
                                          <p:spTgt spid="11366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67" grpId="0" build="p" autoUpdateAnimBg="0"/>
      <p:bldP spid="113669" grpId="0"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70" name="Group 2"/>
          <p:cNvGraphicFramePr>
            <a:graphicFrameLocks noGrp="1"/>
          </p:cNvGraphicFramePr>
          <p:nvPr/>
        </p:nvGraphicFramePr>
        <p:xfrm>
          <a:off x="4065588" y="304800"/>
          <a:ext cx="1397317" cy="6248401"/>
        </p:xfrm>
        <a:graphic>
          <a:graphicData uri="http://schemas.openxmlformats.org/drawingml/2006/table">
            <a:tbl>
              <a:tblPr/>
              <a:tblGrid>
                <a:gridCol w="457200"/>
                <a:gridCol w="731837"/>
                <a:gridCol w="208280"/>
              </a:tblGrid>
              <a:tr h="68421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0</a:t>
                      </a:r>
                    </a:p>
                  </a:txBody>
                  <a:tcPr horzOverflow="overflow">
                    <a:lnL cap="flat">
                      <a:noFill/>
                    </a:lnL>
                    <a:lnR w="12700" cap="flat" cmpd="sng" algn="ctr">
                      <a:solidFill>
                        <a:schemeClr val="tx1"/>
                      </a:solidFill>
                      <a:prstDash val="solid"/>
                      <a:round/>
                      <a:headEnd type="none" w="med" len="med"/>
                      <a:tailEnd type="none" w="med" len="med"/>
                    </a:lnR>
                    <a:lnT cap="fla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65163">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1</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2</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3</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4</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5</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6</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16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7</a:t>
                      </a: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8</a:t>
                      </a:r>
                    </a:p>
                  </a:txBody>
                  <a:tcPr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22" name="Group 54"/>
          <p:cNvGraphicFramePr>
            <a:graphicFrameLocks noGrp="1"/>
          </p:cNvGraphicFramePr>
          <p:nvPr/>
        </p:nvGraphicFramePr>
        <p:xfrm>
          <a:off x="5589588" y="10668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30" name="Group 62"/>
          <p:cNvGraphicFramePr>
            <a:graphicFrameLocks noGrp="1"/>
          </p:cNvGraphicFramePr>
          <p:nvPr/>
        </p:nvGraphicFramePr>
        <p:xfrm>
          <a:off x="6884988" y="10668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38" name="Group 70"/>
          <p:cNvGraphicFramePr>
            <a:graphicFrameLocks noGrp="1"/>
          </p:cNvGraphicFramePr>
          <p:nvPr/>
        </p:nvGraphicFramePr>
        <p:xfrm>
          <a:off x="5589588" y="1752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46" name="Group 78"/>
          <p:cNvGraphicFramePr>
            <a:graphicFrameLocks noGrp="1"/>
          </p:cNvGraphicFramePr>
          <p:nvPr/>
        </p:nvGraphicFramePr>
        <p:xfrm>
          <a:off x="6884988" y="1752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54" name="Group 86"/>
          <p:cNvGraphicFramePr>
            <a:graphicFrameLocks noGrp="1"/>
          </p:cNvGraphicFramePr>
          <p:nvPr/>
        </p:nvGraphicFramePr>
        <p:xfrm>
          <a:off x="7974013" y="1752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62" name="Group 94"/>
          <p:cNvGraphicFramePr>
            <a:graphicFrameLocks noGrp="1"/>
          </p:cNvGraphicFramePr>
          <p:nvPr/>
        </p:nvGraphicFramePr>
        <p:xfrm>
          <a:off x="5589588" y="24384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70" name="Group 102"/>
          <p:cNvGraphicFramePr>
            <a:graphicFrameLocks noGrp="1"/>
          </p:cNvGraphicFramePr>
          <p:nvPr/>
        </p:nvGraphicFramePr>
        <p:xfrm>
          <a:off x="6884988" y="24384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78" name="Group 110"/>
          <p:cNvGraphicFramePr>
            <a:graphicFrameLocks noGrp="1"/>
          </p:cNvGraphicFramePr>
          <p:nvPr/>
        </p:nvGraphicFramePr>
        <p:xfrm>
          <a:off x="7974013" y="24384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86" name="Group 118"/>
          <p:cNvGraphicFramePr>
            <a:graphicFrameLocks noGrp="1"/>
          </p:cNvGraphicFramePr>
          <p:nvPr/>
        </p:nvGraphicFramePr>
        <p:xfrm>
          <a:off x="5589588" y="31242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494" name="Group 126"/>
          <p:cNvGraphicFramePr>
            <a:graphicFrameLocks noGrp="1"/>
          </p:cNvGraphicFramePr>
          <p:nvPr/>
        </p:nvGraphicFramePr>
        <p:xfrm>
          <a:off x="6884988" y="31242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502" name="Group 134"/>
          <p:cNvGraphicFramePr>
            <a:graphicFrameLocks noGrp="1"/>
          </p:cNvGraphicFramePr>
          <p:nvPr/>
        </p:nvGraphicFramePr>
        <p:xfrm>
          <a:off x="5665788" y="38862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510" name="Group 142"/>
          <p:cNvGraphicFramePr>
            <a:graphicFrameLocks noGrp="1"/>
          </p:cNvGraphicFramePr>
          <p:nvPr/>
        </p:nvGraphicFramePr>
        <p:xfrm>
          <a:off x="6961188" y="38862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518" name="Group 150"/>
          <p:cNvGraphicFramePr>
            <a:graphicFrameLocks noGrp="1"/>
          </p:cNvGraphicFramePr>
          <p:nvPr/>
        </p:nvGraphicFramePr>
        <p:xfrm>
          <a:off x="5665788" y="45720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526" name="Group 158"/>
          <p:cNvGraphicFramePr>
            <a:graphicFrameLocks noGrp="1"/>
          </p:cNvGraphicFramePr>
          <p:nvPr/>
        </p:nvGraphicFramePr>
        <p:xfrm>
          <a:off x="6961188" y="45720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534" name="Group 166"/>
          <p:cNvGraphicFramePr>
            <a:graphicFrameLocks noGrp="1"/>
          </p:cNvGraphicFramePr>
          <p:nvPr/>
        </p:nvGraphicFramePr>
        <p:xfrm>
          <a:off x="5665788" y="52578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542" name="Group 174"/>
          <p:cNvGraphicFramePr>
            <a:graphicFrameLocks noGrp="1"/>
          </p:cNvGraphicFramePr>
          <p:nvPr/>
        </p:nvGraphicFramePr>
        <p:xfrm>
          <a:off x="6961188" y="52578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550" name="Group 182"/>
          <p:cNvGraphicFramePr>
            <a:graphicFrameLocks noGrp="1"/>
          </p:cNvGraphicFramePr>
          <p:nvPr/>
        </p:nvGraphicFramePr>
        <p:xfrm>
          <a:off x="5665788" y="5943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58558" name="Group 190"/>
          <p:cNvGraphicFramePr>
            <a:graphicFrameLocks noGrp="1"/>
          </p:cNvGraphicFramePr>
          <p:nvPr/>
        </p:nvGraphicFramePr>
        <p:xfrm>
          <a:off x="6961188" y="5943600"/>
          <a:ext cx="990600" cy="533400"/>
        </p:xfrm>
        <a:graphic>
          <a:graphicData uri="http://schemas.openxmlformats.org/drawingml/2006/table">
            <a:tbl>
              <a:tblPr/>
              <a:tblGrid>
                <a:gridCol w="762000"/>
                <a:gridCol w="228600"/>
              </a:tblGrid>
              <a:tr h="533400">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smtClean="0">
                          <a:ln>
                            <a:noFill/>
                          </a:ln>
                          <a:solidFill>
                            <a:schemeClr val="tx1"/>
                          </a:solidFill>
                          <a:effectLst/>
                          <a:latin typeface="Arial" pitchFamily="34" charset="0"/>
                          <a:ea typeface="宋体" pitchFamily="2" charset="-122"/>
                        </a:rPr>
                        <a:t>v5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itchFamily="34" charset="0"/>
                          <a:ea typeface="宋体" pitchFamily="2" charset="-122"/>
                        </a:defRPr>
                      </a:lvl1pPr>
                      <a:lvl2pPr>
                        <a:spcBef>
                          <a:spcPct val="20000"/>
                        </a:spcBef>
                        <a:defRPr sz="2400">
                          <a:solidFill>
                            <a:schemeClr val="tx1"/>
                          </a:solidFill>
                          <a:latin typeface="Arial" pitchFamily="34" charset="0"/>
                          <a:ea typeface="宋体" pitchFamily="2" charset="-122"/>
                        </a:defRPr>
                      </a:lvl2pPr>
                      <a:lvl3pPr>
                        <a:spcBef>
                          <a:spcPct val="20000"/>
                        </a:spcBef>
                        <a:defRPr sz="2000">
                          <a:solidFill>
                            <a:schemeClr val="tx1"/>
                          </a:solidFill>
                          <a:latin typeface="Arial" pitchFamily="34" charset="0"/>
                          <a:ea typeface="宋体" pitchFamily="2" charset="-122"/>
                        </a:defRPr>
                      </a:lvl3pPr>
                      <a:lvl4pPr>
                        <a:spcBef>
                          <a:spcPct val="20000"/>
                        </a:spcBef>
                        <a:defRPr>
                          <a:solidFill>
                            <a:schemeClr val="tx1"/>
                          </a:solidFill>
                          <a:latin typeface="Arial" pitchFamily="34" charset="0"/>
                          <a:ea typeface="宋体" pitchFamily="2" charset="-122"/>
                        </a:defRPr>
                      </a:lvl4pPr>
                      <a:lvl5pPr>
                        <a:spcBef>
                          <a:spcPct val="20000"/>
                        </a:spcBef>
                        <a:defRPr>
                          <a:solidFill>
                            <a:schemeClr val="tx1"/>
                          </a:solidFill>
                          <a:latin typeface="Arial" pitchFamily="34" charset="0"/>
                          <a:ea typeface="宋体" pitchFamily="2" charset="-122"/>
                        </a:defRPr>
                      </a:lvl5pPr>
                      <a:lvl6pPr fontAlgn="base">
                        <a:spcBef>
                          <a:spcPct val="20000"/>
                        </a:spcBef>
                        <a:spcAft>
                          <a:spcPct val="0"/>
                        </a:spcAft>
                        <a:defRPr>
                          <a:solidFill>
                            <a:schemeClr val="tx1"/>
                          </a:solidFill>
                          <a:latin typeface="Arial" pitchFamily="34" charset="0"/>
                          <a:ea typeface="宋体" pitchFamily="2" charset="-122"/>
                        </a:defRPr>
                      </a:lvl6pPr>
                      <a:lvl7pPr fontAlgn="base">
                        <a:spcBef>
                          <a:spcPct val="20000"/>
                        </a:spcBef>
                        <a:spcAft>
                          <a:spcPct val="0"/>
                        </a:spcAft>
                        <a:defRPr>
                          <a:solidFill>
                            <a:schemeClr val="tx1"/>
                          </a:solidFill>
                          <a:latin typeface="Arial" pitchFamily="34" charset="0"/>
                          <a:ea typeface="宋体" pitchFamily="2" charset="-122"/>
                        </a:defRPr>
                      </a:lvl7pPr>
                      <a:lvl8pPr fontAlgn="base">
                        <a:spcBef>
                          <a:spcPct val="20000"/>
                        </a:spcBef>
                        <a:spcAft>
                          <a:spcPct val="0"/>
                        </a:spcAft>
                        <a:defRPr>
                          <a:solidFill>
                            <a:schemeClr val="tx1"/>
                          </a:solidFill>
                          <a:latin typeface="Arial" pitchFamily="34" charset="0"/>
                          <a:ea typeface="宋体" pitchFamily="2" charset="-122"/>
                        </a:defRPr>
                      </a:lvl8pPr>
                      <a:lvl9pPr fontAlgn="base">
                        <a:spcBef>
                          <a:spcPct val="20000"/>
                        </a:spcBef>
                        <a:spcAft>
                          <a:spcPct val="0"/>
                        </a:spcAft>
                        <a:defRPr>
                          <a:solidFill>
                            <a:schemeClr val="tx1"/>
                          </a:solidFill>
                          <a:latin typeface="Arial" pitchFamily="34" charset="0"/>
                          <a:ea typeface="宋体"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pitchFamily="34" charset="0"/>
                        <a:ea typeface="宋体"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cxnSp>
        <p:nvCxnSpPr>
          <p:cNvPr id="58566" name="AutoShape 198"/>
          <p:cNvCxnSpPr>
            <a:cxnSpLocks noChangeShapeType="1"/>
          </p:cNvCxnSpPr>
          <p:nvPr/>
        </p:nvCxnSpPr>
        <p:spPr bwMode="auto">
          <a:xfrm>
            <a:off x="5254625" y="1322388"/>
            <a:ext cx="334963" cy="11112"/>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67" name="AutoShape 199"/>
          <p:cNvCxnSpPr>
            <a:cxnSpLocks noChangeShapeType="1"/>
          </p:cNvCxnSpPr>
          <p:nvPr/>
        </p:nvCxnSpPr>
        <p:spPr bwMode="auto">
          <a:xfrm>
            <a:off x="6351588" y="1333500"/>
            <a:ext cx="5334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68" name="AutoShape 200"/>
          <p:cNvCxnSpPr>
            <a:cxnSpLocks noChangeShapeType="1"/>
          </p:cNvCxnSpPr>
          <p:nvPr/>
        </p:nvCxnSpPr>
        <p:spPr bwMode="auto">
          <a:xfrm>
            <a:off x="5254625" y="2006600"/>
            <a:ext cx="334963" cy="127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69" name="AutoShape 201"/>
          <p:cNvCxnSpPr>
            <a:cxnSpLocks noChangeShapeType="1"/>
          </p:cNvCxnSpPr>
          <p:nvPr/>
        </p:nvCxnSpPr>
        <p:spPr bwMode="auto">
          <a:xfrm>
            <a:off x="6580188" y="2019300"/>
            <a:ext cx="3048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0" name="AutoShape 202"/>
          <p:cNvCxnSpPr>
            <a:cxnSpLocks noChangeShapeType="1"/>
          </p:cNvCxnSpPr>
          <p:nvPr/>
        </p:nvCxnSpPr>
        <p:spPr bwMode="auto">
          <a:xfrm>
            <a:off x="7875588" y="2019300"/>
            <a:ext cx="984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1" name="AutoShape 203"/>
          <p:cNvCxnSpPr>
            <a:cxnSpLocks noChangeShapeType="1"/>
          </p:cNvCxnSpPr>
          <p:nvPr/>
        </p:nvCxnSpPr>
        <p:spPr bwMode="auto">
          <a:xfrm flipV="1">
            <a:off x="5254625" y="2705100"/>
            <a:ext cx="334963" cy="63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2" name="AutoShape 204"/>
          <p:cNvCxnSpPr>
            <a:cxnSpLocks noChangeShapeType="1"/>
          </p:cNvCxnSpPr>
          <p:nvPr/>
        </p:nvCxnSpPr>
        <p:spPr bwMode="auto">
          <a:xfrm>
            <a:off x="6351588" y="2705100"/>
            <a:ext cx="5334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3" name="AutoShape 205"/>
          <p:cNvCxnSpPr>
            <a:cxnSpLocks noChangeShapeType="1"/>
          </p:cNvCxnSpPr>
          <p:nvPr/>
        </p:nvCxnSpPr>
        <p:spPr bwMode="auto">
          <a:xfrm>
            <a:off x="7875588" y="2705100"/>
            <a:ext cx="98425"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4" name="AutoShape 206"/>
          <p:cNvCxnSpPr>
            <a:cxnSpLocks noChangeShapeType="1"/>
          </p:cNvCxnSpPr>
          <p:nvPr/>
        </p:nvCxnSpPr>
        <p:spPr bwMode="auto">
          <a:xfrm flipV="1">
            <a:off x="5437188" y="3390900"/>
            <a:ext cx="152400" cy="238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5" name="AutoShape 207"/>
          <p:cNvCxnSpPr>
            <a:cxnSpLocks noChangeShapeType="1"/>
          </p:cNvCxnSpPr>
          <p:nvPr/>
        </p:nvCxnSpPr>
        <p:spPr bwMode="auto">
          <a:xfrm>
            <a:off x="6580188" y="3390900"/>
            <a:ext cx="3048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6" name="AutoShape 208"/>
          <p:cNvCxnSpPr>
            <a:cxnSpLocks noChangeShapeType="1"/>
          </p:cNvCxnSpPr>
          <p:nvPr/>
        </p:nvCxnSpPr>
        <p:spPr bwMode="auto">
          <a:xfrm>
            <a:off x="5254625" y="4117975"/>
            <a:ext cx="411163" cy="349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7" name="AutoShape 209"/>
          <p:cNvCxnSpPr>
            <a:cxnSpLocks noChangeShapeType="1"/>
          </p:cNvCxnSpPr>
          <p:nvPr/>
        </p:nvCxnSpPr>
        <p:spPr bwMode="auto">
          <a:xfrm>
            <a:off x="6656388" y="4152900"/>
            <a:ext cx="3048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8" name="AutoShape 210"/>
          <p:cNvCxnSpPr>
            <a:cxnSpLocks noChangeShapeType="1"/>
          </p:cNvCxnSpPr>
          <p:nvPr/>
        </p:nvCxnSpPr>
        <p:spPr bwMode="auto">
          <a:xfrm>
            <a:off x="5254625" y="4822825"/>
            <a:ext cx="411163" cy="1587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79" name="AutoShape 211"/>
          <p:cNvCxnSpPr>
            <a:cxnSpLocks noChangeShapeType="1"/>
          </p:cNvCxnSpPr>
          <p:nvPr/>
        </p:nvCxnSpPr>
        <p:spPr bwMode="auto">
          <a:xfrm>
            <a:off x="6427788" y="4838700"/>
            <a:ext cx="5334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80" name="AutoShape 212"/>
          <p:cNvCxnSpPr>
            <a:cxnSpLocks noChangeShapeType="1"/>
          </p:cNvCxnSpPr>
          <p:nvPr/>
        </p:nvCxnSpPr>
        <p:spPr bwMode="auto">
          <a:xfrm flipV="1">
            <a:off x="5254625" y="5524500"/>
            <a:ext cx="411163" cy="15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81" name="AutoShape 213"/>
          <p:cNvCxnSpPr>
            <a:cxnSpLocks noChangeShapeType="1"/>
          </p:cNvCxnSpPr>
          <p:nvPr/>
        </p:nvCxnSpPr>
        <p:spPr bwMode="auto">
          <a:xfrm>
            <a:off x="6656388" y="5448300"/>
            <a:ext cx="6858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82" name="AutoShape 214"/>
          <p:cNvCxnSpPr>
            <a:cxnSpLocks noChangeShapeType="1"/>
          </p:cNvCxnSpPr>
          <p:nvPr/>
        </p:nvCxnSpPr>
        <p:spPr bwMode="auto">
          <a:xfrm flipV="1">
            <a:off x="5254625" y="6210300"/>
            <a:ext cx="411163" cy="476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83" name="AutoShape 215"/>
          <p:cNvCxnSpPr>
            <a:cxnSpLocks noChangeShapeType="1"/>
          </p:cNvCxnSpPr>
          <p:nvPr/>
        </p:nvCxnSpPr>
        <p:spPr bwMode="auto">
          <a:xfrm>
            <a:off x="6427788" y="6210300"/>
            <a:ext cx="5334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8584" name="Group 216"/>
          <p:cNvGrpSpPr>
            <a:grpSpLocks/>
          </p:cNvGrpSpPr>
          <p:nvPr/>
        </p:nvGrpSpPr>
        <p:grpSpPr bwMode="auto">
          <a:xfrm>
            <a:off x="446088" y="2496344"/>
            <a:ext cx="3581400" cy="3886200"/>
            <a:chOff x="1200" y="1392"/>
            <a:chExt cx="2256" cy="2448"/>
          </a:xfrm>
        </p:grpSpPr>
        <p:sp>
          <p:nvSpPr>
            <p:cNvPr id="58585" name="Oval 217"/>
            <p:cNvSpPr>
              <a:spLocks noChangeArrowheads="1"/>
            </p:cNvSpPr>
            <p:nvPr/>
          </p:nvSpPr>
          <p:spPr bwMode="auto">
            <a:xfrm>
              <a:off x="2064" y="1392"/>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58586" name="Oval 218"/>
            <p:cNvSpPr>
              <a:spLocks noChangeArrowheads="1"/>
            </p:cNvSpPr>
            <p:nvPr/>
          </p:nvSpPr>
          <p:spPr bwMode="auto">
            <a:xfrm>
              <a:off x="1488" y="2064"/>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58587" name="Oval 219"/>
            <p:cNvSpPr>
              <a:spLocks noChangeArrowheads="1"/>
            </p:cNvSpPr>
            <p:nvPr/>
          </p:nvSpPr>
          <p:spPr bwMode="auto">
            <a:xfrm>
              <a:off x="2640" y="2112"/>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58588" name="Oval 220"/>
            <p:cNvSpPr>
              <a:spLocks noChangeArrowheads="1"/>
            </p:cNvSpPr>
            <p:nvPr/>
          </p:nvSpPr>
          <p:spPr bwMode="auto">
            <a:xfrm>
              <a:off x="1200" y="2736"/>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sp>
          <p:nvSpPr>
            <p:cNvPr id="58589" name="Oval 221"/>
            <p:cNvSpPr>
              <a:spLocks noChangeArrowheads="1"/>
            </p:cNvSpPr>
            <p:nvPr/>
          </p:nvSpPr>
          <p:spPr bwMode="auto">
            <a:xfrm>
              <a:off x="1824" y="2784"/>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sp>
          <p:nvSpPr>
            <p:cNvPr id="58590" name="Oval 222"/>
            <p:cNvSpPr>
              <a:spLocks noChangeArrowheads="1"/>
            </p:cNvSpPr>
            <p:nvPr/>
          </p:nvSpPr>
          <p:spPr bwMode="auto">
            <a:xfrm>
              <a:off x="2352" y="2784"/>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sp>
          <p:nvSpPr>
            <p:cNvPr id="58591" name="Oval 223"/>
            <p:cNvSpPr>
              <a:spLocks noChangeArrowheads="1"/>
            </p:cNvSpPr>
            <p:nvPr/>
          </p:nvSpPr>
          <p:spPr bwMode="auto">
            <a:xfrm>
              <a:off x="3024" y="2784"/>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sp>
          <p:nvSpPr>
            <p:cNvPr id="58592" name="Oval 224"/>
            <p:cNvSpPr>
              <a:spLocks noChangeArrowheads="1"/>
            </p:cNvSpPr>
            <p:nvPr/>
          </p:nvSpPr>
          <p:spPr bwMode="auto">
            <a:xfrm>
              <a:off x="1488" y="3408"/>
              <a:ext cx="432" cy="432"/>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v8</a:t>
              </a:r>
            </a:p>
          </p:txBody>
        </p:sp>
        <p:cxnSp>
          <p:nvCxnSpPr>
            <p:cNvPr id="58593" name="AutoShape 225"/>
            <p:cNvCxnSpPr>
              <a:cxnSpLocks noChangeShapeType="1"/>
              <a:stCxn id="58585" idx="3"/>
              <a:endCxn id="58586" idx="0"/>
            </p:cNvCxnSpPr>
            <p:nvPr/>
          </p:nvCxnSpPr>
          <p:spPr bwMode="auto">
            <a:xfrm flipH="1">
              <a:off x="1704" y="1761"/>
              <a:ext cx="423"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94" name="AutoShape 226"/>
            <p:cNvCxnSpPr>
              <a:cxnSpLocks noChangeShapeType="1"/>
              <a:stCxn id="58585" idx="5"/>
              <a:endCxn id="58587" idx="0"/>
            </p:cNvCxnSpPr>
            <p:nvPr/>
          </p:nvCxnSpPr>
          <p:spPr bwMode="auto">
            <a:xfrm>
              <a:off x="2433" y="1761"/>
              <a:ext cx="423" cy="351"/>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95" name="AutoShape 227"/>
            <p:cNvCxnSpPr>
              <a:cxnSpLocks noChangeShapeType="1"/>
              <a:stCxn id="58586" idx="5"/>
              <a:endCxn id="58589" idx="0"/>
            </p:cNvCxnSpPr>
            <p:nvPr/>
          </p:nvCxnSpPr>
          <p:spPr bwMode="auto">
            <a:xfrm>
              <a:off x="1857" y="2433"/>
              <a:ext cx="183" cy="351"/>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96" name="AutoShape 228"/>
            <p:cNvCxnSpPr>
              <a:cxnSpLocks noChangeShapeType="1"/>
              <a:stCxn id="58587" idx="3"/>
              <a:endCxn id="58590" idx="0"/>
            </p:cNvCxnSpPr>
            <p:nvPr/>
          </p:nvCxnSpPr>
          <p:spPr bwMode="auto">
            <a:xfrm flipH="1">
              <a:off x="2568" y="2481"/>
              <a:ext cx="135"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97" name="AutoShape 229"/>
            <p:cNvCxnSpPr>
              <a:cxnSpLocks noChangeShapeType="1"/>
              <a:stCxn id="58587" idx="5"/>
              <a:endCxn id="58591" idx="0"/>
            </p:cNvCxnSpPr>
            <p:nvPr/>
          </p:nvCxnSpPr>
          <p:spPr bwMode="auto">
            <a:xfrm>
              <a:off x="3009" y="2481"/>
              <a:ext cx="231"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98" name="AutoShape 230"/>
            <p:cNvCxnSpPr>
              <a:cxnSpLocks noChangeShapeType="1"/>
              <a:stCxn id="58588" idx="4"/>
              <a:endCxn id="58592" idx="1"/>
            </p:cNvCxnSpPr>
            <p:nvPr/>
          </p:nvCxnSpPr>
          <p:spPr bwMode="auto">
            <a:xfrm>
              <a:off x="1416" y="3168"/>
              <a:ext cx="135"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99" name="AutoShape 231"/>
            <p:cNvCxnSpPr>
              <a:cxnSpLocks noChangeShapeType="1"/>
              <a:stCxn id="58589" idx="4"/>
              <a:endCxn id="58592" idx="7"/>
            </p:cNvCxnSpPr>
            <p:nvPr/>
          </p:nvCxnSpPr>
          <p:spPr bwMode="auto">
            <a:xfrm flipH="1">
              <a:off x="1857" y="3216"/>
              <a:ext cx="183" cy="25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600" name="AutoShape 232"/>
            <p:cNvCxnSpPr>
              <a:cxnSpLocks noChangeShapeType="1"/>
              <a:stCxn id="58590" idx="6"/>
              <a:endCxn id="58591" idx="2"/>
            </p:cNvCxnSpPr>
            <p:nvPr/>
          </p:nvCxnSpPr>
          <p:spPr bwMode="auto">
            <a:xfrm>
              <a:off x="2784" y="3000"/>
              <a:ext cx="24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601" name="AutoShape 233"/>
            <p:cNvCxnSpPr>
              <a:cxnSpLocks noChangeShapeType="1"/>
              <a:stCxn id="58586" idx="3"/>
              <a:endCxn id="58588" idx="0"/>
            </p:cNvCxnSpPr>
            <p:nvPr/>
          </p:nvCxnSpPr>
          <p:spPr bwMode="auto">
            <a:xfrm flipH="1">
              <a:off x="1416" y="2433"/>
              <a:ext cx="135" cy="3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58602" name="Text Box 234"/>
          <p:cNvSpPr txBox="1">
            <a:spLocks noChangeArrowheads="1"/>
          </p:cNvSpPr>
          <p:nvPr/>
        </p:nvSpPr>
        <p:spPr bwMode="auto">
          <a:xfrm>
            <a:off x="250825" y="404813"/>
            <a:ext cx="3598863" cy="16927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buFontTx/>
              <a:buNone/>
            </a:pPr>
            <a:r>
              <a:rPr lang="zh-CN" altLang="en-US" sz="3200" dirty="0" smtClean="0"/>
              <a:t>练习题</a:t>
            </a:r>
            <a:r>
              <a:rPr lang="zh-CN" altLang="en-US" sz="2400" dirty="0" smtClean="0"/>
              <a:t>：对于下面一个图及其存储结构，写出以</a:t>
            </a:r>
            <a:r>
              <a:rPr lang="en-US" altLang="zh-CN" sz="2400" dirty="0" smtClean="0"/>
              <a:t>v2</a:t>
            </a:r>
            <a:r>
              <a:rPr lang="zh-CN" altLang="en-US" sz="2400" dirty="0" smtClean="0"/>
              <a:t>、</a:t>
            </a:r>
            <a:r>
              <a:rPr lang="en-US" altLang="zh-CN" sz="2400" dirty="0" smtClean="0"/>
              <a:t>v8</a:t>
            </a:r>
            <a:r>
              <a:rPr lang="zh-CN" altLang="en-US" sz="2400" dirty="0" smtClean="0"/>
              <a:t>为起始点的深度优先遍历序列。</a:t>
            </a:r>
            <a:endParaRPr lang="zh-CN" altLang="en-US" sz="2400" dirty="0"/>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34" name="Rectangle 18"/>
          <p:cNvSpPr>
            <a:spLocks noChangeArrowheads="1"/>
          </p:cNvSpPr>
          <p:nvPr/>
        </p:nvSpPr>
        <p:spPr bwMode="auto">
          <a:xfrm>
            <a:off x="1403350" y="2924175"/>
            <a:ext cx="6696075" cy="3240088"/>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solidFill>
                <a:srgbClr val="000000"/>
              </a:solidFill>
            </a:endParaRPr>
          </a:p>
        </p:txBody>
      </p:sp>
      <p:sp>
        <p:nvSpPr>
          <p:cNvPr id="60418" name="Rectangle 2"/>
          <p:cNvSpPr>
            <a:spLocks noGrp="1" noChangeArrowheads="1"/>
          </p:cNvSpPr>
          <p:nvPr>
            <p:ph type="title"/>
          </p:nvPr>
        </p:nvSpPr>
        <p:spPr/>
        <p:txBody>
          <a:bodyPr/>
          <a:lstStyle/>
          <a:p>
            <a:r>
              <a:rPr lang="zh-CN" altLang="en-US"/>
              <a:t>思考题：</a:t>
            </a:r>
          </a:p>
        </p:txBody>
      </p:sp>
      <p:sp>
        <p:nvSpPr>
          <p:cNvPr id="60419" name="Rectangle 3"/>
          <p:cNvSpPr>
            <a:spLocks noGrp="1" noChangeArrowheads="1"/>
          </p:cNvSpPr>
          <p:nvPr>
            <p:ph type="body" idx="1"/>
          </p:nvPr>
        </p:nvSpPr>
        <p:spPr>
          <a:xfrm>
            <a:off x="539750" y="1268413"/>
            <a:ext cx="8229600" cy="5589587"/>
          </a:xfrm>
        </p:spPr>
        <p:txBody>
          <a:bodyPr/>
          <a:lstStyle/>
          <a:p>
            <a:pPr>
              <a:buFontTx/>
              <a:buNone/>
            </a:pPr>
            <a:r>
              <a:rPr lang="zh-CN" altLang="en-US"/>
              <a:t>若图不是连通图，如何进行深度优先遍历？</a:t>
            </a:r>
          </a:p>
          <a:p>
            <a:pPr>
              <a:buFontTx/>
              <a:buNone/>
            </a:pPr>
            <a:r>
              <a:rPr lang="zh-CN" altLang="en-US"/>
              <a:t>		请建立下图的邻接表结构，并进行深度优先遍历．</a:t>
            </a:r>
          </a:p>
        </p:txBody>
      </p:sp>
      <p:sp>
        <p:nvSpPr>
          <p:cNvPr id="60420" name="Oval 4"/>
          <p:cNvSpPr>
            <a:spLocks noChangeArrowheads="1"/>
          </p:cNvSpPr>
          <p:nvPr/>
        </p:nvSpPr>
        <p:spPr bwMode="auto">
          <a:xfrm>
            <a:off x="1803400" y="307975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v1</a:t>
            </a:r>
          </a:p>
        </p:txBody>
      </p:sp>
      <p:sp>
        <p:nvSpPr>
          <p:cNvPr id="60421" name="Oval 5"/>
          <p:cNvSpPr>
            <a:spLocks noChangeArrowheads="1"/>
          </p:cNvSpPr>
          <p:nvPr/>
        </p:nvSpPr>
        <p:spPr bwMode="auto">
          <a:xfrm>
            <a:off x="3708400" y="307975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v2</a:t>
            </a:r>
          </a:p>
        </p:txBody>
      </p:sp>
      <p:sp>
        <p:nvSpPr>
          <p:cNvPr id="60422" name="Oval 6"/>
          <p:cNvSpPr>
            <a:spLocks noChangeArrowheads="1"/>
          </p:cNvSpPr>
          <p:nvPr/>
        </p:nvSpPr>
        <p:spPr bwMode="auto">
          <a:xfrm>
            <a:off x="2717800" y="384175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v3</a:t>
            </a:r>
          </a:p>
        </p:txBody>
      </p:sp>
      <p:sp>
        <p:nvSpPr>
          <p:cNvPr id="60423" name="Oval 7"/>
          <p:cNvSpPr>
            <a:spLocks noChangeArrowheads="1"/>
          </p:cNvSpPr>
          <p:nvPr/>
        </p:nvSpPr>
        <p:spPr bwMode="auto">
          <a:xfrm>
            <a:off x="1803400" y="445135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v4</a:t>
            </a:r>
          </a:p>
        </p:txBody>
      </p:sp>
      <p:sp>
        <p:nvSpPr>
          <p:cNvPr id="60424" name="Oval 8"/>
          <p:cNvSpPr>
            <a:spLocks noChangeArrowheads="1"/>
          </p:cNvSpPr>
          <p:nvPr/>
        </p:nvSpPr>
        <p:spPr bwMode="auto">
          <a:xfrm>
            <a:off x="3708400" y="4437063"/>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v5</a:t>
            </a:r>
          </a:p>
        </p:txBody>
      </p:sp>
      <p:cxnSp>
        <p:nvCxnSpPr>
          <p:cNvPr id="60425" name="AutoShape 9"/>
          <p:cNvCxnSpPr>
            <a:cxnSpLocks noChangeShapeType="1"/>
            <a:stCxn id="60420" idx="6"/>
            <a:endCxn id="60421" idx="2"/>
          </p:cNvCxnSpPr>
          <p:nvPr/>
        </p:nvCxnSpPr>
        <p:spPr bwMode="auto">
          <a:xfrm>
            <a:off x="2489200" y="3422650"/>
            <a:ext cx="12192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426" name="AutoShape 10"/>
          <p:cNvCxnSpPr>
            <a:cxnSpLocks noChangeShapeType="1"/>
            <a:stCxn id="60420" idx="4"/>
            <a:endCxn id="60423" idx="0"/>
          </p:cNvCxnSpPr>
          <p:nvPr/>
        </p:nvCxnSpPr>
        <p:spPr bwMode="auto">
          <a:xfrm>
            <a:off x="2146300" y="3765550"/>
            <a:ext cx="0" cy="6858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427" name="AutoShape 11"/>
          <p:cNvCxnSpPr>
            <a:cxnSpLocks noChangeShapeType="1"/>
            <a:stCxn id="60423" idx="7"/>
            <a:endCxn id="60422" idx="2"/>
          </p:cNvCxnSpPr>
          <p:nvPr/>
        </p:nvCxnSpPr>
        <p:spPr bwMode="auto">
          <a:xfrm flipV="1">
            <a:off x="2389188" y="4184650"/>
            <a:ext cx="328612" cy="3667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428" name="AutoShape 12"/>
          <p:cNvCxnSpPr>
            <a:cxnSpLocks noChangeShapeType="1"/>
            <a:stCxn id="60422" idx="5"/>
            <a:endCxn id="60424" idx="1"/>
          </p:cNvCxnSpPr>
          <p:nvPr/>
        </p:nvCxnSpPr>
        <p:spPr bwMode="auto">
          <a:xfrm>
            <a:off x="3303588" y="4427538"/>
            <a:ext cx="504825" cy="109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429" name="AutoShape 13"/>
          <p:cNvCxnSpPr>
            <a:cxnSpLocks noChangeShapeType="1"/>
            <a:stCxn id="60421" idx="4"/>
            <a:endCxn id="60424" idx="0"/>
          </p:cNvCxnSpPr>
          <p:nvPr/>
        </p:nvCxnSpPr>
        <p:spPr bwMode="auto">
          <a:xfrm>
            <a:off x="4051300" y="3765550"/>
            <a:ext cx="0" cy="6715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430" name="AutoShape 14"/>
          <p:cNvCxnSpPr>
            <a:cxnSpLocks noChangeShapeType="1"/>
            <a:stCxn id="60422" idx="7"/>
            <a:endCxn id="60421" idx="3"/>
          </p:cNvCxnSpPr>
          <p:nvPr/>
        </p:nvCxnSpPr>
        <p:spPr bwMode="auto">
          <a:xfrm flipV="1">
            <a:off x="3303588" y="3665538"/>
            <a:ext cx="504825" cy="2762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431" name="Oval 15"/>
          <p:cNvSpPr>
            <a:spLocks noChangeArrowheads="1"/>
          </p:cNvSpPr>
          <p:nvPr/>
        </p:nvSpPr>
        <p:spPr bwMode="auto">
          <a:xfrm>
            <a:off x="5461000" y="368935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v6</a:t>
            </a:r>
          </a:p>
        </p:txBody>
      </p:sp>
      <p:sp>
        <p:nvSpPr>
          <p:cNvPr id="60432" name="Oval 16"/>
          <p:cNvSpPr>
            <a:spLocks noChangeArrowheads="1"/>
          </p:cNvSpPr>
          <p:nvPr/>
        </p:nvSpPr>
        <p:spPr bwMode="auto">
          <a:xfrm>
            <a:off x="6527800" y="3689350"/>
            <a:ext cx="6858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pPr algn="ctr" eaLnBrk="1" hangingPunct="1"/>
            <a:r>
              <a:rPr lang="en-US" altLang="zh-CN">
                <a:solidFill>
                  <a:srgbClr val="000000"/>
                </a:solidFill>
              </a:rPr>
              <a:t>v7</a:t>
            </a:r>
          </a:p>
        </p:txBody>
      </p:sp>
      <p:cxnSp>
        <p:nvCxnSpPr>
          <p:cNvPr id="60433" name="AutoShape 17"/>
          <p:cNvCxnSpPr>
            <a:cxnSpLocks noChangeShapeType="1"/>
            <a:stCxn id="60431" idx="6"/>
            <a:endCxn id="60432" idx="2"/>
          </p:cNvCxnSpPr>
          <p:nvPr/>
        </p:nvCxnSpPr>
        <p:spPr bwMode="auto">
          <a:xfrm>
            <a:off x="6146800" y="4032250"/>
            <a:ext cx="38100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14690" name="Object 2"/>
          <p:cNvGraphicFramePr>
            <a:graphicFrameLocks noChangeAspect="1"/>
          </p:cNvGraphicFramePr>
          <p:nvPr/>
        </p:nvGraphicFramePr>
        <p:xfrm>
          <a:off x="323850" y="3429000"/>
          <a:ext cx="4343400" cy="2906713"/>
        </p:xfrm>
        <a:graphic>
          <a:graphicData uri="http://schemas.openxmlformats.org/presentationml/2006/ole">
            <mc:AlternateContent xmlns:mc="http://schemas.openxmlformats.org/markup-compatibility/2006">
              <mc:Choice xmlns:v="urn:schemas-microsoft-com:vml" Requires="v">
                <p:oleObj spid="_x0000_s37943" name="Image" r:id="rId3" imgW="2245427" imgH="1504382" progId="">
                  <p:embed/>
                </p:oleObj>
              </mc:Choice>
              <mc:Fallback>
                <p:oleObj name="Image" r:id="rId3" imgW="2245427" imgH="1504382" progId="">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850" y="3429000"/>
                        <a:ext cx="4343400" cy="290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4691" name="Rectangle 3"/>
          <p:cNvSpPr>
            <a:spLocks noGrp="1" noChangeArrowheads="1"/>
          </p:cNvSpPr>
          <p:nvPr>
            <p:ph type="title"/>
          </p:nvPr>
        </p:nvSpPr>
        <p:spPr>
          <a:xfrm>
            <a:off x="228600" y="166688"/>
            <a:ext cx="5562600" cy="519112"/>
          </a:xfrm>
        </p:spPr>
        <p:txBody>
          <a:bodyPr>
            <a:normAutofit fontScale="90000"/>
          </a:bodyPr>
          <a:lstStyle/>
          <a:p>
            <a:pPr eaLnBrk="1" fontAlgn="auto" hangingPunct="1">
              <a:spcAft>
                <a:spcPts val="0"/>
              </a:spcAft>
              <a:defRPr/>
            </a:pPr>
            <a:r>
              <a:rPr lang="zh-CN" altLang="en-US" sz="2800" b="1">
                <a:effectLst>
                  <a:outerShdw blurRad="38100" dist="38100" dir="2700000" algn="tl">
                    <a:srgbClr val="C0C0C0"/>
                  </a:outerShdw>
                </a:effectLst>
                <a:latin typeface="黑体" pitchFamily="2" charset="-122"/>
                <a:ea typeface="黑体" pitchFamily="2" charset="-122"/>
              </a:rPr>
              <a:t>二、广度优先搜索</a:t>
            </a:r>
            <a:r>
              <a:rPr lang="en-US" altLang="zh-CN" sz="2800" b="1">
                <a:effectLst>
                  <a:outerShdw blurRad="38100" dist="38100" dir="2700000" algn="tl">
                    <a:srgbClr val="C0C0C0"/>
                  </a:outerShdw>
                </a:effectLst>
                <a:latin typeface="黑体" pitchFamily="2" charset="-122"/>
                <a:ea typeface="黑体" pitchFamily="2" charset="-122"/>
              </a:rPr>
              <a:t>( </a:t>
            </a:r>
            <a:r>
              <a:rPr lang="en-US" altLang="zh-CN" sz="2800" b="1">
                <a:solidFill>
                  <a:schemeClr val="accent1"/>
                </a:solidFill>
                <a:effectLst>
                  <a:outerShdw blurRad="38100" dist="38100" dir="2700000" algn="tl">
                    <a:srgbClr val="C0C0C0"/>
                  </a:outerShdw>
                </a:effectLst>
                <a:latin typeface="黑体" pitchFamily="2" charset="-122"/>
                <a:ea typeface="黑体" pitchFamily="2" charset="-122"/>
              </a:rPr>
              <a:t>BFS </a:t>
            </a:r>
            <a:r>
              <a:rPr lang="en-US" altLang="zh-CN" sz="2800" b="1">
                <a:effectLst>
                  <a:outerShdw blurRad="38100" dist="38100" dir="2700000" algn="tl">
                    <a:srgbClr val="C0C0C0"/>
                  </a:outerShdw>
                </a:effectLst>
                <a:latin typeface="黑体" pitchFamily="2" charset="-122"/>
                <a:ea typeface="黑体" pitchFamily="2" charset="-122"/>
              </a:rPr>
              <a:t>)</a:t>
            </a:r>
          </a:p>
        </p:txBody>
      </p:sp>
      <p:sp>
        <p:nvSpPr>
          <p:cNvPr id="114692" name="Rectangle 4"/>
          <p:cNvSpPr>
            <a:spLocks noChangeArrowheads="1"/>
          </p:cNvSpPr>
          <p:nvPr/>
        </p:nvSpPr>
        <p:spPr bwMode="auto">
          <a:xfrm>
            <a:off x="228600" y="685800"/>
            <a:ext cx="853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5750" indent="-28575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just" eaLnBrk="1" hangingPunct="1">
              <a:spcBef>
                <a:spcPct val="0"/>
              </a:spcBef>
              <a:buClrTx/>
              <a:buSzTx/>
              <a:buFontTx/>
              <a:buNone/>
            </a:pPr>
            <a:r>
              <a:rPr lang="zh-CN" altLang="en-US" sz="2800">
                <a:solidFill>
                  <a:schemeClr val="accent1"/>
                </a:solidFill>
                <a:latin typeface="黑体" pitchFamily="49" charset="-122"/>
                <a:ea typeface="黑体" pitchFamily="49" charset="-122"/>
              </a:rPr>
              <a:t>基本思想：</a:t>
            </a:r>
            <a:r>
              <a:rPr lang="en-US" altLang="zh-CN" sz="2800">
                <a:solidFill>
                  <a:schemeClr val="tx2"/>
                </a:solidFill>
                <a:latin typeface="Arial" pitchFamily="34" charset="0"/>
                <a:ea typeface="黑体" pitchFamily="49" charset="-122"/>
              </a:rPr>
              <a:t>——</a:t>
            </a:r>
            <a:r>
              <a:rPr lang="zh-CN" altLang="en-US" sz="1800">
                <a:solidFill>
                  <a:schemeClr val="tx2"/>
                </a:solidFill>
                <a:latin typeface="Arial" pitchFamily="34" charset="0"/>
                <a:ea typeface="楷体_GB2312" pitchFamily="49" charset="-122"/>
              </a:rPr>
              <a:t>仿树的层次遍历过程。</a:t>
            </a:r>
          </a:p>
        </p:txBody>
      </p:sp>
      <p:sp>
        <p:nvSpPr>
          <p:cNvPr id="114694" name="AutoShape 6"/>
          <p:cNvSpPr>
            <a:spLocks noChangeArrowheads="1"/>
          </p:cNvSpPr>
          <p:nvPr/>
        </p:nvSpPr>
        <p:spPr bwMode="auto">
          <a:xfrm>
            <a:off x="5943600" y="0"/>
            <a:ext cx="2743200" cy="533400"/>
          </a:xfrm>
          <a:prstGeom prst="wedgeRoundRectCallout">
            <a:avLst>
              <a:gd name="adj1" fmla="val -85361"/>
              <a:gd name="adj2" fmla="val 11310"/>
              <a:gd name="adj3" fmla="val 16667"/>
            </a:avLst>
          </a:prstGeom>
          <a:solidFill>
            <a:srgbClr val="33CCCC"/>
          </a:solidFill>
          <a:ln w="9525">
            <a:solidFill>
              <a:schemeClr val="tx1"/>
            </a:solidFill>
            <a:miter lim="800000"/>
            <a:headEnd/>
            <a:tailEnd/>
          </a:ln>
        </p:spPr>
        <p:txBody>
          <a:bodyPr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2000">
                <a:latin typeface="Arial" pitchFamily="34" charset="0"/>
                <a:ea typeface="楷体_GB2312" pitchFamily="49" charset="-122"/>
              </a:rPr>
              <a:t>Breadth_First Search</a:t>
            </a:r>
          </a:p>
        </p:txBody>
      </p:sp>
      <p:sp>
        <p:nvSpPr>
          <p:cNvPr id="114695" name="Text Box 7"/>
          <p:cNvSpPr txBox="1">
            <a:spLocks noChangeArrowheads="1"/>
          </p:cNvSpPr>
          <p:nvPr/>
        </p:nvSpPr>
        <p:spPr bwMode="auto">
          <a:xfrm>
            <a:off x="4665663" y="1935163"/>
            <a:ext cx="763587" cy="579437"/>
          </a:xfrm>
          <a:prstGeom prst="rect">
            <a:avLst/>
          </a:prstGeom>
          <a:noFill/>
          <a:ln w="38100">
            <a:noFill/>
            <a:miter lim="800000"/>
            <a:headEnd/>
            <a:tailEnd/>
          </a:ln>
          <a:effectLst/>
        </p:spPr>
        <p:txBody>
          <a:bodyPr>
            <a:spAutoFit/>
          </a:bodyPr>
          <a:lstStyle/>
          <a:p>
            <a:pPr eaLnBrk="1" hangingPunct="1">
              <a:defRPr/>
            </a:pPr>
            <a:r>
              <a:rPr lang="en-US" altLang="zh-CN" sz="3200" dirty="0">
                <a:solidFill>
                  <a:schemeClr val="tx2"/>
                </a:solidFill>
                <a:effectLst>
                  <a:outerShdw blurRad="38100" dist="38100" dir="2700000" algn="tl">
                    <a:srgbClr val="C0C0C0"/>
                  </a:outerShdw>
                </a:effectLst>
                <a:ea typeface="黑体" pitchFamily="2" charset="-122"/>
              </a:rPr>
              <a:t>v1</a:t>
            </a:r>
          </a:p>
        </p:txBody>
      </p:sp>
      <p:grpSp>
        <p:nvGrpSpPr>
          <p:cNvPr id="2" name="Group 8"/>
          <p:cNvGrpSpPr>
            <a:grpSpLocks/>
          </p:cNvGrpSpPr>
          <p:nvPr/>
        </p:nvGrpSpPr>
        <p:grpSpPr bwMode="auto">
          <a:xfrm>
            <a:off x="827088" y="1268413"/>
            <a:ext cx="3505200" cy="2057400"/>
            <a:chOff x="192" y="2182"/>
            <a:chExt cx="2304" cy="1520"/>
          </a:xfrm>
        </p:grpSpPr>
        <p:sp>
          <p:nvSpPr>
            <p:cNvPr id="37925" name="Oval 9"/>
            <p:cNvSpPr>
              <a:spLocks noChangeArrowheads="1"/>
            </p:cNvSpPr>
            <p:nvPr/>
          </p:nvSpPr>
          <p:spPr bwMode="auto">
            <a:xfrm>
              <a:off x="928" y="2182"/>
              <a:ext cx="234"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v1</a:t>
              </a:r>
            </a:p>
          </p:txBody>
        </p:sp>
        <p:sp>
          <p:nvSpPr>
            <p:cNvPr id="37926" name="Oval 10"/>
            <p:cNvSpPr>
              <a:spLocks noChangeArrowheads="1"/>
            </p:cNvSpPr>
            <p:nvPr/>
          </p:nvSpPr>
          <p:spPr bwMode="auto">
            <a:xfrm>
              <a:off x="540" y="2584"/>
              <a:ext cx="234" cy="269"/>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v2</a:t>
              </a:r>
            </a:p>
          </p:txBody>
        </p:sp>
        <p:sp>
          <p:nvSpPr>
            <p:cNvPr id="37927" name="Oval 11"/>
            <p:cNvSpPr>
              <a:spLocks noChangeArrowheads="1"/>
            </p:cNvSpPr>
            <p:nvPr/>
          </p:nvSpPr>
          <p:spPr bwMode="auto">
            <a:xfrm>
              <a:off x="1853" y="2542"/>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v3</a:t>
              </a:r>
            </a:p>
          </p:txBody>
        </p:sp>
        <p:sp>
          <p:nvSpPr>
            <p:cNvPr id="37928" name="Oval 12"/>
            <p:cNvSpPr>
              <a:spLocks noChangeArrowheads="1"/>
            </p:cNvSpPr>
            <p:nvPr/>
          </p:nvSpPr>
          <p:spPr bwMode="auto">
            <a:xfrm>
              <a:off x="618" y="343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v8</a:t>
              </a:r>
            </a:p>
          </p:txBody>
        </p:sp>
        <p:sp>
          <p:nvSpPr>
            <p:cNvPr id="37929" name="Line 13"/>
            <p:cNvSpPr>
              <a:spLocks noChangeShapeType="1"/>
            </p:cNvSpPr>
            <p:nvPr/>
          </p:nvSpPr>
          <p:spPr bwMode="auto">
            <a:xfrm>
              <a:off x="1162" y="2298"/>
              <a:ext cx="735" cy="286"/>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0" name="Line 14"/>
            <p:cNvSpPr>
              <a:spLocks noChangeShapeType="1"/>
            </p:cNvSpPr>
            <p:nvPr/>
          </p:nvSpPr>
          <p:spPr bwMode="auto">
            <a:xfrm flipH="1">
              <a:off x="696" y="2374"/>
              <a:ext cx="272"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1" name="Line 15"/>
            <p:cNvSpPr>
              <a:spLocks noChangeShapeType="1"/>
            </p:cNvSpPr>
            <p:nvPr/>
          </p:nvSpPr>
          <p:spPr bwMode="auto">
            <a:xfrm>
              <a:off x="734" y="2815"/>
              <a:ext cx="156"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2" name="Line 16"/>
            <p:cNvSpPr>
              <a:spLocks noChangeShapeType="1"/>
            </p:cNvSpPr>
            <p:nvPr/>
          </p:nvSpPr>
          <p:spPr bwMode="auto">
            <a:xfrm>
              <a:off x="2047" y="2774"/>
              <a:ext cx="311" cy="31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3" name="Line 17"/>
            <p:cNvSpPr>
              <a:spLocks noChangeShapeType="1"/>
            </p:cNvSpPr>
            <p:nvPr/>
          </p:nvSpPr>
          <p:spPr bwMode="auto">
            <a:xfrm flipH="1">
              <a:off x="1775" y="2812"/>
              <a:ext cx="156" cy="30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4" name="Oval 18"/>
            <p:cNvSpPr>
              <a:spLocks noChangeArrowheads="1"/>
            </p:cNvSpPr>
            <p:nvPr/>
          </p:nvSpPr>
          <p:spPr bwMode="auto">
            <a:xfrm>
              <a:off x="2264" y="3069"/>
              <a:ext cx="232" cy="271"/>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v7</a:t>
              </a:r>
            </a:p>
          </p:txBody>
        </p:sp>
        <p:sp>
          <p:nvSpPr>
            <p:cNvPr id="37935" name="Oval 19"/>
            <p:cNvSpPr>
              <a:spLocks noChangeArrowheads="1"/>
            </p:cNvSpPr>
            <p:nvPr/>
          </p:nvSpPr>
          <p:spPr bwMode="auto">
            <a:xfrm>
              <a:off x="1620" y="308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v6</a:t>
              </a:r>
            </a:p>
          </p:txBody>
        </p:sp>
        <p:sp>
          <p:nvSpPr>
            <p:cNvPr id="37936" name="Oval 20"/>
            <p:cNvSpPr>
              <a:spLocks noChangeArrowheads="1"/>
            </p:cNvSpPr>
            <p:nvPr/>
          </p:nvSpPr>
          <p:spPr bwMode="auto">
            <a:xfrm>
              <a:off x="192" y="3008"/>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v4</a:t>
              </a:r>
            </a:p>
          </p:txBody>
        </p:sp>
        <p:sp>
          <p:nvSpPr>
            <p:cNvPr id="37937" name="Oval 21"/>
            <p:cNvSpPr>
              <a:spLocks noChangeArrowheads="1"/>
            </p:cNvSpPr>
            <p:nvPr/>
          </p:nvSpPr>
          <p:spPr bwMode="auto">
            <a:xfrm>
              <a:off x="890" y="2969"/>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2"/>
                  </a:solidFill>
                  <a:latin typeface="Arial" pitchFamily="34" charset="0"/>
                  <a:ea typeface="黑体" pitchFamily="49" charset="-122"/>
                </a:rPr>
                <a:t>v5</a:t>
              </a:r>
            </a:p>
          </p:txBody>
        </p:sp>
        <p:sp>
          <p:nvSpPr>
            <p:cNvPr id="37938" name="Line 22"/>
            <p:cNvSpPr>
              <a:spLocks noChangeShapeType="1"/>
            </p:cNvSpPr>
            <p:nvPr/>
          </p:nvSpPr>
          <p:spPr bwMode="auto">
            <a:xfrm flipH="1">
              <a:off x="386" y="2776"/>
              <a:ext cx="154"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9" name="Line 23"/>
            <p:cNvSpPr>
              <a:spLocks noChangeShapeType="1"/>
            </p:cNvSpPr>
            <p:nvPr/>
          </p:nvSpPr>
          <p:spPr bwMode="auto">
            <a:xfrm>
              <a:off x="386" y="3278"/>
              <a:ext cx="272"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40" name="Line 24"/>
            <p:cNvSpPr>
              <a:spLocks noChangeShapeType="1"/>
            </p:cNvSpPr>
            <p:nvPr/>
          </p:nvSpPr>
          <p:spPr bwMode="auto">
            <a:xfrm flipH="1">
              <a:off x="851" y="3239"/>
              <a:ext cx="117" cy="271"/>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4713" name="Rectangle 25"/>
          <p:cNvSpPr>
            <a:spLocks noChangeArrowheads="1"/>
          </p:cNvSpPr>
          <p:nvPr/>
        </p:nvSpPr>
        <p:spPr bwMode="auto">
          <a:xfrm>
            <a:off x="5449888" y="1385888"/>
            <a:ext cx="2001837" cy="519112"/>
          </a:xfrm>
          <a:prstGeom prst="rect">
            <a:avLst/>
          </a:prstGeom>
          <a:noFill/>
          <a:ln w="38100">
            <a:noFill/>
            <a:miter lim="800000"/>
            <a:headEnd/>
            <a:tailEnd/>
          </a:ln>
          <a:effectLst/>
        </p:spPr>
        <p:txBody>
          <a:bodyPr>
            <a:spAutoFit/>
          </a:bodyPr>
          <a:lstStyle/>
          <a:p>
            <a:pPr eaLnBrk="1" hangingPunct="1">
              <a:defRPr/>
            </a:pPr>
            <a:r>
              <a:rPr lang="en-US" altLang="zh-CN" sz="2800">
                <a:solidFill>
                  <a:schemeClr val="accent1"/>
                </a:solidFill>
                <a:effectLst>
                  <a:outerShdw blurRad="38100" dist="38100" dir="2700000" algn="tl">
                    <a:srgbClr val="C0C0C0"/>
                  </a:outerShdw>
                </a:effectLst>
                <a:ea typeface="楷体_GB2312" pitchFamily="49" charset="-122"/>
              </a:rPr>
              <a:t>BFS </a:t>
            </a:r>
            <a:r>
              <a:rPr lang="zh-CN" altLang="en-US" sz="2800">
                <a:solidFill>
                  <a:schemeClr val="accent1"/>
                </a:solidFill>
                <a:effectLst>
                  <a:outerShdw blurRad="38100" dist="38100" dir="2700000" algn="tl">
                    <a:srgbClr val="C0C0C0"/>
                  </a:outerShdw>
                </a:effectLst>
                <a:latin typeface="楷体_GB2312" pitchFamily="49" charset="-122"/>
                <a:ea typeface="楷体_GB2312" pitchFamily="49" charset="-122"/>
              </a:rPr>
              <a:t>结果</a:t>
            </a:r>
          </a:p>
        </p:txBody>
      </p:sp>
      <p:sp>
        <p:nvSpPr>
          <p:cNvPr id="114714" name="Rectangle 26"/>
          <p:cNvSpPr>
            <a:spLocks noChangeArrowheads="1"/>
          </p:cNvSpPr>
          <p:nvPr/>
        </p:nvSpPr>
        <p:spPr bwMode="auto">
          <a:xfrm>
            <a:off x="157163" y="1458913"/>
            <a:ext cx="1174750" cy="457200"/>
          </a:xfrm>
          <a:prstGeom prst="rect">
            <a:avLst/>
          </a:prstGeom>
          <a:noFill/>
          <a:ln w="9525">
            <a:noFill/>
            <a:miter lim="800000"/>
            <a:headEnd/>
            <a:tailEnd/>
          </a:ln>
          <a:effectLst/>
        </p:spPr>
        <p:txBody>
          <a:bodyPr anchor="ctr"/>
          <a:lstStyle/>
          <a:p>
            <a:pPr eaLnBrk="1" hangingPunct="1">
              <a:defRPr/>
            </a:pPr>
            <a:r>
              <a:rPr lang="zh-CN" altLang="en-US" sz="2800">
                <a:solidFill>
                  <a:schemeClr val="accent1"/>
                </a:solidFill>
                <a:effectLst>
                  <a:outerShdw blurRad="38100" dist="38100" dir="2700000" algn="tl">
                    <a:srgbClr val="C0C0C0"/>
                  </a:outerShdw>
                </a:effectLst>
                <a:latin typeface="黑体" pitchFamily="2" charset="-122"/>
                <a:ea typeface="黑体" pitchFamily="2" charset="-122"/>
              </a:rPr>
              <a:t>例</a:t>
            </a:r>
            <a:r>
              <a:rPr lang="en-US" altLang="zh-CN" sz="2800">
                <a:solidFill>
                  <a:schemeClr val="accent1"/>
                </a:solidFill>
                <a:effectLst>
                  <a:outerShdw blurRad="38100" dist="38100" dir="2700000" algn="tl">
                    <a:srgbClr val="C0C0C0"/>
                  </a:outerShdw>
                </a:effectLst>
                <a:latin typeface="黑体" pitchFamily="2" charset="-122"/>
                <a:ea typeface="黑体" pitchFamily="2" charset="-122"/>
              </a:rPr>
              <a:t>1</a:t>
            </a:r>
            <a:r>
              <a:rPr lang="zh-CN" altLang="en-US" sz="2800">
                <a:solidFill>
                  <a:schemeClr val="accent1"/>
                </a:solidFill>
                <a:effectLst>
                  <a:outerShdw blurRad="38100" dist="38100" dir="2700000" algn="tl">
                    <a:srgbClr val="C0C0C0"/>
                  </a:outerShdw>
                </a:effectLst>
                <a:latin typeface="黑体" pitchFamily="2" charset="-122"/>
                <a:ea typeface="黑体" pitchFamily="2" charset="-122"/>
              </a:rPr>
              <a:t>：</a:t>
            </a:r>
          </a:p>
        </p:txBody>
      </p:sp>
      <p:sp>
        <p:nvSpPr>
          <p:cNvPr id="114715" name="Rectangle 27"/>
          <p:cNvSpPr>
            <a:spLocks noChangeArrowheads="1"/>
          </p:cNvSpPr>
          <p:nvPr/>
        </p:nvSpPr>
        <p:spPr bwMode="auto">
          <a:xfrm>
            <a:off x="5046663" y="1935163"/>
            <a:ext cx="592137"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14716" name="Rectangle 28"/>
          <p:cNvSpPr>
            <a:spLocks noChangeArrowheads="1"/>
          </p:cNvSpPr>
          <p:nvPr/>
        </p:nvSpPr>
        <p:spPr bwMode="auto">
          <a:xfrm>
            <a:off x="6799263" y="1935163"/>
            <a:ext cx="592137" cy="579437"/>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14717" name="Rectangle 29"/>
          <p:cNvSpPr>
            <a:spLocks noChangeArrowheads="1"/>
          </p:cNvSpPr>
          <p:nvPr/>
        </p:nvSpPr>
        <p:spPr bwMode="auto">
          <a:xfrm>
            <a:off x="5961063" y="2514600"/>
            <a:ext cx="592137" cy="579438"/>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grpSp>
        <p:nvGrpSpPr>
          <p:cNvPr id="3" name="Group 30"/>
          <p:cNvGrpSpPr>
            <a:grpSpLocks/>
          </p:cNvGrpSpPr>
          <p:nvPr/>
        </p:nvGrpSpPr>
        <p:grpSpPr bwMode="auto">
          <a:xfrm>
            <a:off x="5503863" y="1935163"/>
            <a:ext cx="1428750" cy="579437"/>
            <a:chOff x="3467" y="1219"/>
            <a:chExt cx="900" cy="365"/>
          </a:xfrm>
        </p:grpSpPr>
        <p:sp>
          <p:nvSpPr>
            <p:cNvPr id="114719" name="Rectangle 31"/>
            <p:cNvSpPr>
              <a:spLocks noChangeArrowheads="1"/>
            </p:cNvSpPr>
            <p:nvPr/>
          </p:nvSpPr>
          <p:spPr bwMode="auto">
            <a:xfrm>
              <a:off x="3718" y="1219"/>
              <a:ext cx="373"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14720" name="Rectangle 32"/>
            <p:cNvSpPr>
              <a:spLocks noChangeArrowheads="1"/>
            </p:cNvSpPr>
            <p:nvPr/>
          </p:nvSpPr>
          <p:spPr bwMode="auto">
            <a:xfrm>
              <a:off x="3467" y="1219"/>
              <a:ext cx="372"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v2</a:t>
              </a:r>
            </a:p>
          </p:txBody>
        </p:sp>
        <p:sp>
          <p:nvSpPr>
            <p:cNvPr id="114721" name="Rectangle 33"/>
            <p:cNvSpPr>
              <a:spLocks noChangeArrowheads="1"/>
            </p:cNvSpPr>
            <p:nvPr/>
          </p:nvSpPr>
          <p:spPr bwMode="auto">
            <a:xfrm>
              <a:off x="3995" y="1219"/>
              <a:ext cx="372"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v3</a:t>
              </a:r>
            </a:p>
          </p:txBody>
        </p:sp>
      </p:grpSp>
      <p:grpSp>
        <p:nvGrpSpPr>
          <p:cNvPr id="4" name="Group 34"/>
          <p:cNvGrpSpPr>
            <a:grpSpLocks/>
          </p:cNvGrpSpPr>
          <p:nvPr/>
        </p:nvGrpSpPr>
        <p:grpSpPr bwMode="auto">
          <a:xfrm>
            <a:off x="4800600" y="2514600"/>
            <a:ext cx="1371600" cy="579438"/>
            <a:chOff x="3024" y="1584"/>
            <a:chExt cx="864" cy="365"/>
          </a:xfrm>
        </p:grpSpPr>
        <p:sp>
          <p:nvSpPr>
            <p:cNvPr id="114723" name="Rectangle 35"/>
            <p:cNvSpPr>
              <a:spLocks noChangeArrowheads="1"/>
            </p:cNvSpPr>
            <p:nvPr/>
          </p:nvSpPr>
          <p:spPr bwMode="auto">
            <a:xfrm>
              <a:off x="3275" y="1584"/>
              <a:ext cx="373"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14724" name="Rectangle 36"/>
            <p:cNvSpPr>
              <a:spLocks noChangeArrowheads="1"/>
            </p:cNvSpPr>
            <p:nvPr/>
          </p:nvSpPr>
          <p:spPr bwMode="auto">
            <a:xfrm>
              <a:off x="3024" y="1584"/>
              <a:ext cx="372"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v4</a:t>
              </a:r>
            </a:p>
          </p:txBody>
        </p:sp>
        <p:sp>
          <p:nvSpPr>
            <p:cNvPr id="114725" name="Rectangle 37"/>
            <p:cNvSpPr>
              <a:spLocks noChangeArrowheads="1"/>
            </p:cNvSpPr>
            <p:nvPr/>
          </p:nvSpPr>
          <p:spPr bwMode="auto">
            <a:xfrm>
              <a:off x="3516" y="1584"/>
              <a:ext cx="372"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v5</a:t>
              </a:r>
            </a:p>
          </p:txBody>
        </p:sp>
      </p:grpSp>
      <p:grpSp>
        <p:nvGrpSpPr>
          <p:cNvPr id="5" name="Group 38"/>
          <p:cNvGrpSpPr>
            <a:grpSpLocks/>
          </p:cNvGrpSpPr>
          <p:nvPr/>
        </p:nvGrpSpPr>
        <p:grpSpPr bwMode="auto">
          <a:xfrm>
            <a:off x="6324600" y="2514600"/>
            <a:ext cx="1428750" cy="579438"/>
            <a:chOff x="3527" y="1795"/>
            <a:chExt cx="900" cy="365"/>
          </a:xfrm>
        </p:grpSpPr>
        <p:sp>
          <p:nvSpPr>
            <p:cNvPr id="114727" name="Rectangle 39"/>
            <p:cNvSpPr>
              <a:spLocks noChangeArrowheads="1"/>
            </p:cNvSpPr>
            <p:nvPr/>
          </p:nvSpPr>
          <p:spPr bwMode="auto">
            <a:xfrm>
              <a:off x="3803" y="1795"/>
              <a:ext cx="373"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a:t>
              </a:r>
            </a:p>
          </p:txBody>
        </p:sp>
        <p:sp>
          <p:nvSpPr>
            <p:cNvPr id="114728" name="Rectangle 40"/>
            <p:cNvSpPr>
              <a:spLocks noChangeArrowheads="1"/>
            </p:cNvSpPr>
            <p:nvPr/>
          </p:nvSpPr>
          <p:spPr bwMode="auto">
            <a:xfrm>
              <a:off x="3527" y="1795"/>
              <a:ext cx="372"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v6</a:t>
              </a:r>
            </a:p>
          </p:txBody>
        </p:sp>
        <p:sp>
          <p:nvSpPr>
            <p:cNvPr id="114729" name="Rectangle 41"/>
            <p:cNvSpPr>
              <a:spLocks noChangeArrowheads="1"/>
            </p:cNvSpPr>
            <p:nvPr/>
          </p:nvSpPr>
          <p:spPr bwMode="auto">
            <a:xfrm>
              <a:off x="4055" y="1795"/>
              <a:ext cx="372"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tx2"/>
                  </a:solidFill>
                  <a:effectLst>
                    <a:outerShdw blurRad="38100" dist="38100" dir="2700000" algn="tl">
                      <a:srgbClr val="C0C0C0"/>
                    </a:outerShdw>
                  </a:effectLst>
                  <a:ea typeface="黑体" pitchFamily="2" charset="-122"/>
                </a:rPr>
                <a:t>v7</a:t>
              </a:r>
            </a:p>
          </p:txBody>
        </p:sp>
      </p:grpSp>
      <p:grpSp>
        <p:nvGrpSpPr>
          <p:cNvPr id="6" name="Group 42"/>
          <p:cNvGrpSpPr>
            <a:grpSpLocks/>
          </p:cNvGrpSpPr>
          <p:nvPr/>
        </p:nvGrpSpPr>
        <p:grpSpPr bwMode="auto">
          <a:xfrm>
            <a:off x="7543800" y="2514600"/>
            <a:ext cx="990600" cy="579438"/>
            <a:chOff x="4331" y="1795"/>
            <a:chExt cx="624" cy="365"/>
          </a:xfrm>
        </p:grpSpPr>
        <p:sp>
          <p:nvSpPr>
            <p:cNvPr id="114731" name="Rectangle 43"/>
            <p:cNvSpPr>
              <a:spLocks noChangeArrowheads="1"/>
            </p:cNvSpPr>
            <p:nvPr/>
          </p:nvSpPr>
          <p:spPr bwMode="auto">
            <a:xfrm>
              <a:off x="4331" y="1795"/>
              <a:ext cx="373"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hlink"/>
                  </a:solidFill>
                  <a:effectLst>
                    <a:outerShdw blurRad="38100" dist="38100" dir="2700000" algn="tl">
                      <a:srgbClr val="C0C0C0"/>
                    </a:outerShdw>
                  </a:effectLst>
                  <a:ea typeface="黑体" pitchFamily="2" charset="-122"/>
                </a:rPr>
                <a:t>→</a:t>
              </a:r>
            </a:p>
          </p:txBody>
        </p:sp>
        <p:sp>
          <p:nvSpPr>
            <p:cNvPr id="114732" name="Rectangle 44"/>
            <p:cNvSpPr>
              <a:spLocks noChangeArrowheads="1"/>
            </p:cNvSpPr>
            <p:nvPr/>
          </p:nvSpPr>
          <p:spPr bwMode="auto">
            <a:xfrm>
              <a:off x="4583" y="1795"/>
              <a:ext cx="372" cy="365"/>
            </a:xfrm>
            <a:prstGeom prst="rect">
              <a:avLst/>
            </a:prstGeom>
            <a:noFill/>
            <a:ln w="9525">
              <a:noFill/>
              <a:miter lim="800000"/>
              <a:headEnd/>
              <a:tailEnd/>
            </a:ln>
            <a:effectLst/>
          </p:spPr>
          <p:txBody>
            <a:bodyPr wrap="none">
              <a:spAutoFit/>
            </a:bodyPr>
            <a:lstStyle/>
            <a:p>
              <a:pPr eaLnBrk="1" hangingPunct="1">
                <a:defRPr/>
              </a:pPr>
              <a:r>
                <a:rPr lang="en-US" altLang="zh-CN" sz="3200">
                  <a:solidFill>
                    <a:schemeClr val="hlink"/>
                  </a:solidFill>
                  <a:effectLst>
                    <a:outerShdw blurRad="38100" dist="38100" dir="2700000" algn="tl">
                      <a:srgbClr val="C0C0C0"/>
                    </a:outerShdw>
                  </a:effectLst>
                  <a:ea typeface="黑体" pitchFamily="2" charset="-122"/>
                </a:rPr>
                <a:t>v8</a:t>
              </a:r>
            </a:p>
          </p:txBody>
        </p:sp>
      </p:grpSp>
      <p:sp>
        <p:nvSpPr>
          <p:cNvPr id="114733" name="Rectangle 45"/>
          <p:cNvSpPr>
            <a:spLocks noChangeArrowheads="1"/>
          </p:cNvSpPr>
          <p:nvPr/>
        </p:nvSpPr>
        <p:spPr bwMode="auto">
          <a:xfrm>
            <a:off x="179388" y="3213100"/>
            <a:ext cx="1187450" cy="457200"/>
          </a:xfrm>
          <a:prstGeom prst="rect">
            <a:avLst/>
          </a:prstGeom>
          <a:noFill/>
          <a:ln w="9525">
            <a:noFill/>
            <a:miter lim="800000"/>
            <a:headEnd/>
            <a:tailEnd/>
          </a:ln>
          <a:effectLst/>
        </p:spPr>
        <p:txBody>
          <a:bodyPr anchor="ctr"/>
          <a:lstStyle/>
          <a:p>
            <a:pPr eaLnBrk="1" hangingPunct="1">
              <a:defRPr/>
            </a:pPr>
            <a:r>
              <a:rPr lang="zh-CN" altLang="en-US" sz="2800">
                <a:solidFill>
                  <a:schemeClr val="accent1"/>
                </a:solidFill>
                <a:effectLst>
                  <a:outerShdw blurRad="38100" dist="38100" dir="2700000" algn="tl">
                    <a:srgbClr val="C0C0C0"/>
                  </a:outerShdw>
                </a:effectLst>
                <a:latin typeface="黑体" pitchFamily="2" charset="-122"/>
                <a:ea typeface="黑体" pitchFamily="2" charset="-122"/>
              </a:rPr>
              <a:t>例</a:t>
            </a:r>
            <a:r>
              <a:rPr lang="en-US" altLang="zh-CN" sz="2800">
                <a:solidFill>
                  <a:schemeClr val="accent1"/>
                </a:solidFill>
                <a:effectLst>
                  <a:outerShdw blurRad="38100" dist="38100" dir="2700000" algn="tl">
                    <a:srgbClr val="C0C0C0"/>
                  </a:outerShdw>
                </a:effectLst>
                <a:latin typeface="黑体" pitchFamily="2" charset="-122"/>
                <a:ea typeface="黑体" pitchFamily="2" charset="-122"/>
              </a:rPr>
              <a:t>2</a:t>
            </a:r>
            <a:r>
              <a:rPr lang="zh-CN" altLang="en-US" sz="2800">
                <a:solidFill>
                  <a:schemeClr val="accent1"/>
                </a:solidFill>
                <a:effectLst>
                  <a:outerShdw blurRad="38100" dist="38100" dir="2700000" algn="tl">
                    <a:srgbClr val="C0C0C0"/>
                  </a:outerShdw>
                </a:effectLst>
                <a:latin typeface="黑体" pitchFamily="2" charset="-122"/>
                <a:ea typeface="黑体" pitchFamily="2" charset="-122"/>
              </a:rPr>
              <a:t>：</a:t>
            </a:r>
          </a:p>
        </p:txBody>
      </p:sp>
      <p:sp>
        <p:nvSpPr>
          <p:cNvPr id="114734" name="Text Box 46"/>
          <p:cNvSpPr txBox="1">
            <a:spLocks noChangeArrowheads="1"/>
          </p:cNvSpPr>
          <p:nvPr/>
        </p:nvSpPr>
        <p:spPr bwMode="auto">
          <a:xfrm>
            <a:off x="4953000" y="3900488"/>
            <a:ext cx="1371600" cy="519112"/>
          </a:xfrm>
          <a:prstGeom prst="rect">
            <a:avLst/>
          </a:prstGeom>
          <a:noFill/>
          <a:ln w="38100">
            <a:noFill/>
            <a:miter lim="800000"/>
            <a:headEnd/>
            <a:tailEnd/>
          </a:ln>
          <a:effectLst/>
        </p:spPr>
        <p:txBody>
          <a:bodyPr>
            <a:spAutoFit/>
          </a:bodyPr>
          <a:lstStyle/>
          <a:p>
            <a:pPr eaLnBrk="1" hangingPunct="1">
              <a:defRPr/>
            </a:pPr>
            <a:r>
              <a:rPr lang="en-US" altLang="zh-CN" sz="2800">
                <a:solidFill>
                  <a:schemeClr val="tx2"/>
                </a:solidFill>
                <a:effectLst>
                  <a:outerShdw blurRad="38100" dist="38100" dir="2700000" algn="tl">
                    <a:srgbClr val="C0C0C0"/>
                  </a:outerShdw>
                </a:effectLst>
                <a:ea typeface="黑体" pitchFamily="2" charset="-122"/>
              </a:rPr>
              <a:t>v3 →</a:t>
            </a:r>
          </a:p>
        </p:txBody>
      </p:sp>
      <p:sp>
        <p:nvSpPr>
          <p:cNvPr id="114735" name="Rectangle 47"/>
          <p:cNvSpPr>
            <a:spLocks noChangeArrowheads="1"/>
          </p:cNvSpPr>
          <p:nvPr/>
        </p:nvSpPr>
        <p:spPr bwMode="auto">
          <a:xfrm>
            <a:off x="5526088" y="3352800"/>
            <a:ext cx="2286000" cy="519113"/>
          </a:xfrm>
          <a:prstGeom prst="rect">
            <a:avLst/>
          </a:prstGeom>
          <a:noFill/>
          <a:ln w="38100">
            <a:noFill/>
            <a:miter lim="800000"/>
            <a:headEnd/>
            <a:tailEnd/>
          </a:ln>
          <a:effectLst/>
        </p:spPr>
        <p:txBody>
          <a:bodyPr>
            <a:spAutoFit/>
          </a:bodyPr>
          <a:lstStyle/>
          <a:p>
            <a:pPr eaLnBrk="1" hangingPunct="1">
              <a:defRPr/>
            </a:pPr>
            <a:r>
              <a:rPr lang="en-US" altLang="zh-CN" sz="2800">
                <a:solidFill>
                  <a:srgbClr val="008000"/>
                </a:solidFill>
                <a:effectLst>
                  <a:outerShdw blurRad="38100" dist="38100" dir="2700000" algn="tl">
                    <a:srgbClr val="C0C0C0"/>
                  </a:outerShdw>
                </a:effectLst>
                <a:ea typeface="楷体_GB2312" pitchFamily="49" charset="-122"/>
              </a:rPr>
              <a:t>BFS </a:t>
            </a:r>
            <a:r>
              <a:rPr lang="zh-CN" altLang="en-US" sz="2800">
                <a:solidFill>
                  <a:srgbClr val="008000"/>
                </a:solidFill>
                <a:effectLst>
                  <a:outerShdw blurRad="38100" dist="38100" dir="2700000" algn="tl">
                    <a:srgbClr val="C0C0C0"/>
                  </a:outerShdw>
                </a:effectLst>
                <a:latin typeface="楷体_GB2312" pitchFamily="49" charset="-122"/>
                <a:ea typeface="楷体_GB2312" pitchFamily="49" charset="-122"/>
              </a:rPr>
              <a:t>结果</a:t>
            </a:r>
          </a:p>
        </p:txBody>
      </p:sp>
      <p:sp>
        <p:nvSpPr>
          <p:cNvPr id="114736" name="Rectangle 48"/>
          <p:cNvSpPr>
            <a:spLocks noChangeArrowheads="1"/>
          </p:cNvSpPr>
          <p:nvPr/>
        </p:nvSpPr>
        <p:spPr bwMode="auto">
          <a:xfrm>
            <a:off x="4724400" y="4419600"/>
            <a:ext cx="2347913" cy="519113"/>
          </a:xfrm>
          <a:prstGeom prst="rect">
            <a:avLst/>
          </a:prstGeom>
          <a:noFill/>
          <a:ln w="9525">
            <a:noFill/>
            <a:miter lim="800000"/>
            <a:headEnd/>
            <a:tailEnd/>
          </a:ln>
          <a:effectLst/>
        </p:spPr>
        <p:txBody>
          <a:bodyPr>
            <a:spAutoFit/>
          </a:bodyPr>
          <a:lstStyle/>
          <a:p>
            <a:pPr eaLnBrk="1" hangingPunct="1">
              <a:defRPr/>
            </a:pPr>
            <a:r>
              <a:rPr lang="en-US" altLang="zh-CN" sz="2800" dirty="0">
                <a:solidFill>
                  <a:schemeClr val="tx2"/>
                </a:solidFill>
                <a:effectLst>
                  <a:outerShdw blurRad="38100" dist="38100" dir="2700000" algn="tl">
                    <a:srgbClr val="C0C0C0"/>
                  </a:outerShdw>
                </a:effectLst>
                <a:ea typeface="黑体" pitchFamily="2" charset="-122"/>
              </a:rPr>
              <a:t>v4</a:t>
            </a:r>
            <a:r>
              <a:rPr lang="en-US" altLang="zh-CN" sz="2800" dirty="0">
                <a:solidFill>
                  <a:srgbClr val="006600"/>
                </a:solidFill>
                <a:effectLst>
                  <a:outerShdw blurRad="38100" dist="38100" dir="2700000" algn="tl">
                    <a:srgbClr val="C0C0C0"/>
                  </a:outerShdw>
                </a:effectLst>
                <a:ea typeface="黑体" pitchFamily="2" charset="-122"/>
              </a:rPr>
              <a:t> </a:t>
            </a:r>
            <a:r>
              <a:rPr lang="en-US" altLang="zh-CN" sz="2800" dirty="0">
                <a:solidFill>
                  <a:schemeClr val="tx2"/>
                </a:solidFill>
                <a:effectLst>
                  <a:outerShdw blurRad="38100" dist="38100" dir="2700000" algn="tl">
                    <a:srgbClr val="C0C0C0"/>
                  </a:outerShdw>
                </a:effectLst>
                <a:ea typeface="黑体" pitchFamily="2" charset="-122"/>
              </a:rPr>
              <a:t>→ v5 →</a:t>
            </a:r>
            <a:endParaRPr lang="en-US" altLang="zh-CN" sz="2800" dirty="0">
              <a:solidFill>
                <a:schemeClr val="hlink"/>
              </a:solidFill>
              <a:effectLst>
                <a:outerShdw blurRad="38100" dist="38100" dir="2700000" algn="tl">
                  <a:srgbClr val="C0C0C0"/>
                </a:outerShdw>
              </a:effectLst>
              <a:ea typeface="黑体" pitchFamily="2" charset="-122"/>
            </a:endParaRPr>
          </a:p>
        </p:txBody>
      </p:sp>
      <p:sp>
        <p:nvSpPr>
          <p:cNvPr id="114737" name="AutoShape 49"/>
          <p:cNvSpPr>
            <a:spLocks noChangeArrowheads="1"/>
          </p:cNvSpPr>
          <p:nvPr/>
        </p:nvSpPr>
        <p:spPr bwMode="auto">
          <a:xfrm>
            <a:off x="2895600" y="1143000"/>
            <a:ext cx="990600" cy="457200"/>
          </a:xfrm>
          <a:prstGeom prst="wedgeEllipseCallout">
            <a:avLst>
              <a:gd name="adj1" fmla="val -104806"/>
              <a:gd name="adj2" fmla="val 6944"/>
            </a:avLst>
          </a:prstGeom>
          <a:solidFill>
            <a:srgbClr val="00FFFF"/>
          </a:solidFill>
          <a:ln w="9525">
            <a:solidFill>
              <a:schemeClr val="tx1"/>
            </a:solidFill>
            <a:miter lim="800000"/>
            <a:headEnd/>
            <a:tailEnd/>
          </a:ln>
        </p:spPr>
        <p:txBody>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2000">
                <a:solidFill>
                  <a:schemeClr val="tx2"/>
                </a:solidFill>
                <a:latin typeface="Arial" pitchFamily="34" charset="0"/>
              </a:rPr>
              <a:t>起点</a:t>
            </a:r>
          </a:p>
        </p:txBody>
      </p:sp>
      <p:sp>
        <p:nvSpPr>
          <p:cNvPr id="114738" name="Rectangle 50"/>
          <p:cNvSpPr>
            <a:spLocks noChangeArrowheads="1"/>
          </p:cNvSpPr>
          <p:nvPr/>
        </p:nvSpPr>
        <p:spPr bwMode="auto">
          <a:xfrm>
            <a:off x="6019800" y="685800"/>
            <a:ext cx="1752600" cy="519113"/>
          </a:xfrm>
          <a:prstGeom prst="rect">
            <a:avLst/>
          </a:prstGeom>
          <a:solidFill>
            <a:srgbClr val="99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800">
                <a:solidFill>
                  <a:schemeClr val="tx2"/>
                </a:solidFill>
                <a:latin typeface="Arial" pitchFamily="34" charset="0"/>
                <a:ea typeface="楷体_GB2312" pitchFamily="49" charset="-122"/>
                <a:hlinkClick r:id="" action="ppaction://hlinkshowjump?jump=nextslide"/>
              </a:rPr>
              <a:t>遍历步骤</a:t>
            </a:r>
            <a:endParaRPr lang="zh-CN" altLang="en-US" sz="2800">
              <a:solidFill>
                <a:schemeClr val="tx2"/>
              </a:solidFill>
              <a:latin typeface="Arial" pitchFamily="34" charset="0"/>
              <a:ea typeface="楷体_GB2312" pitchFamily="49" charset="-122"/>
            </a:endParaRPr>
          </a:p>
        </p:txBody>
      </p:sp>
      <p:sp>
        <p:nvSpPr>
          <p:cNvPr id="114739" name="AutoShape 51"/>
          <p:cNvSpPr>
            <a:spLocks noChangeArrowheads="1"/>
          </p:cNvSpPr>
          <p:nvPr/>
        </p:nvSpPr>
        <p:spPr bwMode="auto">
          <a:xfrm>
            <a:off x="2743200" y="3124200"/>
            <a:ext cx="990600" cy="457200"/>
          </a:xfrm>
          <a:prstGeom prst="wedgeEllipseCallout">
            <a:avLst>
              <a:gd name="adj1" fmla="val -125481"/>
              <a:gd name="adj2" fmla="val 89583"/>
            </a:avLst>
          </a:prstGeom>
          <a:solidFill>
            <a:srgbClr val="00FFFF"/>
          </a:solidFill>
          <a:ln w="9525">
            <a:solidFill>
              <a:schemeClr val="tx1"/>
            </a:solidFill>
            <a:miter lim="800000"/>
            <a:headEnd/>
            <a:tailEnd/>
          </a:ln>
        </p:spPr>
        <p:txBody>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2000">
                <a:solidFill>
                  <a:schemeClr val="accent1"/>
                </a:solidFill>
                <a:latin typeface="Arial" pitchFamily="34" charset="0"/>
              </a:rPr>
              <a:t>起点</a:t>
            </a:r>
          </a:p>
        </p:txBody>
      </p:sp>
      <p:sp>
        <p:nvSpPr>
          <p:cNvPr id="114740" name="Rectangle 52"/>
          <p:cNvSpPr>
            <a:spLocks noChangeArrowheads="1"/>
          </p:cNvSpPr>
          <p:nvPr/>
        </p:nvSpPr>
        <p:spPr bwMode="auto">
          <a:xfrm>
            <a:off x="5838825" y="3900488"/>
            <a:ext cx="2771775" cy="519112"/>
          </a:xfrm>
          <a:prstGeom prst="rect">
            <a:avLst/>
          </a:prstGeom>
          <a:noFill/>
          <a:ln w="9525">
            <a:noFill/>
            <a:miter lim="800000"/>
            <a:headEnd/>
            <a:tailEnd/>
          </a:ln>
          <a:effectLst/>
        </p:spPr>
        <p:txBody>
          <a:bodyPr wrap="none">
            <a:spAutoFit/>
          </a:bodyPr>
          <a:lstStyle/>
          <a:p>
            <a:pPr eaLnBrk="1" hangingPunct="1">
              <a:defRPr/>
            </a:pPr>
            <a:r>
              <a:rPr lang="en-US" altLang="zh-CN" sz="2800">
                <a:solidFill>
                  <a:schemeClr val="tx2"/>
                </a:solidFill>
                <a:effectLst>
                  <a:outerShdw blurRad="38100" dist="38100" dir="2700000" algn="tl">
                    <a:srgbClr val="C0C0C0"/>
                  </a:outerShdw>
                </a:effectLst>
                <a:ea typeface="黑体" pitchFamily="2" charset="-122"/>
              </a:rPr>
              <a:t>v2 → v1 → v6 →</a:t>
            </a:r>
          </a:p>
        </p:txBody>
      </p:sp>
      <p:sp>
        <p:nvSpPr>
          <p:cNvPr id="114741" name="Rectangle 53"/>
          <p:cNvSpPr>
            <a:spLocks noChangeArrowheads="1"/>
          </p:cNvSpPr>
          <p:nvPr/>
        </p:nvSpPr>
        <p:spPr bwMode="auto">
          <a:xfrm>
            <a:off x="6400800" y="4433888"/>
            <a:ext cx="2324100" cy="519112"/>
          </a:xfrm>
          <a:prstGeom prst="rect">
            <a:avLst/>
          </a:prstGeom>
          <a:noFill/>
          <a:ln w="9525">
            <a:noFill/>
            <a:miter lim="800000"/>
            <a:headEnd/>
            <a:tailEnd/>
          </a:ln>
          <a:effectLst/>
        </p:spPr>
        <p:txBody>
          <a:bodyPr wrap="none">
            <a:spAutoFit/>
          </a:bodyPr>
          <a:lstStyle/>
          <a:p>
            <a:pPr eaLnBrk="1" hangingPunct="1">
              <a:defRPr/>
            </a:pPr>
            <a:r>
              <a:rPr lang="en-US" altLang="zh-CN" sz="2800">
                <a:solidFill>
                  <a:schemeClr val="hlink"/>
                </a:solidFill>
                <a:effectLst>
                  <a:outerShdw blurRad="38100" dist="38100" dir="2700000" algn="tl">
                    <a:srgbClr val="C0C0C0"/>
                  </a:outerShdw>
                </a:effectLst>
                <a:ea typeface="黑体" pitchFamily="2" charset="-122"/>
              </a:rPr>
              <a:t>v9 → v8 → v7</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14694"/>
                                        </p:tgtEl>
                                        <p:attrNameLst>
                                          <p:attrName>style.visibility</p:attrName>
                                        </p:attrNameLst>
                                      </p:cBhvr>
                                      <p:to>
                                        <p:strVal val="visible"/>
                                      </p:to>
                                    </p:set>
                                    <p:anim calcmode="lin" valueType="num">
                                      <p:cBhvr additive="base">
                                        <p:cTn id="7" dur="500" fill="hold"/>
                                        <p:tgtEl>
                                          <p:spTgt spid="114694"/>
                                        </p:tgtEl>
                                        <p:attrNameLst>
                                          <p:attrName>ppt_x</p:attrName>
                                        </p:attrNameLst>
                                      </p:cBhvr>
                                      <p:tavLst>
                                        <p:tav tm="0">
                                          <p:val>
                                            <p:strVal val="1+#ppt_w/2"/>
                                          </p:val>
                                        </p:tav>
                                        <p:tav tm="100000">
                                          <p:val>
                                            <p:strVal val="#ppt_x"/>
                                          </p:val>
                                        </p:tav>
                                      </p:tavLst>
                                    </p:anim>
                                    <p:anim calcmode="lin" valueType="num">
                                      <p:cBhvr additive="base">
                                        <p:cTn id="8" dur="500" fill="hold"/>
                                        <p:tgtEl>
                                          <p:spTgt spid="11469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14692"/>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23" presetClass="entr" presetSubtype="16" fill="hold" grpId="0" nodeType="clickEffect">
                                  <p:stCondLst>
                                    <p:cond delay="0"/>
                                  </p:stCondLst>
                                  <p:childTnLst>
                                    <p:set>
                                      <p:cBhvr>
                                        <p:cTn id="16" dur="1" fill="hold">
                                          <p:stCondLst>
                                            <p:cond delay="0"/>
                                          </p:stCondLst>
                                        </p:cTn>
                                        <p:tgtEl>
                                          <p:spTgt spid="114738"/>
                                        </p:tgtEl>
                                        <p:attrNameLst>
                                          <p:attrName>style.visibility</p:attrName>
                                        </p:attrNameLst>
                                      </p:cBhvr>
                                      <p:to>
                                        <p:strVal val="visible"/>
                                      </p:to>
                                    </p:set>
                                    <p:anim calcmode="lin" valueType="num">
                                      <p:cBhvr>
                                        <p:cTn id="17" dur="500" fill="hold"/>
                                        <p:tgtEl>
                                          <p:spTgt spid="114738"/>
                                        </p:tgtEl>
                                        <p:attrNameLst>
                                          <p:attrName>ppt_w</p:attrName>
                                        </p:attrNameLst>
                                      </p:cBhvr>
                                      <p:tavLst>
                                        <p:tav tm="0">
                                          <p:val>
                                            <p:fltVal val="0"/>
                                          </p:val>
                                        </p:tav>
                                        <p:tav tm="100000">
                                          <p:val>
                                            <p:strVal val="#ppt_w"/>
                                          </p:val>
                                        </p:tav>
                                      </p:tavLst>
                                    </p:anim>
                                    <p:anim calcmode="lin" valueType="num">
                                      <p:cBhvr>
                                        <p:cTn id="18" dur="500" fill="hold"/>
                                        <p:tgtEl>
                                          <p:spTgt spid="114738"/>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1471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499"/>
                                          </p:stCondLst>
                                        </p:cTn>
                                        <p:tgtEl>
                                          <p:spTgt spid="2"/>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2" presetClass="entr" presetSubtype="2" fill="hold" grpId="0" nodeType="clickEffect">
                                  <p:stCondLst>
                                    <p:cond delay="0"/>
                                  </p:stCondLst>
                                  <p:childTnLst>
                                    <p:set>
                                      <p:cBhvr>
                                        <p:cTn id="30" dur="1" fill="hold">
                                          <p:stCondLst>
                                            <p:cond delay="0"/>
                                          </p:stCondLst>
                                        </p:cTn>
                                        <p:tgtEl>
                                          <p:spTgt spid="114737"/>
                                        </p:tgtEl>
                                        <p:attrNameLst>
                                          <p:attrName>style.visibility</p:attrName>
                                        </p:attrNameLst>
                                      </p:cBhvr>
                                      <p:to>
                                        <p:strVal val="visible"/>
                                      </p:to>
                                    </p:set>
                                    <p:animEffect transition="in" filter="slide(fromRight)">
                                      <p:cBhvr>
                                        <p:cTn id="31" dur="500"/>
                                        <p:tgtEl>
                                          <p:spTgt spid="114737"/>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iterate type="lt">
                                    <p:tmAbs val="75"/>
                                  </p:iterate>
                                  <p:childTnLst>
                                    <p:set>
                                      <p:cBhvr>
                                        <p:cTn id="35" dur="1" fill="hold">
                                          <p:stCondLst>
                                            <p:cond delay="74"/>
                                          </p:stCondLst>
                                        </p:cTn>
                                        <p:tgtEl>
                                          <p:spTgt spid="114713"/>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499"/>
                                          </p:stCondLst>
                                        </p:cTn>
                                        <p:tgtEl>
                                          <p:spTgt spid="114695"/>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499"/>
                                          </p:stCondLst>
                                        </p:cTn>
                                        <p:tgtEl>
                                          <p:spTgt spid="114715"/>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499"/>
                                          </p:stCondLst>
                                        </p:cTn>
                                        <p:tgtEl>
                                          <p:spTgt spid="3"/>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499"/>
                                          </p:stCondLst>
                                        </p:cTn>
                                        <p:tgtEl>
                                          <p:spTgt spid="114716"/>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nodeType="clickEffect">
                                  <p:stCondLst>
                                    <p:cond delay="0"/>
                                  </p:stCondLst>
                                  <p:childTnLst>
                                    <p:set>
                                      <p:cBhvr>
                                        <p:cTn id="55" dur="1" fill="hold">
                                          <p:stCondLst>
                                            <p:cond delay="499"/>
                                          </p:stCondLst>
                                        </p:cTn>
                                        <p:tgtEl>
                                          <p:spTgt spid="4"/>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499"/>
                                          </p:stCondLst>
                                        </p:cTn>
                                        <p:tgtEl>
                                          <p:spTgt spid="114717"/>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nodeType="clickEffect">
                                  <p:stCondLst>
                                    <p:cond delay="0"/>
                                  </p:stCondLst>
                                  <p:childTnLst>
                                    <p:set>
                                      <p:cBhvr>
                                        <p:cTn id="63" dur="1" fill="hold">
                                          <p:stCondLst>
                                            <p:cond delay="499"/>
                                          </p:stCondLst>
                                        </p:cTn>
                                        <p:tgtEl>
                                          <p:spTgt spid="5"/>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nodeType="clickEffect">
                                  <p:stCondLst>
                                    <p:cond delay="0"/>
                                  </p:stCondLst>
                                  <p:childTnLst>
                                    <p:set>
                                      <p:cBhvr>
                                        <p:cTn id="67" dur="1" fill="hold">
                                          <p:stCondLst>
                                            <p:cond delay="499"/>
                                          </p:stCondLst>
                                        </p:cTn>
                                        <p:tgtEl>
                                          <p:spTgt spid="6"/>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2" presetClass="entr" presetSubtype="8" fill="hold" grpId="0" nodeType="clickEffect">
                                  <p:stCondLst>
                                    <p:cond delay="0"/>
                                  </p:stCondLst>
                                  <p:childTnLst>
                                    <p:set>
                                      <p:cBhvr>
                                        <p:cTn id="71" dur="1" fill="hold">
                                          <p:stCondLst>
                                            <p:cond delay="0"/>
                                          </p:stCondLst>
                                        </p:cTn>
                                        <p:tgtEl>
                                          <p:spTgt spid="114733"/>
                                        </p:tgtEl>
                                        <p:attrNameLst>
                                          <p:attrName>style.visibility</p:attrName>
                                        </p:attrNameLst>
                                      </p:cBhvr>
                                      <p:to>
                                        <p:strVal val="visible"/>
                                      </p:to>
                                    </p:set>
                                    <p:anim calcmode="lin" valueType="num">
                                      <p:cBhvr additive="base">
                                        <p:cTn id="72" dur="500" fill="hold"/>
                                        <p:tgtEl>
                                          <p:spTgt spid="114733"/>
                                        </p:tgtEl>
                                        <p:attrNameLst>
                                          <p:attrName>ppt_x</p:attrName>
                                        </p:attrNameLst>
                                      </p:cBhvr>
                                      <p:tavLst>
                                        <p:tav tm="0">
                                          <p:val>
                                            <p:strVal val="0-#ppt_w/2"/>
                                          </p:val>
                                        </p:tav>
                                        <p:tav tm="100000">
                                          <p:val>
                                            <p:strVal val="#ppt_x"/>
                                          </p:val>
                                        </p:tav>
                                      </p:tavLst>
                                    </p:anim>
                                    <p:anim calcmode="lin" valueType="num">
                                      <p:cBhvr additive="base">
                                        <p:cTn id="73" dur="500" fill="hold"/>
                                        <p:tgtEl>
                                          <p:spTgt spid="114733"/>
                                        </p:tgtEl>
                                        <p:attrNameLst>
                                          <p:attrName>ppt_y</p:attrName>
                                        </p:attrNameLst>
                                      </p:cBhvr>
                                      <p:tavLst>
                                        <p:tav tm="0">
                                          <p:val>
                                            <p:strVal val="#ppt_y"/>
                                          </p:val>
                                        </p:tav>
                                        <p:tav tm="100000">
                                          <p:val>
                                            <p:strVal val="#ppt_y"/>
                                          </p:val>
                                        </p:tav>
                                      </p:tavLst>
                                    </p:anim>
                                  </p:childTnLst>
                                </p:cTn>
                              </p:par>
                            </p:childTnLst>
                          </p:cTn>
                        </p:par>
                      </p:childTnLst>
                    </p:cTn>
                  </p:par>
                  <p:par>
                    <p:cTn id="74" fill="hold" nodeType="clickPar">
                      <p:stCondLst>
                        <p:cond delay="indefinite"/>
                      </p:stCondLst>
                      <p:childTnLst>
                        <p:par>
                          <p:cTn id="75" fill="hold" nodeType="withGroup">
                            <p:stCondLst>
                              <p:cond delay="0"/>
                            </p:stCondLst>
                            <p:childTnLst>
                              <p:par>
                                <p:cTn id="76" presetID="22" presetClass="entr" presetSubtype="8" fill="hold" nodeType="clickEffect">
                                  <p:stCondLst>
                                    <p:cond delay="0"/>
                                  </p:stCondLst>
                                  <p:childTnLst>
                                    <p:set>
                                      <p:cBhvr>
                                        <p:cTn id="77" dur="1" fill="hold">
                                          <p:stCondLst>
                                            <p:cond delay="0"/>
                                          </p:stCondLst>
                                        </p:cTn>
                                        <p:tgtEl>
                                          <p:spTgt spid="114690"/>
                                        </p:tgtEl>
                                        <p:attrNameLst>
                                          <p:attrName>style.visibility</p:attrName>
                                        </p:attrNameLst>
                                      </p:cBhvr>
                                      <p:to>
                                        <p:strVal val="visible"/>
                                      </p:to>
                                    </p:set>
                                    <p:animEffect transition="in" filter="wipe(left)">
                                      <p:cBhvr>
                                        <p:cTn id="78" dur="500"/>
                                        <p:tgtEl>
                                          <p:spTgt spid="114690"/>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499"/>
                                          </p:stCondLst>
                                        </p:cTn>
                                        <p:tgtEl>
                                          <p:spTgt spid="114739"/>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499"/>
                                          </p:stCondLst>
                                        </p:cTn>
                                        <p:tgtEl>
                                          <p:spTgt spid="114735"/>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iterate type="lt">
                                    <p:tmAbs val="75"/>
                                  </p:iterate>
                                  <p:childTnLst>
                                    <p:set>
                                      <p:cBhvr>
                                        <p:cTn id="90" dur="1" fill="hold">
                                          <p:stCondLst>
                                            <p:cond delay="74"/>
                                          </p:stCondLst>
                                        </p:cTn>
                                        <p:tgtEl>
                                          <p:spTgt spid="114734"/>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22" presetClass="entr" presetSubtype="8" fill="hold" grpId="0" nodeType="clickEffect">
                                  <p:stCondLst>
                                    <p:cond delay="0"/>
                                  </p:stCondLst>
                                  <p:childTnLst>
                                    <p:set>
                                      <p:cBhvr>
                                        <p:cTn id="94" dur="1" fill="hold">
                                          <p:stCondLst>
                                            <p:cond delay="0"/>
                                          </p:stCondLst>
                                        </p:cTn>
                                        <p:tgtEl>
                                          <p:spTgt spid="114740"/>
                                        </p:tgtEl>
                                        <p:attrNameLst>
                                          <p:attrName>style.visibility</p:attrName>
                                        </p:attrNameLst>
                                      </p:cBhvr>
                                      <p:to>
                                        <p:strVal val="visible"/>
                                      </p:to>
                                    </p:set>
                                    <p:animEffect transition="in" filter="wipe(left)">
                                      <p:cBhvr>
                                        <p:cTn id="95" dur="500"/>
                                        <p:tgtEl>
                                          <p:spTgt spid="114740"/>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iterate type="wd">
                                    <p:tmAbs val="300"/>
                                  </p:iterate>
                                  <p:childTnLst>
                                    <p:set>
                                      <p:cBhvr>
                                        <p:cTn id="99" dur="1" fill="hold">
                                          <p:stCondLst>
                                            <p:cond delay="299"/>
                                          </p:stCondLst>
                                        </p:cTn>
                                        <p:tgtEl>
                                          <p:spTgt spid="114736"/>
                                        </p:tgtEl>
                                        <p:attrNameLst>
                                          <p:attrName>style.visibility</p:attrName>
                                        </p:attrNameLst>
                                      </p:cBhvr>
                                      <p:to>
                                        <p:strVal val="visible"/>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22" presetClass="entr" presetSubtype="8" fill="hold" grpId="0" nodeType="clickEffect">
                                  <p:stCondLst>
                                    <p:cond delay="0"/>
                                  </p:stCondLst>
                                  <p:childTnLst>
                                    <p:set>
                                      <p:cBhvr>
                                        <p:cTn id="103" dur="1" fill="hold">
                                          <p:stCondLst>
                                            <p:cond delay="0"/>
                                          </p:stCondLst>
                                        </p:cTn>
                                        <p:tgtEl>
                                          <p:spTgt spid="114741"/>
                                        </p:tgtEl>
                                        <p:attrNameLst>
                                          <p:attrName>style.visibility</p:attrName>
                                        </p:attrNameLst>
                                      </p:cBhvr>
                                      <p:to>
                                        <p:strVal val="visible"/>
                                      </p:to>
                                    </p:set>
                                    <p:animEffect transition="in" filter="wipe(left)">
                                      <p:cBhvr>
                                        <p:cTn id="104" dur="500"/>
                                        <p:tgtEl>
                                          <p:spTgt spid="1147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692" grpId="0" autoUpdateAnimBg="0"/>
      <p:bldP spid="114694" grpId="0" animBg="1" autoUpdateAnimBg="0"/>
      <p:bldP spid="114695" grpId="0" autoUpdateAnimBg="0"/>
      <p:bldP spid="114713" grpId="0" autoUpdateAnimBg="0"/>
      <p:bldP spid="114714" grpId="0" autoUpdateAnimBg="0"/>
      <p:bldP spid="114715" grpId="0" autoUpdateAnimBg="0"/>
      <p:bldP spid="114716" grpId="0" autoUpdateAnimBg="0"/>
      <p:bldP spid="114717" grpId="0" autoUpdateAnimBg="0"/>
      <p:bldP spid="114733" grpId="0" autoUpdateAnimBg="0"/>
      <p:bldP spid="114734" grpId="0" autoUpdateAnimBg="0"/>
      <p:bldP spid="114735" grpId="0" autoUpdateAnimBg="0"/>
      <p:bldP spid="114736" grpId="0" autoUpdateAnimBg="0"/>
      <p:bldP spid="114737" grpId="0" animBg="1" autoUpdateAnimBg="0"/>
      <p:bldP spid="114738" grpId="0" animBg="1" autoUpdateAnimBg="0"/>
      <p:bldP spid="114739" grpId="0" animBg="1" autoUpdateAnimBg="0"/>
      <p:bldP spid="114740" grpId="0" autoUpdateAnimBg="0"/>
      <p:bldP spid="114741" grpId="0"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p:cNvSpPr>
            <a:spLocks noGrp="1" noChangeArrowheads="1"/>
          </p:cNvSpPr>
          <p:nvPr>
            <p:ph type="title"/>
          </p:nvPr>
        </p:nvSpPr>
        <p:spPr>
          <a:xfrm>
            <a:off x="460375" y="427038"/>
            <a:ext cx="7489825" cy="457200"/>
          </a:xfrm>
        </p:spPr>
        <p:txBody>
          <a:bodyPr/>
          <a:lstStyle/>
          <a:p>
            <a:pPr eaLnBrk="1" hangingPunct="1"/>
            <a:r>
              <a:rPr lang="zh-CN" altLang="en-US" sz="2800" b="1" smtClean="0"/>
              <a:t>广度优先搜索（遍历）步骤：</a:t>
            </a:r>
          </a:p>
        </p:txBody>
      </p:sp>
      <p:sp>
        <p:nvSpPr>
          <p:cNvPr id="115716" name="Text Box 4"/>
          <p:cNvSpPr txBox="1">
            <a:spLocks noChangeArrowheads="1"/>
          </p:cNvSpPr>
          <p:nvPr/>
        </p:nvSpPr>
        <p:spPr bwMode="auto">
          <a:xfrm>
            <a:off x="381000" y="914400"/>
            <a:ext cx="8583613" cy="194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marL="457200" indent="-45720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20000"/>
              </a:spcBef>
              <a:buClrTx/>
              <a:buSzTx/>
              <a:buFontTx/>
              <a:buNone/>
            </a:pPr>
            <a:r>
              <a:rPr lang="zh-CN" altLang="en-US" sz="2800">
                <a:solidFill>
                  <a:schemeClr val="accent1"/>
                </a:solidFill>
                <a:latin typeface="Arial" pitchFamily="34" charset="0"/>
                <a:ea typeface="黑体" pitchFamily="49" charset="-122"/>
              </a:rPr>
              <a:t>简单归纳：</a:t>
            </a:r>
          </a:p>
          <a:p>
            <a:pPr eaLnBrk="1" hangingPunct="1">
              <a:spcBef>
                <a:spcPct val="20000"/>
              </a:spcBef>
              <a:buClrTx/>
              <a:buSzTx/>
              <a:buFontTx/>
              <a:buChar char="•"/>
            </a:pPr>
            <a:r>
              <a:rPr lang="zh-CN" altLang="en-US">
                <a:latin typeface="Arial" pitchFamily="34" charset="0"/>
                <a:ea typeface="黑体" pitchFamily="49" charset="-122"/>
              </a:rPr>
              <a:t>在访问了起始点</a:t>
            </a:r>
            <a:r>
              <a:rPr lang="en-US" altLang="zh-CN">
                <a:latin typeface="Arial" pitchFamily="34" charset="0"/>
                <a:ea typeface="黑体" pitchFamily="49" charset="-122"/>
              </a:rPr>
              <a:t>v</a:t>
            </a:r>
            <a:r>
              <a:rPr lang="zh-CN" altLang="en-US">
                <a:latin typeface="Arial" pitchFamily="34" charset="0"/>
                <a:ea typeface="黑体" pitchFamily="49" charset="-122"/>
              </a:rPr>
              <a:t>之后，依次访问 </a:t>
            </a:r>
            <a:r>
              <a:rPr lang="en-US" altLang="zh-CN">
                <a:latin typeface="Arial" pitchFamily="34" charset="0"/>
                <a:ea typeface="黑体" pitchFamily="49" charset="-122"/>
              </a:rPr>
              <a:t>v</a:t>
            </a:r>
            <a:r>
              <a:rPr lang="zh-CN" altLang="en-US">
                <a:latin typeface="Arial" pitchFamily="34" charset="0"/>
                <a:ea typeface="黑体" pitchFamily="49" charset="-122"/>
              </a:rPr>
              <a:t>的邻接点；</a:t>
            </a:r>
          </a:p>
          <a:p>
            <a:pPr eaLnBrk="1" hangingPunct="1">
              <a:spcBef>
                <a:spcPct val="20000"/>
              </a:spcBef>
              <a:buClrTx/>
              <a:buSzTx/>
              <a:buFontTx/>
              <a:buChar char="•"/>
            </a:pPr>
            <a:r>
              <a:rPr lang="zh-CN" altLang="en-US">
                <a:latin typeface="Arial" pitchFamily="34" charset="0"/>
                <a:ea typeface="黑体" pitchFamily="49" charset="-122"/>
              </a:rPr>
              <a:t>然后再依次访问这些顶点中未被访问过的邻接点；</a:t>
            </a:r>
          </a:p>
          <a:p>
            <a:pPr eaLnBrk="1" hangingPunct="1">
              <a:spcBef>
                <a:spcPct val="20000"/>
              </a:spcBef>
              <a:buClrTx/>
              <a:buSzTx/>
              <a:buFontTx/>
              <a:buChar char="•"/>
            </a:pPr>
            <a:r>
              <a:rPr lang="zh-CN" altLang="en-US">
                <a:latin typeface="Arial" pitchFamily="34" charset="0"/>
                <a:ea typeface="黑体" pitchFamily="49" charset="-122"/>
              </a:rPr>
              <a:t>直到所有顶点都被访问过为止。</a:t>
            </a:r>
          </a:p>
        </p:txBody>
      </p:sp>
      <p:sp>
        <p:nvSpPr>
          <p:cNvPr id="115717" name="Rectangle 5"/>
          <p:cNvSpPr>
            <a:spLocks noChangeArrowheads="1"/>
          </p:cNvSpPr>
          <p:nvPr/>
        </p:nvSpPr>
        <p:spPr bwMode="auto">
          <a:xfrm>
            <a:off x="609600" y="3124200"/>
            <a:ext cx="7620000" cy="176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lnSpc>
                <a:spcPct val="105000"/>
              </a:lnSpc>
              <a:spcBef>
                <a:spcPct val="0"/>
              </a:spcBef>
              <a:buClrTx/>
              <a:buSzTx/>
              <a:buFontTx/>
              <a:buNone/>
            </a:pPr>
            <a:r>
              <a:rPr lang="zh-CN" altLang="en-US">
                <a:solidFill>
                  <a:schemeClr val="accent2"/>
                </a:solidFill>
                <a:latin typeface="楷体_GB2312" pitchFamily="49" charset="-122"/>
                <a:ea typeface="楷体_GB2312" pitchFamily="49" charset="-122"/>
              </a:rPr>
              <a:t>广度优先搜索是一种分层的搜索过程，每向前走一步可能访问一批顶点，不像深度优先搜索那样有回退的情况。因此，广度优先搜索不是一个递归的过程，其算法也不是递归的。</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iterate type="lt">
                                    <p:tmPct val="100000"/>
                                  </p:iterate>
                                  <p:childTnLst>
                                    <p:set>
                                      <p:cBhvr>
                                        <p:cTn id="6" dur="1" fill="hold">
                                          <p:stCondLst>
                                            <p:cond delay="0"/>
                                          </p:stCondLst>
                                        </p:cTn>
                                        <p:tgtEl>
                                          <p:spTgt spid="115716">
                                            <p:txEl>
                                              <p:pRg st="0" end="0"/>
                                            </p:txEl>
                                          </p:spTgt>
                                        </p:tgtEl>
                                        <p:attrNameLst>
                                          <p:attrName>style.visibility</p:attrName>
                                        </p:attrNameLst>
                                      </p:cBhvr>
                                      <p:to>
                                        <p:strVal val="visible"/>
                                      </p:to>
                                    </p:set>
                                    <p:animEffect transition="in" filter="wipe(left)">
                                      <p:cBhvr>
                                        <p:cTn id="7" dur="75"/>
                                        <p:tgtEl>
                                          <p:spTgt spid="115716">
                                            <p:txEl>
                                              <p:pRg st="0" end="0"/>
                                            </p:txEl>
                                          </p:spTgt>
                                        </p:tgtEl>
                                      </p:cBhvr>
                                    </p:animEffect>
                                  </p:childTnLst>
                                </p:cTn>
                              </p:par>
                            </p:childTnLst>
                          </p:cTn>
                        </p:par>
                        <p:par>
                          <p:cTn id="8" fill="hold" nodeType="afterGroup">
                            <p:stCondLst>
                              <p:cond delay="375"/>
                            </p:stCondLst>
                            <p:childTnLst>
                              <p:par>
                                <p:cTn id="9" presetID="22" presetClass="entr" presetSubtype="8" fill="hold" grpId="0" nodeType="afterEffect">
                                  <p:stCondLst>
                                    <p:cond delay="0"/>
                                  </p:stCondLst>
                                  <p:iterate type="lt">
                                    <p:tmPct val="100000"/>
                                  </p:iterate>
                                  <p:childTnLst>
                                    <p:set>
                                      <p:cBhvr>
                                        <p:cTn id="10" dur="1" fill="hold">
                                          <p:stCondLst>
                                            <p:cond delay="0"/>
                                          </p:stCondLst>
                                        </p:cTn>
                                        <p:tgtEl>
                                          <p:spTgt spid="115716">
                                            <p:txEl>
                                              <p:pRg st="1" end="1"/>
                                            </p:txEl>
                                          </p:spTgt>
                                        </p:tgtEl>
                                        <p:attrNameLst>
                                          <p:attrName>style.visibility</p:attrName>
                                        </p:attrNameLst>
                                      </p:cBhvr>
                                      <p:to>
                                        <p:strVal val="visible"/>
                                      </p:to>
                                    </p:set>
                                    <p:animEffect transition="in" filter="wipe(left)">
                                      <p:cBhvr>
                                        <p:cTn id="11" dur="75"/>
                                        <p:tgtEl>
                                          <p:spTgt spid="115716">
                                            <p:txEl>
                                              <p:pRg st="1" end="1"/>
                                            </p:txEl>
                                          </p:spTgt>
                                        </p:tgtEl>
                                      </p:cBhvr>
                                    </p:animEffect>
                                  </p:childTnLst>
                                </p:cTn>
                              </p:par>
                            </p:childTnLst>
                          </p:cTn>
                        </p:par>
                        <p:par>
                          <p:cTn id="12" fill="hold" nodeType="afterGroup">
                            <p:stCondLst>
                              <p:cond delay="1950"/>
                            </p:stCondLst>
                            <p:childTnLst>
                              <p:par>
                                <p:cTn id="13" presetID="22" presetClass="entr" presetSubtype="8" fill="hold" grpId="0" nodeType="afterEffect">
                                  <p:stCondLst>
                                    <p:cond delay="0"/>
                                  </p:stCondLst>
                                  <p:iterate type="lt">
                                    <p:tmPct val="100000"/>
                                  </p:iterate>
                                  <p:childTnLst>
                                    <p:set>
                                      <p:cBhvr>
                                        <p:cTn id="14" dur="1" fill="hold">
                                          <p:stCondLst>
                                            <p:cond delay="0"/>
                                          </p:stCondLst>
                                        </p:cTn>
                                        <p:tgtEl>
                                          <p:spTgt spid="115716">
                                            <p:txEl>
                                              <p:pRg st="2" end="2"/>
                                            </p:txEl>
                                          </p:spTgt>
                                        </p:tgtEl>
                                        <p:attrNameLst>
                                          <p:attrName>style.visibility</p:attrName>
                                        </p:attrNameLst>
                                      </p:cBhvr>
                                      <p:to>
                                        <p:strVal val="visible"/>
                                      </p:to>
                                    </p:set>
                                    <p:animEffect transition="in" filter="wipe(left)">
                                      <p:cBhvr>
                                        <p:cTn id="15" dur="75"/>
                                        <p:tgtEl>
                                          <p:spTgt spid="115716">
                                            <p:txEl>
                                              <p:pRg st="2" end="2"/>
                                            </p:txEl>
                                          </p:spTgt>
                                        </p:tgtEl>
                                      </p:cBhvr>
                                    </p:animEffect>
                                  </p:childTnLst>
                                </p:cTn>
                              </p:par>
                            </p:childTnLst>
                          </p:cTn>
                        </p:par>
                        <p:par>
                          <p:cTn id="16" fill="hold" nodeType="afterGroup">
                            <p:stCondLst>
                              <p:cond delay="3600"/>
                            </p:stCondLst>
                            <p:childTnLst>
                              <p:par>
                                <p:cTn id="17" presetID="22" presetClass="entr" presetSubtype="8" fill="hold" grpId="0" nodeType="afterEffect">
                                  <p:stCondLst>
                                    <p:cond delay="0"/>
                                  </p:stCondLst>
                                  <p:iterate type="lt">
                                    <p:tmPct val="100000"/>
                                  </p:iterate>
                                  <p:childTnLst>
                                    <p:set>
                                      <p:cBhvr>
                                        <p:cTn id="18" dur="1" fill="hold">
                                          <p:stCondLst>
                                            <p:cond delay="0"/>
                                          </p:stCondLst>
                                        </p:cTn>
                                        <p:tgtEl>
                                          <p:spTgt spid="115716">
                                            <p:txEl>
                                              <p:pRg st="3" end="3"/>
                                            </p:txEl>
                                          </p:spTgt>
                                        </p:tgtEl>
                                        <p:attrNameLst>
                                          <p:attrName>style.visibility</p:attrName>
                                        </p:attrNameLst>
                                      </p:cBhvr>
                                      <p:to>
                                        <p:strVal val="visible"/>
                                      </p:to>
                                    </p:set>
                                    <p:animEffect transition="in" filter="wipe(left)">
                                      <p:cBhvr>
                                        <p:cTn id="19" dur="75"/>
                                        <p:tgtEl>
                                          <p:spTgt spid="115716">
                                            <p:txEl>
                                              <p:pRg st="3" end="3"/>
                                            </p:txEl>
                                          </p:spTgt>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15717"/>
                                        </p:tgtEl>
                                        <p:attrNameLst>
                                          <p:attrName>style.visibility</p:attrName>
                                        </p:attrNameLst>
                                      </p:cBhvr>
                                      <p:to>
                                        <p:strVal val="visible"/>
                                      </p:to>
                                    </p:set>
                                    <p:anim calcmode="lin" valueType="num">
                                      <p:cBhvr>
                                        <p:cTn id="24" dur="500" fill="hold"/>
                                        <p:tgtEl>
                                          <p:spTgt spid="115717"/>
                                        </p:tgtEl>
                                        <p:attrNameLst>
                                          <p:attrName>ppt_w</p:attrName>
                                        </p:attrNameLst>
                                      </p:cBhvr>
                                      <p:tavLst>
                                        <p:tav tm="0">
                                          <p:val>
                                            <p:fltVal val="0"/>
                                          </p:val>
                                        </p:tav>
                                        <p:tav tm="100000">
                                          <p:val>
                                            <p:strVal val="#ppt_w"/>
                                          </p:val>
                                        </p:tav>
                                      </p:tavLst>
                                    </p:anim>
                                    <p:anim calcmode="lin" valueType="num">
                                      <p:cBhvr>
                                        <p:cTn id="25" dur="500" fill="hold"/>
                                        <p:tgtEl>
                                          <p:spTgt spid="1157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716" grpId="0" build="p" autoUpdateAnimBg="0" advAuto="0"/>
      <p:bldP spid="115717" grpId="0"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Group 2"/>
          <p:cNvGrpSpPr>
            <a:grpSpLocks/>
          </p:cNvGrpSpPr>
          <p:nvPr/>
        </p:nvGrpSpPr>
        <p:grpSpPr bwMode="auto">
          <a:xfrm>
            <a:off x="4495800" y="1066800"/>
            <a:ext cx="4267200" cy="5410200"/>
            <a:chOff x="2832" y="672"/>
            <a:chExt cx="2688" cy="3408"/>
          </a:xfrm>
        </p:grpSpPr>
        <p:graphicFrame>
          <p:nvGraphicFramePr>
            <p:cNvPr id="39955" name="Object 4"/>
            <p:cNvGraphicFramePr>
              <a:graphicFrameLocks noChangeAspect="1"/>
            </p:cNvGraphicFramePr>
            <p:nvPr/>
          </p:nvGraphicFramePr>
          <p:xfrm>
            <a:off x="2832" y="672"/>
            <a:ext cx="2688" cy="3408"/>
          </p:xfrm>
          <a:graphic>
            <a:graphicData uri="http://schemas.openxmlformats.org/presentationml/2006/ole">
              <mc:AlternateContent xmlns:mc="http://schemas.openxmlformats.org/markup-compatibility/2006">
                <mc:Choice xmlns:v="urn:schemas-microsoft-com:vml" Requires="v">
                  <p:oleObj spid="_x0000_s39963" name="Image" r:id="rId3" imgW="1874762" imgH="3384146" progId="">
                    <p:embed/>
                  </p:oleObj>
                </mc:Choice>
                <mc:Fallback>
                  <p:oleObj name="Image" r:id="rId3" imgW="1874762" imgH="3384146" progId="">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2" y="672"/>
                          <a:ext cx="2688" cy="34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956" name="Rectangle 4"/>
            <p:cNvSpPr>
              <a:spLocks noChangeArrowheads="1"/>
            </p:cNvSpPr>
            <p:nvPr/>
          </p:nvSpPr>
          <p:spPr bwMode="auto">
            <a:xfrm>
              <a:off x="2880" y="816"/>
              <a:ext cx="144" cy="24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pSp>
      <p:graphicFrame>
        <p:nvGraphicFramePr>
          <p:cNvPr id="116741" name="Object 2"/>
          <p:cNvGraphicFramePr>
            <a:graphicFrameLocks noChangeAspect="1"/>
          </p:cNvGraphicFramePr>
          <p:nvPr/>
        </p:nvGraphicFramePr>
        <p:xfrm>
          <a:off x="304800" y="3049588"/>
          <a:ext cx="3581400" cy="3046412"/>
        </p:xfrm>
        <a:graphic>
          <a:graphicData uri="http://schemas.openxmlformats.org/presentationml/2006/ole">
            <mc:AlternateContent xmlns:mc="http://schemas.openxmlformats.org/markup-compatibility/2006">
              <mc:Choice xmlns:v="urn:schemas-microsoft-com:vml" Requires="v">
                <p:oleObj spid="_x0000_s39964" name="Image" r:id="rId5" imgW="1870189" imgH="1668995" progId="">
                  <p:embed/>
                </p:oleObj>
              </mc:Choice>
              <mc:Fallback>
                <p:oleObj name="Image" r:id="rId5" imgW="1870189" imgH="1668995" progId="">
                  <p:embed/>
                  <p:pic>
                    <p:nvPicPr>
                      <p:cNvPr id="0" name="Object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800" y="3049588"/>
                        <a:ext cx="3581400" cy="3046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6742" name="Rectangle 6"/>
          <p:cNvSpPr>
            <a:spLocks noGrp="1" noChangeArrowheads="1"/>
          </p:cNvSpPr>
          <p:nvPr>
            <p:ph type="title"/>
          </p:nvPr>
        </p:nvSpPr>
        <p:spPr>
          <a:xfrm>
            <a:off x="152400" y="120650"/>
            <a:ext cx="4876800" cy="488950"/>
          </a:xfrm>
        </p:spPr>
        <p:txBody>
          <a:bodyPr/>
          <a:lstStyle/>
          <a:p>
            <a:pPr eaLnBrk="1" hangingPunct="1"/>
            <a:r>
              <a:rPr lang="zh-CN" altLang="en-US" sz="2600" b="1" smtClean="0"/>
              <a:t>讨论</a:t>
            </a:r>
            <a:r>
              <a:rPr lang="en-US" altLang="zh-CN" sz="2600" b="1" smtClean="0"/>
              <a:t>1</a:t>
            </a:r>
            <a:r>
              <a:rPr lang="zh-CN" altLang="en-US" sz="2600" b="1" smtClean="0"/>
              <a:t>：</a:t>
            </a:r>
            <a:r>
              <a:rPr lang="zh-CN" altLang="en-US" sz="2600" b="1" smtClean="0">
                <a:solidFill>
                  <a:srgbClr val="006600"/>
                </a:solidFill>
              </a:rPr>
              <a:t>计算机如何实现</a:t>
            </a:r>
            <a:r>
              <a:rPr lang="en-US" altLang="zh-CN" sz="2600" b="1" smtClean="0">
                <a:solidFill>
                  <a:srgbClr val="006600"/>
                </a:solidFill>
              </a:rPr>
              <a:t>BFS</a:t>
            </a:r>
            <a:r>
              <a:rPr lang="zh-CN" altLang="en-US" sz="2600" b="1" smtClean="0">
                <a:solidFill>
                  <a:srgbClr val="006600"/>
                </a:solidFill>
              </a:rPr>
              <a:t>？</a:t>
            </a:r>
            <a:endParaRPr lang="zh-CN" altLang="en-US" sz="2600" b="1" smtClean="0">
              <a:solidFill>
                <a:schemeClr val="accent2"/>
              </a:solidFill>
            </a:endParaRPr>
          </a:p>
        </p:txBody>
      </p:sp>
      <p:sp>
        <p:nvSpPr>
          <p:cNvPr id="116743" name="Text Box 7"/>
          <p:cNvSpPr txBox="1">
            <a:spLocks noChangeArrowheads="1"/>
          </p:cNvSpPr>
          <p:nvPr/>
        </p:nvSpPr>
        <p:spPr bwMode="auto">
          <a:xfrm>
            <a:off x="762000" y="2819400"/>
            <a:ext cx="2514600" cy="369888"/>
          </a:xfrm>
          <a:prstGeom prst="rect">
            <a:avLst/>
          </a:prstGeom>
          <a:solidFill>
            <a:srgbClr val="CCFFFF"/>
          </a:solidFill>
          <a:ln w="9525">
            <a:solidFill>
              <a:schemeClr val="tx1"/>
            </a:solidFill>
            <a:miter lim="800000"/>
            <a:headEnd/>
            <a:tailEnd/>
          </a:ln>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1800">
                <a:solidFill>
                  <a:srgbClr val="FF0000"/>
                </a:solidFill>
                <a:latin typeface="Arial" pitchFamily="34" charset="0"/>
                <a:ea typeface="仿宋_GB2312" pitchFamily="49" charset="-122"/>
              </a:rPr>
              <a:t>邻接表</a:t>
            </a:r>
          </a:p>
        </p:txBody>
      </p:sp>
      <p:sp>
        <p:nvSpPr>
          <p:cNvPr id="116745" name="Rectangle 9"/>
          <p:cNvSpPr>
            <a:spLocks noChangeArrowheads="1"/>
          </p:cNvSpPr>
          <p:nvPr/>
        </p:nvSpPr>
        <p:spPr bwMode="auto">
          <a:xfrm>
            <a:off x="4802188" y="15875"/>
            <a:ext cx="4113212"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solidFill>
                  <a:schemeClr val="tx2"/>
                </a:solidFill>
                <a:latin typeface="Arial" pitchFamily="34" charset="0"/>
              </a:rPr>
              <a:t>——</a:t>
            </a:r>
            <a:r>
              <a:rPr lang="zh-CN" altLang="en-US" sz="1800">
                <a:solidFill>
                  <a:schemeClr val="tx2"/>
                </a:solidFill>
                <a:latin typeface="楷体_GB2312" pitchFamily="49" charset="-122"/>
                <a:ea typeface="楷体_GB2312" pitchFamily="49" charset="-122"/>
              </a:rPr>
              <a:t>除辅助数组</a:t>
            </a:r>
            <a:r>
              <a:rPr lang="en-US" altLang="zh-CN" sz="1800" i="1">
                <a:solidFill>
                  <a:schemeClr val="tx2"/>
                </a:solidFill>
                <a:latin typeface="Arial" pitchFamily="34" charset="0"/>
                <a:ea typeface="楷体_GB2312" pitchFamily="49" charset="-122"/>
              </a:rPr>
              <a:t>visited</a:t>
            </a:r>
            <a:r>
              <a:rPr lang="en-US" altLang="zh-CN" sz="1800">
                <a:solidFill>
                  <a:schemeClr val="tx2"/>
                </a:solidFill>
                <a:latin typeface="Arial" pitchFamily="34" charset="0"/>
                <a:ea typeface="楷体_GB2312" pitchFamily="49" charset="-122"/>
              </a:rPr>
              <a:t> [n ]</a:t>
            </a:r>
            <a:r>
              <a:rPr lang="zh-CN" altLang="en-US" sz="1800">
                <a:solidFill>
                  <a:schemeClr val="tx2"/>
                </a:solidFill>
                <a:latin typeface="Arial" pitchFamily="34" charset="0"/>
                <a:ea typeface="楷体_GB2312" pitchFamily="49" charset="-122"/>
              </a:rPr>
              <a:t>外，还需再开一辅助队列！</a:t>
            </a:r>
          </a:p>
        </p:txBody>
      </p:sp>
      <p:sp>
        <p:nvSpPr>
          <p:cNvPr id="116746" name="Rectangle 10"/>
          <p:cNvSpPr>
            <a:spLocks noChangeArrowheads="1"/>
          </p:cNvSpPr>
          <p:nvPr/>
        </p:nvSpPr>
        <p:spPr bwMode="auto">
          <a:xfrm>
            <a:off x="0" y="685800"/>
            <a:ext cx="11874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1800">
                <a:solidFill>
                  <a:schemeClr val="accent1"/>
                </a:solidFill>
                <a:latin typeface="黑体" pitchFamily="49" charset="-122"/>
                <a:ea typeface="黑体" pitchFamily="49" charset="-122"/>
              </a:rPr>
              <a:t>例：</a:t>
            </a:r>
          </a:p>
        </p:txBody>
      </p:sp>
      <p:graphicFrame>
        <p:nvGraphicFramePr>
          <p:cNvPr id="116747" name="Object 3"/>
          <p:cNvGraphicFramePr>
            <a:graphicFrameLocks noChangeAspect="1"/>
          </p:cNvGraphicFramePr>
          <p:nvPr/>
        </p:nvGraphicFramePr>
        <p:xfrm>
          <a:off x="990600" y="838200"/>
          <a:ext cx="2286000" cy="1905000"/>
        </p:xfrm>
        <a:graphic>
          <a:graphicData uri="http://schemas.openxmlformats.org/presentationml/2006/ole">
            <mc:AlternateContent xmlns:mc="http://schemas.openxmlformats.org/markup-compatibility/2006">
              <mc:Choice xmlns:v="urn:schemas-microsoft-com:vml" Requires="v">
                <p:oleObj spid="_x0000_s39965" name="Image" r:id="rId7" imgW="1307927" imgH="1271180" progId="">
                  <p:embed/>
                </p:oleObj>
              </mc:Choice>
              <mc:Fallback>
                <p:oleObj name="Image" r:id="rId7" imgW="1307927" imgH="1271180" progId="">
                  <p:embed/>
                  <p:pic>
                    <p:nvPicPr>
                      <p:cNvPr id="0" name="Object 3"/>
                      <p:cNvPicPr>
                        <a:picLocks noChangeAspect="1" noChangeArrowheads="1"/>
                      </p:cNvPicPr>
                      <p:nvPr/>
                    </p:nvPicPr>
                    <p:blipFill>
                      <a:blip r:embed="rId8">
                        <a:extLst>
                          <a:ext uri="{28A0092B-C50C-407E-A947-70E740481C1C}">
                            <a14:useLocalDpi xmlns:a14="http://schemas.microsoft.com/office/drawing/2010/main" val="0"/>
                          </a:ext>
                        </a:extLst>
                      </a:blip>
                      <a:srcRect t="6862" b="7362"/>
                      <a:stretch>
                        <a:fillRect/>
                      </a:stretch>
                    </p:blipFill>
                    <p:spPr bwMode="auto">
                      <a:xfrm>
                        <a:off x="990600" y="838200"/>
                        <a:ext cx="2286000" cy="190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6748" name="AutoShape 12"/>
          <p:cNvSpPr>
            <a:spLocks noChangeArrowheads="1"/>
          </p:cNvSpPr>
          <p:nvPr/>
        </p:nvSpPr>
        <p:spPr bwMode="auto">
          <a:xfrm>
            <a:off x="0" y="1143000"/>
            <a:ext cx="990600" cy="457200"/>
          </a:xfrm>
          <a:prstGeom prst="wedgeEllipseCallout">
            <a:avLst>
              <a:gd name="adj1" fmla="val 50319"/>
              <a:gd name="adj2" fmla="val 80556"/>
            </a:avLst>
          </a:prstGeom>
          <a:solidFill>
            <a:srgbClr val="00FFFF"/>
          </a:solidFill>
          <a:ln w="9525">
            <a:solidFill>
              <a:schemeClr val="tx1"/>
            </a:solidFill>
            <a:miter lim="800000"/>
            <a:headEnd/>
            <a:tailEnd/>
          </a:ln>
        </p:spPr>
        <p:txBody>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2000">
                <a:solidFill>
                  <a:srgbClr val="FF0000"/>
                </a:solidFill>
                <a:latin typeface="Arial" pitchFamily="34" charset="0"/>
              </a:rPr>
              <a:t>起点</a:t>
            </a:r>
          </a:p>
        </p:txBody>
      </p:sp>
      <p:sp>
        <p:nvSpPr>
          <p:cNvPr id="116749" name="Text Box 13"/>
          <p:cNvSpPr txBox="1">
            <a:spLocks noChangeArrowheads="1"/>
          </p:cNvSpPr>
          <p:nvPr/>
        </p:nvSpPr>
        <p:spPr bwMode="auto">
          <a:xfrm>
            <a:off x="4953000" y="838200"/>
            <a:ext cx="2514600" cy="369888"/>
          </a:xfrm>
          <a:prstGeom prst="rect">
            <a:avLst/>
          </a:prstGeom>
          <a:solidFill>
            <a:srgbClr val="CCFFFF"/>
          </a:solidFill>
          <a:ln w="9525">
            <a:solidFill>
              <a:schemeClr val="tx1"/>
            </a:solidFill>
            <a:miter lim="800000"/>
            <a:headEnd/>
            <a:tailEnd/>
          </a:ln>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zh-CN" altLang="en-US" sz="1800">
                <a:solidFill>
                  <a:srgbClr val="FF0000"/>
                </a:solidFill>
                <a:latin typeface="Arial" pitchFamily="34" charset="0"/>
                <a:ea typeface="楷体_GB2312" pitchFamily="49" charset="-122"/>
              </a:rPr>
              <a:t>辅助队列</a:t>
            </a:r>
          </a:p>
        </p:txBody>
      </p:sp>
      <p:sp>
        <p:nvSpPr>
          <p:cNvPr id="116750" name="Rectangle 14"/>
          <p:cNvSpPr>
            <a:spLocks noChangeArrowheads="1"/>
          </p:cNvSpPr>
          <p:nvPr/>
        </p:nvSpPr>
        <p:spPr bwMode="auto">
          <a:xfrm>
            <a:off x="7162800" y="3276600"/>
            <a:ext cx="1738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2000">
                <a:solidFill>
                  <a:schemeClr val="bg1"/>
                </a:solidFill>
                <a:latin typeface="Arial" pitchFamily="34" charset="0"/>
                <a:ea typeface="楷体_GB2312" pitchFamily="49" charset="-122"/>
              </a:rPr>
              <a:t>v2</a:t>
            </a:r>
            <a:r>
              <a:rPr lang="zh-CN" altLang="en-US" sz="2000">
                <a:solidFill>
                  <a:schemeClr val="bg1"/>
                </a:solidFill>
                <a:latin typeface="Arial" pitchFamily="34" charset="0"/>
                <a:ea typeface="楷体_GB2312" pitchFamily="49" charset="-122"/>
              </a:rPr>
              <a:t>已访问过了</a:t>
            </a:r>
          </a:p>
        </p:txBody>
      </p:sp>
      <p:sp>
        <p:nvSpPr>
          <p:cNvPr id="116751" name="AutoShape 15"/>
          <p:cNvSpPr>
            <a:spLocks noChangeArrowheads="1"/>
          </p:cNvSpPr>
          <p:nvPr/>
        </p:nvSpPr>
        <p:spPr bwMode="auto">
          <a:xfrm>
            <a:off x="2590800" y="6248400"/>
            <a:ext cx="2514600" cy="457200"/>
          </a:xfrm>
          <a:prstGeom prst="wedgeRectCallout">
            <a:avLst>
              <a:gd name="adj1" fmla="val 44759"/>
              <a:gd name="adj2" fmla="val -108681"/>
            </a:avLst>
          </a:prstGeom>
          <a:noFill/>
          <a:ln w="9525">
            <a:solidFill>
              <a:schemeClr val="tx1"/>
            </a:solidFill>
            <a:miter lim="800000"/>
            <a:headEnd/>
            <a:tailEnd/>
          </a:ln>
          <a:effectLst/>
        </p:spPr>
        <p:txBody>
          <a:bodyPr/>
          <a:lstStyle/>
          <a:p>
            <a:pPr algn="ctr" eaLnBrk="1" hangingPunct="1">
              <a:defRPr/>
            </a:pPr>
            <a:r>
              <a:rPr lang="en-US" altLang="zh-CN">
                <a:solidFill>
                  <a:schemeClr val="tx2"/>
                </a:solidFill>
                <a:effectLst>
                  <a:outerShdw blurRad="38100" dist="38100" dir="2700000" algn="tl">
                    <a:srgbClr val="C0C0C0"/>
                  </a:outerShdw>
                </a:effectLst>
                <a:ea typeface="楷体_GB2312" pitchFamily="49" charset="-122"/>
              </a:rPr>
              <a:t>BFS </a:t>
            </a:r>
            <a:r>
              <a:rPr lang="zh-CN" altLang="en-US">
                <a:solidFill>
                  <a:schemeClr val="tx2"/>
                </a:solidFill>
                <a:effectLst>
                  <a:outerShdw blurRad="38100" dist="38100" dir="2700000" algn="tl">
                    <a:srgbClr val="C0C0C0"/>
                  </a:outerShdw>
                </a:effectLst>
                <a:latin typeface="楷体_GB2312" pitchFamily="49" charset="-122"/>
                <a:ea typeface="楷体_GB2312" pitchFamily="49" charset="-122"/>
              </a:rPr>
              <a:t>遍历结果</a:t>
            </a:r>
          </a:p>
        </p:txBody>
      </p:sp>
      <p:sp>
        <p:nvSpPr>
          <p:cNvPr id="116752" name="Oval 16"/>
          <p:cNvSpPr>
            <a:spLocks noChangeArrowheads="1"/>
          </p:cNvSpPr>
          <p:nvPr/>
        </p:nvSpPr>
        <p:spPr bwMode="auto">
          <a:xfrm>
            <a:off x="7162800" y="1600200"/>
            <a:ext cx="990600" cy="5334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16753" name="Rectangle 17"/>
          <p:cNvSpPr>
            <a:spLocks noChangeArrowheads="1"/>
          </p:cNvSpPr>
          <p:nvPr/>
        </p:nvSpPr>
        <p:spPr bwMode="auto">
          <a:xfrm>
            <a:off x="8153400" y="1600200"/>
            <a:ext cx="9509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2000">
                <a:solidFill>
                  <a:schemeClr val="bg1"/>
                </a:solidFill>
                <a:latin typeface="Arial" pitchFamily="34" charset="0"/>
                <a:ea typeface="楷体_GB2312" pitchFamily="49" charset="-122"/>
              </a:rPr>
              <a:t>入队！</a:t>
            </a:r>
          </a:p>
        </p:txBody>
      </p:sp>
      <p:sp>
        <p:nvSpPr>
          <p:cNvPr id="116754" name="AutoShape 18"/>
          <p:cNvSpPr>
            <a:spLocks noChangeArrowheads="1"/>
          </p:cNvSpPr>
          <p:nvPr/>
        </p:nvSpPr>
        <p:spPr bwMode="auto">
          <a:xfrm>
            <a:off x="7620000" y="914400"/>
            <a:ext cx="1600200" cy="304800"/>
          </a:xfrm>
          <a:prstGeom prst="wedgeRectCallout">
            <a:avLst>
              <a:gd name="adj1" fmla="val -82042"/>
              <a:gd name="adj2" fmla="val 176565"/>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zh-CN" altLang="en-US" sz="1800">
                <a:solidFill>
                  <a:srgbClr val="FF0000"/>
                </a:solidFill>
                <a:latin typeface="Arial" pitchFamily="34" charset="0"/>
              </a:rPr>
              <a:t>初始</a:t>
            </a:r>
            <a:r>
              <a:rPr lang="en-US" altLang="zh-CN" sz="1800">
                <a:solidFill>
                  <a:srgbClr val="FF0000"/>
                </a:solidFill>
                <a:latin typeface="Arial" pitchFamily="34" charset="0"/>
              </a:rPr>
              <a:t>f=n-1,r=0</a:t>
            </a:r>
          </a:p>
        </p:txBody>
      </p:sp>
      <p:sp>
        <p:nvSpPr>
          <p:cNvPr id="116755" name="Oval 19"/>
          <p:cNvSpPr>
            <a:spLocks noChangeArrowheads="1"/>
          </p:cNvSpPr>
          <p:nvPr/>
        </p:nvSpPr>
        <p:spPr bwMode="auto">
          <a:xfrm>
            <a:off x="609600" y="3810000"/>
            <a:ext cx="304800" cy="3810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16756" name="Oval 20"/>
          <p:cNvSpPr>
            <a:spLocks noChangeArrowheads="1"/>
          </p:cNvSpPr>
          <p:nvPr/>
        </p:nvSpPr>
        <p:spPr bwMode="auto">
          <a:xfrm>
            <a:off x="5257800" y="3429000"/>
            <a:ext cx="609600" cy="3048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116757" name="Oval 21"/>
          <p:cNvSpPr>
            <a:spLocks noChangeArrowheads="1"/>
          </p:cNvSpPr>
          <p:nvPr/>
        </p:nvSpPr>
        <p:spPr bwMode="auto">
          <a:xfrm>
            <a:off x="533400" y="3429000"/>
            <a:ext cx="381000" cy="304800"/>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11674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3" presetClass="entr" presetSubtype="16" fill="hold" grpId="0" nodeType="clickEffect">
                                  <p:stCondLst>
                                    <p:cond delay="0"/>
                                  </p:stCondLst>
                                  <p:childTnLst>
                                    <p:set>
                                      <p:cBhvr>
                                        <p:cTn id="10" dur="1" fill="hold">
                                          <p:stCondLst>
                                            <p:cond delay="0"/>
                                          </p:stCondLst>
                                        </p:cTn>
                                        <p:tgtEl>
                                          <p:spTgt spid="116745"/>
                                        </p:tgtEl>
                                        <p:attrNameLst>
                                          <p:attrName>style.visibility</p:attrName>
                                        </p:attrNameLst>
                                      </p:cBhvr>
                                      <p:to>
                                        <p:strVal val="visible"/>
                                      </p:to>
                                    </p:set>
                                    <p:anim calcmode="lin" valueType="num">
                                      <p:cBhvr>
                                        <p:cTn id="11" dur="500" fill="hold"/>
                                        <p:tgtEl>
                                          <p:spTgt spid="116745"/>
                                        </p:tgtEl>
                                        <p:attrNameLst>
                                          <p:attrName>ppt_w</p:attrName>
                                        </p:attrNameLst>
                                      </p:cBhvr>
                                      <p:tavLst>
                                        <p:tav tm="0">
                                          <p:val>
                                            <p:fltVal val="0"/>
                                          </p:val>
                                        </p:tav>
                                        <p:tav tm="100000">
                                          <p:val>
                                            <p:strVal val="#ppt_w"/>
                                          </p:val>
                                        </p:tav>
                                      </p:tavLst>
                                    </p:anim>
                                    <p:anim calcmode="lin" valueType="num">
                                      <p:cBhvr>
                                        <p:cTn id="12" dur="500" fill="hold"/>
                                        <p:tgtEl>
                                          <p:spTgt spid="116745"/>
                                        </p:tgtEl>
                                        <p:attrNameLst>
                                          <p:attrName>ppt_h</p:attrName>
                                        </p:attrNameLst>
                                      </p:cBhvr>
                                      <p:tavLst>
                                        <p:tav tm="0">
                                          <p:val>
                                            <p:fltVal val="0"/>
                                          </p:val>
                                        </p:tav>
                                        <p:tav tm="100000">
                                          <p:val>
                                            <p:strVal val="#ppt_h"/>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6746"/>
                                        </p:tgtEl>
                                        <p:attrNameLst>
                                          <p:attrName>style.visibility</p:attrName>
                                        </p:attrNameLst>
                                      </p:cBhvr>
                                      <p:to>
                                        <p:strVal val="visible"/>
                                      </p:to>
                                    </p:set>
                                    <p:anim calcmode="lin" valueType="num">
                                      <p:cBhvr additive="base">
                                        <p:cTn id="17" dur="500" fill="hold"/>
                                        <p:tgtEl>
                                          <p:spTgt spid="116746"/>
                                        </p:tgtEl>
                                        <p:attrNameLst>
                                          <p:attrName>ppt_x</p:attrName>
                                        </p:attrNameLst>
                                      </p:cBhvr>
                                      <p:tavLst>
                                        <p:tav tm="0">
                                          <p:val>
                                            <p:strVal val="0-#ppt_w/2"/>
                                          </p:val>
                                        </p:tav>
                                        <p:tav tm="100000">
                                          <p:val>
                                            <p:strVal val="#ppt_x"/>
                                          </p:val>
                                        </p:tav>
                                      </p:tavLst>
                                    </p:anim>
                                    <p:anim calcmode="lin" valueType="num">
                                      <p:cBhvr additive="base">
                                        <p:cTn id="18" dur="500" fill="hold"/>
                                        <p:tgtEl>
                                          <p:spTgt spid="116746"/>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499"/>
                                          </p:stCondLst>
                                        </p:cTn>
                                        <p:tgtEl>
                                          <p:spTgt spid="116747"/>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116748"/>
                                        </p:tgtEl>
                                        <p:attrNameLst>
                                          <p:attrName>style.visibility</p:attrName>
                                        </p:attrNameLst>
                                      </p:cBhvr>
                                      <p:to>
                                        <p:strVal val="visible"/>
                                      </p:to>
                                    </p:set>
                                    <p:anim calcmode="lin" valueType="num">
                                      <p:cBhvr additive="base">
                                        <p:cTn id="27" dur="500" fill="hold"/>
                                        <p:tgtEl>
                                          <p:spTgt spid="116748"/>
                                        </p:tgtEl>
                                        <p:attrNameLst>
                                          <p:attrName>ppt_x</p:attrName>
                                        </p:attrNameLst>
                                      </p:cBhvr>
                                      <p:tavLst>
                                        <p:tav tm="0">
                                          <p:val>
                                            <p:strVal val="0-#ppt_w/2"/>
                                          </p:val>
                                        </p:tav>
                                        <p:tav tm="100000">
                                          <p:val>
                                            <p:strVal val="#ppt_x"/>
                                          </p:val>
                                        </p:tav>
                                      </p:tavLst>
                                    </p:anim>
                                    <p:anim calcmode="lin" valueType="num">
                                      <p:cBhvr additive="base">
                                        <p:cTn id="28" dur="500" fill="hold"/>
                                        <p:tgtEl>
                                          <p:spTgt spid="116748"/>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16743"/>
                                        </p:tgtEl>
                                        <p:attrNameLst>
                                          <p:attrName>style.visibility</p:attrName>
                                        </p:attrNameLst>
                                      </p:cBhvr>
                                      <p:to>
                                        <p:strVal val="visible"/>
                                      </p:to>
                                    </p:set>
                                    <p:animEffect transition="in" filter="wipe(left)">
                                      <p:cBhvr>
                                        <p:cTn id="33" dur="500"/>
                                        <p:tgtEl>
                                          <p:spTgt spid="116743"/>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1" fill="hold" nodeType="clickEffect">
                                  <p:stCondLst>
                                    <p:cond delay="0"/>
                                  </p:stCondLst>
                                  <p:childTnLst>
                                    <p:set>
                                      <p:cBhvr>
                                        <p:cTn id="37" dur="1" fill="hold">
                                          <p:stCondLst>
                                            <p:cond delay="0"/>
                                          </p:stCondLst>
                                        </p:cTn>
                                        <p:tgtEl>
                                          <p:spTgt spid="116741"/>
                                        </p:tgtEl>
                                        <p:attrNameLst>
                                          <p:attrName>style.visibility</p:attrName>
                                        </p:attrNameLst>
                                      </p:cBhvr>
                                      <p:to>
                                        <p:strVal val="visible"/>
                                      </p:to>
                                    </p:set>
                                    <p:animEffect transition="in" filter="wipe(up)">
                                      <p:cBhvr>
                                        <p:cTn id="38" dur="500"/>
                                        <p:tgtEl>
                                          <p:spTgt spid="116741"/>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116749"/>
                                        </p:tgtEl>
                                        <p:attrNameLst>
                                          <p:attrName>style.visibility</p:attrName>
                                        </p:attrNameLst>
                                      </p:cBhvr>
                                      <p:to>
                                        <p:strVal val="visible"/>
                                      </p:to>
                                    </p:set>
                                    <p:anim calcmode="lin" valueType="num">
                                      <p:cBhvr>
                                        <p:cTn id="43" dur="500" fill="hold"/>
                                        <p:tgtEl>
                                          <p:spTgt spid="116749"/>
                                        </p:tgtEl>
                                        <p:attrNameLst>
                                          <p:attrName>ppt_w</p:attrName>
                                        </p:attrNameLst>
                                      </p:cBhvr>
                                      <p:tavLst>
                                        <p:tav tm="0">
                                          <p:val>
                                            <p:fltVal val="0"/>
                                          </p:val>
                                        </p:tav>
                                        <p:tav tm="100000">
                                          <p:val>
                                            <p:strVal val="#ppt_w"/>
                                          </p:val>
                                        </p:tav>
                                      </p:tavLst>
                                    </p:anim>
                                    <p:anim calcmode="lin" valueType="num">
                                      <p:cBhvr>
                                        <p:cTn id="44" dur="500" fill="hold"/>
                                        <p:tgtEl>
                                          <p:spTgt spid="116749"/>
                                        </p:tgtEl>
                                        <p:attrNameLst>
                                          <p:attrName>ppt_h</p:attrName>
                                        </p:attrNameLst>
                                      </p:cBhvr>
                                      <p:tavLst>
                                        <p:tav tm="0">
                                          <p:val>
                                            <p:fltVal val="0"/>
                                          </p:val>
                                        </p:tav>
                                        <p:tav tm="100000">
                                          <p:val>
                                            <p:strVal val="#ppt_h"/>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1" fill="hold" nodeType="clickEffect">
                                  <p:stCondLst>
                                    <p:cond delay="0"/>
                                  </p:stCondLst>
                                  <p:childTnLst>
                                    <p:set>
                                      <p:cBhvr>
                                        <p:cTn id="48" dur="1" fill="hold">
                                          <p:stCondLst>
                                            <p:cond delay="0"/>
                                          </p:stCondLst>
                                        </p:cTn>
                                        <p:tgtEl>
                                          <p:spTgt spid="2"/>
                                        </p:tgtEl>
                                        <p:attrNameLst>
                                          <p:attrName>style.visibility</p:attrName>
                                        </p:attrNameLst>
                                      </p:cBhvr>
                                      <p:to>
                                        <p:strVal val="visible"/>
                                      </p:to>
                                    </p:set>
                                    <p:animEffect transition="in" filter="wipe(up)">
                                      <p:cBhvr>
                                        <p:cTn id="49" dur="500"/>
                                        <p:tgtEl>
                                          <p:spTgt spid="2"/>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2" fill="hold" grpId="0" nodeType="clickEffect">
                                  <p:stCondLst>
                                    <p:cond delay="0"/>
                                  </p:stCondLst>
                                  <p:childTnLst>
                                    <p:set>
                                      <p:cBhvr>
                                        <p:cTn id="53" dur="1" fill="hold">
                                          <p:stCondLst>
                                            <p:cond delay="0"/>
                                          </p:stCondLst>
                                        </p:cTn>
                                        <p:tgtEl>
                                          <p:spTgt spid="116754"/>
                                        </p:tgtEl>
                                        <p:attrNameLst>
                                          <p:attrName>style.visibility</p:attrName>
                                        </p:attrNameLst>
                                      </p:cBhvr>
                                      <p:to>
                                        <p:strVal val="visible"/>
                                      </p:to>
                                    </p:set>
                                    <p:anim calcmode="lin" valueType="num">
                                      <p:cBhvr additive="base">
                                        <p:cTn id="54" dur="500" fill="hold"/>
                                        <p:tgtEl>
                                          <p:spTgt spid="116754"/>
                                        </p:tgtEl>
                                        <p:attrNameLst>
                                          <p:attrName>ppt_x</p:attrName>
                                        </p:attrNameLst>
                                      </p:cBhvr>
                                      <p:tavLst>
                                        <p:tav tm="0">
                                          <p:val>
                                            <p:strVal val="1+#ppt_w/2"/>
                                          </p:val>
                                        </p:tav>
                                        <p:tav tm="100000">
                                          <p:val>
                                            <p:strVal val="#ppt_x"/>
                                          </p:val>
                                        </p:tav>
                                      </p:tavLst>
                                    </p:anim>
                                    <p:anim calcmode="lin" valueType="num">
                                      <p:cBhvr additive="base">
                                        <p:cTn id="55" dur="500" fill="hold"/>
                                        <p:tgtEl>
                                          <p:spTgt spid="116754"/>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499"/>
                                          </p:stCondLst>
                                        </p:cTn>
                                        <p:tgtEl>
                                          <p:spTgt spid="116752"/>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2" presetClass="entr" presetSubtype="2" fill="hold" grpId="0" nodeType="clickEffect">
                                  <p:stCondLst>
                                    <p:cond delay="0"/>
                                  </p:stCondLst>
                                  <p:childTnLst>
                                    <p:set>
                                      <p:cBhvr>
                                        <p:cTn id="63" dur="1" fill="hold">
                                          <p:stCondLst>
                                            <p:cond delay="0"/>
                                          </p:stCondLst>
                                        </p:cTn>
                                        <p:tgtEl>
                                          <p:spTgt spid="116753"/>
                                        </p:tgtEl>
                                        <p:attrNameLst>
                                          <p:attrName>style.visibility</p:attrName>
                                        </p:attrNameLst>
                                      </p:cBhvr>
                                      <p:to>
                                        <p:strVal val="visible"/>
                                      </p:to>
                                    </p:set>
                                    <p:anim calcmode="lin" valueType="num">
                                      <p:cBhvr additive="base">
                                        <p:cTn id="64" dur="500" fill="hold"/>
                                        <p:tgtEl>
                                          <p:spTgt spid="116753"/>
                                        </p:tgtEl>
                                        <p:attrNameLst>
                                          <p:attrName>ppt_x</p:attrName>
                                        </p:attrNameLst>
                                      </p:cBhvr>
                                      <p:tavLst>
                                        <p:tav tm="0">
                                          <p:val>
                                            <p:strVal val="1+#ppt_w/2"/>
                                          </p:val>
                                        </p:tav>
                                        <p:tav tm="100000">
                                          <p:val>
                                            <p:strVal val="#ppt_x"/>
                                          </p:val>
                                        </p:tav>
                                      </p:tavLst>
                                    </p:anim>
                                    <p:anim calcmode="lin" valueType="num">
                                      <p:cBhvr additive="base">
                                        <p:cTn id="65" dur="500" fill="hold"/>
                                        <p:tgtEl>
                                          <p:spTgt spid="116753"/>
                                        </p:tgtEl>
                                        <p:attrNameLst>
                                          <p:attrName>ppt_y</p:attrName>
                                        </p:attrNameLst>
                                      </p:cBhvr>
                                      <p:tavLst>
                                        <p:tav tm="0">
                                          <p:val>
                                            <p:strVal val="#ppt_y"/>
                                          </p:val>
                                        </p:tav>
                                        <p:tav tm="100000">
                                          <p:val>
                                            <p:strVal val="#ppt_y"/>
                                          </p:val>
                                        </p:tav>
                                      </p:tavLst>
                                    </p:anim>
                                  </p:childTnLst>
                                </p:cTn>
                              </p:par>
                            </p:childTnLst>
                          </p:cTn>
                        </p:par>
                        <p:par>
                          <p:cTn id="66" fill="hold" nodeType="afterGroup">
                            <p:stCondLst>
                              <p:cond delay="500"/>
                            </p:stCondLst>
                            <p:childTnLst>
                              <p:par>
                                <p:cTn id="67" presetID="1" presetClass="entr" presetSubtype="0" fill="hold" grpId="0" nodeType="afterEffect">
                                  <p:stCondLst>
                                    <p:cond delay="0"/>
                                  </p:stCondLst>
                                  <p:childTnLst>
                                    <p:set>
                                      <p:cBhvr>
                                        <p:cTn id="68" dur="1" fill="hold">
                                          <p:stCondLst>
                                            <p:cond delay="499"/>
                                          </p:stCondLst>
                                        </p:cTn>
                                        <p:tgtEl>
                                          <p:spTgt spid="116755"/>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499"/>
                                          </p:stCondLst>
                                        </p:cTn>
                                        <p:tgtEl>
                                          <p:spTgt spid="116756"/>
                                        </p:tgtEl>
                                        <p:attrNameLst>
                                          <p:attrName>style.visibility</p:attrName>
                                        </p:attrNameLst>
                                      </p:cBhvr>
                                      <p:to>
                                        <p:strVal val="visible"/>
                                      </p:to>
                                    </p:set>
                                  </p:childTnLst>
                                </p:cTn>
                              </p:par>
                            </p:childTnLst>
                          </p:cTn>
                        </p:par>
                        <p:par>
                          <p:cTn id="73" fill="hold" nodeType="afterGroup">
                            <p:stCondLst>
                              <p:cond delay="500"/>
                            </p:stCondLst>
                            <p:childTnLst>
                              <p:par>
                                <p:cTn id="74" presetID="2" presetClass="entr" presetSubtype="8" fill="hold" grpId="0" nodeType="afterEffect">
                                  <p:stCondLst>
                                    <p:cond delay="0"/>
                                  </p:stCondLst>
                                  <p:childTnLst>
                                    <p:set>
                                      <p:cBhvr>
                                        <p:cTn id="75" dur="1" fill="hold">
                                          <p:stCondLst>
                                            <p:cond delay="0"/>
                                          </p:stCondLst>
                                        </p:cTn>
                                        <p:tgtEl>
                                          <p:spTgt spid="116757"/>
                                        </p:tgtEl>
                                        <p:attrNameLst>
                                          <p:attrName>style.visibility</p:attrName>
                                        </p:attrNameLst>
                                      </p:cBhvr>
                                      <p:to>
                                        <p:strVal val="visible"/>
                                      </p:to>
                                    </p:set>
                                    <p:anim calcmode="lin" valueType="num">
                                      <p:cBhvr additive="base">
                                        <p:cTn id="76" dur="500" fill="hold"/>
                                        <p:tgtEl>
                                          <p:spTgt spid="116757"/>
                                        </p:tgtEl>
                                        <p:attrNameLst>
                                          <p:attrName>ppt_x</p:attrName>
                                        </p:attrNameLst>
                                      </p:cBhvr>
                                      <p:tavLst>
                                        <p:tav tm="0">
                                          <p:val>
                                            <p:strVal val="0-#ppt_w/2"/>
                                          </p:val>
                                        </p:tav>
                                        <p:tav tm="100000">
                                          <p:val>
                                            <p:strVal val="#ppt_x"/>
                                          </p:val>
                                        </p:tav>
                                      </p:tavLst>
                                    </p:anim>
                                    <p:anim calcmode="lin" valueType="num">
                                      <p:cBhvr additive="base">
                                        <p:cTn id="77" dur="500" fill="hold"/>
                                        <p:tgtEl>
                                          <p:spTgt spid="116757"/>
                                        </p:tgtEl>
                                        <p:attrNameLst>
                                          <p:attrName>ppt_y</p:attrName>
                                        </p:attrNameLst>
                                      </p:cBhvr>
                                      <p:tavLst>
                                        <p:tav tm="0">
                                          <p:val>
                                            <p:strVal val="#ppt_y"/>
                                          </p:val>
                                        </p:tav>
                                        <p:tav tm="100000">
                                          <p:val>
                                            <p:strVal val="#ppt_y"/>
                                          </p:val>
                                        </p:tav>
                                      </p:tavLst>
                                    </p:anim>
                                  </p:childTnLst>
                                </p:cTn>
                              </p:par>
                            </p:childTnLst>
                          </p:cTn>
                        </p:par>
                        <p:par>
                          <p:cTn id="78" fill="hold" nodeType="afterGroup">
                            <p:stCondLst>
                              <p:cond delay="1000"/>
                            </p:stCondLst>
                            <p:childTnLst>
                              <p:par>
                                <p:cTn id="79" presetID="2" presetClass="entr" presetSubtype="2" fill="hold" grpId="0" nodeType="afterEffect">
                                  <p:stCondLst>
                                    <p:cond delay="0"/>
                                  </p:stCondLst>
                                  <p:childTnLst>
                                    <p:set>
                                      <p:cBhvr>
                                        <p:cTn id="80" dur="1" fill="hold">
                                          <p:stCondLst>
                                            <p:cond delay="0"/>
                                          </p:stCondLst>
                                        </p:cTn>
                                        <p:tgtEl>
                                          <p:spTgt spid="116750"/>
                                        </p:tgtEl>
                                        <p:attrNameLst>
                                          <p:attrName>style.visibility</p:attrName>
                                        </p:attrNameLst>
                                      </p:cBhvr>
                                      <p:to>
                                        <p:strVal val="visible"/>
                                      </p:to>
                                    </p:set>
                                    <p:anim calcmode="lin" valueType="num">
                                      <p:cBhvr additive="base">
                                        <p:cTn id="81" dur="500" fill="hold"/>
                                        <p:tgtEl>
                                          <p:spTgt spid="116750"/>
                                        </p:tgtEl>
                                        <p:attrNameLst>
                                          <p:attrName>ppt_x</p:attrName>
                                        </p:attrNameLst>
                                      </p:cBhvr>
                                      <p:tavLst>
                                        <p:tav tm="0">
                                          <p:val>
                                            <p:strVal val="1+#ppt_w/2"/>
                                          </p:val>
                                        </p:tav>
                                        <p:tav tm="100000">
                                          <p:val>
                                            <p:strVal val="#ppt_x"/>
                                          </p:val>
                                        </p:tav>
                                      </p:tavLst>
                                    </p:anim>
                                    <p:anim calcmode="lin" valueType="num">
                                      <p:cBhvr additive="base">
                                        <p:cTn id="82" dur="500" fill="hold"/>
                                        <p:tgtEl>
                                          <p:spTgt spid="116750"/>
                                        </p:tgtEl>
                                        <p:attrNameLst>
                                          <p:attrName>ppt_y</p:attrName>
                                        </p:attrNameLst>
                                      </p:cBhvr>
                                      <p:tavLst>
                                        <p:tav tm="0">
                                          <p:val>
                                            <p:strVal val="#ppt_y"/>
                                          </p:val>
                                        </p:tav>
                                        <p:tav tm="100000">
                                          <p:val>
                                            <p:strVal val="#ppt_y"/>
                                          </p:val>
                                        </p:tav>
                                      </p:tavLst>
                                    </p:anim>
                                  </p:childTnLst>
                                </p:cTn>
                              </p:par>
                            </p:childTnLst>
                          </p:cTn>
                        </p:par>
                      </p:childTnLst>
                    </p:cTn>
                  </p:par>
                  <p:par>
                    <p:cTn id="83" fill="hold" nodeType="clickPar">
                      <p:stCondLst>
                        <p:cond delay="indefinite"/>
                      </p:stCondLst>
                      <p:childTnLst>
                        <p:par>
                          <p:cTn id="84" fill="hold" nodeType="withGroup">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116751"/>
                                        </p:tgtEl>
                                        <p:attrNameLst>
                                          <p:attrName>style.visibility</p:attrName>
                                        </p:attrNameLst>
                                      </p:cBhvr>
                                      <p:to>
                                        <p:strVal val="visible"/>
                                      </p:to>
                                    </p:set>
                                    <p:anim calcmode="lin" valueType="num">
                                      <p:cBhvr additive="base">
                                        <p:cTn id="87" dur="500" fill="hold"/>
                                        <p:tgtEl>
                                          <p:spTgt spid="116751"/>
                                        </p:tgtEl>
                                        <p:attrNameLst>
                                          <p:attrName>ppt_x</p:attrName>
                                        </p:attrNameLst>
                                      </p:cBhvr>
                                      <p:tavLst>
                                        <p:tav tm="0">
                                          <p:val>
                                            <p:strVal val="#ppt_x"/>
                                          </p:val>
                                        </p:tav>
                                        <p:tav tm="100000">
                                          <p:val>
                                            <p:strVal val="#ppt_x"/>
                                          </p:val>
                                        </p:tav>
                                      </p:tavLst>
                                    </p:anim>
                                    <p:anim calcmode="lin" valueType="num">
                                      <p:cBhvr additive="base">
                                        <p:cTn id="88" dur="500" fill="hold"/>
                                        <p:tgtEl>
                                          <p:spTgt spid="1167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742" grpId="0" autoUpdateAnimBg="0"/>
      <p:bldP spid="116743" grpId="0" animBg="1" autoUpdateAnimBg="0"/>
      <p:bldP spid="116745" grpId="0" autoUpdateAnimBg="0"/>
      <p:bldP spid="116746" grpId="0" autoUpdateAnimBg="0"/>
      <p:bldP spid="116748" grpId="0" animBg="1" autoUpdateAnimBg="0"/>
      <p:bldP spid="116749" grpId="0" animBg="1" autoUpdateAnimBg="0"/>
      <p:bldP spid="116750" grpId="0" autoUpdateAnimBg="0"/>
      <p:bldP spid="116751" grpId="0" animBg="1" autoUpdateAnimBg="0"/>
      <p:bldP spid="116752" grpId="0" animBg="1"/>
      <p:bldP spid="116753" grpId="0" autoUpdateAnimBg="0"/>
      <p:bldP spid="116754" grpId="0" animBg="1" autoUpdateAnimBg="0"/>
      <p:bldP spid="116755" grpId="0" animBg="1"/>
      <p:bldP spid="116756" grpId="0" animBg="1"/>
      <p:bldP spid="116757" grpId="0" animBg="1"/>
    </p:bldLst>
  </p:timing>
</p:sld>
</file>

<file path=ppt/slides/slide6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7762" name="Rectangle 2"/>
          <p:cNvSpPr>
            <a:spLocks noGrp="1" noChangeArrowheads="1"/>
          </p:cNvSpPr>
          <p:nvPr>
            <p:ph type="title"/>
          </p:nvPr>
        </p:nvSpPr>
        <p:spPr>
          <a:xfrm>
            <a:off x="179388" y="0"/>
            <a:ext cx="5334000" cy="579438"/>
          </a:xfrm>
        </p:spPr>
        <p:txBody>
          <a:bodyPr>
            <a:normAutofit fontScale="90000"/>
          </a:bodyPr>
          <a:lstStyle/>
          <a:p>
            <a:pPr eaLnBrk="1" fontAlgn="auto" hangingPunct="1">
              <a:spcAft>
                <a:spcPts val="0"/>
              </a:spcAft>
              <a:defRPr/>
            </a:pPr>
            <a:r>
              <a:rPr lang="zh-CN" altLang="en-US" sz="2600" b="1"/>
              <a:t>讨论</a:t>
            </a:r>
            <a:r>
              <a:rPr lang="en-US" altLang="zh-CN" sz="2600" b="1"/>
              <a:t>2</a:t>
            </a:r>
            <a:r>
              <a:rPr lang="zh-CN" altLang="en-US" sz="2600" b="1"/>
              <a:t>：</a:t>
            </a:r>
            <a:r>
              <a:rPr lang="zh-CN" altLang="en-US" sz="3200" b="1">
                <a:solidFill>
                  <a:schemeClr val="accent1"/>
                </a:solidFill>
                <a:effectLst>
                  <a:outerShdw blurRad="38100" dist="38100" dir="2700000" algn="tl">
                    <a:srgbClr val="C0C0C0"/>
                  </a:outerShdw>
                </a:effectLst>
                <a:latin typeface="黑体" pitchFamily="2" charset="-122"/>
                <a:ea typeface="黑体" pitchFamily="2" charset="-122"/>
              </a:rPr>
              <a:t> </a:t>
            </a:r>
            <a:r>
              <a:rPr lang="en-US" altLang="zh-CN" sz="2600" b="1">
                <a:solidFill>
                  <a:srgbClr val="006600"/>
                </a:solidFill>
              </a:rPr>
              <a:t>BFS</a:t>
            </a:r>
            <a:r>
              <a:rPr lang="zh-CN" altLang="en-US" sz="2600" b="1">
                <a:solidFill>
                  <a:srgbClr val="006600"/>
                </a:solidFill>
              </a:rPr>
              <a:t>算法如何编程？</a:t>
            </a:r>
          </a:p>
        </p:txBody>
      </p:sp>
      <p:sp>
        <p:nvSpPr>
          <p:cNvPr id="117765" name="Rectangle 5"/>
          <p:cNvSpPr>
            <a:spLocks noChangeArrowheads="1"/>
          </p:cNvSpPr>
          <p:nvPr/>
        </p:nvSpPr>
        <p:spPr bwMode="auto">
          <a:xfrm>
            <a:off x="4716463" y="0"/>
            <a:ext cx="3841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solidFill>
                  <a:schemeClr val="tx2"/>
                </a:solidFill>
                <a:latin typeface="Arial" pitchFamily="34" charset="0"/>
              </a:rPr>
              <a:t>——</a:t>
            </a:r>
            <a:r>
              <a:rPr lang="zh-CN" altLang="en-US" sz="1800">
                <a:solidFill>
                  <a:schemeClr val="tx2"/>
                </a:solidFill>
                <a:latin typeface="楷体_GB2312" pitchFamily="49" charset="-122"/>
                <a:ea typeface="楷体_GB2312" pitchFamily="49" charset="-122"/>
              </a:rPr>
              <a:t>层次遍历应当用队列！</a:t>
            </a:r>
          </a:p>
        </p:txBody>
      </p:sp>
      <p:sp>
        <p:nvSpPr>
          <p:cNvPr id="40964" name="Rectangle 18"/>
          <p:cNvSpPr>
            <a:spLocks noChangeArrowheads="1"/>
          </p:cNvSpPr>
          <p:nvPr/>
        </p:nvSpPr>
        <p:spPr bwMode="auto">
          <a:xfrm>
            <a:off x="323850" y="692150"/>
            <a:ext cx="7561263" cy="5732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void BFSTraverse(Graph G, Status (*Visit)(int v )) {//  </a:t>
            </a:r>
            <a:r>
              <a:rPr lang="zh-CN" altLang="en-US" sz="1800">
                <a:latin typeface="Arial" pitchFamily="34" charset="0"/>
              </a:rPr>
              <a:t>算法</a:t>
            </a:r>
            <a:r>
              <a:rPr lang="en-US" altLang="zh-CN" sz="1800">
                <a:latin typeface="Arial" pitchFamily="34" charset="0"/>
              </a:rPr>
              <a:t>7.6</a:t>
            </a:r>
          </a:p>
          <a:p>
            <a:pPr eaLnBrk="1" hangingPunct="1">
              <a:spcBef>
                <a:spcPct val="0"/>
              </a:spcBef>
              <a:buClrTx/>
              <a:buSzTx/>
              <a:buFontTx/>
              <a:buNone/>
            </a:pPr>
            <a:r>
              <a:rPr lang="en-US" altLang="zh-CN" sz="1800">
                <a:latin typeface="Arial" pitchFamily="34" charset="0"/>
              </a:rPr>
              <a:t>  // </a:t>
            </a:r>
            <a:r>
              <a:rPr lang="zh-CN" altLang="en-US" sz="1800">
                <a:latin typeface="Arial" pitchFamily="34" charset="0"/>
              </a:rPr>
              <a:t>按广度优先非递归遍历图</a:t>
            </a:r>
            <a:r>
              <a:rPr lang="en-US" altLang="zh-CN" sz="1800">
                <a:latin typeface="Arial" pitchFamily="34" charset="0"/>
              </a:rPr>
              <a:t>G</a:t>
            </a:r>
            <a:r>
              <a:rPr lang="zh-CN" altLang="en-US" sz="1800">
                <a:latin typeface="Arial" pitchFamily="34" charset="0"/>
              </a:rPr>
              <a:t>。使用辅助队列</a:t>
            </a:r>
            <a:r>
              <a:rPr lang="en-US" altLang="zh-CN" sz="1800">
                <a:latin typeface="Arial" pitchFamily="34" charset="0"/>
              </a:rPr>
              <a:t>Q</a:t>
            </a:r>
            <a:r>
              <a:rPr lang="zh-CN" altLang="en-US" sz="1800">
                <a:latin typeface="Arial" pitchFamily="34" charset="0"/>
              </a:rPr>
              <a:t>和访问标志数组</a:t>
            </a:r>
            <a:r>
              <a:rPr lang="en-US" altLang="zh-CN" sz="1800">
                <a:latin typeface="Arial" pitchFamily="34" charset="0"/>
              </a:rPr>
              <a:t>visited</a:t>
            </a:r>
            <a:r>
              <a:rPr lang="zh-CN" altLang="en-US" sz="1800">
                <a:latin typeface="Arial" pitchFamily="34" charset="0"/>
              </a:rPr>
              <a:t>。</a:t>
            </a:r>
          </a:p>
          <a:p>
            <a:pPr eaLnBrk="1" hangingPunct="1">
              <a:spcBef>
                <a:spcPct val="0"/>
              </a:spcBef>
              <a:buClrTx/>
              <a:buSzTx/>
              <a:buFontTx/>
              <a:buNone/>
            </a:pPr>
            <a:r>
              <a:rPr lang="en-US" altLang="zh-CN" sz="1800">
                <a:latin typeface="Arial" pitchFamily="34" charset="0"/>
              </a:rPr>
              <a:t>for (v=0; v&lt;G.vexnum; ++v) visited[v] = FALSE;</a:t>
            </a:r>
          </a:p>
          <a:p>
            <a:pPr eaLnBrk="1" hangingPunct="1">
              <a:spcBef>
                <a:spcPct val="0"/>
              </a:spcBef>
              <a:buClrTx/>
              <a:buSzTx/>
              <a:buFontTx/>
              <a:buNone/>
            </a:pPr>
            <a:r>
              <a:rPr lang="en-US" altLang="zh-CN" sz="1800">
                <a:latin typeface="Arial" pitchFamily="34" charset="0"/>
              </a:rPr>
              <a:t>  InitQueue(Q);                     // </a:t>
            </a:r>
            <a:r>
              <a:rPr lang="zh-CN" altLang="en-US" sz="1800">
                <a:latin typeface="Arial" pitchFamily="34" charset="0"/>
              </a:rPr>
              <a:t>置空的辅助队列</a:t>
            </a:r>
            <a:r>
              <a:rPr lang="en-US" altLang="zh-CN" sz="1800">
                <a:latin typeface="Arial" pitchFamily="34" charset="0"/>
              </a:rPr>
              <a:t>Q</a:t>
            </a:r>
          </a:p>
          <a:p>
            <a:pPr eaLnBrk="1" hangingPunct="1">
              <a:spcBef>
                <a:spcPct val="0"/>
              </a:spcBef>
              <a:buClrTx/>
              <a:buSzTx/>
              <a:buFontTx/>
              <a:buNone/>
            </a:pPr>
            <a:r>
              <a:rPr lang="en-US" altLang="zh-CN" sz="1800">
                <a:latin typeface="Arial" pitchFamily="34" charset="0"/>
              </a:rPr>
              <a:t>  for (v=0;  v&lt;G.vexnum;  ++v)</a:t>
            </a:r>
          </a:p>
          <a:p>
            <a:pPr eaLnBrk="1" hangingPunct="1">
              <a:spcBef>
                <a:spcPct val="0"/>
              </a:spcBef>
              <a:buClrTx/>
              <a:buSzTx/>
              <a:buFontTx/>
              <a:buNone/>
            </a:pPr>
            <a:r>
              <a:rPr lang="en-US" altLang="zh-CN" sz="1800">
                <a:latin typeface="Arial" pitchFamily="34" charset="0"/>
              </a:rPr>
              <a:t>    if (!visited[v]) {              // v</a:t>
            </a:r>
            <a:r>
              <a:rPr lang="zh-CN" altLang="en-US" sz="1800">
                <a:latin typeface="Arial" pitchFamily="34" charset="0"/>
              </a:rPr>
              <a:t>尚未访问</a:t>
            </a:r>
          </a:p>
          <a:p>
            <a:pPr eaLnBrk="1" hangingPunct="1">
              <a:spcBef>
                <a:spcPct val="0"/>
              </a:spcBef>
              <a:buClrTx/>
              <a:buSzTx/>
              <a:buFontTx/>
              <a:buNone/>
            </a:pPr>
            <a:r>
              <a:rPr lang="zh-CN" altLang="en-US" sz="1800">
                <a:latin typeface="Arial" pitchFamily="34" charset="0"/>
              </a:rPr>
              <a:t>      </a:t>
            </a:r>
            <a:r>
              <a:rPr lang="en-US" altLang="zh-CN" sz="1800">
                <a:latin typeface="Arial" pitchFamily="34" charset="0"/>
              </a:rPr>
              <a:t>visited[v] = TRUE;  Visit(v); // </a:t>
            </a:r>
            <a:r>
              <a:rPr lang="zh-CN" altLang="en-US" sz="1800">
                <a:latin typeface="Arial" pitchFamily="34" charset="0"/>
              </a:rPr>
              <a:t>访问</a:t>
            </a:r>
            <a:r>
              <a:rPr lang="en-US" altLang="zh-CN" sz="1800">
                <a:latin typeface="Arial" pitchFamily="34" charset="0"/>
              </a:rPr>
              <a:t>v</a:t>
            </a:r>
          </a:p>
          <a:p>
            <a:pPr eaLnBrk="1" hangingPunct="1">
              <a:spcBef>
                <a:spcPct val="0"/>
              </a:spcBef>
              <a:buClrTx/>
              <a:buSzTx/>
              <a:buFontTx/>
              <a:buNone/>
            </a:pPr>
            <a:r>
              <a:rPr lang="en-US" altLang="zh-CN" sz="1800">
                <a:latin typeface="Arial" pitchFamily="34" charset="0"/>
              </a:rPr>
              <a:t>      EnQueue(Q, v);                // v</a:t>
            </a:r>
            <a:r>
              <a:rPr lang="zh-CN" altLang="en-US" sz="1800">
                <a:latin typeface="Arial" pitchFamily="34" charset="0"/>
              </a:rPr>
              <a:t>入队列</a:t>
            </a:r>
          </a:p>
          <a:p>
            <a:pPr eaLnBrk="1" hangingPunct="1">
              <a:spcBef>
                <a:spcPct val="0"/>
              </a:spcBef>
              <a:buClrTx/>
              <a:buSzTx/>
              <a:buFontTx/>
              <a:buNone/>
            </a:pPr>
            <a:r>
              <a:rPr lang="zh-CN" altLang="en-US" sz="1800">
                <a:latin typeface="Arial" pitchFamily="34" charset="0"/>
              </a:rPr>
              <a:t>      </a:t>
            </a:r>
            <a:r>
              <a:rPr lang="en-US" altLang="zh-CN" sz="1800">
                <a:latin typeface="Arial" pitchFamily="34" charset="0"/>
              </a:rPr>
              <a:t>while (!QueueEmpty(Q)) {</a:t>
            </a:r>
          </a:p>
          <a:p>
            <a:pPr eaLnBrk="1" hangingPunct="1">
              <a:spcBef>
                <a:spcPct val="0"/>
              </a:spcBef>
              <a:buClrTx/>
              <a:buSzTx/>
              <a:buFontTx/>
              <a:buNone/>
            </a:pPr>
            <a:r>
              <a:rPr lang="en-US" altLang="zh-CN" sz="1800">
                <a:latin typeface="Arial" pitchFamily="34" charset="0"/>
              </a:rPr>
              <a:t>        DeQueue(Q, u);              // </a:t>
            </a:r>
            <a:r>
              <a:rPr lang="zh-CN" altLang="en-US" sz="1800">
                <a:latin typeface="Arial" pitchFamily="34" charset="0"/>
              </a:rPr>
              <a:t>队头元素出队并置为</a:t>
            </a:r>
            <a:r>
              <a:rPr lang="en-US" altLang="zh-CN" sz="1800">
                <a:latin typeface="Arial" pitchFamily="34" charset="0"/>
              </a:rPr>
              <a:t>u</a:t>
            </a:r>
          </a:p>
          <a:p>
            <a:pPr eaLnBrk="1" hangingPunct="1">
              <a:spcBef>
                <a:spcPct val="0"/>
              </a:spcBef>
              <a:buClrTx/>
              <a:buSzTx/>
              <a:buFontTx/>
              <a:buNone/>
            </a:pPr>
            <a:r>
              <a:rPr lang="en-US" altLang="zh-CN" sz="1800">
                <a:latin typeface="Arial" pitchFamily="34" charset="0"/>
              </a:rPr>
              <a:t>        for (w=FirstAdjVex(G, u);  w&gt;=0;  w=NextAdjVex(G, u, w))</a:t>
            </a:r>
          </a:p>
          <a:p>
            <a:pPr eaLnBrk="1" hangingPunct="1">
              <a:spcBef>
                <a:spcPct val="0"/>
              </a:spcBef>
              <a:buClrTx/>
              <a:buSzTx/>
              <a:buFontTx/>
              <a:buNone/>
            </a:pPr>
            <a:r>
              <a:rPr lang="en-US" altLang="zh-CN" sz="1800">
                <a:latin typeface="Arial" pitchFamily="34" charset="0"/>
              </a:rPr>
              <a:t>          if (!visited[w]) {        // u</a:t>
            </a:r>
            <a:r>
              <a:rPr lang="zh-CN" altLang="en-US" sz="1800">
                <a:latin typeface="Arial" pitchFamily="34" charset="0"/>
              </a:rPr>
              <a:t>的尚未访问的邻接顶点</a:t>
            </a:r>
            <a:r>
              <a:rPr lang="en-US" altLang="zh-CN" sz="1800">
                <a:latin typeface="Arial" pitchFamily="34" charset="0"/>
              </a:rPr>
              <a:t>w</a:t>
            </a:r>
            <a:r>
              <a:rPr lang="zh-CN" altLang="en-US" sz="1800">
                <a:latin typeface="Arial" pitchFamily="34" charset="0"/>
              </a:rPr>
              <a:t>入队列</a:t>
            </a:r>
            <a:r>
              <a:rPr lang="en-US" altLang="zh-CN" sz="1800">
                <a:latin typeface="Arial" pitchFamily="34" charset="0"/>
              </a:rPr>
              <a:t>Q</a:t>
            </a:r>
          </a:p>
          <a:p>
            <a:pPr eaLnBrk="1" hangingPunct="1">
              <a:spcBef>
                <a:spcPct val="0"/>
              </a:spcBef>
              <a:buClrTx/>
              <a:buSzTx/>
              <a:buFontTx/>
              <a:buNone/>
            </a:pPr>
            <a:r>
              <a:rPr lang="en-US" altLang="zh-CN" sz="1800">
                <a:latin typeface="Arial" pitchFamily="34" charset="0"/>
              </a:rPr>
              <a:t>            visited[w] = TRUE;  Visit(w);   EnQueue(Q, w); </a:t>
            </a:r>
          </a:p>
          <a:p>
            <a:pPr eaLnBrk="1" hangingPunct="1">
              <a:spcBef>
                <a:spcPct val="0"/>
              </a:spcBef>
              <a:buClrTx/>
              <a:buSzTx/>
              <a:buFontTx/>
              <a:buNone/>
            </a:pPr>
            <a:r>
              <a:rPr lang="en-US" altLang="zh-CN" sz="1800">
                <a:latin typeface="Arial" pitchFamily="34" charset="0"/>
              </a:rPr>
              <a:t>          }//if   }//while    }//if   } // BFSTraverse</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11776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3" presetClass="entr" presetSubtype="16" fill="hold" grpId="0" nodeType="clickEffect">
                                  <p:stCondLst>
                                    <p:cond delay="0"/>
                                  </p:stCondLst>
                                  <p:childTnLst>
                                    <p:set>
                                      <p:cBhvr>
                                        <p:cTn id="10" dur="1" fill="hold">
                                          <p:stCondLst>
                                            <p:cond delay="0"/>
                                          </p:stCondLst>
                                        </p:cTn>
                                        <p:tgtEl>
                                          <p:spTgt spid="117765"/>
                                        </p:tgtEl>
                                        <p:attrNameLst>
                                          <p:attrName>style.visibility</p:attrName>
                                        </p:attrNameLst>
                                      </p:cBhvr>
                                      <p:to>
                                        <p:strVal val="visible"/>
                                      </p:to>
                                    </p:set>
                                    <p:anim calcmode="lin" valueType="num">
                                      <p:cBhvr>
                                        <p:cTn id="11" dur="500" fill="hold"/>
                                        <p:tgtEl>
                                          <p:spTgt spid="117765"/>
                                        </p:tgtEl>
                                        <p:attrNameLst>
                                          <p:attrName>ppt_w</p:attrName>
                                        </p:attrNameLst>
                                      </p:cBhvr>
                                      <p:tavLst>
                                        <p:tav tm="0">
                                          <p:val>
                                            <p:fltVal val="0"/>
                                          </p:val>
                                        </p:tav>
                                        <p:tav tm="100000">
                                          <p:val>
                                            <p:strVal val="#ppt_w"/>
                                          </p:val>
                                        </p:tav>
                                      </p:tavLst>
                                    </p:anim>
                                    <p:anim calcmode="lin" valueType="num">
                                      <p:cBhvr>
                                        <p:cTn id="12" dur="500" fill="hold"/>
                                        <p:tgtEl>
                                          <p:spTgt spid="11776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762" grpId="0" autoUpdateAnimBg="0"/>
      <p:bldP spid="117765" grpId="0" autoUpdateAnimBg="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86" name="Group 4"/>
          <p:cNvGrpSpPr>
            <a:grpSpLocks/>
          </p:cNvGrpSpPr>
          <p:nvPr/>
        </p:nvGrpSpPr>
        <p:grpSpPr bwMode="auto">
          <a:xfrm>
            <a:off x="73025" y="547688"/>
            <a:ext cx="3657600" cy="2413000"/>
            <a:chOff x="192" y="2182"/>
            <a:chExt cx="2304" cy="1520"/>
          </a:xfrm>
        </p:grpSpPr>
        <p:sp>
          <p:nvSpPr>
            <p:cNvPr id="42220" name="Oval 5"/>
            <p:cNvSpPr>
              <a:spLocks noChangeArrowheads="1"/>
            </p:cNvSpPr>
            <p:nvPr/>
          </p:nvSpPr>
          <p:spPr bwMode="auto">
            <a:xfrm>
              <a:off x="928" y="2182"/>
              <a:ext cx="234"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v1</a:t>
              </a:r>
            </a:p>
          </p:txBody>
        </p:sp>
        <p:sp>
          <p:nvSpPr>
            <p:cNvPr id="42221" name="Oval 6"/>
            <p:cNvSpPr>
              <a:spLocks noChangeArrowheads="1"/>
            </p:cNvSpPr>
            <p:nvPr/>
          </p:nvSpPr>
          <p:spPr bwMode="auto">
            <a:xfrm>
              <a:off x="540" y="2584"/>
              <a:ext cx="234" cy="269"/>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v2</a:t>
              </a:r>
            </a:p>
          </p:txBody>
        </p:sp>
        <p:sp>
          <p:nvSpPr>
            <p:cNvPr id="42222" name="Oval 7"/>
            <p:cNvSpPr>
              <a:spLocks noChangeArrowheads="1"/>
            </p:cNvSpPr>
            <p:nvPr/>
          </p:nvSpPr>
          <p:spPr bwMode="auto">
            <a:xfrm>
              <a:off x="1853" y="2542"/>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v3</a:t>
              </a:r>
            </a:p>
          </p:txBody>
        </p:sp>
        <p:sp>
          <p:nvSpPr>
            <p:cNvPr id="42223" name="Oval 8"/>
            <p:cNvSpPr>
              <a:spLocks noChangeArrowheads="1"/>
            </p:cNvSpPr>
            <p:nvPr/>
          </p:nvSpPr>
          <p:spPr bwMode="auto">
            <a:xfrm>
              <a:off x="618" y="343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v8</a:t>
              </a:r>
            </a:p>
          </p:txBody>
        </p:sp>
        <p:sp>
          <p:nvSpPr>
            <p:cNvPr id="42224" name="Line 9"/>
            <p:cNvSpPr>
              <a:spLocks noChangeShapeType="1"/>
            </p:cNvSpPr>
            <p:nvPr/>
          </p:nvSpPr>
          <p:spPr bwMode="auto">
            <a:xfrm>
              <a:off x="1162" y="2298"/>
              <a:ext cx="735" cy="286"/>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25" name="Line 10"/>
            <p:cNvSpPr>
              <a:spLocks noChangeShapeType="1"/>
            </p:cNvSpPr>
            <p:nvPr/>
          </p:nvSpPr>
          <p:spPr bwMode="auto">
            <a:xfrm flipH="1">
              <a:off x="696" y="2374"/>
              <a:ext cx="272"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26" name="Line 11"/>
            <p:cNvSpPr>
              <a:spLocks noChangeShapeType="1"/>
            </p:cNvSpPr>
            <p:nvPr/>
          </p:nvSpPr>
          <p:spPr bwMode="auto">
            <a:xfrm>
              <a:off x="734" y="2815"/>
              <a:ext cx="156"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27" name="Line 12"/>
            <p:cNvSpPr>
              <a:spLocks noChangeShapeType="1"/>
            </p:cNvSpPr>
            <p:nvPr/>
          </p:nvSpPr>
          <p:spPr bwMode="auto">
            <a:xfrm>
              <a:off x="2047" y="2774"/>
              <a:ext cx="311" cy="31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28" name="Line 13"/>
            <p:cNvSpPr>
              <a:spLocks noChangeShapeType="1"/>
            </p:cNvSpPr>
            <p:nvPr/>
          </p:nvSpPr>
          <p:spPr bwMode="auto">
            <a:xfrm flipH="1">
              <a:off x="1775" y="2812"/>
              <a:ext cx="156" cy="30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29" name="Oval 14"/>
            <p:cNvSpPr>
              <a:spLocks noChangeArrowheads="1"/>
            </p:cNvSpPr>
            <p:nvPr/>
          </p:nvSpPr>
          <p:spPr bwMode="auto">
            <a:xfrm>
              <a:off x="2264" y="3069"/>
              <a:ext cx="232" cy="271"/>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v7</a:t>
              </a:r>
            </a:p>
          </p:txBody>
        </p:sp>
        <p:sp>
          <p:nvSpPr>
            <p:cNvPr id="42230" name="Oval 15"/>
            <p:cNvSpPr>
              <a:spLocks noChangeArrowheads="1"/>
            </p:cNvSpPr>
            <p:nvPr/>
          </p:nvSpPr>
          <p:spPr bwMode="auto">
            <a:xfrm>
              <a:off x="1620" y="3082"/>
              <a:ext cx="233"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v6</a:t>
              </a:r>
            </a:p>
          </p:txBody>
        </p:sp>
        <p:sp>
          <p:nvSpPr>
            <p:cNvPr id="42231" name="Oval 16"/>
            <p:cNvSpPr>
              <a:spLocks noChangeArrowheads="1"/>
            </p:cNvSpPr>
            <p:nvPr/>
          </p:nvSpPr>
          <p:spPr bwMode="auto">
            <a:xfrm>
              <a:off x="192" y="3008"/>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v4</a:t>
              </a:r>
            </a:p>
          </p:txBody>
        </p:sp>
        <p:sp>
          <p:nvSpPr>
            <p:cNvPr id="42232" name="Oval 17"/>
            <p:cNvSpPr>
              <a:spLocks noChangeArrowheads="1"/>
            </p:cNvSpPr>
            <p:nvPr/>
          </p:nvSpPr>
          <p:spPr bwMode="auto">
            <a:xfrm>
              <a:off x="890" y="2969"/>
              <a:ext cx="232" cy="270"/>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algn="ctr" eaLnBrk="1" hangingPunct="1">
                <a:spcBef>
                  <a:spcPct val="0"/>
                </a:spcBef>
                <a:buClrTx/>
                <a:buSzTx/>
                <a:buFontTx/>
                <a:buNone/>
              </a:pPr>
              <a:r>
                <a:rPr lang="en-US" altLang="zh-CN" sz="1800">
                  <a:solidFill>
                    <a:schemeClr val="accent1"/>
                  </a:solidFill>
                  <a:latin typeface="Arial" pitchFamily="34" charset="0"/>
                  <a:ea typeface="黑体" pitchFamily="49" charset="-122"/>
                </a:rPr>
                <a:t>v5</a:t>
              </a:r>
            </a:p>
          </p:txBody>
        </p:sp>
        <p:sp>
          <p:nvSpPr>
            <p:cNvPr id="42233" name="Line 18"/>
            <p:cNvSpPr>
              <a:spLocks noChangeShapeType="1"/>
            </p:cNvSpPr>
            <p:nvPr/>
          </p:nvSpPr>
          <p:spPr bwMode="auto">
            <a:xfrm flipH="1">
              <a:off x="386" y="2776"/>
              <a:ext cx="154" cy="23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34" name="Line 19"/>
            <p:cNvSpPr>
              <a:spLocks noChangeShapeType="1"/>
            </p:cNvSpPr>
            <p:nvPr/>
          </p:nvSpPr>
          <p:spPr bwMode="auto">
            <a:xfrm>
              <a:off x="386" y="3278"/>
              <a:ext cx="272" cy="19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35" name="Line 20"/>
            <p:cNvSpPr>
              <a:spLocks noChangeShapeType="1"/>
            </p:cNvSpPr>
            <p:nvPr/>
          </p:nvSpPr>
          <p:spPr bwMode="auto">
            <a:xfrm flipH="1">
              <a:off x="851" y="3239"/>
              <a:ext cx="117" cy="271"/>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aphicFrame>
        <p:nvGraphicFramePr>
          <p:cNvPr id="266261" name="Group 21"/>
          <p:cNvGraphicFramePr>
            <a:graphicFrameLocks noGrp="1"/>
          </p:cNvGraphicFramePr>
          <p:nvPr/>
        </p:nvGraphicFramePr>
        <p:xfrm>
          <a:off x="4211638" y="188913"/>
          <a:ext cx="457200" cy="3460750"/>
        </p:xfrm>
        <a:graphic>
          <a:graphicData uri="http://schemas.openxmlformats.org/drawingml/2006/table">
            <a:tbl>
              <a:tblPr/>
              <a:tblGrid>
                <a:gridCol w="457200"/>
              </a:tblGrid>
              <a:tr h="457242">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1</a:t>
                      </a:r>
                    </a:p>
                  </a:txBody>
                  <a:tcPr marT="45724" marB="45724" horzOverflow="overflow">
                    <a:lnL>
                      <a:noFill/>
                    </a:lnL>
                    <a:lnR>
                      <a:noFill/>
                    </a:lnR>
                    <a:lnT>
                      <a:noFill/>
                    </a:lnT>
                    <a:lnB>
                      <a:noFill/>
                    </a:lnB>
                    <a:lnTlToBr>
                      <a:noFill/>
                    </a:lnTlToBr>
                    <a:lnBlToTr>
                      <a:noFill/>
                    </a:lnBlToTr>
                    <a:noFill/>
                  </a:tcPr>
                </a:tc>
              </a:tr>
              <a:tr h="457242">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1"/>
                          </a:solidFill>
                          <a:effectLst/>
                          <a:latin typeface="Times New Roman" panose="02020603050405020304" pitchFamily="18" charset="0"/>
                          <a:ea typeface="宋体" panose="02010600030101010101" pitchFamily="2" charset="-122"/>
                        </a:rPr>
                        <a:t>2</a:t>
                      </a:r>
                    </a:p>
                  </a:txBody>
                  <a:tcPr marT="45724" marB="45724" horzOverflow="overflow">
                    <a:lnL>
                      <a:noFill/>
                    </a:lnL>
                    <a:lnR>
                      <a:noFill/>
                    </a:lnR>
                    <a:lnT>
                      <a:noFill/>
                    </a:lnT>
                    <a:lnB>
                      <a:noFill/>
                    </a:lnB>
                    <a:lnTlToBr>
                      <a:noFill/>
                    </a:lnTlToBr>
                    <a:lnBlToTr>
                      <a:noFill/>
                    </a:lnBlToTr>
                    <a:noFill/>
                  </a:tcPr>
                </a:tc>
              </a:tr>
              <a:tr h="49375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8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3</a:t>
                      </a:r>
                    </a:p>
                  </a:txBody>
                  <a:tcPr marT="45724" marB="45724" horzOverflow="overflow">
                    <a:lnL>
                      <a:noFill/>
                    </a:lnL>
                    <a:lnR>
                      <a:noFill/>
                    </a:lnR>
                    <a:lnT>
                      <a:noFill/>
                    </a:lnT>
                    <a:lnB>
                      <a:noFill/>
                    </a:lnB>
                    <a:lnTlToBr>
                      <a:noFill/>
                    </a:lnTlToBr>
                    <a:lnBlToTr>
                      <a:noFill/>
                    </a:lnBlToTr>
                    <a:noFill/>
                  </a:tcPr>
                </a:tc>
              </a:tr>
              <a:tr h="41913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6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4</a:t>
                      </a:r>
                    </a:p>
                  </a:txBody>
                  <a:tcPr marT="45724" marB="45724" horzOverflow="overflow">
                    <a:lnL>
                      <a:noFill/>
                    </a:lnL>
                    <a:lnR>
                      <a:noFill/>
                    </a:lnR>
                    <a:lnT>
                      <a:noFill/>
                    </a:lnT>
                    <a:lnB>
                      <a:noFill/>
                    </a:lnB>
                    <a:lnTlToBr>
                      <a:noFill/>
                    </a:lnTlToBr>
                    <a:lnBlToTr>
                      <a:noFill/>
                    </a:lnBlToTr>
                    <a:noFill/>
                  </a:tcPr>
                </a:tc>
              </a:tr>
              <a:tr h="444541">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6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5</a:t>
                      </a:r>
                    </a:p>
                  </a:txBody>
                  <a:tcPr marT="45724" marB="45724" horzOverflow="overflow">
                    <a:lnL>
                      <a:noFill/>
                    </a:lnL>
                    <a:lnR>
                      <a:noFill/>
                    </a:lnR>
                    <a:lnT>
                      <a:noFill/>
                    </a:lnT>
                    <a:lnB>
                      <a:noFill/>
                    </a:lnB>
                    <a:lnTlToBr>
                      <a:noFill/>
                    </a:lnTlToBr>
                    <a:lnBlToTr>
                      <a:noFill/>
                    </a:lnBlToTr>
                    <a:noFill/>
                  </a:tcPr>
                </a:tc>
              </a:tr>
              <a:tr h="1188829">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ctr" defTabSz="914400" rtl="0" eaLnBrk="1" fontAlgn="base" latinLnBrk="0" hangingPunct="1">
                        <a:lnSpc>
                          <a:spcPct val="6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6</a:t>
                      </a:r>
                    </a:p>
                    <a:p>
                      <a:pPr marL="0" marR="0" lvl="0" indent="0" algn="ctr" defTabSz="914400" rtl="0" eaLnBrk="1" fontAlgn="base" latinLnBrk="0" hangingPunct="1">
                        <a:lnSpc>
                          <a:spcPct val="14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7</a:t>
                      </a:r>
                    </a:p>
                    <a:p>
                      <a:pPr marL="0" marR="0" lvl="0" indent="0" algn="ctr" defTabSz="914400" rtl="0" eaLnBrk="1" fontAlgn="base" latinLnBrk="0" hangingPunct="1">
                        <a:lnSpc>
                          <a:spcPct val="100000"/>
                        </a:lnSpc>
                        <a:spcBef>
                          <a:spcPct val="0"/>
                        </a:spcBef>
                        <a:spcAft>
                          <a:spcPct val="0"/>
                        </a:spcAft>
                        <a:buClr>
                          <a:schemeClr val="bg1"/>
                        </a:buClr>
                        <a:buSzTx/>
                        <a:buFontTx/>
                        <a:buNone/>
                        <a:tabLst/>
                      </a:pPr>
                      <a:r>
                        <a:rPr kumimoji="1" lang="en-US" altLang="zh-CN" sz="2400" b="1" i="0" u="none" strike="noStrike" cap="none" normalizeH="0" baseline="0" smtClean="0">
                          <a:ln>
                            <a:noFill/>
                          </a:ln>
                          <a:solidFill>
                            <a:schemeClr val="accent2"/>
                          </a:solidFill>
                          <a:effectLst/>
                          <a:latin typeface="Times New Roman" panose="02020603050405020304" pitchFamily="18" charset="0"/>
                          <a:ea typeface="宋体" panose="02010600030101010101" pitchFamily="2" charset="-122"/>
                        </a:rPr>
                        <a:t>8</a:t>
                      </a:r>
                    </a:p>
                  </a:txBody>
                  <a:tcPr marT="45724" marB="45724" horzOverflow="overflow">
                    <a:lnL>
                      <a:noFill/>
                    </a:lnL>
                    <a:lnR>
                      <a:noFill/>
                    </a:lnR>
                    <a:lnT>
                      <a:noFill/>
                    </a:lnT>
                    <a:lnB>
                      <a:noFill/>
                    </a:lnB>
                    <a:lnTlToBr>
                      <a:noFill/>
                    </a:lnTlToBr>
                    <a:lnBlToTr>
                      <a:noFill/>
                    </a:lnBlToTr>
                    <a:noFill/>
                  </a:tcPr>
                </a:tc>
              </a:tr>
            </a:tbl>
          </a:graphicData>
        </a:graphic>
      </p:graphicFrame>
      <p:graphicFrame>
        <p:nvGraphicFramePr>
          <p:cNvPr id="266282" name="Group 42"/>
          <p:cNvGraphicFramePr>
            <a:graphicFrameLocks noGrp="1"/>
          </p:cNvGraphicFramePr>
          <p:nvPr/>
        </p:nvGraphicFramePr>
        <p:xfrm>
          <a:off x="4716463"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graphicFrame>
        <p:nvGraphicFramePr>
          <p:cNvPr id="266327" name="Group 87"/>
          <p:cNvGraphicFramePr>
            <a:graphicFrameLocks noGrp="1"/>
          </p:cNvGraphicFramePr>
          <p:nvPr/>
        </p:nvGraphicFramePr>
        <p:xfrm>
          <a:off x="755650" y="3860800"/>
          <a:ext cx="6096000" cy="517956"/>
        </p:xfrm>
        <a:graphic>
          <a:graphicData uri="http://schemas.openxmlformats.org/drawingml/2006/table">
            <a:tbl>
              <a:tblPr/>
              <a:tblGrid>
                <a:gridCol w="677863"/>
                <a:gridCol w="676275"/>
                <a:gridCol w="677862"/>
                <a:gridCol w="677863"/>
                <a:gridCol w="676275"/>
                <a:gridCol w="677862"/>
                <a:gridCol w="677863"/>
                <a:gridCol w="676275"/>
                <a:gridCol w="677862"/>
              </a:tblGrid>
              <a:tr h="5175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zh-CN" sz="2800" b="0" i="0" u="none" strike="noStrike" cap="none" normalizeH="0" baseline="0" smtClean="0">
                        <a:ln>
                          <a:noFill/>
                        </a:ln>
                        <a:solidFill>
                          <a:schemeClr val="tx1"/>
                        </a:solidFill>
                        <a:effectLst/>
                        <a:latin typeface="Arial" charset="0"/>
                        <a:ea typeface="宋体" pitchFamily="2" charset="-122"/>
                      </a:endParaRPr>
                    </a:p>
                  </a:txBody>
                  <a:tcPr marT="45618" marB="45618"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graphicFrame>
        <p:nvGraphicFramePr>
          <p:cNvPr id="266328" name="Group 88"/>
          <p:cNvGraphicFramePr>
            <a:graphicFrameLocks noGrp="1"/>
          </p:cNvGraphicFramePr>
          <p:nvPr/>
        </p:nvGraphicFramePr>
        <p:xfrm>
          <a:off x="5219700"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6348" name="Text Box 108"/>
          <p:cNvSpPr txBox="1">
            <a:spLocks noChangeArrowheads="1"/>
          </p:cNvSpPr>
          <p:nvPr/>
        </p:nvSpPr>
        <p:spPr bwMode="auto">
          <a:xfrm>
            <a:off x="827088" y="3860800"/>
            <a:ext cx="50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v1</a:t>
            </a:r>
          </a:p>
        </p:txBody>
      </p:sp>
      <p:sp>
        <p:nvSpPr>
          <p:cNvPr id="266349" name="Oval 109"/>
          <p:cNvSpPr>
            <a:spLocks noChangeArrowheads="1"/>
          </p:cNvSpPr>
          <p:nvPr/>
        </p:nvSpPr>
        <p:spPr bwMode="auto">
          <a:xfrm>
            <a:off x="1116013" y="549275"/>
            <a:ext cx="576262"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266350" name="Rectangle 110"/>
          <p:cNvSpPr>
            <a:spLocks noChangeArrowheads="1"/>
          </p:cNvSpPr>
          <p:nvPr/>
        </p:nvSpPr>
        <p:spPr bwMode="auto">
          <a:xfrm>
            <a:off x="755650" y="4581525"/>
            <a:ext cx="954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 u=v1</a:t>
            </a:r>
          </a:p>
        </p:txBody>
      </p:sp>
      <p:graphicFrame>
        <p:nvGraphicFramePr>
          <p:cNvPr id="266351" name="Group 111"/>
          <p:cNvGraphicFramePr>
            <a:graphicFrameLocks noGrp="1"/>
          </p:cNvGraphicFramePr>
          <p:nvPr/>
        </p:nvGraphicFramePr>
        <p:xfrm>
          <a:off x="5724525"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6371" name="Oval 131"/>
          <p:cNvSpPr>
            <a:spLocks noChangeArrowheads="1"/>
          </p:cNvSpPr>
          <p:nvPr/>
        </p:nvSpPr>
        <p:spPr bwMode="auto">
          <a:xfrm>
            <a:off x="539750" y="1125538"/>
            <a:ext cx="503238" cy="503237"/>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266372" name="Text Box 132"/>
          <p:cNvSpPr txBox="1">
            <a:spLocks noChangeArrowheads="1"/>
          </p:cNvSpPr>
          <p:nvPr/>
        </p:nvSpPr>
        <p:spPr bwMode="auto">
          <a:xfrm>
            <a:off x="827088" y="3933825"/>
            <a:ext cx="5762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v2</a:t>
            </a:r>
          </a:p>
        </p:txBody>
      </p:sp>
      <p:graphicFrame>
        <p:nvGraphicFramePr>
          <p:cNvPr id="266373" name="Group 133"/>
          <p:cNvGraphicFramePr>
            <a:graphicFrameLocks noGrp="1"/>
          </p:cNvGraphicFramePr>
          <p:nvPr/>
        </p:nvGraphicFramePr>
        <p:xfrm>
          <a:off x="6227763"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6393" name="Oval 153"/>
          <p:cNvSpPr>
            <a:spLocks noChangeArrowheads="1"/>
          </p:cNvSpPr>
          <p:nvPr/>
        </p:nvSpPr>
        <p:spPr bwMode="auto">
          <a:xfrm>
            <a:off x="2627313" y="1052513"/>
            <a:ext cx="504825" cy="504825"/>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266394" name="Text Box 154"/>
          <p:cNvSpPr txBox="1">
            <a:spLocks noChangeArrowheads="1"/>
          </p:cNvSpPr>
          <p:nvPr/>
        </p:nvSpPr>
        <p:spPr bwMode="auto">
          <a:xfrm>
            <a:off x="1476375" y="3933825"/>
            <a:ext cx="5032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v3</a:t>
            </a:r>
          </a:p>
        </p:txBody>
      </p:sp>
      <p:graphicFrame>
        <p:nvGraphicFramePr>
          <p:cNvPr id="266395" name="Group 155"/>
          <p:cNvGraphicFramePr>
            <a:graphicFrameLocks noGrp="1"/>
          </p:cNvGraphicFramePr>
          <p:nvPr/>
        </p:nvGraphicFramePr>
        <p:xfrm>
          <a:off x="6732588"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6415" name="Text Box 175"/>
          <p:cNvSpPr txBox="1">
            <a:spLocks noChangeArrowheads="1"/>
          </p:cNvSpPr>
          <p:nvPr/>
        </p:nvSpPr>
        <p:spPr bwMode="auto">
          <a:xfrm>
            <a:off x="900113" y="5013325"/>
            <a:ext cx="936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u=v2</a:t>
            </a:r>
          </a:p>
        </p:txBody>
      </p:sp>
      <p:sp>
        <p:nvSpPr>
          <p:cNvPr id="266416" name="Oval 176"/>
          <p:cNvSpPr>
            <a:spLocks noChangeArrowheads="1"/>
          </p:cNvSpPr>
          <p:nvPr/>
        </p:nvSpPr>
        <p:spPr bwMode="auto">
          <a:xfrm>
            <a:off x="0" y="1844675"/>
            <a:ext cx="468313"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aphicFrame>
        <p:nvGraphicFramePr>
          <p:cNvPr id="266417" name="Group 177"/>
          <p:cNvGraphicFramePr>
            <a:graphicFrameLocks noGrp="1"/>
          </p:cNvGraphicFramePr>
          <p:nvPr/>
        </p:nvGraphicFramePr>
        <p:xfrm>
          <a:off x="7235825"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6437" name="Oval 197"/>
          <p:cNvSpPr>
            <a:spLocks noChangeArrowheads="1"/>
          </p:cNvSpPr>
          <p:nvPr/>
        </p:nvSpPr>
        <p:spPr bwMode="auto">
          <a:xfrm>
            <a:off x="1116013" y="1773238"/>
            <a:ext cx="503237"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aphicFrame>
        <p:nvGraphicFramePr>
          <p:cNvPr id="266438" name="Group 198"/>
          <p:cNvGraphicFramePr>
            <a:graphicFrameLocks noGrp="1"/>
          </p:cNvGraphicFramePr>
          <p:nvPr/>
        </p:nvGraphicFramePr>
        <p:xfrm>
          <a:off x="7740650"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6458" name="Text Box 218"/>
          <p:cNvSpPr txBox="1">
            <a:spLocks noChangeArrowheads="1"/>
          </p:cNvSpPr>
          <p:nvPr/>
        </p:nvSpPr>
        <p:spPr bwMode="auto">
          <a:xfrm>
            <a:off x="2195513" y="3933825"/>
            <a:ext cx="647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v4</a:t>
            </a:r>
          </a:p>
        </p:txBody>
      </p:sp>
      <p:sp>
        <p:nvSpPr>
          <p:cNvPr id="266459" name="Text Box 219"/>
          <p:cNvSpPr txBox="1">
            <a:spLocks noChangeArrowheads="1"/>
          </p:cNvSpPr>
          <p:nvPr/>
        </p:nvSpPr>
        <p:spPr bwMode="auto">
          <a:xfrm>
            <a:off x="2843213" y="3933825"/>
            <a:ext cx="50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v5</a:t>
            </a:r>
          </a:p>
        </p:txBody>
      </p:sp>
      <p:sp>
        <p:nvSpPr>
          <p:cNvPr id="266460" name="Text Box 220"/>
          <p:cNvSpPr txBox="1">
            <a:spLocks noChangeArrowheads="1"/>
          </p:cNvSpPr>
          <p:nvPr/>
        </p:nvSpPr>
        <p:spPr bwMode="auto">
          <a:xfrm>
            <a:off x="900113" y="5373688"/>
            <a:ext cx="1008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u=v3</a:t>
            </a:r>
          </a:p>
        </p:txBody>
      </p:sp>
      <p:sp>
        <p:nvSpPr>
          <p:cNvPr id="266461" name="Oval 221"/>
          <p:cNvSpPr>
            <a:spLocks noChangeArrowheads="1"/>
          </p:cNvSpPr>
          <p:nvPr/>
        </p:nvSpPr>
        <p:spPr bwMode="auto">
          <a:xfrm>
            <a:off x="2339975" y="1989138"/>
            <a:ext cx="431800"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graphicFrame>
        <p:nvGraphicFramePr>
          <p:cNvPr id="266462" name="Group 222"/>
          <p:cNvGraphicFramePr>
            <a:graphicFrameLocks noGrp="1"/>
          </p:cNvGraphicFramePr>
          <p:nvPr/>
        </p:nvGraphicFramePr>
        <p:xfrm>
          <a:off x="8243888"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0</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6482" name="Oval 242"/>
          <p:cNvSpPr>
            <a:spLocks noChangeArrowheads="1"/>
          </p:cNvSpPr>
          <p:nvPr/>
        </p:nvSpPr>
        <p:spPr bwMode="auto">
          <a:xfrm>
            <a:off x="3348038" y="1989138"/>
            <a:ext cx="431800" cy="431800"/>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266483" name="Text Box 243"/>
          <p:cNvSpPr txBox="1">
            <a:spLocks noChangeArrowheads="1"/>
          </p:cNvSpPr>
          <p:nvPr/>
        </p:nvSpPr>
        <p:spPr bwMode="auto">
          <a:xfrm>
            <a:off x="900113" y="5734050"/>
            <a:ext cx="936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u=v4</a:t>
            </a:r>
          </a:p>
        </p:txBody>
      </p:sp>
      <p:graphicFrame>
        <p:nvGraphicFramePr>
          <p:cNvPr id="266484" name="Group 244"/>
          <p:cNvGraphicFramePr>
            <a:graphicFrameLocks noGrp="1"/>
          </p:cNvGraphicFramePr>
          <p:nvPr/>
        </p:nvGraphicFramePr>
        <p:xfrm>
          <a:off x="8712200" y="188913"/>
          <a:ext cx="431800" cy="3455988"/>
        </p:xfrm>
        <a:graphic>
          <a:graphicData uri="http://schemas.openxmlformats.org/drawingml/2006/table">
            <a:tbl>
              <a:tblPr/>
              <a:tblGrid>
                <a:gridCol w="431800"/>
              </a:tblGrid>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3388">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chemeClr val="tx1"/>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31800">
                <a:tc>
                  <a:txBody>
                    <a:bodyPr/>
                    <a:lstStyle>
                      <a:lvl1pPr eaLnBrk="0" hangingPunct="0">
                        <a:spcBef>
                          <a:spcPts val="575"/>
                        </a:spcBef>
                        <a:buClr>
                          <a:schemeClr val="accent1"/>
                        </a:buClr>
                        <a:buSzPct val="85000"/>
                        <a:buFont typeface="Wingdings 2" panose="05020102010507070707" pitchFamily="18" charset="2"/>
                        <a:defRPr sz="2200">
                          <a:solidFill>
                            <a:schemeClr val="tx1"/>
                          </a:solidFill>
                          <a:latin typeface="Perpetua" panose="02020502060401020303" pitchFamily="18" charset="0"/>
                          <a:ea typeface="宋体" panose="02010600030101010101" pitchFamily="2" charset="-122"/>
                        </a:defRPr>
                      </a:lvl1pPr>
                      <a:lvl2pPr marL="742950" indent="-285750" eaLnBrk="0" hangingPunct="0">
                        <a:spcBef>
                          <a:spcPts val="375"/>
                        </a:spcBef>
                        <a:buClr>
                          <a:schemeClr val="accent2"/>
                        </a:buClr>
                        <a:buSzPct val="85000"/>
                        <a:buFont typeface="Wingdings 2" panose="05020102010507070707" pitchFamily="18" charset="2"/>
                        <a:defRPr sz="2000">
                          <a:solidFill>
                            <a:schemeClr val="tx1"/>
                          </a:solidFill>
                          <a:latin typeface="Perpetua" panose="02020502060401020303" pitchFamily="18" charset="0"/>
                          <a:ea typeface="宋体" panose="02010600030101010101" pitchFamily="2" charset="-122"/>
                        </a:defRPr>
                      </a:lvl2pPr>
                      <a:lvl3pPr marL="1143000" indent="-228600" eaLnBrk="0" hangingPunct="0">
                        <a:spcBef>
                          <a:spcPts val="375"/>
                        </a:spcBef>
                        <a:buClr>
                          <a:srgbClr val="E6B1AB"/>
                        </a:buClr>
                        <a:buSzPct val="85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3pPr>
                      <a:lvl4pPr marL="1600200" indent="-228600" eaLnBrk="0" hangingPunct="0">
                        <a:spcBef>
                          <a:spcPts val="375"/>
                        </a:spcBef>
                        <a:buClr>
                          <a:srgbClr val="A28E6A"/>
                        </a:buClr>
                        <a:buSzPct val="80000"/>
                        <a:buFont typeface="Wingdings 2" panose="05020102010507070707" pitchFamily="18" charset="2"/>
                        <a:defRPr>
                          <a:solidFill>
                            <a:schemeClr val="tx1"/>
                          </a:solidFill>
                          <a:latin typeface="Perpetua" panose="02020502060401020303" pitchFamily="18" charset="0"/>
                          <a:ea typeface="宋体" panose="02010600030101010101" pitchFamily="2" charset="-122"/>
                        </a:defRPr>
                      </a:lvl4pPr>
                      <a:lvl5pPr marL="2057400" indent="-228600" eaLnBrk="0" hangingPunct="0">
                        <a:spcBef>
                          <a:spcPts val="375"/>
                        </a:spcBef>
                        <a:buClr>
                          <a:srgbClr val="A28E6A"/>
                        </a:buClr>
                        <a:defRPr>
                          <a:solidFill>
                            <a:schemeClr val="tx1"/>
                          </a:solidFill>
                          <a:latin typeface="Perpetua" panose="02020502060401020303" pitchFamily="18" charset="0"/>
                          <a:ea typeface="宋体" panose="02010600030101010101" pitchFamily="2" charset="-122"/>
                        </a:defRPr>
                      </a:lvl5pPr>
                      <a:lvl6pPr marL="25146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6pPr>
                      <a:lvl7pPr marL="29718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7pPr>
                      <a:lvl8pPr marL="34290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8pPr>
                      <a:lvl9pPr marL="3886200" indent="-228600" eaLnBrk="0" fontAlgn="base" hangingPunct="0">
                        <a:spcBef>
                          <a:spcPts val="375"/>
                        </a:spcBef>
                        <a:spcAft>
                          <a:spcPct val="0"/>
                        </a:spcAft>
                        <a:buClr>
                          <a:srgbClr val="A28E6A"/>
                        </a:buClr>
                        <a:defRPr>
                          <a:solidFill>
                            <a:schemeClr val="tx1"/>
                          </a:solidFill>
                          <a:latin typeface="Perpetua" panose="02020502060401020303" pitchFamily="18"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400" b="1" i="0" u="none" strike="noStrike" cap="none" normalizeH="0" baseline="0" smtClean="0">
                          <a:ln>
                            <a:noFill/>
                          </a:ln>
                          <a:solidFill>
                            <a:srgbClr val="FF0000"/>
                          </a:solidFill>
                          <a:effectLst/>
                          <a:latin typeface="宋体" panose="02010600030101010101" pitchFamily="2" charset="-122"/>
                          <a:ea typeface="宋体" panose="02010600030101010101" pitchFamily="2" charset="-122"/>
                        </a:rPr>
                        <a:t>1</a:t>
                      </a:r>
                    </a:p>
                  </a:txBody>
                  <a:tcPr marL="90000" marR="90000" marT="0" marB="0" horzOverflow="overflow">
                    <a:lnL w="28575"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266504" name="Oval 264"/>
          <p:cNvSpPr>
            <a:spLocks noChangeArrowheads="1"/>
          </p:cNvSpPr>
          <p:nvPr/>
        </p:nvSpPr>
        <p:spPr bwMode="auto">
          <a:xfrm>
            <a:off x="755650" y="2492375"/>
            <a:ext cx="431800" cy="504825"/>
          </a:xfrm>
          <a:prstGeom prst="ellipse">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endParaRPr lang="zh-CN" altLang="en-US" sz="1800">
              <a:latin typeface="Arial" pitchFamily="34" charset="0"/>
            </a:endParaRPr>
          </a:p>
        </p:txBody>
      </p:sp>
      <p:sp>
        <p:nvSpPr>
          <p:cNvPr id="266505" name="Text Box 265"/>
          <p:cNvSpPr txBox="1">
            <a:spLocks noChangeArrowheads="1"/>
          </p:cNvSpPr>
          <p:nvPr/>
        </p:nvSpPr>
        <p:spPr bwMode="auto">
          <a:xfrm>
            <a:off x="4859338" y="3933825"/>
            <a:ext cx="6477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v8</a:t>
            </a:r>
          </a:p>
        </p:txBody>
      </p:sp>
      <p:sp>
        <p:nvSpPr>
          <p:cNvPr id="266506" name="Text Box 266"/>
          <p:cNvSpPr txBox="1">
            <a:spLocks noChangeArrowheads="1"/>
          </p:cNvSpPr>
          <p:nvPr/>
        </p:nvSpPr>
        <p:spPr bwMode="auto">
          <a:xfrm>
            <a:off x="3492500" y="3933825"/>
            <a:ext cx="574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v6</a:t>
            </a:r>
          </a:p>
        </p:txBody>
      </p:sp>
      <p:sp>
        <p:nvSpPr>
          <p:cNvPr id="266507" name="Text Box 267"/>
          <p:cNvSpPr txBox="1">
            <a:spLocks noChangeArrowheads="1"/>
          </p:cNvSpPr>
          <p:nvPr/>
        </p:nvSpPr>
        <p:spPr bwMode="auto">
          <a:xfrm>
            <a:off x="4211638" y="3933825"/>
            <a:ext cx="50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v7</a:t>
            </a:r>
          </a:p>
        </p:txBody>
      </p:sp>
      <p:sp>
        <p:nvSpPr>
          <p:cNvPr id="266508" name="Text Box 268"/>
          <p:cNvSpPr txBox="1">
            <a:spLocks noChangeArrowheads="1"/>
          </p:cNvSpPr>
          <p:nvPr/>
        </p:nvSpPr>
        <p:spPr bwMode="auto">
          <a:xfrm>
            <a:off x="2124075" y="4652963"/>
            <a:ext cx="1008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u=v5</a:t>
            </a:r>
          </a:p>
        </p:txBody>
      </p:sp>
      <p:sp>
        <p:nvSpPr>
          <p:cNvPr id="266509" name="Text Box 269"/>
          <p:cNvSpPr txBox="1">
            <a:spLocks noChangeArrowheads="1"/>
          </p:cNvSpPr>
          <p:nvPr/>
        </p:nvSpPr>
        <p:spPr bwMode="auto">
          <a:xfrm>
            <a:off x="2124075" y="4941888"/>
            <a:ext cx="1008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u=v6</a:t>
            </a:r>
          </a:p>
        </p:txBody>
      </p:sp>
      <p:sp>
        <p:nvSpPr>
          <p:cNvPr id="266510" name="Text Box 270"/>
          <p:cNvSpPr txBox="1">
            <a:spLocks noChangeArrowheads="1"/>
          </p:cNvSpPr>
          <p:nvPr/>
        </p:nvSpPr>
        <p:spPr bwMode="auto">
          <a:xfrm>
            <a:off x="2124075" y="5229225"/>
            <a:ext cx="1008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u=v7</a:t>
            </a:r>
          </a:p>
        </p:txBody>
      </p:sp>
      <p:sp>
        <p:nvSpPr>
          <p:cNvPr id="266511" name="Text Box 271"/>
          <p:cNvSpPr txBox="1">
            <a:spLocks noChangeArrowheads="1"/>
          </p:cNvSpPr>
          <p:nvPr/>
        </p:nvSpPr>
        <p:spPr bwMode="auto">
          <a:xfrm>
            <a:off x="2124075" y="5516563"/>
            <a:ext cx="1008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ts val="575"/>
              </a:spcBef>
              <a:buClr>
                <a:schemeClr val="accent1"/>
              </a:buClr>
              <a:buSzPct val="85000"/>
              <a:buFont typeface="Wingdings 2" pitchFamily="18" charset="2"/>
              <a:buChar char=""/>
              <a:defRPr sz="2600">
                <a:solidFill>
                  <a:schemeClr val="tx1"/>
                </a:solidFill>
                <a:latin typeface="Perpetua" pitchFamily="18" charset="0"/>
                <a:ea typeface="宋体" pitchFamily="2" charset="-122"/>
              </a:defRPr>
            </a:lvl1pPr>
            <a:lvl2pPr marL="742950" indent="-285750">
              <a:spcBef>
                <a:spcPts val="375"/>
              </a:spcBef>
              <a:buClr>
                <a:schemeClr val="accent2"/>
              </a:buClr>
              <a:buSzPct val="85000"/>
              <a:buFont typeface="Wingdings 2" pitchFamily="18" charset="2"/>
              <a:buChar char=""/>
              <a:defRPr sz="2400">
                <a:solidFill>
                  <a:schemeClr val="tx1"/>
                </a:solidFill>
                <a:latin typeface="Perpetua" pitchFamily="18" charset="0"/>
                <a:ea typeface="宋体" pitchFamily="2" charset="-122"/>
              </a:defRPr>
            </a:lvl2pPr>
            <a:lvl3pPr marL="1143000" indent="-228600">
              <a:spcBef>
                <a:spcPts val="375"/>
              </a:spcBef>
              <a:buClr>
                <a:srgbClr val="E6B1AB"/>
              </a:buClr>
              <a:buSzPct val="85000"/>
              <a:buFont typeface="Wingdings 2" pitchFamily="18" charset="2"/>
              <a:buChar char=""/>
              <a:defRPr sz="2000">
                <a:solidFill>
                  <a:schemeClr val="tx1"/>
                </a:solidFill>
                <a:latin typeface="Perpetua" pitchFamily="18" charset="0"/>
                <a:ea typeface="宋体" pitchFamily="2" charset="-122"/>
              </a:defRPr>
            </a:lvl3pPr>
            <a:lvl4pPr marL="1600200" indent="-228600">
              <a:spcBef>
                <a:spcPts val="375"/>
              </a:spcBef>
              <a:buClr>
                <a:srgbClr val="A28E6A"/>
              </a:buClr>
              <a:buSzPct val="80000"/>
              <a:buFont typeface="Wingdings 2" pitchFamily="18" charset="2"/>
              <a:buChar char=""/>
              <a:defRPr sz="2000">
                <a:solidFill>
                  <a:schemeClr val="tx1"/>
                </a:solidFill>
                <a:latin typeface="Perpetua" pitchFamily="18" charset="0"/>
                <a:ea typeface="宋体" pitchFamily="2" charset="-122"/>
              </a:defRPr>
            </a:lvl4pPr>
            <a:lvl5pPr marL="2057400" indent="-228600">
              <a:spcBef>
                <a:spcPts val="375"/>
              </a:spcBef>
              <a:buClr>
                <a:srgbClr val="A28E6A"/>
              </a:buClr>
              <a:buChar char="o"/>
              <a:defRPr sz="2000">
                <a:solidFill>
                  <a:schemeClr val="tx1"/>
                </a:solidFill>
                <a:latin typeface="Perpetua" pitchFamily="18" charset="0"/>
                <a:ea typeface="宋体" pitchFamily="2" charset="-122"/>
              </a:defRPr>
            </a:lvl5pPr>
            <a:lvl6pPr marL="25146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6pPr>
            <a:lvl7pPr marL="29718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7pPr>
            <a:lvl8pPr marL="34290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8pPr>
            <a:lvl9pPr marL="3886200" indent="-228600" eaLnBrk="0" fontAlgn="base" hangingPunct="0">
              <a:spcBef>
                <a:spcPts val="375"/>
              </a:spcBef>
              <a:spcAft>
                <a:spcPct val="0"/>
              </a:spcAft>
              <a:buClr>
                <a:srgbClr val="A28E6A"/>
              </a:buClr>
              <a:buChar char="o"/>
              <a:defRPr sz="2000">
                <a:solidFill>
                  <a:schemeClr val="tx1"/>
                </a:solidFill>
                <a:latin typeface="Perpetua" pitchFamily="18" charset="0"/>
                <a:ea typeface="宋体" pitchFamily="2" charset="-122"/>
              </a:defRPr>
            </a:lvl9pPr>
          </a:lstStyle>
          <a:p>
            <a:pPr eaLnBrk="1" hangingPunct="1">
              <a:spcBef>
                <a:spcPct val="0"/>
              </a:spcBef>
              <a:buClrTx/>
              <a:buSzTx/>
              <a:buFontTx/>
              <a:buNone/>
            </a:pPr>
            <a:r>
              <a:rPr lang="en-US" altLang="zh-CN" sz="1800">
                <a:latin typeface="Arial" pitchFamily="34" charset="0"/>
              </a:rPr>
              <a:t>u=v8</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662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6628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6632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66328"/>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6349"/>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6348"/>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xit" presetSubtype="0" fill="hold" grpId="1" nodeType="clickEffect">
                                  <p:stCondLst>
                                    <p:cond delay="0"/>
                                  </p:stCondLst>
                                  <p:childTnLst>
                                    <p:set>
                                      <p:cBhvr>
                                        <p:cTn id="30" dur="1" fill="hold">
                                          <p:stCondLst>
                                            <p:cond delay="0"/>
                                          </p:stCondLst>
                                        </p:cTn>
                                        <p:tgtEl>
                                          <p:spTgt spid="266348"/>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66350"/>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266351"/>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66371"/>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266372"/>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nodeType="clickEffect">
                                  <p:stCondLst>
                                    <p:cond delay="0"/>
                                  </p:stCondLst>
                                  <p:childTnLst>
                                    <p:set>
                                      <p:cBhvr>
                                        <p:cTn id="50" dur="1" fill="hold">
                                          <p:stCondLst>
                                            <p:cond delay="0"/>
                                          </p:stCondLst>
                                        </p:cTn>
                                        <p:tgtEl>
                                          <p:spTgt spid="266373"/>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266393"/>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66394"/>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xit" presetSubtype="0" fill="hold" grpId="1" nodeType="clickEffect">
                                  <p:stCondLst>
                                    <p:cond delay="0"/>
                                  </p:stCondLst>
                                  <p:childTnLst>
                                    <p:set>
                                      <p:cBhvr>
                                        <p:cTn id="62" dur="1" fill="hold">
                                          <p:stCondLst>
                                            <p:cond delay="0"/>
                                          </p:stCondLst>
                                        </p:cTn>
                                        <p:tgtEl>
                                          <p:spTgt spid="266372"/>
                                        </p:tgtEl>
                                        <p:attrNameLst>
                                          <p:attrName>style.visibility</p:attrName>
                                        </p:attrNameLst>
                                      </p:cBhvr>
                                      <p:to>
                                        <p:strVal val="hidden"/>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66415"/>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nodeType="clickEffect">
                                  <p:stCondLst>
                                    <p:cond delay="0"/>
                                  </p:stCondLst>
                                  <p:childTnLst>
                                    <p:set>
                                      <p:cBhvr>
                                        <p:cTn id="70" dur="1" fill="hold">
                                          <p:stCondLst>
                                            <p:cond delay="0"/>
                                          </p:stCondLst>
                                        </p:cTn>
                                        <p:tgtEl>
                                          <p:spTgt spid="266395"/>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266416"/>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266458"/>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nodeType="clickEffect">
                                  <p:stCondLst>
                                    <p:cond delay="0"/>
                                  </p:stCondLst>
                                  <p:childTnLst>
                                    <p:set>
                                      <p:cBhvr>
                                        <p:cTn id="82" dur="1" fill="hold">
                                          <p:stCondLst>
                                            <p:cond delay="0"/>
                                          </p:stCondLst>
                                        </p:cTn>
                                        <p:tgtEl>
                                          <p:spTgt spid="266417"/>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266437"/>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266459"/>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1" presetClass="exit" presetSubtype="0" fill="hold" grpId="1" nodeType="clickEffect">
                                  <p:stCondLst>
                                    <p:cond delay="0"/>
                                  </p:stCondLst>
                                  <p:childTnLst>
                                    <p:set>
                                      <p:cBhvr>
                                        <p:cTn id="94" dur="1" fill="hold">
                                          <p:stCondLst>
                                            <p:cond delay="0"/>
                                          </p:stCondLst>
                                        </p:cTn>
                                        <p:tgtEl>
                                          <p:spTgt spid="266394"/>
                                        </p:tgtEl>
                                        <p:attrNameLst>
                                          <p:attrName>style.visibility</p:attrName>
                                        </p:attrNameLst>
                                      </p:cBhvr>
                                      <p:to>
                                        <p:strVal val="hidden"/>
                                      </p:to>
                                    </p:set>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266460"/>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nodeType="clickEffect">
                                  <p:stCondLst>
                                    <p:cond delay="0"/>
                                  </p:stCondLst>
                                  <p:childTnLst>
                                    <p:set>
                                      <p:cBhvr>
                                        <p:cTn id="102" dur="1" fill="hold">
                                          <p:stCondLst>
                                            <p:cond delay="0"/>
                                          </p:stCondLst>
                                        </p:cTn>
                                        <p:tgtEl>
                                          <p:spTgt spid="266438"/>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266461"/>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266506"/>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nodeType="clickEffect">
                                  <p:stCondLst>
                                    <p:cond delay="0"/>
                                  </p:stCondLst>
                                  <p:childTnLst>
                                    <p:set>
                                      <p:cBhvr>
                                        <p:cTn id="114" dur="1" fill="hold">
                                          <p:stCondLst>
                                            <p:cond delay="0"/>
                                          </p:stCondLst>
                                        </p:cTn>
                                        <p:tgtEl>
                                          <p:spTgt spid="266462"/>
                                        </p:tgtEl>
                                        <p:attrNameLst>
                                          <p:attrName>style.visibility</p:attrName>
                                        </p:attrNameLst>
                                      </p:cBhvr>
                                      <p:to>
                                        <p:strVal val="visible"/>
                                      </p:to>
                                    </p:se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266482"/>
                                        </p:tgtEl>
                                        <p:attrNameLst>
                                          <p:attrName>style.visibility</p:attrName>
                                        </p:attrNameLst>
                                      </p:cBhvr>
                                      <p:to>
                                        <p:strVal val="visible"/>
                                      </p:to>
                                    </p:se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1" presetClass="entr" presetSubtype="0" fill="hold" grpId="0" nodeType="clickEffect">
                                  <p:stCondLst>
                                    <p:cond delay="0"/>
                                  </p:stCondLst>
                                  <p:childTnLst>
                                    <p:set>
                                      <p:cBhvr>
                                        <p:cTn id="122" dur="1" fill="hold">
                                          <p:stCondLst>
                                            <p:cond delay="0"/>
                                          </p:stCondLst>
                                        </p:cTn>
                                        <p:tgtEl>
                                          <p:spTgt spid="266507"/>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1" presetClass="exit" presetSubtype="0" fill="hold" grpId="1" nodeType="clickEffect">
                                  <p:stCondLst>
                                    <p:cond delay="0"/>
                                  </p:stCondLst>
                                  <p:childTnLst>
                                    <p:set>
                                      <p:cBhvr>
                                        <p:cTn id="126" dur="1" fill="hold">
                                          <p:stCondLst>
                                            <p:cond delay="0"/>
                                          </p:stCondLst>
                                        </p:cTn>
                                        <p:tgtEl>
                                          <p:spTgt spid="266458"/>
                                        </p:tgtEl>
                                        <p:attrNameLst>
                                          <p:attrName>style.visibility</p:attrName>
                                        </p:attrNameLst>
                                      </p:cBhvr>
                                      <p:to>
                                        <p:strVal val="hidden"/>
                                      </p:to>
                                    </p:set>
                                  </p:childTnLst>
                                </p:cTn>
                              </p:par>
                            </p:childTnLst>
                          </p:cTn>
                        </p:par>
                      </p:childTnLst>
                    </p:cTn>
                  </p:par>
                  <p:par>
                    <p:cTn id="127" fill="hold" nodeType="clickPar">
                      <p:stCondLst>
                        <p:cond delay="indefinite"/>
                      </p:stCondLst>
                      <p:childTnLst>
                        <p:par>
                          <p:cTn id="128" fill="hold" nodeType="withGroup">
                            <p:stCondLst>
                              <p:cond delay="0"/>
                            </p:stCondLst>
                            <p:childTnLst>
                              <p:par>
                                <p:cTn id="129" presetID="1" presetClass="entr" presetSubtype="0" fill="hold" grpId="0" nodeType="clickEffect">
                                  <p:stCondLst>
                                    <p:cond delay="0"/>
                                  </p:stCondLst>
                                  <p:childTnLst>
                                    <p:set>
                                      <p:cBhvr>
                                        <p:cTn id="130" dur="1" fill="hold">
                                          <p:stCondLst>
                                            <p:cond delay="0"/>
                                          </p:stCondLst>
                                        </p:cTn>
                                        <p:tgtEl>
                                          <p:spTgt spid="266483"/>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nodeType="clickEffect">
                                  <p:stCondLst>
                                    <p:cond delay="0"/>
                                  </p:stCondLst>
                                  <p:childTnLst>
                                    <p:set>
                                      <p:cBhvr>
                                        <p:cTn id="134" dur="1" fill="hold">
                                          <p:stCondLst>
                                            <p:cond delay="0"/>
                                          </p:stCondLst>
                                        </p:cTn>
                                        <p:tgtEl>
                                          <p:spTgt spid="266484"/>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1" presetClass="entr" presetSubtype="0" fill="hold" grpId="0" nodeType="clickEffect">
                                  <p:stCondLst>
                                    <p:cond delay="0"/>
                                  </p:stCondLst>
                                  <p:childTnLst>
                                    <p:set>
                                      <p:cBhvr>
                                        <p:cTn id="138" dur="1" fill="hold">
                                          <p:stCondLst>
                                            <p:cond delay="0"/>
                                          </p:stCondLst>
                                        </p:cTn>
                                        <p:tgtEl>
                                          <p:spTgt spid="266504"/>
                                        </p:tgtEl>
                                        <p:attrNameLst>
                                          <p:attrName>style.visibility</p:attrName>
                                        </p:attrNameLst>
                                      </p:cBhvr>
                                      <p:to>
                                        <p:strVal val="visible"/>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1" presetClass="entr" presetSubtype="0" fill="hold" grpId="0" nodeType="clickEffect">
                                  <p:stCondLst>
                                    <p:cond delay="0"/>
                                  </p:stCondLst>
                                  <p:childTnLst>
                                    <p:set>
                                      <p:cBhvr>
                                        <p:cTn id="142" dur="1" fill="hold">
                                          <p:stCondLst>
                                            <p:cond delay="0"/>
                                          </p:stCondLst>
                                        </p:cTn>
                                        <p:tgtEl>
                                          <p:spTgt spid="266505"/>
                                        </p:tgtEl>
                                        <p:attrNameLst>
                                          <p:attrName>style.visibility</p:attrName>
                                        </p:attrNameLst>
                                      </p:cBhvr>
                                      <p:to>
                                        <p:strVal val="visible"/>
                                      </p:to>
                                    </p:se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1" presetClass="exit" presetSubtype="0" fill="hold" grpId="1" nodeType="clickEffect">
                                  <p:stCondLst>
                                    <p:cond delay="0"/>
                                  </p:stCondLst>
                                  <p:childTnLst>
                                    <p:set>
                                      <p:cBhvr>
                                        <p:cTn id="146" dur="1" fill="hold">
                                          <p:stCondLst>
                                            <p:cond delay="0"/>
                                          </p:stCondLst>
                                        </p:cTn>
                                        <p:tgtEl>
                                          <p:spTgt spid="266459"/>
                                        </p:tgtEl>
                                        <p:attrNameLst>
                                          <p:attrName>style.visibility</p:attrName>
                                        </p:attrNameLst>
                                      </p:cBhvr>
                                      <p:to>
                                        <p:strVal val="hidden"/>
                                      </p:to>
                                    </p:set>
                                  </p:childTnLst>
                                </p:cTn>
                              </p:par>
                            </p:childTnLst>
                          </p:cTn>
                        </p:par>
                      </p:childTnLst>
                    </p:cTn>
                  </p:par>
                  <p:par>
                    <p:cTn id="147" fill="hold" nodeType="clickPar">
                      <p:stCondLst>
                        <p:cond delay="indefinite"/>
                      </p:stCondLst>
                      <p:childTnLst>
                        <p:par>
                          <p:cTn id="148" fill="hold" nodeType="withGroup">
                            <p:stCondLst>
                              <p:cond delay="0"/>
                            </p:stCondLst>
                            <p:childTnLst>
                              <p:par>
                                <p:cTn id="149" presetID="1" presetClass="entr" presetSubtype="0" fill="hold" grpId="0" nodeType="clickEffect">
                                  <p:stCondLst>
                                    <p:cond delay="0"/>
                                  </p:stCondLst>
                                  <p:childTnLst>
                                    <p:set>
                                      <p:cBhvr>
                                        <p:cTn id="150" dur="1" fill="hold">
                                          <p:stCondLst>
                                            <p:cond delay="0"/>
                                          </p:stCondLst>
                                        </p:cTn>
                                        <p:tgtEl>
                                          <p:spTgt spid="266508"/>
                                        </p:tgtEl>
                                        <p:attrNameLst>
                                          <p:attrName>style.visibility</p:attrName>
                                        </p:attrNameLst>
                                      </p:cBhvr>
                                      <p:to>
                                        <p:strVal val="visible"/>
                                      </p:to>
                                    </p:se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1" presetClass="exit" presetSubtype="0" fill="hold" grpId="1" nodeType="clickEffect">
                                  <p:stCondLst>
                                    <p:cond delay="0"/>
                                  </p:stCondLst>
                                  <p:childTnLst>
                                    <p:set>
                                      <p:cBhvr>
                                        <p:cTn id="154" dur="1" fill="hold">
                                          <p:stCondLst>
                                            <p:cond delay="0"/>
                                          </p:stCondLst>
                                        </p:cTn>
                                        <p:tgtEl>
                                          <p:spTgt spid="266506"/>
                                        </p:tgtEl>
                                        <p:attrNameLst>
                                          <p:attrName>style.visibility</p:attrName>
                                        </p:attrNameLst>
                                      </p:cBhvr>
                                      <p:to>
                                        <p:strVal val="hidden"/>
                                      </p:to>
                                    </p:se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1" presetClass="entr" presetSubtype="0" fill="hold" grpId="0" nodeType="clickEffect">
                                  <p:stCondLst>
                                    <p:cond delay="0"/>
                                  </p:stCondLst>
                                  <p:childTnLst>
                                    <p:set>
                                      <p:cBhvr>
                                        <p:cTn id="158" dur="1" fill="hold">
                                          <p:stCondLst>
                                            <p:cond delay="0"/>
                                          </p:stCondLst>
                                        </p:cTn>
                                        <p:tgtEl>
                                          <p:spTgt spid="266509"/>
                                        </p:tgtEl>
                                        <p:attrNameLst>
                                          <p:attrName>style.visibility</p:attrName>
                                        </p:attrNameLst>
                                      </p:cBhvr>
                                      <p:to>
                                        <p:strVal val="visible"/>
                                      </p:to>
                                    </p:set>
                                  </p:childTnLst>
                                </p:cTn>
                              </p:par>
                            </p:childTnLst>
                          </p:cTn>
                        </p:par>
                      </p:childTnLst>
                    </p:cTn>
                  </p:par>
                  <p:par>
                    <p:cTn id="159" fill="hold" nodeType="clickPar">
                      <p:stCondLst>
                        <p:cond delay="indefinite"/>
                      </p:stCondLst>
                      <p:childTnLst>
                        <p:par>
                          <p:cTn id="160" fill="hold" nodeType="withGroup">
                            <p:stCondLst>
                              <p:cond delay="0"/>
                            </p:stCondLst>
                            <p:childTnLst>
                              <p:par>
                                <p:cTn id="161" presetID="1" presetClass="exit" presetSubtype="0" fill="hold" grpId="1" nodeType="clickEffect">
                                  <p:stCondLst>
                                    <p:cond delay="0"/>
                                  </p:stCondLst>
                                  <p:childTnLst>
                                    <p:set>
                                      <p:cBhvr>
                                        <p:cTn id="162" dur="1" fill="hold">
                                          <p:stCondLst>
                                            <p:cond delay="0"/>
                                          </p:stCondLst>
                                        </p:cTn>
                                        <p:tgtEl>
                                          <p:spTgt spid="266507"/>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1" presetClass="entr" presetSubtype="0" fill="hold" grpId="0" nodeType="clickEffect">
                                  <p:stCondLst>
                                    <p:cond delay="0"/>
                                  </p:stCondLst>
                                  <p:childTnLst>
                                    <p:set>
                                      <p:cBhvr>
                                        <p:cTn id="166" dur="1" fill="hold">
                                          <p:stCondLst>
                                            <p:cond delay="0"/>
                                          </p:stCondLst>
                                        </p:cTn>
                                        <p:tgtEl>
                                          <p:spTgt spid="266510"/>
                                        </p:tgtEl>
                                        <p:attrNameLst>
                                          <p:attrName>style.visibility</p:attrName>
                                        </p:attrNameLst>
                                      </p:cBhvr>
                                      <p:to>
                                        <p:strVal val="visible"/>
                                      </p:to>
                                    </p:set>
                                  </p:childTnLst>
                                </p:cTn>
                              </p:par>
                            </p:childTnLst>
                          </p:cTn>
                        </p:par>
                      </p:childTnLst>
                    </p:cTn>
                  </p:par>
                  <p:par>
                    <p:cTn id="167" fill="hold" nodeType="clickPar">
                      <p:stCondLst>
                        <p:cond delay="indefinite"/>
                      </p:stCondLst>
                      <p:childTnLst>
                        <p:par>
                          <p:cTn id="168" fill="hold" nodeType="withGroup">
                            <p:stCondLst>
                              <p:cond delay="0"/>
                            </p:stCondLst>
                            <p:childTnLst>
                              <p:par>
                                <p:cTn id="169" presetID="1" presetClass="exit" presetSubtype="0" fill="hold" grpId="1" nodeType="clickEffect">
                                  <p:stCondLst>
                                    <p:cond delay="0"/>
                                  </p:stCondLst>
                                  <p:childTnLst>
                                    <p:set>
                                      <p:cBhvr>
                                        <p:cTn id="170" dur="1" fill="hold">
                                          <p:stCondLst>
                                            <p:cond delay="0"/>
                                          </p:stCondLst>
                                        </p:cTn>
                                        <p:tgtEl>
                                          <p:spTgt spid="266505"/>
                                        </p:tgtEl>
                                        <p:attrNameLst>
                                          <p:attrName>style.visibility</p:attrName>
                                        </p:attrNameLst>
                                      </p:cBhvr>
                                      <p:to>
                                        <p:strVal val="hidden"/>
                                      </p:to>
                                    </p:set>
                                  </p:childTnLst>
                                </p:cTn>
                              </p:par>
                            </p:childTnLst>
                          </p:cTn>
                        </p:par>
                      </p:childTnLst>
                    </p:cTn>
                  </p:par>
                  <p:par>
                    <p:cTn id="171" fill="hold" nodeType="clickPar">
                      <p:stCondLst>
                        <p:cond delay="indefinite"/>
                      </p:stCondLst>
                      <p:childTnLst>
                        <p:par>
                          <p:cTn id="172" fill="hold" nodeType="withGroup">
                            <p:stCondLst>
                              <p:cond delay="0"/>
                            </p:stCondLst>
                            <p:childTnLst>
                              <p:par>
                                <p:cTn id="173" presetID="1" presetClass="entr" presetSubtype="0" fill="hold" grpId="0" nodeType="clickEffect">
                                  <p:stCondLst>
                                    <p:cond delay="0"/>
                                  </p:stCondLst>
                                  <p:childTnLst>
                                    <p:set>
                                      <p:cBhvr>
                                        <p:cTn id="174" dur="1" fill="hold">
                                          <p:stCondLst>
                                            <p:cond delay="0"/>
                                          </p:stCondLst>
                                        </p:cTn>
                                        <p:tgtEl>
                                          <p:spTgt spid="2665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348" grpId="0"/>
      <p:bldP spid="266348" grpId="1"/>
      <p:bldP spid="266349" grpId="0" animBg="1"/>
      <p:bldP spid="266350" grpId="0"/>
      <p:bldP spid="266371" grpId="0" animBg="1"/>
      <p:bldP spid="266372" grpId="0"/>
      <p:bldP spid="266372" grpId="1"/>
      <p:bldP spid="266393" grpId="0" animBg="1"/>
      <p:bldP spid="266394" grpId="0"/>
      <p:bldP spid="266394" grpId="1"/>
      <p:bldP spid="266415" grpId="0"/>
      <p:bldP spid="266416" grpId="0" animBg="1"/>
      <p:bldP spid="266437" grpId="0" animBg="1"/>
      <p:bldP spid="266458" grpId="0"/>
      <p:bldP spid="266458" grpId="1"/>
      <p:bldP spid="266459" grpId="0"/>
      <p:bldP spid="266459" grpId="1"/>
      <p:bldP spid="266460" grpId="0"/>
      <p:bldP spid="266461" grpId="0" animBg="1"/>
      <p:bldP spid="266482" grpId="0" animBg="1"/>
      <p:bldP spid="266483" grpId="0"/>
      <p:bldP spid="266504" grpId="0" animBg="1"/>
      <p:bldP spid="266505" grpId="0"/>
      <p:bldP spid="266505" grpId="1"/>
      <p:bldP spid="266506" grpId="0"/>
      <p:bldP spid="266506" grpId="1"/>
      <p:bldP spid="266507" grpId="0"/>
      <p:bldP spid="266507" grpId="1"/>
      <p:bldP spid="266508" grpId="0"/>
      <p:bldP spid="266509" grpId="0"/>
      <p:bldP spid="266510" grpId="0"/>
      <p:bldP spid="266511" grpId="0"/>
    </p:bldLst>
  </p:timing>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平衡">
  <a:themeElements>
    <a:clrScheme name="平衡">
      <a:dk1>
        <a:sysClr val="windowText" lastClr="000000"/>
      </a:dk1>
      <a:lt1>
        <a:sysClr val="window" lastClr="FFFFFF"/>
      </a:lt1>
      <a:dk2>
        <a:srgbClr val="696464"/>
      </a:dk2>
      <a:lt2>
        <a:srgbClr val="E9E5DC"/>
      </a:lt2>
      <a:accent1>
        <a:srgbClr val="D34817"/>
      </a:accent1>
      <a:accent2>
        <a:srgbClr val="9B2D1F"/>
      </a:accent2>
      <a:accent3>
        <a:srgbClr val="A28E6A"/>
      </a:accent3>
      <a:accent4>
        <a:srgbClr val="956251"/>
      </a:accent4>
      <a:accent5>
        <a:srgbClr val="918485"/>
      </a:accent5>
      <a:accent6>
        <a:srgbClr val="855D5D"/>
      </a:accent6>
      <a:hlink>
        <a:srgbClr val="CC9900"/>
      </a:hlink>
      <a:folHlink>
        <a:srgbClr val="96A9A9"/>
      </a:folHlink>
    </a:clrScheme>
    <a:fontScheme name="平衡">
      <a:majorFont>
        <a:latin typeface="Franklin Gothic Book"/>
        <a:ea typeface=""/>
        <a:cs typeface=""/>
        <a:font script="Grek" typeface="Calibri"/>
        <a:font script="Cyrl" typeface="Calibri"/>
        <a:font script="Jpan" typeface="HGｺﾞｼｯｸM"/>
        <a:font script="Hang" typeface="바탕"/>
        <a:font script="Hans" typeface="幼圆"/>
        <a:font script="Hant" typeface="微軟正黑體"/>
        <a:font script="Arab" typeface="Tahoma"/>
        <a:font script="Hebr" typeface="Aharoni"/>
        <a:font script="Thai" typeface="Lily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Perpetua"/>
        <a:ea typeface=""/>
        <a:cs typeface=""/>
        <a:font script="Grek" typeface="Cambria"/>
        <a:font script="Cyrl" typeface="Cambria"/>
        <a:font script="Jpan" typeface="HG創英ﾌﾟﾚｾﾞﾝｽEB"/>
        <a:font script="Hang" typeface="맑은 고딕"/>
        <a:font script="Hans" typeface="宋体"/>
        <a:font script="Hant" typeface="新細明體"/>
        <a:font script="Arab" typeface="Times New Roman"/>
        <a:font script="Hebr" typeface="Aharoni"/>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平衡">
      <a:fillStyleLst>
        <a:solidFill>
          <a:schemeClr val="phClr"/>
        </a:solidFill>
        <a:blipFill>
          <a:blip xmlns:r="http://schemas.openxmlformats.org/officeDocument/2006/relationships" r:embed="rId1">
            <a:duotone>
              <a:schemeClr val="phClr">
                <a:tint val="30000"/>
                <a:satMod val="300000"/>
              </a:schemeClr>
              <a:schemeClr val="phClr">
                <a:tint val="40000"/>
                <a:satMod val="200000"/>
              </a:schemeClr>
            </a:duotone>
          </a:blip>
          <a:tile tx="0" ty="0" sx="70000" sy="70000" flip="none" algn="ctr"/>
        </a:blipFill>
        <a:blipFill>
          <a:blip xmlns:r="http://schemas.openxmlformats.org/officeDocument/2006/relationships" r:embed="rId1">
            <a:duotone>
              <a:schemeClr val="phClr">
                <a:shade val="22000"/>
                <a:satMod val="160000"/>
              </a:schemeClr>
              <a:schemeClr val="phClr">
                <a:shade val="45000"/>
                <a:satMod val="100000"/>
              </a:schemeClr>
            </a:duotone>
          </a:blip>
          <a:tile tx="0" ty="0" sx="65000" sy="65000" flip="none" algn="ctr"/>
        </a:blipFill>
      </a:fillStyleLst>
      <a:lnStyleLst>
        <a:ln w="9525" cap="flat" cmpd="sng" algn="ctr">
          <a:solidFill>
            <a:schemeClr val="phClr">
              <a:shade val="60000"/>
              <a:satMod val="110000"/>
            </a:schemeClr>
          </a:solidFill>
          <a:prstDash val="solid"/>
        </a:ln>
        <a:ln w="12700" cap="flat" cmpd="sng" algn="ctr">
          <a:solidFill>
            <a:schemeClr val="phClr"/>
          </a:solidFill>
          <a:prstDash val="solid"/>
        </a:ln>
        <a:ln w="38100" cap="flat" cmpd="sng" algn="ctr">
          <a:solidFill>
            <a:schemeClr val="phClr"/>
          </a:solidFill>
          <a:prstDash val="solid"/>
        </a:ln>
      </a:lnStyleLst>
      <a:effectStyleLst>
        <a:effectStyle>
          <a:effectLst>
            <a:outerShdw blurRad="38100" dist="25400" dir="5400000" algn="t" rotWithShape="0">
              <a:srgbClr val="000000">
                <a:alpha val="50000"/>
              </a:srgbClr>
            </a:outerShdw>
          </a:effectLst>
        </a:effectStyle>
        <a:effectStyle>
          <a:effectLst>
            <a:outerShdw blurRad="38100" dist="25400" dir="5400000" algn="t" rotWithShape="0">
              <a:srgbClr val="000000">
                <a:alpha val="50000"/>
              </a:srgbClr>
            </a:outerShdw>
          </a:effectLst>
        </a:effectStyle>
        <a:effectStyle>
          <a:effectLst>
            <a:outerShdw blurRad="50800" dist="50800" dir="5400000" algn="t" rotWithShape="0">
              <a:srgbClr val="000000">
                <a:alpha val="60000"/>
              </a:srgbClr>
            </a:outerShdw>
          </a:effectLst>
          <a:scene3d>
            <a:camera prst="isometricBottomUp" fov="0">
              <a:rot lat="0" lon="0" rev="0"/>
            </a:camera>
            <a:lightRig rig="soft" dir="b">
              <a:rot lat="0" lon="0" rev="9000000"/>
            </a:lightRig>
          </a:scene3d>
          <a:sp3d contourW="35000" prstMaterial="matte">
            <a:bevelT w="45000" h="38100" prst="convex"/>
            <a:contourClr>
              <a:schemeClr val="phClr">
                <a:tint val="10000"/>
                <a:satMod val="130000"/>
              </a:schemeClr>
            </a:contourClr>
          </a:sp3d>
        </a:effectStyle>
      </a:effectStyleLst>
      <a:bgFillStyleLst>
        <a:solidFill>
          <a:schemeClr val="phClr"/>
        </a:solidFill>
        <a:gradFill rotWithShape="1">
          <a:gsLst>
            <a:gs pos="0">
              <a:schemeClr val="phClr">
                <a:shade val="40000"/>
                <a:satMod val="165000"/>
              </a:schemeClr>
            </a:gs>
            <a:gs pos="50000">
              <a:schemeClr val="phClr">
                <a:shade val="80000"/>
                <a:satMod val="155000"/>
              </a:schemeClr>
            </a:gs>
            <a:gs pos="100000">
              <a:schemeClr val="phClr">
                <a:tint val="95000"/>
                <a:satMod val="200000"/>
              </a:schemeClr>
            </a:gs>
          </a:gsLst>
          <a:lin ang="16200000" scaled="1"/>
        </a:gradFill>
        <a:blipFill>
          <a:blip xmlns:r="http://schemas.openxmlformats.org/officeDocument/2006/relationships" r:embed="rId1">
            <a:duotone>
              <a:schemeClr val="phClr">
                <a:tint val="95000"/>
                <a:satMod val="200000"/>
              </a:schemeClr>
              <a:schemeClr val="phClr">
                <a:shade val="80000"/>
                <a:satMod val="100000"/>
              </a:schemeClr>
            </a:duotone>
          </a:blip>
          <a:tile tx="0" ty="0" sx="55000" sy="55000" flip="none" algn="tl"/>
        </a:blipFill>
      </a:bgFillStyleLst>
    </a:fmtScheme>
  </a:themeElements>
  <a:objectDefaults/>
  <a:extraClrSchemeLst/>
</a:theme>
</file>

<file path=ppt/theme/theme2.xml><?xml version="1.0" encoding="utf-8"?>
<a:theme xmlns:a="http://schemas.openxmlformats.org/drawingml/2006/main" name="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3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5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6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7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8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9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0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11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2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3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4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5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6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7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8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9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20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1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2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3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4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5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6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7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8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29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30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1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2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33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4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5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6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7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8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39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40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2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4_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Equity</Template>
  <TotalTime>562</TotalTime>
  <Words>4884</Words>
  <Application>Microsoft Office PowerPoint</Application>
  <PresentationFormat>全屏显示(4:3)</PresentationFormat>
  <Paragraphs>2898</Paragraphs>
  <Slides>70</Slides>
  <Notes>1</Notes>
  <HiddenSlides>0</HiddenSlides>
  <MMClips>0</MMClips>
  <ScaleCrop>false</ScaleCrop>
  <HeadingPairs>
    <vt:vector size="6" baseType="variant">
      <vt:variant>
        <vt:lpstr>主题</vt:lpstr>
      </vt:variant>
      <vt:variant>
        <vt:i4>43</vt:i4>
      </vt:variant>
      <vt:variant>
        <vt:lpstr>嵌入 OLE 服务器</vt:lpstr>
      </vt:variant>
      <vt:variant>
        <vt:i4>2</vt:i4>
      </vt:variant>
      <vt:variant>
        <vt:lpstr>幻灯片标题</vt:lpstr>
      </vt:variant>
      <vt:variant>
        <vt:i4>70</vt:i4>
      </vt:variant>
    </vt:vector>
  </HeadingPairs>
  <TitlesOfParts>
    <vt:vector size="115" baseType="lpstr">
      <vt:lpstr>平衡</vt:lpstr>
      <vt:lpstr>默认设计模板</vt:lpstr>
      <vt:lpstr>2_默认设计模板</vt:lpstr>
      <vt:lpstr>3_默认设计模板</vt:lpstr>
      <vt:lpstr>4_默认设计模板</vt:lpstr>
      <vt:lpstr>5_默认设计模板</vt:lpstr>
      <vt:lpstr>6_默认设计模板</vt:lpstr>
      <vt:lpstr>7_默认设计模板</vt:lpstr>
      <vt:lpstr>8_默认设计模板</vt:lpstr>
      <vt:lpstr>9_默认设计模板</vt:lpstr>
      <vt:lpstr>10_默认设计模板</vt:lpstr>
      <vt:lpstr>11_默认设计模板</vt:lpstr>
      <vt:lpstr>12_默认设计模板</vt:lpstr>
      <vt:lpstr>13_默认设计模板</vt:lpstr>
      <vt:lpstr>14_默认设计模板</vt:lpstr>
      <vt:lpstr>15_默认设计模板</vt:lpstr>
      <vt:lpstr>16_默认设计模板</vt:lpstr>
      <vt:lpstr>17_默认设计模板</vt:lpstr>
      <vt:lpstr>18_默认设计模板</vt:lpstr>
      <vt:lpstr>19_默认设计模板</vt:lpstr>
      <vt:lpstr>20_默认设计模板</vt:lpstr>
      <vt:lpstr>21_默认设计模板</vt:lpstr>
      <vt:lpstr>22_默认设计模板</vt:lpstr>
      <vt:lpstr>23_默认设计模板</vt:lpstr>
      <vt:lpstr>24_默认设计模板</vt:lpstr>
      <vt:lpstr>25_默认设计模板</vt:lpstr>
      <vt:lpstr>26_默认设计模板</vt:lpstr>
      <vt:lpstr>27_默认设计模板</vt:lpstr>
      <vt:lpstr>28_默认设计模板</vt:lpstr>
      <vt:lpstr>29_默认设计模板</vt:lpstr>
      <vt:lpstr>30_默认设计模板</vt:lpstr>
      <vt:lpstr>31_默认设计模板</vt:lpstr>
      <vt:lpstr>32_默认设计模板</vt:lpstr>
      <vt:lpstr>33_默认设计模板</vt:lpstr>
      <vt:lpstr>34_默认设计模板</vt:lpstr>
      <vt:lpstr>35_默认设计模板</vt:lpstr>
      <vt:lpstr>36_默认设计模板</vt:lpstr>
      <vt:lpstr>37_默认设计模板</vt:lpstr>
      <vt:lpstr>38_默认设计模板</vt:lpstr>
      <vt:lpstr>39_默认设计模板</vt:lpstr>
      <vt:lpstr>40_默认设计模板</vt:lpstr>
      <vt:lpstr>42_默认设计模板</vt:lpstr>
      <vt:lpstr>44_默认设计模板</vt:lpstr>
      <vt:lpstr>Microsoft 公式 3.0</vt:lpstr>
      <vt:lpstr>Image</vt:lpstr>
      <vt:lpstr>第六章   基本检索与周游方法</vt:lpstr>
      <vt:lpstr>PowerPoint 演示文稿</vt:lpstr>
      <vt:lpstr>PowerPoint 演示文稿</vt:lpstr>
      <vt:lpstr>PowerPoint 演示文稿</vt:lpstr>
      <vt:lpstr>例1：</vt:lpstr>
      <vt:lpstr>PowerPoint 演示文稿</vt:lpstr>
      <vt:lpstr>PowerPoint 演示文稿</vt:lpstr>
      <vt:lpstr>PowerPoint 演示文稿</vt:lpstr>
      <vt:lpstr>PowerPoint 演示文稿</vt:lpstr>
      <vt:lpstr>  图的存储结构</vt:lpstr>
      <vt:lpstr>PowerPoint 演示文稿</vt:lpstr>
      <vt:lpstr>PowerPoint 演示文稿</vt:lpstr>
      <vt:lpstr>例2 ：有向图的邻接矩阵</vt:lpstr>
      <vt:lpstr>特别讨论 ：网（即有权图）的邻接矩阵</vt:lpstr>
      <vt:lpstr>PowerPoint 演示文稿</vt:lpstr>
      <vt:lpstr>邻接表存储法的特点：</vt:lpstr>
      <vt:lpstr>    图的遍历</vt:lpstr>
      <vt:lpstr>深度优先搜索（遍历）步骤：</vt:lpstr>
      <vt:lpstr>一、深度优先搜索( DFS )</vt:lpstr>
      <vt:lpstr>讨论1：计算机如何实现DFS？</vt:lpstr>
      <vt:lpstr>讨论2： DFS算法如何编程？</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DFS 算法效率分析:</vt:lpstr>
      <vt:lpstr>PowerPoint 演示文稿</vt:lpstr>
      <vt:lpstr>思考题：</vt:lpstr>
      <vt:lpstr>二、广度优先搜索( BFS )</vt:lpstr>
      <vt:lpstr>广度优先搜索（遍历）步骤：</vt:lpstr>
      <vt:lpstr>讨论1：计算机如何实现BFS？</vt:lpstr>
      <vt:lpstr>讨论2： BFS算法如何编程？</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幻灯片 1</dc:title>
  <dc:creator>Administrator</dc:creator>
  <cp:lastModifiedBy>ad</cp:lastModifiedBy>
  <cp:revision>50</cp:revision>
  <dcterms:modified xsi:type="dcterms:W3CDTF">2015-05-28T05:36:01Z</dcterms:modified>
</cp:coreProperties>
</file>