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294" r:id="rId2"/>
    <p:sldId id="295" r:id="rId3"/>
    <p:sldId id="296" r:id="rId4"/>
    <p:sldId id="315" r:id="rId5"/>
    <p:sldId id="324" r:id="rId6"/>
    <p:sldId id="321" r:id="rId7"/>
    <p:sldId id="320" r:id="rId8"/>
    <p:sldId id="319" r:id="rId9"/>
    <p:sldId id="302" r:id="rId10"/>
    <p:sldId id="303" r:id="rId11"/>
    <p:sldId id="305" r:id="rId12"/>
    <p:sldId id="322" r:id="rId13"/>
    <p:sldId id="323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B8F4"/>
    <a:srgbClr val="00CC00"/>
    <a:srgbClr val="F0ED77"/>
    <a:srgbClr val="FF432F"/>
    <a:srgbClr val="F4A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3" autoAdjust="0"/>
    <p:restoredTop sz="94660"/>
  </p:normalViewPr>
  <p:slideViewPr>
    <p:cSldViewPr>
      <p:cViewPr varScale="1">
        <p:scale>
          <a:sx n="84" d="100"/>
          <a:sy n="84" d="100"/>
        </p:scale>
        <p:origin x="-15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F216E48D-B28F-4403-BF3D-243D521422BF}" type="datetimeFigureOut">
              <a:rPr lang="zh-CN" altLang="en-US"/>
              <a:pPr>
                <a:defRPr/>
              </a:pPr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56BF8B5-46DC-4B19-BA81-979B4D59B3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297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29682-40ED-4A20-BE19-82F266584F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5565490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5A10D-5E67-41C2-8CAD-592C55DE0F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63992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BA8D4-D7C8-43D4-B1BB-87ED74573E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4417796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5B3F2-117C-43CA-ADD8-3C5E2A0E4A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827623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252C7-C5F3-4A58-8D10-F3394C20B1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846678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36441-242F-4816-871C-E4AD05BD9C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624564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FF3CC-1FCD-42A4-B92D-6A3E88231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422790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4D4E0-CA89-42C6-9059-93AB47227C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1495631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7393D-9138-4E2F-95CB-BEBED64894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8065217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E6882-50AD-41BA-B7B4-09B825DF03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768894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BE9E3-3DF3-482D-952F-D61CE1C125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0083057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214313"/>
            <a:ext cx="800100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143000"/>
            <a:ext cx="8001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571500" y="1000125"/>
            <a:ext cx="7958138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FBB76F2-43BA-45E3-AD72-BE91CE51D9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6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ransition advClick="0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smtClean="0"/>
              <a:t>数据库系统原理</a:t>
            </a:r>
          </a:p>
        </p:txBody>
      </p:sp>
      <p:sp>
        <p:nvSpPr>
          <p:cNvPr id="3075" name="副标题 2"/>
          <p:cNvSpPr>
            <a:spLocks noGrp="1"/>
          </p:cNvSpPr>
          <p:nvPr>
            <p:ph type="subTitle" idx="1"/>
          </p:nvPr>
        </p:nvSpPr>
        <p:spPr>
          <a:xfrm>
            <a:off x="1500188" y="2857500"/>
            <a:ext cx="7010400" cy="1723628"/>
          </a:xfrm>
        </p:spPr>
        <p:txBody>
          <a:bodyPr/>
          <a:lstStyle/>
          <a:p>
            <a:r>
              <a:rPr lang="zh-CN" altLang="en-US" sz="3600" b="1" dirty="0" smtClean="0"/>
              <a:t>主讲：史蕊</a:t>
            </a:r>
            <a:endParaRPr lang="en-US" altLang="zh-CN" sz="3600" b="1" dirty="0" smtClean="0"/>
          </a:p>
          <a:p>
            <a:pPr>
              <a:spcBef>
                <a:spcPts val="2400"/>
              </a:spcBef>
            </a:pPr>
            <a:r>
              <a:rPr lang="zh-CN" altLang="en-US" sz="3600" b="1" dirty="0" smtClean="0"/>
              <a:t>学院：软件</a:t>
            </a:r>
            <a:r>
              <a:rPr lang="zh-CN" altLang="en-US" sz="3600" b="1" dirty="0" smtClean="0"/>
              <a:t>学院</a:t>
            </a:r>
            <a:endParaRPr lang="en-US" altLang="zh-CN" sz="3600" b="1" dirty="0" smtClean="0"/>
          </a:p>
        </p:txBody>
      </p:sp>
      <p:sp>
        <p:nvSpPr>
          <p:cNvPr id="307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C9E9C814-5D37-4378-BA55-51925E2028DB}" type="slidenum">
              <a:rPr lang="en-US" altLang="zh-CN" smtClean="0"/>
              <a:pPr algn="l" eaLnBrk="1" hangingPunct="1"/>
              <a:t>1</a:t>
            </a:fld>
            <a:endParaRPr lang="en-US" altLang="zh-CN" smtClean="0"/>
          </a:p>
        </p:txBody>
      </p:sp>
      <p:sp>
        <p:nvSpPr>
          <p:cNvPr id="2" name="矩形 1"/>
          <p:cNvSpPr/>
          <p:nvPr/>
        </p:nvSpPr>
        <p:spPr>
          <a:xfrm>
            <a:off x="1331640" y="4361036"/>
            <a:ext cx="74168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QQ</a:t>
            </a:r>
            <a:r>
              <a:rPr lang="zh-CN" altLang="en-US" sz="2800" b="1" dirty="0">
                <a:solidFill>
                  <a:srgbClr val="FF0000"/>
                </a:solidFill>
              </a:rPr>
              <a:t>群号：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1091683265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密码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202639</a:t>
            </a:r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群昵称：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周一</a:t>
            </a:r>
            <a:r>
              <a:rPr lang="en-US" altLang="zh-CN" sz="2800" b="1" dirty="0">
                <a:solidFill>
                  <a:srgbClr val="FF0000"/>
                </a:solidFill>
              </a:rPr>
              <a:t>1-2</a:t>
            </a:r>
            <a:r>
              <a:rPr lang="zh-CN" altLang="en-US" sz="2800" b="1" dirty="0">
                <a:solidFill>
                  <a:srgbClr val="FF0000"/>
                </a:solidFill>
              </a:rPr>
              <a:t>节上课的改为：</a:t>
            </a:r>
            <a:r>
              <a:rPr lang="en-US" altLang="zh-CN" sz="2800" b="1" dirty="0">
                <a:solidFill>
                  <a:srgbClr val="FF0000"/>
                </a:solidFill>
              </a:rPr>
              <a:t>1-</a:t>
            </a:r>
            <a:r>
              <a:rPr lang="zh-CN" altLang="en-US" sz="2800" b="1" dirty="0">
                <a:solidFill>
                  <a:srgbClr val="FF0000"/>
                </a:solidFill>
              </a:rPr>
              <a:t>学号</a:t>
            </a:r>
            <a:r>
              <a:rPr lang="en-US" altLang="zh-CN" sz="2800" b="1" dirty="0">
                <a:solidFill>
                  <a:srgbClr val="FF0000"/>
                </a:solidFill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</a:rPr>
              <a:t>姓名</a:t>
            </a:r>
            <a:r>
              <a:rPr lang="zh-CN" altLang="en-US" sz="2800" b="1" dirty="0">
                <a:solidFill>
                  <a:srgbClr val="FF0000"/>
                </a:solidFill>
              </a:rPr>
              <a:t/>
            </a:r>
            <a:br>
              <a:rPr lang="zh-CN" altLang="en-US" sz="2800" b="1" dirty="0">
                <a:solidFill>
                  <a:srgbClr val="FF0000"/>
                </a:solidFill>
              </a:rPr>
            </a:br>
            <a:r>
              <a:rPr lang="zh-CN" altLang="en-US" sz="2800" b="1" dirty="0">
                <a:solidFill>
                  <a:srgbClr val="FF0000"/>
                </a:solidFill>
              </a:rPr>
              <a:t>周一</a:t>
            </a:r>
            <a:r>
              <a:rPr lang="en-US" altLang="zh-CN" sz="2800" b="1" dirty="0">
                <a:solidFill>
                  <a:srgbClr val="FF0000"/>
                </a:solidFill>
              </a:rPr>
              <a:t>3-4</a:t>
            </a:r>
            <a:r>
              <a:rPr lang="zh-CN" altLang="en-US" sz="2800" b="1" dirty="0">
                <a:solidFill>
                  <a:srgbClr val="FF0000"/>
                </a:solidFill>
              </a:rPr>
              <a:t>节上课的改为：</a:t>
            </a:r>
            <a:r>
              <a:rPr lang="en-US" altLang="zh-CN" sz="2800" b="1" dirty="0">
                <a:solidFill>
                  <a:srgbClr val="FF0000"/>
                </a:solidFill>
              </a:rPr>
              <a:t>2-</a:t>
            </a:r>
            <a:r>
              <a:rPr lang="zh-CN" altLang="en-US" sz="2800" b="1" dirty="0">
                <a:solidFill>
                  <a:srgbClr val="FF0000"/>
                </a:solidFill>
              </a:rPr>
              <a:t>学号</a:t>
            </a:r>
            <a:r>
              <a:rPr lang="en-US" altLang="zh-CN" sz="2800" b="1" dirty="0">
                <a:solidFill>
                  <a:srgbClr val="FF0000"/>
                </a:solidFill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</a:rPr>
              <a:t>姓名</a:t>
            </a:r>
            <a:r>
              <a:rPr lang="zh-CN" altLang="en-US" sz="2800" b="1" dirty="0">
                <a:solidFill>
                  <a:srgbClr val="FF0000"/>
                </a:solidFill>
              </a:rPr>
              <a:t/>
            </a:r>
            <a:br>
              <a:rPr lang="zh-CN" altLang="en-US" sz="2800" b="1" dirty="0">
                <a:solidFill>
                  <a:srgbClr val="FF0000"/>
                </a:solidFill>
              </a:rPr>
            </a:br>
            <a:r>
              <a:rPr lang="zh-CN" altLang="en-US" sz="2800" b="1" dirty="0">
                <a:solidFill>
                  <a:srgbClr val="FF0000"/>
                </a:solidFill>
              </a:rPr>
              <a:t>周二</a:t>
            </a:r>
            <a:r>
              <a:rPr lang="en-US" altLang="zh-CN" sz="2800" b="1" dirty="0">
                <a:solidFill>
                  <a:srgbClr val="FF0000"/>
                </a:solidFill>
              </a:rPr>
              <a:t>9-10</a:t>
            </a:r>
            <a:r>
              <a:rPr lang="zh-CN" altLang="en-US" sz="2800" b="1" dirty="0">
                <a:solidFill>
                  <a:srgbClr val="FF0000"/>
                </a:solidFill>
              </a:rPr>
              <a:t>节上课的改为：</a:t>
            </a:r>
            <a:r>
              <a:rPr lang="en-US" altLang="zh-CN" sz="2800" b="1" dirty="0">
                <a:solidFill>
                  <a:srgbClr val="FF0000"/>
                </a:solidFill>
              </a:rPr>
              <a:t>3-</a:t>
            </a:r>
            <a:r>
              <a:rPr lang="zh-CN" altLang="en-US" sz="2800" b="1" dirty="0">
                <a:solidFill>
                  <a:srgbClr val="FF0000"/>
                </a:solidFill>
              </a:rPr>
              <a:t>学号</a:t>
            </a:r>
            <a:r>
              <a:rPr lang="en-US" altLang="zh-CN" sz="2800" b="1" dirty="0">
                <a:solidFill>
                  <a:srgbClr val="FF0000"/>
                </a:solidFill>
              </a:rPr>
              <a:t>-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姓名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教材及参考书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566738" y="981075"/>
            <a:ext cx="8397875" cy="51117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b="1" dirty="0" smtClean="0">
                <a:ea typeface="隶书" pitchFamily="49" charset="-122"/>
              </a:rPr>
              <a:t>教材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b="1" dirty="0" smtClean="0"/>
              <a:t>王珊，萨师煊：</a:t>
            </a:r>
            <a:r>
              <a:rPr lang="en-US" altLang="zh-CN" b="1" dirty="0" smtClean="0"/>
              <a:t>《</a:t>
            </a:r>
            <a:r>
              <a:rPr lang="zh-CN" altLang="en-US" b="1" dirty="0" smtClean="0"/>
              <a:t>数据库系统概论</a:t>
            </a:r>
            <a:r>
              <a:rPr lang="en-US" altLang="zh-CN" b="1" dirty="0" smtClean="0"/>
              <a:t>(</a:t>
            </a:r>
            <a:r>
              <a:rPr lang="zh-CN" altLang="en-US" b="1" dirty="0" smtClean="0">
                <a:solidFill>
                  <a:srgbClr val="FF0000"/>
                </a:solidFill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</a:rPr>
              <a:t>6</a:t>
            </a:r>
            <a:r>
              <a:rPr lang="zh-CN" altLang="en-US" b="1" dirty="0" smtClean="0">
                <a:solidFill>
                  <a:srgbClr val="FF0000"/>
                </a:solidFill>
              </a:rPr>
              <a:t>版</a:t>
            </a:r>
            <a:r>
              <a:rPr lang="en-US" altLang="zh-CN" b="1" dirty="0" smtClean="0"/>
              <a:t>)</a:t>
            </a:r>
            <a:r>
              <a:rPr lang="en-US" altLang="zh-CN" b="1" dirty="0"/>
              <a:t> 》</a:t>
            </a:r>
            <a:r>
              <a:rPr lang="en-US" altLang="zh-CN" b="1" dirty="0" smtClean="0"/>
              <a:t> 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dirty="0" smtClean="0"/>
              <a:t>    </a:t>
            </a:r>
            <a:r>
              <a:rPr lang="zh-CN" altLang="en-US" b="1" dirty="0" smtClean="0"/>
              <a:t>，高等教育出版社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。</a:t>
            </a:r>
            <a:r>
              <a:rPr lang="en-US" altLang="zh-CN" b="1" dirty="0" smtClean="0"/>
              <a:t>  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zh-CN" altLang="en-US" b="1" dirty="0" smtClean="0">
                <a:ea typeface="隶书" pitchFamily="49" charset="-122"/>
              </a:rPr>
              <a:t>参考书</a:t>
            </a:r>
          </a:p>
          <a:p>
            <a:pPr lvl="1">
              <a:defRPr/>
            </a:pPr>
            <a:r>
              <a:rPr lang="zh-CN" altLang="en-US" b="1" dirty="0" smtClean="0"/>
              <a:t>刘增杰：</a:t>
            </a:r>
            <a:r>
              <a:rPr lang="en-US" altLang="zh-CN" b="1" dirty="0" smtClean="0"/>
              <a:t>《</a:t>
            </a:r>
            <a:r>
              <a:rPr lang="en-US" altLang="zh-CN" b="1" dirty="0" smtClean="0">
                <a:solidFill>
                  <a:srgbClr val="FF0000"/>
                </a:solidFill>
              </a:rPr>
              <a:t>MySQL</a:t>
            </a:r>
            <a:r>
              <a:rPr lang="en-US" altLang="zh-CN" b="1" dirty="0" smtClean="0"/>
              <a:t>5.7</a:t>
            </a:r>
            <a:r>
              <a:rPr lang="zh-CN" altLang="en-US" b="1" dirty="0" smtClean="0"/>
              <a:t>从入门到精通</a:t>
            </a:r>
            <a:r>
              <a:rPr lang="en-US" altLang="zh-CN" b="1" dirty="0"/>
              <a:t>》</a:t>
            </a:r>
            <a:r>
              <a:rPr lang="zh-CN" altLang="en-US" b="1" dirty="0" smtClean="0"/>
              <a:t>，清华大学出版社。</a:t>
            </a:r>
            <a:endParaRPr lang="en-US" altLang="zh-CN" b="1" dirty="0" smtClean="0"/>
          </a:p>
          <a:p>
            <a:pPr marL="471487" lvl="1" indent="0">
              <a:buFont typeface="Wingdings" pitchFamily="2" charset="2"/>
              <a:buNone/>
              <a:defRPr/>
            </a:pPr>
            <a:endParaRPr lang="en-US" altLang="zh-CN" b="1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b="1" dirty="0" smtClean="0">
                <a:ea typeface="隶书" pitchFamily="49" charset="-122"/>
              </a:rPr>
              <a:t>上机环境</a:t>
            </a:r>
            <a:r>
              <a:rPr lang="zh-CN" altLang="en-US" b="1" dirty="0" smtClean="0"/>
              <a:t>：</a:t>
            </a:r>
            <a:r>
              <a:rPr lang="en-US" altLang="zh-CN" b="1" dirty="0" smtClean="0"/>
              <a:t>MySQL5.7 </a:t>
            </a:r>
            <a:r>
              <a:rPr lang="zh-CN" altLang="en-US" b="1" dirty="0" smtClean="0"/>
              <a:t>及以上版本</a:t>
            </a:r>
            <a:endParaRPr lang="en-US" altLang="zh-CN" b="1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altLang="zh-CN" b="1" dirty="0"/>
              <a:t> </a:t>
            </a:r>
            <a:r>
              <a:rPr lang="en-US" altLang="zh-CN" b="1" dirty="0" smtClean="0"/>
              <a:t>              </a:t>
            </a:r>
            <a:r>
              <a:rPr lang="en-US" altLang="zh-CN" b="1" dirty="0" err="1" smtClean="0"/>
              <a:t>OpenGauss</a:t>
            </a:r>
            <a:r>
              <a:rPr lang="zh-CN" altLang="en-US" b="1" dirty="0" smtClean="0"/>
              <a:t>（头歌实践教学平台）</a:t>
            </a:r>
            <a:endParaRPr lang="en-US" altLang="zh-CN" b="1" dirty="0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751C0711-4A82-483A-AEE9-BA507580774E}" type="slidenum">
              <a:rPr lang="en-US" altLang="zh-CN" b="1" smtClean="0"/>
              <a:pPr algn="l" eaLnBrk="1" hangingPunct="1"/>
              <a:t>2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学习方法</a:t>
            </a:r>
          </a:p>
        </p:txBody>
      </p:sp>
      <p:sp>
        <p:nvSpPr>
          <p:cNvPr id="512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E5372147-888E-48C5-AE3F-81DF62BF9F29}" type="slidenum">
              <a:rPr lang="en-US" altLang="zh-CN" b="1" smtClean="0"/>
              <a:pPr algn="l" eaLnBrk="1" hangingPunct="1"/>
              <a:t>3</a:t>
            </a:fld>
            <a:endParaRPr lang="en-US" altLang="zh-CN" b="1" smtClean="0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15963" y="1557338"/>
            <a:ext cx="862012" cy="862012"/>
            <a:chOff x="1304925" y="4157663"/>
            <a:chExt cx="862013" cy="862012"/>
          </a:xfrm>
        </p:grpSpPr>
        <p:sp>
          <p:nvSpPr>
            <p:cNvPr id="5149" name="Teardrop 39"/>
            <p:cNvSpPr>
              <a:spLocks/>
            </p:cNvSpPr>
            <p:nvPr/>
          </p:nvSpPr>
          <p:spPr bwMode="auto">
            <a:xfrm>
              <a:off x="1304925" y="4157663"/>
              <a:ext cx="862013" cy="862012"/>
            </a:xfrm>
            <a:custGeom>
              <a:avLst/>
              <a:gdLst>
                <a:gd name="T0" fmla="*/ 0 w 862013"/>
                <a:gd name="T1" fmla="*/ 431006 h 862012"/>
                <a:gd name="T2" fmla="*/ 431007 w 862013"/>
                <a:gd name="T3" fmla="*/ 0 h 862012"/>
                <a:gd name="T4" fmla="*/ 862013 w 862013"/>
                <a:gd name="T5" fmla="*/ 0 h 862012"/>
                <a:gd name="T6" fmla="*/ 862013 w 862013"/>
                <a:gd name="T7" fmla="*/ 431006 h 862012"/>
                <a:gd name="T8" fmla="*/ 431006 w 862013"/>
                <a:gd name="T9" fmla="*/ 862012 h 862012"/>
                <a:gd name="T10" fmla="*/ -1 w 862013"/>
                <a:gd name="T11" fmla="*/ 431006 h 862012"/>
                <a:gd name="T12" fmla="*/ 0 w 862013"/>
                <a:gd name="T13" fmla="*/ 431006 h 8620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2013" h="862012">
                  <a:moveTo>
                    <a:pt x="0" y="431006"/>
                  </a:moveTo>
                  <a:cubicBezTo>
                    <a:pt x="0" y="192968"/>
                    <a:pt x="192968" y="0"/>
                    <a:pt x="431007" y="0"/>
                  </a:cubicBezTo>
                  <a:lnTo>
                    <a:pt x="862013" y="0"/>
                  </a:lnTo>
                  <a:lnTo>
                    <a:pt x="862013" y="431006"/>
                  </a:lnTo>
                  <a:cubicBezTo>
                    <a:pt x="862013" y="669044"/>
                    <a:pt x="669045" y="862012"/>
                    <a:pt x="431006" y="862012"/>
                  </a:cubicBezTo>
                  <a:cubicBezTo>
                    <a:pt x="192967" y="862012"/>
                    <a:pt x="-1" y="669044"/>
                    <a:pt x="-1" y="431006"/>
                  </a:cubicBezTo>
                  <a:lnTo>
                    <a:pt x="0" y="431006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50" name="Freeform 299"/>
            <p:cNvSpPr>
              <a:spLocks/>
            </p:cNvSpPr>
            <p:nvPr/>
          </p:nvSpPr>
          <p:spPr bwMode="auto">
            <a:xfrm>
              <a:off x="1543050" y="4479925"/>
              <a:ext cx="276225" cy="276225"/>
            </a:xfrm>
            <a:custGeom>
              <a:avLst/>
              <a:gdLst>
                <a:gd name="T0" fmla="*/ 2147483647 w 206"/>
                <a:gd name="T1" fmla="*/ 2147483647 h 206"/>
                <a:gd name="T2" fmla="*/ 2147483647 w 206"/>
                <a:gd name="T3" fmla="*/ 2147483647 h 206"/>
                <a:gd name="T4" fmla="*/ 2147483647 w 206"/>
                <a:gd name="T5" fmla="*/ 2147483647 h 206"/>
                <a:gd name="T6" fmla="*/ 2147483647 w 206"/>
                <a:gd name="T7" fmla="*/ 2147483647 h 206"/>
                <a:gd name="T8" fmla="*/ 2147483647 w 206"/>
                <a:gd name="T9" fmla="*/ 2147483647 h 206"/>
                <a:gd name="T10" fmla="*/ 2147483647 w 206"/>
                <a:gd name="T11" fmla="*/ 2147483647 h 206"/>
                <a:gd name="T12" fmla="*/ 2147483647 w 206"/>
                <a:gd name="T13" fmla="*/ 2147483647 h 206"/>
                <a:gd name="T14" fmla="*/ 2147483647 w 206"/>
                <a:gd name="T15" fmla="*/ 0 h 206"/>
                <a:gd name="T16" fmla="*/ 2147483647 w 206"/>
                <a:gd name="T17" fmla="*/ 0 h 206"/>
                <a:gd name="T18" fmla="*/ 2147483647 w 206"/>
                <a:gd name="T19" fmla="*/ 0 h 206"/>
                <a:gd name="T20" fmla="*/ 0 w 206"/>
                <a:gd name="T21" fmla="*/ 2147483647 h 206"/>
                <a:gd name="T22" fmla="*/ 0 w 206"/>
                <a:gd name="T23" fmla="*/ 2147483647 h 206"/>
                <a:gd name="T24" fmla="*/ 2147483647 w 206"/>
                <a:gd name="T25" fmla="*/ 2147483647 h 206"/>
                <a:gd name="T26" fmla="*/ 2147483647 w 206"/>
                <a:gd name="T27" fmla="*/ 2147483647 h 206"/>
                <a:gd name="T28" fmla="*/ 2147483647 w 206"/>
                <a:gd name="T29" fmla="*/ 2147483647 h 206"/>
                <a:gd name="T30" fmla="*/ 2147483647 w 206"/>
                <a:gd name="T31" fmla="*/ 2147483647 h 206"/>
                <a:gd name="T32" fmla="*/ 2147483647 w 206"/>
                <a:gd name="T33" fmla="*/ 2147483647 h 206"/>
                <a:gd name="T34" fmla="*/ 2147483647 w 206"/>
                <a:gd name="T35" fmla="*/ 2147483647 h 20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206">
                  <a:moveTo>
                    <a:pt x="181" y="172"/>
                  </a:moveTo>
                  <a:cubicBezTo>
                    <a:pt x="181" y="176"/>
                    <a:pt x="177" y="180"/>
                    <a:pt x="172" y="180"/>
                  </a:cubicBezTo>
                  <a:cubicBezTo>
                    <a:pt x="35" y="180"/>
                    <a:pt x="35" y="180"/>
                    <a:pt x="35" y="180"/>
                  </a:cubicBezTo>
                  <a:cubicBezTo>
                    <a:pt x="30" y="180"/>
                    <a:pt x="26" y="176"/>
                    <a:pt x="26" y="172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29"/>
                    <a:pt x="30" y="25"/>
                    <a:pt x="35" y="25"/>
                  </a:cubicBezTo>
                  <a:cubicBezTo>
                    <a:pt x="154" y="25"/>
                    <a:pt x="154" y="25"/>
                    <a:pt x="154" y="25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77" y="0"/>
                    <a:pt x="174" y="0"/>
                    <a:pt x="17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90"/>
                    <a:pt x="16" y="206"/>
                    <a:pt x="35" y="206"/>
                  </a:cubicBezTo>
                  <a:cubicBezTo>
                    <a:pt x="172" y="206"/>
                    <a:pt x="172" y="206"/>
                    <a:pt x="172" y="206"/>
                  </a:cubicBezTo>
                  <a:cubicBezTo>
                    <a:pt x="191" y="206"/>
                    <a:pt x="206" y="190"/>
                    <a:pt x="206" y="172"/>
                  </a:cubicBezTo>
                  <a:cubicBezTo>
                    <a:pt x="206" y="95"/>
                    <a:pt x="206" y="95"/>
                    <a:pt x="206" y="95"/>
                  </a:cubicBezTo>
                  <a:cubicBezTo>
                    <a:pt x="181" y="121"/>
                    <a:pt x="181" y="121"/>
                    <a:pt x="181" y="121"/>
                  </a:cubicBezTo>
                  <a:lnTo>
                    <a:pt x="181" y="1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" name="Freeform 300"/>
            <p:cNvSpPr>
              <a:spLocks noEditPoints="1"/>
            </p:cNvSpPr>
            <p:nvPr/>
          </p:nvSpPr>
          <p:spPr bwMode="auto">
            <a:xfrm>
              <a:off x="1660525" y="4465638"/>
              <a:ext cx="222250" cy="222250"/>
            </a:xfrm>
            <a:custGeom>
              <a:avLst/>
              <a:gdLst>
                <a:gd name="T0" fmla="*/ 2147483647 w 74"/>
                <a:gd name="T1" fmla="*/ 2147483647 h 74"/>
                <a:gd name="T2" fmla="*/ 2147483647 w 74"/>
                <a:gd name="T3" fmla="*/ 0 h 74"/>
                <a:gd name="T4" fmla="*/ 2147483647 w 74"/>
                <a:gd name="T5" fmla="*/ 2147483647 h 74"/>
                <a:gd name="T6" fmla="*/ 0 w 74"/>
                <a:gd name="T7" fmla="*/ 2147483647 h 74"/>
                <a:gd name="T8" fmla="*/ 2147483647 w 74"/>
                <a:gd name="T9" fmla="*/ 2147483647 h 74"/>
                <a:gd name="T10" fmla="*/ 2147483647 w 74"/>
                <a:gd name="T11" fmla="*/ 2147483647 h 74"/>
                <a:gd name="T12" fmla="*/ 2147483647 w 74"/>
                <a:gd name="T13" fmla="*/ 2147483647 h 74"/>
                <a:gd name="T14" fmla="*/ 2147483647 w 74"/>
                <a:gd name="T15" fmla="*/ 2147483647 h 74"/>
                <a:gd name="T16" fmla="*/ 2147483647 w 74"/>
                <a:gd name="T17" fmla="*/ 2147483647 h 74"/>
                <a:gd name="T18" fmla="*/ 2147483647 w 74"/>
                <a:gd name="T19" fmla="*/ 2147483647 h 74"/>
                <a:gd name="T20" fmla="*/ 2147483647 w 74"/>
                <a:gd name="T21" fmla="*/ 2147483647 h 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4" h="74">
                  <a:moveTo>
                    <a:pt x="74" y="17"/>
                  </a:moveTo>
                  <a:lnTo>
                    <a:pt x="57" y="0"/>
                  </a:lnTo>
                  <a:lnTo>
                    <a:pt x="8" y="50"/>
                  </a:lnTo>
                  <a:lnTo>
                    <a:pt x="0" y="74"/>
                  </a:lnTo>
                  <a:lnTo>
                    <a:pt x="24" y="66"/>
                  </a:lnTo>
                  <a:lnTo>
                    <a:pt x="74" y="17"/>
                  </a:lnTo>
                  <a:close/>
                  <a:moveTo>
                    <a:pt x="19" y="52"/>
                  </a:moveTo>
                  <a:lnTo>
                    <a:pt x="17" y="50"/>
                  </a:lnTo>
                  <a:lnTo>
                    <a:pt x="57" y="9"/>
                  </a:lnTo>
                  <a:lnTo>
                    <a:pt x="60" y="11"/>
                  </a:lnTo>
                  <a:lnTo>
                    <a:pt x="19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2" name="Freeform 301"/>
            <p:cNvSpPr>
              <a:spLocks/>
            </p:cNvSpPr>
            <p:nvPr/>
          </p:nvSpPr>
          <p:spPr bwMode="auto">
            <a:xfrm>
              <a:off x="1849438" y="4416425"/>
              <a:ext cx="80962" cy="82550"/>
            </a:xfrm>
            <a:custGeom>
              <a:avLst/>
              <a:gdLst>
                <a:gd name="T0" fmla="*/ 0 w 27"/>
                <a:gd name="T1" fmla="*/ 2147483647 h 27"/>
                <a:gd name="T2" fmla="*/ 2147483647 w 27"/>
                <a:gd name="T3" fmla="*/ 2147483647 h 27"/>
                <a:gd name="T4" fmla="*/ 2147483647 w 27"/>
                <a:gd name="T5" fmla="*/ 2147483647 h 27"/>
                <a:gd name="T6" fmla="*/ 2147483647 w 27"/>
                <a:gd name="T7" fmla="*/ 0 h 27"/>
                <a:gd name="T8" fmla="*/ 0 w 27"/>
                <a:gd name="T9" fmla="*/ 2147483647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7">
                  <a:moveTo>
                    <a:pt x="0" y="11"/>
                  </a:moveTo>
                  <a:lnTo>
                    <a:pt x="16" y="27"/>
                  </a:lnTo>
                  <a:lnTo>
                    <a:pt x="27" y="16"/>
                  </a:lnTo>
                  <a:lnTo>
                    <a:pt x="11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5057775" y="1557338"/>
            <a:ext cx="862013" cy="862012"/>
            <a:chOff x="7026275" y="4157663"/>
            <a:chExt cx="862013" cy="862012"/>
          </a:xfrm>
        </p:grpSpPr>
        <p:sp>
          <p:nvSpPr>
            <p:cNvPr id="5147" name="Teardrop 41"/>
            <p:cNvSpPr>
              <a:spLocks/>
            </p:cNvSpPr>
            <p:nvPr/>
          </p:nvSpPr>
          <p:spPr bwMode="auto">
            <a:xfrm>
              <a:off x="7026275" y="4157663"/>
              <a:ext cx="862013" cy="862012"/>
            </a:xfrm>
            <a:custGeom>
              <a:avLst/>
              <a:gdLst>
                <a:gd name="T0" fmla="*/ 0 w 862013"/>
                <a:gd name="T1" fmla="*/ 431006 h 862012"/>
                <a:gd name="T2" fmla="*/ 431007 w 862013"/>
                <a:gd name="T3" fmla="*/ 0 h 862012"/>
                <a:gd name="T4" fmla="*/ 862013 w 862013"/>
                <a:gd name="T5" fmla="*/ 0 h 862012"/>
                <a:gd name="T6" fmla="*/ 862013 w 862013"/>
                <a:gd name="T7" fmla="*/ 431006 h 862012"/>
                <a:gd name="T8" fmla="*/ 431006 w 862013"/>
                <a:gd name="T9" fmla="*/ 862012 h 862012"/>
                <a:gd name="T10" fmla="*/ -1 w 862013"/>
                <a:gd name="T11" fmla="*/ 431006 h 862012"/>
                <a:gd name="T12" fmla="*/ 0 w 862013"/>
                <a:gd name="T13" fmla="*/ 431006 h 8620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2013" h="862012">
                  <a:moveTo>
                    <a:pt x="0" y="431006"/>
                  </a:moveTo>
                  <a:cubicBezTo>
                    <a:pt x="0" y="192968"/>
                    <a:pt x="192968" y="0"/>
                    <a:pt x="431007" y="0"/>
                  </a:cubicBezTo>
                  <a:lnTo>
                    <a:pt x="862013" y="0"/>
                  </a:lnTo>
                  <a:lnTo>
                    <a:pt x="862013" y="431006"/>
                  </a:lnTo>
                  <a:cubicBezTo>
                    <a:pt x="862013" y="669044"/>
                    <a:pt x="669045" y="862012"/>
                    <a:pt x="431006" y="862012"/>
                  </a:cubicBezTo>
                  <a:cubicBezTo>
                    <a:pt x="192967" y="862012"/>
                    <a:pt x="-1" y="669044"/>
                    <a:pt x="-1" y="431006"/>
                  </a:cubicBezTo>
                  <a:lnTo>
                    <a:pt x="0" y="431006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48" name="Freeform 372"/>
            <p:cNvSpPr>
              <a:spLocks/>
            </p:cNvSpPr>
            <p:nvPr/>
          </p:nvSpPr>
          <p:spPr bwMode="auto">
            <a:xfrm>
              <a:off x="7265988" y="4395788"/>
              <a:ext cx="384175" cy="384175"/>
            </a:xfrm>
            <a:custGeom>
              <a:avLst/>
              <a:gdLst>
                <a:gd name="T0" fmla="*/ 2147483647 w 288"/>
                <a:gd name="T1" fmla="*/ 2147483647 h 288"/>
                <a:gd name="T2" fmla="*/ 2147483647 w 288"/>
                <a:gd name="T3" fmla="*/ 2147483647 h 288"/>
                <a:gd name="T4" fmla="*/ 2147483647 w 288"/>
                <a:gd name="T5" fmla="*/ 2147483647 h 288"/>
                <a:gd name="T6" fmla="*/ 2147483647 w 288"/>
                <a:gd name="T7" fmla="*/ 2147483647 h 288"/>
                <a:gd name="T8" fmla="*/ 2147483647 w 288"/>
                <a:gd name="T9" fmla="*/ 0 h 288"/>
                <a:gd name="T10" fmla="*/ 2147483647 w 288"/>
                <a:gd name="T11" fmla="*/ 2147483647 h 288"/>
                <a:gd name="T12" fmla="*/ 2147483647 w 288"/>
                <a:gd name="T13" fmla="*/ 2147483647 h 288"/>
                <a:gd name="T14" fmla="*/ 2147483647 w 288"/>
                <a:gd name="T15" fmla="*/ 2147483647 h 288"/>
                <a:gd name="T16" fmla="*/ 2147483647 w 288"/>
                <a:gd name="T17" fmla="*/ 2147483647 h 288"/>
                <a:gd name="T18" fmla="*/ 0 w 288"/>
                <a:gd name="T19" fmla="*/ 2147483647 h 288"/>
                <a:gd name="T20" fmla="*/ 2147483647 w 288"/>
                <a:gd name="T21" fmla="*/ 2147483647 h 288"/>
                <a:gd name="T22" fmla="*/ 2147483647 w 288"/>
                <a:gd name="T23" fmla="*/ 2147483647 h 288"/>
                <a:gd name="T24" fmla="*/ 2147483647 w 288"/>
                <a:gd name="T25" fmla="*/ 2147483647 h 288"/>
                <a:gd name="T26" fmla="*/ 2147483647 w 288"/>
                <a:gd name="T27" fmla="*/ 2147483647 h 288"/>
                <a:gd name="T28" fmla="*/ 2147483647 w 288"/>
                <a:gd name="T29" fmla="*/ 2147483647 h 288"/>
                <a:gd name="T30" fmla="*/ 2147483647 w 288"/>
                <a:gd name="T31" fmla="*/ 2147483647 h 288"/>
                <a:gd name="T32" fmla="*/ 2147483647 w 288"/>
                <a:gd name="T33" fmla="*/ 2147483647 h 288"/>
                <a:gd name="T34" fmla="*/ 2147483647 w 288"/>
                <a:gd name="T35" fmla="*/ 2147483647 h 288"/>
                <a:gd name="T36" fmla="*/ 2147483647 w 288"/>
                <a:gd name="T37" fmla="*/ 2147483647 h 288"/>
                <a:gd name="T38" fmla="*/ 2147483647 w 288"/>
                <a:gd name="T39" fmla="*/ 2147483647 h 288"/>
                <a:gd name="T40" fmla="*/ 2147483647 w 288"/>
                <a:gd name="T41" fmla="*/ 2147483647 h 2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88" h="288">
                  <a:moveTo>
                    <a:pt x="282" y="54"/>
                  </a:moveTo>
                  <a:cubicBezTo>
                    <a:pt x="255" y="81"/>
                    <a:pt x="259" y="79"/>
                    <a:pt x="243" y="79"/>
                  </a:cubicBezTo>
                  <a:cubicBezTo>
                    <a:pt x="230" y="79"/>
                    <a:pt x="209" y="58"/>
                    <a:pt x="209" y="45"/>
                  </a:cubicBezTo>
                  <a:cubicBezTo>
                    <a:pt x="209" y="28"/>
                    <a:pt x="206" y="33"/>
                    <a:pt x="233" y="6"/>
                  </a:cubicBezTo>
                  <a:cubicBezTo>
                    <a:pt x="231" y="4"/>
                    <a:pt x="227" y="0"/>
                    <a:pt x="227" y="0"/>
                  </a:cubicBezTo>
                  <a:cubicBezTo>
                    <a:pt x="194" y="1"/>
                    <a:pt x="162" y="32"/>
                    <a:pt x="162" y="65"/>
                  </a:cubicBezTo>
                  <a:cubicBezTo>
                    <a:pt x="162" y="71"/>
                    <a:pt x="164" y="78"/>
                    <a:pt x="167" y="85"/>
                  </a:cubicBezTo>
                  <a:cubicBezTo>
                    <a:pt x="84" y="168"/>
                    <a:pt x="84" y="168"/>
                    <a:pt x="84" y="168"/>
                  </a:cubicBezTo>
                  <a:cubicBezTo>
                    <a:pt x="78" y="164"/>
                    <a:pt x="71" y="162"/>
                    <a:pt x="65" y="162"/>
                  </a:cubicBezTo>
                  <a:cubicBezTo>
                    <a:pt x="32" y="162"/>
                    <a:pt x="0" y="194"/>
                    <a:pt x="0" y="228"/>
                  </a:cubicBezTo>
                  <a:cubicBezTo>
                    <a:pt x="0" y="228"/>
                    <a:pt x="4" y="231"/>
                    <a:pt x="6" y="234"/>
                  </a:cubicBezTo>
                  <a:cubicBezTo>
                    <a:pt x="33" y="207"/>
                    <a:pt x="28" y="209"/>
                    <a:pt x="45" y="209"/>
                  </a:cubicBezTo>
                  <a:cubicBezTo>
                    <a:pt x="58" y="209"/>
                    <a:pt x="79" y="230"/>
                    <a:pt x="79" y="243"/>
                  </a:cubicBezTo>
                  <a:cubicBezTo>
                    <a:pt x="79" y="260"/>
                    <a:pt x="82" y="255"/>
                    <a:pt x="54" y="282"/>
                  </a:cubicBezTo>
                  <a:cubicBezTo>
                    <a:pt x="56" y="284"/>
                    <a:pt x="60" y="288"/>
                    <a:pt x="60" y="288"/>
                  </a:cubicBezTo>
                  <a:cubicBezTo>
                    <a:pt x="94" y="287"/>
                    <a:pt x="125" y="256"/>
                    <a:pt x="125" y="223"/>
                  </a:cubicBezTo>
                  <a:cubicBezTo>
                    <a:pt x="125" y="217"/>
                    <a:pt x="123" y="210"/>
                    <a:pt x="120" y="204"/>
                  </a:cubicBezTo>
                  <a:cubicBezTo>
                    <a:pt x="204" y="120"/>
                    <a:pt x="204" y="120"/>
                    <a:pt x="204" y="120"/>
                  </a:cubicBezTo>
                  <a:cubicBezTo>
                    <a:pt x="210" y="124"/>
                    <a:pt x="216" y="126"/>
                    <a:pt x="222" y="126"/>
                  </a:cubicBezTo>
                  <a:cubicBezTo>
                    <a:pt x="256" y="126"/>
                    <a:pt x="288" y="94"/>
                    <a:pt x="287" y="60"/>
                  </a:cubicBezTo>
                  <a:cubicBezTo>
                    <a:pt x="287" y="60"/>
                    <a:pt x="284" y="56"/>
                    <a:pt x="282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7273925" y="1557338"/>
            <a:ext cx="860425" cy="862012"/>
            <a:chOff x="9879013" y="4157663"/>
            <a:chExt cx="860425" cy="862012"/>
          </a:xfrm>
        </p:grpSpPr>
        <p:sp>
          <p:nvSpPr>
            <p:cNvPr id="5142" name="Teardrop 48"/>
            <p:cNvSpPr>
              <a:spLocks/>
            </p:cNvSpPr>
            <p:nvPr/>
          </p:nvSpPr>
          <p:spPr bwMode="auto">
            <a:xfrm>
              <a:off x="9879013" y="4157663"/>
              <a:ext cx="860425" cy="862012"/>
            </a:xfrm>
            <a:custGeom>
              <a:avLst/>
              <a:gdLst>
                <a:gd name="T0" fmla="*/ 0 w 860425"/>
                <a:gd name="T1" fmla="*/ 431006 h 862012"/>
                <a:gd name="T2" fmla="*/ 430213 w 860425"/>
                <a:gd name="T3" fmla="*/ 0 h 862012"/>
                <a:gd name="T4" fmla="*/ 860425 w 860425"/>
                <a:gd name="T5" fmla="*/ 0 h 862012"/>
                <a:gd name="T6" fmla="*/ 860425 w 860425"/>
                <a:gd name="T7" fmla="*/ 431006 h 862012"/>
                <a:gd name="T8" fmla="*/ 430212 w 860425"/>
                <a:gd name="T9" fmla="*/ 862012 h 862012"/>
                <a:gd name="T10" fmla="*/ -1 w 860425"/>
                <a:gd name="T11" fmla="*/ 431006 h 862012"/>
                <a:gd name="T12" fmla="*/ 0 w 860425"/>
                <a:gd name="T13" fmla="*/ 431006 h 8620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0425" h="862012">
                  <a:moveTo>
                    <a:pt x="0" y="431006"/>
                  </a:moveTo>
                  <a:cubicBezTo>
                    <a:pt x="0" y="192968"/>
                    <a:pt x="192613" y="0"/>
                    <a:pt x="430213" y="0"/>
                  </a:cubicBezTo>
                  <a:lnTo>
                    <a:pt x="860425" y="0"/>
                  </a:lnTo>
                  <a:lnTo>
                    <a:pt x="860425" y="431006"/>
                  </a:lnTo>
                  <a:cubicBezTo>
                    <a:pt x="860425" y="669044"/>
                    <a:pt x="667812" y="862012"/>
                    <a:pt x="430212" y="862012"/>
                  </a:cubicBezTo>
                  <a:cubicBezTo>
                    <a:pt x="192612" y="862012"/>
                    <a:pt x="-1" y="669044"/>
                    <a:pt x="-1" y="431006"/>
                  </a:cubicBezTo>
                  <a:lnTo>
                    <a:pt x="0" y="431006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43" name="Freeform 384"/>
            <p:cNvSpPr>
              <a:spLocks/>
            </p:cNvSpPr>
            <p:nvPr/>
          </p:nvSpPr>
          <p:spPr bwMode="auto">
            <a:xfrm>
              <a:off x="10115550" y="4559300"/>
              <a:ext cx="185738" cy="185738"/>
            </a:xfrm>
            <a:custGeom>
              <a:avLst/>
              <a:gdLst>
                <a:gd name="T0" fmla="*/ 2147483647 w 62"/>
                <a:gd name="T1" fmla="*/ 2147483647 h 62"/>
                <a:gd name="T2" fmla="*/ 2147483647 w 62"/>
                <a:gd name="T3" fmla="*/ 2147483647 h 62"/>
                <a:gd name="T4" fmla="*/ 2147483647 w 62"/>
                <a:gd name="T5" fmla="*/ 2147483647 h 62"/>
                <a:gd name="T6" fmla="*/ 2147483647 w 62"/>
                <a:gd name="T7" fmla="*/ 2147483647 h 62"/>
                <a:gd name="T8" fmla="*/ 2147483647 w 62"/>
                <a:gd name="T9" fmla="*/ 0 h 62"/>
                <a:gd name="T10" fmla="*/ 2147483647 w 62"/>
                <a:gd name="T11" fmla="*/ 2147483647 h 62"/>
                <a:gd name="T12" fmla="*/ 0 w 62"/>
                <a:gd name="T13" fmla="*/ 2147483647 h 62"/>
                <a:gd name="T14" fmla="*/ 2147483647 w 62"/>
                <a:gd name="T15" fmla="*/ 2147483647 h 62"/>
                <a:gd name="T16" fmla="*/ 2147483647 w 62"/>
                <a:gd name="T17" fmla="*/ 2147483647 h 62"/>
                <a:gd name="T18" fmla="*/ 2147483647 w 62"/>
                <a:gd name="T19" fmla="*/ 2147483647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2" h="62">
                  <a:moveTo>
                    <a:pt x="49" y="9"/>
                  </a:moveTo>
                  <a:lnTo>
                    <a:pt x="27" y="31"/>
                  </a:lnTo>
                  <a:lnTo>
                    <a:pt x="24" y="27"/>
                  </a:lnTo>
                  <a:lnTo>
                    <a:pt x="45" y="6"/>
                  </a:lnTo>
                  <a:lnTo>
                    <a:pt x="39" y="0"/>
                  </a:lnTo>
                  <a:lnTo>
                    <a:pt x="11" y="28"/>
                  </a:lnTo>
                  <a:lnTo>
                    <a:pt x="0" y="62"/>
                  </a:lnTo>
                  <a:lnTo>
                    <a:pt x="35" y="51"/>
                  </a:lnTo>
                  <a:lnTo>
                    <a:pt x="62" y="23"/>
                  </a:lnTo>
                  <a:lnTo>
                    <a:pt x="49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4" name="Freeform 385"/>
            <p:cNvSpPr>
              <a:spLocks/>
            </p:cNvSpPr>
            <p:nvPr/>
          </p:nvSpPr>
          <p:spPr bwMode="auto">
            <a:xfrm>
              <a:off x="10310813" y="4432300"/>
              <a:ext cx="120650" cy="117475"/>
            </a:xfrm>
            <a:custGeom>
              <a:avLst/>
              <a:gdLst>
                <a:gd name="T0" fmla="*/ 2147483647 w 40"/>
                <a:gd name="T1" fmla="*/ 2147483647 h 39"/>
                <a:gd name="T2" fmla="*/ 2147483647 w 40"/>
                <a:gd name="T3" fmla="*/ 2147483647 h 39"/>
                <a:gd name="T4" fmla="*/ 2147483647 w 40"/>
                <a:gd name="T5" fmla="*/ 2147483647 h 39"/>
                <a:gd name="T6" fmla="*/ 2147483647 w 40"/>
                <a:gd name="T7" fmla="*/ 2147483647 h 39"/>
                <a:gd name="T8" fmla="*/ 2147483647 w 40"/>
                <a:gd name="T9" fmla="*/ 2147483647 h 39"/>
                <a:gd name="T10" fmla="*/ 2147483647 w 40"/>
                <a:gd name="T11" fmla="*/ 2147483647 h 39"/>
                <a:gd name="T12" fmla="*/ 2147483647 w 40"/>
                <a:gd name="T13" fmla="*/ 0 h 39"/>
                <a:gd name="T14" fmla="*/ 0 w 40"/>
                <a:gd name="T15" fmla="*/ 2147483647 h 39"/>
                <a:gd name="T16" fmla="*/ 2147483647 w 40"/>
                <a:gd name="T17" fmla="*/ 2147483647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39">
                  <a:moveTo>
                    <a:pt x="6" y="21"/>
                  </a:moveTo>
                  <a:lnTo>
                    <a:pt x="16" y="12"/>
                  </a:lnTo>
                  <a:lnTo>
                    <a:pt x="20" y="15"/>
                  </a:lnTo>
                  <a:lnTo>
                    <a:pt x="10" y="25"/>
                  </a:lnTo>
                  <a:lnTo>
                    <a:pt x="24" y="39"/>
                  </a:lnTo>
                  <a:lnTo>
                    <a:pt x="40" y="23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6" y="2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5" name="Freeform 386"/>
            <p:cNvSpPr>
              <a:spLocks/>
            </p:cNvSpPr>
            <p:nvPr/>
          </p:nvSpPr>
          <p:spPr bwMode="auto">
            <a:xfrm>
              <a:off x="10382250" y="4360863"/>
              <a:ext cx="117475" cy="117475"/>
            </a:xfrm>
            <a:custGeom>
              <a:avLst/>
              <a:gdLst>
                <a:gd name="T0" fmla="*/ 2147483647 w 39"/>
                <a:gd name="T1" fmla="*/ 0 h 39"/>
                <a:gd name="T2" fmla="*/ 0 w 39"/>
                <a:gd name="T3" fmla="*/ 2147483647 h 39"/>
                <a:gd name="T4" fmla="*/ 2147483647 w 39"/>
                <a:gd name="T5" fmla="*/ 2147483647 h 39"/>
                <a:gd name="T6" fmla="*/ 2147483647 w 39"/>
                <a:gd name="T7" fmla="*/ 2147483647 h 39"/>
                <a:gd name="T8" fmla="*/ 2147483647 w 39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39">
                  <a:moveTo>
                    <a:pt x="15" y="0"/>
                  </a:moveTo>
                  <a:lnTo>
                    <a:pt x="0" y="16"/>
                  </a:lnTo>
                  <a:lnTo>
                    <a:pt x="23" y="39"/>
                  </a:lnTo>
                  <a:lnTo>
                    <a:pt x="39" y="2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Freeform 387"/>
            <p:cNvSpPr>
              <a:spLocks/>
            </p:cNvSpPr>
            <p:nvPr/>
          </p:nvSpPr>
          <p:spPr bwMode="auto">
            <a:xfrm>
              <a:off x="10115550" y="4360863"/>
              <a:ext cx="384175" cy="384175"/>
            </a:xfrm>
            <a:custGeom>
              <a:avLst/>
              <a:gdLst>
                <a:gd name="T0" fmla="*/ 2147483647 w 288"/>
                <a:gd name="T1" fmla="*/ 2147483647 h 287"/>
                <a:gd name="T2" fmla="*/ 2147483647 w 288"/>
                <a:gd name="T3" fmla="*/ 2147483647 h 287"/>
                <a:gd name="T4" fmla="*/ 2147483647 w 288"/>
                <a:gd name="T5" fmla="*/ 2147483647 h 287"/>
                <a:gd name="T6" fmla="*/ 2147483647 w 288"/>
                <a:gd name="T7" fmla="*/ 2147483647 h 287"/>
                <a:gd name="T8" fmla="*/ 2147483647 w 288"/>
                <a:gd name="T9" fmla="*/ 0 h 287"/>
                <a:gd name="T10" fmla="*/ 2147483647 w 288"/>
                <a:gd name="T11" fmla="*/ 0 h 287"/>
                <a:gd name="T12" fmla="*/ 2147483647 w 288"/>
                <a:gd name="T13" fmla="*/ 2147483647 h 287"/>
                <a:gd name="T14" fmla="*/ 2147483647 w 288"/>
                <a:gd name="T15" fmla="*/ 2147483647 h 287"/>
                <a:gd name="T16" fmla="*/ 2147483647 w 288"/>
                <a:gd name="T17" fmla="*/ 2147483647 h 287"/>
                <a:gd name="T18" fmla="*/ 2147483647 w 288"/>
                <a:gd name="T19" fmla="*/ 2147483647 h 287"/>
                <a:gd name="T20" fmla="*/ 2147483647 w 288"/>
                <a:gd name="T21" fmla="*/ 2147483647 h 287"/>
                <a:gd name="T22" fmla="*/ 0 w 288"/>
                <a:gd name="T23" fmla="*/ 2147483647 h 287"/>
                <a:gd name="T24" fmla="*/ 2147483647 w 288"/>
                <a:gd name="T25" fmla="*/ 2147483647 h 287"/>
                <a:gd name="T26" fmla="*/ 2147483647 w 288"/>
                <a:gd name="T27" fmla="*/ 2147483647 h 287"/>
                <a:gd name="T28" fmla="*/ 2147483647 w 288"/>
                <a:gd name="T29" fmla="*/ 2147483647 h 287"/>
                <a:gd name="T30" fmla="*/ 2147483647 w 288"/>
                <a:gd name="T31" fmla="*/ 2147483647 h 287"/>
                <a:gd name="T32" fmla="*/ 2147483647 w 288"/>
                <a:gd name="T33" fmla="*/ 2147483647 h 287"/>
                <a:gd name="T34" fmla="*/ 2147483647 w 288"/>
                <a:gd name="T35" fmla="*/ 2147483647 h 287"/>
                <a:gd name="T36" fmla="*/ 2147483647 w 288"/>
                <a:gd name="T37" fmla="*/ 2147483647 h 287"/>
                <a:gd name="T38" fmla="*/ 2147483647 w 288"/>
                <a:gd name="T39" fmla="*/ 2147483647 h 287"/>
                <a:gd name="T40" fmla="*/ 2147483647 w 288"/>
                <a:gd name="T41" fmla="*/ 2147483647 h 287"/>
                <a:gd name="T42" fmla="*/ 2147483647 w 288"/>
                <a:gd name="T43" fmla="*/ 2147483647 h 287"/>
                <a:gd name="T44" fmla="*/ 2147483647 w 288"/>
                <a:gd name="T45" fmla="*/ 2147483647 h 287"/>
                <a:gd name="T46" fmla="*/ 2147483647 w 288"/>
                <a:gd name="T47" fmla="*/ 2147483647 h 287"/>
                <a:gd name="T48" fmla="*/ 2147483647 w 288"/>
                <a:gd name="T49" fmla="*/ 2147483647 h 2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88" h="287">
                  <a:moveTo>
                    <a:pt x="223" y="162"/>
                  </a:moveTo>
                  <a:cubicBezTo>
                    <a:pt x="216" y="162"/>
                    <a:pt x="210" y="164"/>
                    <a:pt x="203" y="167"/>
                  </a:cubicBezTo>
                  <a:cubicBezTo>
                    <a:pt x="120" y="84"/>
                    <a:pt x="120" y="84"/>
                    <a:pt x="120" y="84"/>
                  </a:cubicBezTo>
                  <a:cubicBezTo>
                    <a:pt x="123" y="77"/>
                    <a:pt x="125" y="71"/>
                    <a:pt x="125" y="65"/>
                  </a:cubicBezTo>
                  <a:cubicBezTo>
                    <a:pt x="125" y="32"/>
                    <a:pt x="94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56" y="3"/>
                    <a:pt x="54" y="6"/>
                  </a:cubicBezTo>
                  <a:cubicBezTo>
                    <a:pt x="81" y="32"/>
                    <a:pt x="79" y="28"/>
                    <a:pt x="79" y="44"/>
                  </a:cubicBezTo>
                  <a:cubicBezTo>
                    <a:pt x="79" y="57"/>
                    <a:pt x="58" y="78"/>
                    <a:pt x="45" y="78"/>
                  </a:cubicBezTo>
                  <a:cubicBezTo>
                    <a:pt x="42" y="78"/>
                    <a:pt x="40" y="79"/>
                    <a:pt x="38" y="79"/>
                  </a:cubicBezTo>
                  <a:cubicBezTo>
                    <a:pt x="29" y="79"/>
                    <a:pt x="29" y="77"/>
                    <a:pt x="6" y="54"/>
                  </a:cubicBezTo>
                  <a:cubicBezTo>
                    <a:pt x="4" y="56"/>
                    <a:pt x="0" y="60"/>
                    <a:pt x="0" y="60"/>
                  </a:cubicBezTo>
                  <a:cubicBezTo>
                    <a:pt x="0" y="93"/>
                    <a:pt x="32" y="125"/>
                    <a:pt x="65" y="125"/>
                  </a:cubicBezTo>
                  <a:cubicBezTo>
                    <a:pt x="71" y="125"/>
                    <a:pt x="78" y="123"/>
                    <a:pt x="84" y="120"/>
                  </a:cubicBezTo>
                  <a:cubicBezTo>
                    <a:pt x="167" y="203"/>
                    <a:pt x="167" y="203"/>
                    <a:pt x="167" y="203"/>
                  </a:cubicBezTo>
                  <a:cubicBezTo>
                    <a:pt x="164" y="210"/>
                    <a:pt x="162" y="216"/>
                    <a:pt x="162" y="222"/>
                  </a:cubicBezTo>
                  <a:cubicBezTo>
                    <a:pt x="162" y="255"/>
                    <a:pt x="194" y="287"/>
                    <a:pt x="227" y="287"/>
                  </a:cubicBezTo>
                  <a:cubicBezTo>
                    <a:pt x="227" y="287"/>
                    <a:pt x="227" y="287"/>
                    <a:pt x="227" y="287"/>
                  </a:cubicBezTo>
                  <a:cubicBezTo>
                    <a:pt x="228" y="287"/>
                    <a:pt x="231" y="283"/>
                    <a:pt x="233" y="281"/>
                  </a:cubicBezTo>
                  <a:cubicBezTo>
                    <a:pt x="207" y="255"/>
                    <a:pt x="209" y="259"/>
                    <a:pt x="209" y="243"/>
                  </a:cubicBezTo>
                  <a:cubicBezTo>
                    <a:pt x="209" y="229"/>
                    <a:pt x="230" y="208"/>
                    <a:pt x="243" y="208"/>
                  </a:cubicBezTo>
                  <a:cubicBezTo>
                    <a:pt x="246" y="208"/>
                    <a:pt x="248" y="208"/>
                    <a:pt x="250" y="208"/>
                  </a:cubicBezTo>
                  <a:cubicBezTo>
                    <a:pt x="259" y="208"/>
                    <a:pt x="259" y="210"/>
                    <a:pt x="282" y="233"/>
                  </a:cubicBezTo>
                  <a:cubicBezTo>
                    <a:pt x="284" y="231"/>
                    <a:pt x="288" y="227"/>
                    <a:pt x="288" y="227"/>
                  </a:cubicBezTo>
                  <a:cubicBezTo>
                    <a:pt x="287" y="194"/>
                    <a:pt x="256" y="162"/>
                    <a:pt x="223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2919413" y="1557338"/>
            <a:ext cx="862012" cy="862012"/>
            <a:chOff x="4165600" y="4157663"/>
            <a:chExt cx="862013" cy="862012"/>
          </a:xfrm>
        </p:grpSpPr>
        <p:sp>
          <p:nvSpPr>
            <p:cNvPr id="5140" name="Teardrop 40"/>
            <p:cNvSpPr>
              <a:spLocks/>
            </p:cNvSpPr>
            <p:nvPr/>
          </p:nvSpPr>
          <p:spPr bwMode="auto">
            <a:xfrm>
              <a:off x="4165600" y="4157663"/>
              <a:ext cx="862013" cy="862012"/>
            </a:xfrm>
            <a:custGeom>
              <a:avLst/>
              <a:gdLst>
                <a:gd name="T0" fmla="*/ 0 w 862013"/>
                <a:gd name="T1" fmla="*/ 431006 h 862012"/>
                <a:gd name="T2" fmla="*/ 431007 w 862013"/>
                <a:gd name="T3" fmla="*/ 0 h 862012"/>
                <a:gd name="T4" fmla="*/ 862013 w 862013"/>
                <a:gd name="T5" fmla="*/ 0 h 862012"/>
                <a:gd name="T6" fmla="*/ 862013 w 862013"/>
                <a:gd name="T7" fmla="*/ 431006 h 862012"/>
                <a:gd name="T8" fmla="*/ 431006 w 862013"/>
                <a:gd name="T9" fmla="*/ 862012 h 862012"/>
                <a:gd name="T10" fmla="*/ -1 w 862013"/>
                <a:gd name="T11" fmla="*/ 431006 h 862012"/>
                <a:gd name="T12" fmla="*/ 0 w 862013"/>
                <a:gd name="T13" fmla="*/ 431006 h 8620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2013" h="862012">
                  <a:moveTo>
                    <a:pt x="0" y="431006"/>
                  </a:moveTo>
                  <a:cubicBezTo>
                    <a:pt x="0" y="192968"/>
                    <a:pt x="192968" y="0"/>
                    <a:pt x="431007" y="0"/>
                  </a:cubicBezTo>
                  <a:lnTo>
                    <a:pt x="862013" y="0"/>
                  </a:lnTo>
                  <a:lnTo>
                    <a:pt x="862013" y="431006"/>
                  </a:lnTo>
                  <a:cubicBezTo>
                    <a:pt x="862013" y="669044"/>
                    <a:pt x="669045" y="862012"/>
                    <a:pt x="431006" y="862012"/>
                  </a:cubicBezTo>
                  <a:cubicBezTo>
                    <a:pt x="192967" y="862012"/>
                    <a:pt x="-1" y="669044"/>
                    <a:pt x="-1" y="431006"/>
                  </a:cubicBezTo>
                  <a:lnTo>
                    <a:pt x="0" y="431006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41" name="Freeform 399"/>
            <p:cNvSpPr>
              <a:spLocks noEditPoints="1"/>
            </p:cNvSpPr>
            <p:nvPr/>
          </p:nvSpPr>
          <p:spPr bwMode="auto">
            <a:xfrm>
              <a:off x="4451350" y="4357688"/>
              <a:ext cx="384175" cy="384175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0 h 128"/>
                <a:gd name="T4" fmla="*/ 2147483647 w 128"/>
                <a:gd name="T5" fmla="*/ 2147483647 h 128"/>
                <a:gd name="T6" fmla="*/ 0 w 128"/>
                <a:gd name="T7" fmla="*/ 2147483647 h 128"/>
                <a:gd name="T8" fmla="*/ 2147483647 w 128"/>
                <a:gd name="T9" fmla="*/ 2147483647 h 128"/>
                <a:gd name="T10" fmla="*/ 2147483647 w 128"/>
                <a:gd name="T11" fmla="*/ 2147483647 h 128"/>
                <a:gd name="T12" fmla="*/ 2147483647 w 128"/>
                <a:gd name="T13" fmla="*/ 2147483647 h 128"/>
                <a:gd name="T14" fmla="*/ 2147483647 w 128"/>
                <a:gd name="T15" fmla="*/ 2147483647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8" h="128">
                  <a:moveTo>
                    <a:pt x="128" y="31"/>
                  </a:moveTo>
                  <a:lnTo>
                    <a:pt x="97" y="0"/>
                  </a:lnTo>
                  <a:lnTo>
                    <a:pt x="15" y="83"/>
                  </a:lnTo>
                  <a:lnTo>
                    <a:pt x="0" y="128"/>
                  </a:lnTo>
                  <a:lnTo>
                    <a:pt x="45" y="114"/>
                  </a:lnTo>
                  <a:lnTo>
                    <a:pt x="128" y="31"/>
                  </a:lnTo>
                  <a:close/>
                  <a:moveTo>
                    <a:pt x="11" y="117"/>
                  </a:moveTo>
                  <a:lnTo>
                    <a:pt x="21" y="86"/>
                  </a:lnTo>
                  <a:lnTo>
                    <a:pt x="41" y="107"/>
                  </a:lnTo>
                  <a:lnTo>
                    <a:pt x="11" y="1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TextBox 13"/>
          <p:cNvSpPr txBox="1">
            <a:spLocks noChangeArrowheads="1"/>
          </p:cNvSpPr>
          <p:nvPr/>
        </p:nvSpPr>
        <p:spPr bwMode="auto">
          <a:xfrm>
            <a:off x="468313" y="2613025"/>
            <a:ext cx="13604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预习</a:t>
            </a:r>
          </a:p>
        </p:txBody>
      </p: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358775" y="3652838"/>
            <a:ext cx="1647825" cy="1439862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1000"/>
              </a:spcBef>
              <a:buFont typeface="Wingdings" pitchFamily="2" charset="2"/>
              <a:buNone/>
            </a:pPr>
            <a:r>
              <a:rPr lang="zh-CN" altLang="en-US" sz="2400" b="1" dirty="0">
                <a:latin typeface="Calibri" pitchFamily="34" charset="0"/>
                <a:ea typeface="隶书" pitchFamily="49" charset="-122"/>
              </a:rPr>
              <a:t>发给大家预习课件和预习内容</a:t>
            </a:r>
            <a:endParaRPr lang="en-US" altLang="zh-CN" sz="2400" b="1" dirty="0">
              <a:latin typeface="Calibri" pitchFamily="34" charset="0"/>
              <a:ea typeface="隶书" pitchFamily="49" charset="-122"/>
            </a:endParaRP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2627313" y="2613025"/>
            <a:ext cx="13604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听课</a:t>
            </a:r>
          </a:p>
        </p:txBody>
      </p:sp>
      <p:sp>
        <p:nvSpPr>
          <p:cNvPr id="25" name="TextBox 13"/>
          <p:cNvSpPr txBox="1">
            <a:spLocks noChangeArrowheads="1"/>
          </p:cNvSpPr>
          <p:nvPr/>
        </p:nvSpPr>
        <p:spPr bwMode="auto">
          <a:xfrm>
            <a:off x="2419350" y="3705225"/>
            <a:ext cx="1865313" cy="960438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1000"/>
              </a:spcBef>
              <a:buFont typeface="Wingdings" pitchFamily="2" charset="2"/>
              <a:buNone/>
            </a:pPr>
            <a:r>
              <a:rPr lang="zh-CN" altLang="en-US" sz="2400" b="1" dirty="0">
                <a:latin typeface="Calibri" pitchFamily="34" charset="0"/>
                <a:ea typeface="隶书" pitchFamily="49" charset="-122"/>
              </a:rPr>
              <a:t>做题，讨论，</a:t>
            </a:r>
            <a:r>
              <a:rPr lang="zh-CN" altLang="en-US" sz="2400" b="1" dirty="0" smtClean="0">
                <a:latin typeface="Calibri" pitchFamily="34" charset="0"/>
                <a:ea typeface="隶书" pitchFamily="49" charset="-122"/>
              </a:rPr>
              <a:t>提问</a:t>
            </a:r>
            <a:endParaRPr lang="zh-CN" altLang="en-US" sz="2400" b="1" dirty="0">
              <a:latin typeface="Calibri" pitchFamily="34" charset="0"/>
            </a:endParaRPr>
          </a:p>
        </p:txBody>
      </p:sp>
      <p:sp>
        <p:nvSpPr>
          <p:cNvPr id="26" name="TextBox 13"/>
          <p:cNvSpPr txBox="1">
            <a:spLocks noChangeArrowheads="1"/>
          </p:cNvSpPr>
          <p:nvPr/>
        </p:nvSpPr>
        <p:spPr bwMode="auto">
          <a:xfrm>
            <a:off x="4795838" y="2613025"/>
            <a:ext cx="13604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复习</a:t>
            </a:r>
          </a:p>
        </p:txBody>
      </p:sp>
      <p:sp>
        <p:nvSpPr>
          <p:cNvPr id="27" name="TextBox 13"/>
          <p:cNvSpPr txBox="1">
            <a:spLocks noChangeArrowheads="1"/>
          </p:cNvSpPr>
          <p:nvPr/>
        </p:nvSpPr>
        <p:spPr bwMode="auto">
          <a:xfrm>
            <a:off x="4892675" y="3733800"/>
            <a:ext cx="1766888" cy="1523879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1000"/>
              </a:spcBef>
              <a:buFont typeface="Wingdings" pitchFamily="2" charset="2"/>
              <a:buNone/>
            </a:pPr>
            <a:r>
              <a:rPr lang="zh-CN" altLang="en-US" sz="2400" b="1" dirty="0">
                <a:latin typeface="Calibri" pitchFamily="34" charset="0"/>
                <a:ea typeface="隶书" pitchFamily="49" charset="-122"/>
              </a:rPr>
              <a:t>认真复习，下次</a:t>
            </a:r>
            <a:r>
              <a:rPr lang="zh-CN" altLang="en-US" sz="2400" b="1" dirty="0" smtClean="0">
                <a:latin typeface="Calibri" pitchFamily="34" charset="0"/>
                <a:ea typeface="隶书" pitchFamily="49" charset="-122"/>
              </a:rPr>
              <a:t>课程</a:t>
            </a:r>
            <a:endParaRPr lang="en-US" altLang="zh-CN" sz="2400" b="1" dirty="0" smtClean="0">
              <a:latin typeface="Calibri" pitchFamily="34" charset="0"/>
              <a:ea typeface="隶书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1000"/>
              </a:spcBef>
              <a:buFont typeface="Wingdings" pitchFamily="2" charset="2"/>
              <a:buNone/>
            </a:pPr>
            <a:r>
              <a:rPr lang="zh-CN" altLang="en-US" sz="2400" b="1" dirty="0" smtClean="0">
                <a:latin typeface="Calibri" pitchFamily="34" charset="0"/>
                <a:ea typeface="隶书" pitchFamily="49" charset="-122"/>
              </a:rPr>
              <a:t>课前提问</a:t>
            </a:r>
            <a:endParaRPr lang="zh-CN" altLang="en-US" sz="2400" b="1" dirty="0">
              <a:latin typeface="Calibri" pitchFamily="34" charset="0"/>
            </a:endParaRPr>
          </a:p>
        </p:txBody>
      </p:sp>
      <p:sp>
        <p:nvSpPr>
          <p:cNvPr id="28" name="TextBox 13"/>
          <p:cNvSpPr txBox="1">
            <a:spLocks noChangeArrowheads="1"/>
          </p:cNvSpPr>
          <p:nvPr/>
        </p:nvSpPr>
        <p:spPr bwMode="auto">
          <a:xfrm>
            <a:off x="7019925" y="2613025"/>
            <a:ext cx="16097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上机实践</a:t>
            </a:r>
          </a:p>
        </p:txBody>
      </p:sp>
      <p:sp>
        <p:nvSpPr>
          <p:cNvPr id="29" name="TextBox 13"/>
          <p:cNvSpPr txBox="1">
            <a:spLocks noChangeArrowheads="1"/>
          </p:cNvSpPr>
          <p:nvPr/>
        </p:nvSpPr>
        <p:spPr bwMode="auto">
          <a:xfrm>
            <a:off x="7116763" y="3733800"/>
            <a:ext cx="1728787" cy="1043747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1000"/>
              </a:spcBef>
              <a:buFont typeface="Wingdings" pitchFamily="2" charset="2"/>
              <a:buNone/>
            </a:pPr>
            <a:r>
              <a:rPr lang="zh-CN" altLang="en-US" sz="2400" b="1" dirty="0">
                <a:latin typeface="Calibri" pitchFamily="34" charset="0"/>
                <a:ea typeface="隶书" pitchFamily="49" charset="-122"/>
              </a:rPr>
              <a:t>难度</a:t>
            </a:r>
            <a:r>
              <a:rPr lang="zh-CN" altLang="en-US" sz="2400" b="1" dirty="0" smtClean="0">
                <a:latin typeface="Calibri" pitchFamily="34" charset="0"/>
                <a:ea typeface="隶书" pitchFamily="49" charset="-122"/>
              </a:rPr>
              <a:t>系数</a:t>
            </a:r>
            <a:endParaRPr lang="en-US" altLang="zh-CN" sz="2400" b="1" dirty="0" smtClean="0">
              <a:latin typeface="Calibri" pitchFamily="34" charset="0"/>
              <a:ea typeface="隶书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1000"/>
              </a:spcBef>
              <a:buFont typeface="Wingdings" pitchFamily="2" charset="2"/>
              <a:buNone/>
            </a:pPr>
            <a:r>
              <a:rPr lang="zh-CN" altLang="en-US" sz="2400" b="1" dirty="0" smtClean="0">
                <a:latin typeface="Calibri" pitchFamily="34" charset="0"/>
                <a:ea typeface="隶书" pitchFamily="49" charset="-122"/>
              </a:rPr>
              <a:t>相对</a:t>
            </a:r>
            <a:r>
              <a:rPr lang="zh-CN" altLang="en-US" sz="2400" b="1" dirty="0">
                <a:latin typeface="Calibri" pitchFamily="34" charset="0"/>
                <a:ea typeface="隶书" pitchFamily="49" charset="-122"/>
              </a:rPr>
              <a:t>低</a:t>
            </a:r>
            <a:endParaRPr lang="en-US" altLang="zh-CN" sz="2400" b="1" dirty="0">
              <a:latin typeface="Calibri" pitchFamily="34" charset="0"/>
              <a:ea typeface="隶书" pitchFamily="49" charset="-122"/>
            </a:endParaRPr>
          </a:p>
        </p:txBody>
      </p:sp>
      <p:sp>
        <p:nvSpPr>
          <p:cNvPr id="2" name="下箭头 1"/>
          <p:cNvSpPr/>
          <p:nvPr/>
        </p:nvSpPr>
        <p:spPr>
          <a:xfrm>
            <a:off x="1071563" y="3141663"/>
            <a:ext cx="188912" cy="511175"/>
          </a:xfrm>
          <a:prstGeom prst="downArrow">
            <a:avLst/>
          </a:prstGeom>
          <a:solidFill>
            <a:srgbClr val="70B8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3268663" y="3178175"/>
            <a:ext cx="188912" cy="511175"/>
          </a:xfrm>
          <a:prstGeom prst="downArrow">
            <a:avLst/>
          </a:prstGeom>
          <a:solidFill>
            <a:srgbClr val="70B8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下箭头 31"/>
          <p:cNvSpPr/>
          <p:nvPr/>
        </p:nvSpPr>
        <p:spPr>
          <a:xfrm>
            <a:off x="5578475" y="3219450"/>
            <a:ext cx="188913" cy="511175"/>
          </a:xfrm>
          <a:prstGeom prst="downArrow">
            <a:avLst/>
          </a:prstGeom>
          <a:solidFill>
            <a:srgbClr val="70B8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下箭头 32"/>
          <p:cNvSpPr/>
          <p:nvPr/>
        </p:nvSpPr>
        <p:spPr>
          <a:xfrm>
            <a:off x="7777163" y="3194050"/>
            <a:ext cx="188912" cy="511175"/>
          </a:xfrm>
          <a:prstGeom prst="downArrow">
            <a:avLst/>
          </a:prstGeom>
          <a:solidFill>
            <a:srgbClr val="70B8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2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solidFill>
                  <a:srgbClr val="FF0000"/>
                </a:solidFill>
              </a:rPr>
              <a:t>成绩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326437" cy="5167312"/>
          </a:xfrm>
        </p:spPr>
        <p:txBody>
          <a:bodyPr/>
          <a:lstStyle/>
          <a:p>
            <a:r>
              <a:rPr lang="zh-CN" altLang="en-US" b="1" smtClean="0"/>
              <a:t>过程性成绩：</a:t>
            </a:r>
            <a:r>
              <a:rPr lang="en-US" altLang="zh-CN" b="1" smtClean="0"/>
              <a:t>40%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b="1" smtClean="0"/>
              <a:t>考勤，课堂做题与</a:t>
            </a:r>
            <a:r>
              <a:rPr lang="zh-CN" altLang="en-US" b="1" smtClean="0">
                <a:solidFill>
                  <a:srgbClr val="FF0000"/>
                </a:solidFill>
              </a:rPr>
              <a:t>提问</a:t>
            </a:r>
            <a:endParaRPr lang="en-US" altLang="zh-CN" b="1" smtClean="0"/>
          </a:p>
          <a:p>
            <a:pPr lvl="1">
              <a:buFont typeface="Wingdings" pitchFamily="2" charset="2"/>
              <a:buChar char="Ø"/>
            </a:pPr>
            <a:r>
              <a:rPr lang="zh-CN" altLang="en-US" b="1" smtClean="0"/>
              <a:t>作业，</a:t>
            </a:r>
            <a:r>
              <a:rPr lang="zh-CN" altLang="en-US" b="1" smtClean="0">
                <a:solidFill>
                  <a:srgbClr val="FF0000"/>
                </a:solidFill>
              </a:rPr>
              <a:t>雨课堂过程性测试</a:t>
            </a:r>
            <a:endParaRPr lang="en-US" altLang="zh-CN" b="1" smtClean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b="1" smtClean="0"/>
              <a:t>实验报告：学号</a:t>
            </a:r>
            <a:r>
              <a:rPr lang="en-US" altLang="zh-CN" b="1" smtClean="0"/>
              <a:t>-</a:t>
            </a:r>
            <a:r>
              <a:rPr lang="zh-CN" altLang="en-US" b="1" smtClean="0"/>
              <a:t>姓名</a:t>
            </a:r>
            <a:r>
              <a:rPr lang="en-US" altLang="zh-CN" b="1" smtClean="0"/>
              <a:t>-</a:t>
            </a:r>
            <a:r>
              <a:rPr lang="zh-CN" altLang="en-US" b="1" smtClean="0"/>
              <a:t>专业</a:t>
            </a:r>
            <a:r>
              <a:rPr lang="en-US" altLang="zh-CN" b="1" smtClean="0"/>
              <a:t>-</a:t>
            </a:r>
            <a:r>
              <a:rPr lang="zh-CN" altLang="en-US" b="1" smtClean="0"/>
              <a:t>实验</a:t>
            </a:r>
            <a:r>
              <a:rPr lang="en-US" altLang="zh-CN" b="1" smtClean="0"/>
              <a:t>1</a:t>
            </a:r>
            <a:r>
              <a:rPr lang="zh-CN" altLang="en-US" b="1" smtClean="0"/>
              <a:t>（数字</a:t>
            </a:r>
            <a:r>
              <a:rPr lang="en-US" altLang="zh-CN" b="1" smtClean="0"/>
              <a:t>1</a:t>
            </a:r>
            <a:r>
              <a:rPr lang="zh-CN" altLang="en-US" b="1" smtClean="0"/>
              <a:t>）</a:t>
            </a:r>
            <a:endParaRPr lang="en-US" altLang="zh-CN" b="1" smtClean="0"/>
          </a:p>
          <a:p>
            <a:pPr lvl="1">
              <a:buFont typeface="Wingdings" pitchFamily="2" charset="2"/>
              <a:buChar char="Ø"/>
            </a:pPr>
            <a:r>
              <a:rPr lang="zh-CN" altLang="en-US" b="1" smtClean="0">
                <a:solidFill>
                  <a:srgbClr val="FF0000"/>
                </a:solidFill>
              </a:rPr>
              <a:t>数据库设计综合大作业</a:t>
            </a:r>
            <a:endParaRPr lang="en-US" altLang="zh-CN" b="1" smtClean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b="1" smtClean="0">
                <a:solidFill>
                  <a:srgbClr val="FF0000"/>
                </a:solidFill>
              </a:rPr>
              <a:t>头歌实践教学平台代码测试</a:t>
            </a:r>
            <a:endParaRPr lang="en-US" altLang="zh-CN" b="1" smtClean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b="1" smtClean="0">
                <a:solidFill>
                  <a:srgbClr val="FF0000"/>
                </a:solidFill>
              </a:rPr>
              <a:t>每章总结</a:t>
            </a:r>
            <a:endParaRPr lang="en-US" altLang="zh-CN" b="1" smtClean="0">
              <a:solidFill>
                <a:srgbClr val="FF0000"/>
              </a:solidFill>
            </a:endParaRPr>
          </a:p>
          <a:p>
            <a:r>
              <a:rPr lang="zh-CN" altLang="en-US" b="1" smtClean="0"/>
              <a:t>期末成绩：</a:t>
            </a:r>
            <a:r>
              <a:rPr lang="en-US" altLang="zh-CN" b="1" smtClean="0"/>
              <a:t>60%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b="1" smtClean="0"/>
              <a:t>纸质试卷考试</a:t>
            </a:r>
            <a:endParaRPr lang="en-US" altLang="zh-CN" b="1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E978D76E-7956-432B-B8F2-038160AE9936}" type="slidenum">
              <a:rPr lang="en-US" altLang="zh-CN" b="1" smtClean="0"/>
              <a:pPr algn="l" eaLnBrk="1" hangingPunct="1"/>
              <a:t>4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数据库系统原理的实验命名方式是什么？</a:t>
            </a:r>
          </a:p>
        </p:txBody>
      </p:sp>
      <p:sp>
        <p:nvSpPr>
          <p:cNvPr id="7171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学号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姓名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实验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7172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学号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姓名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专业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实验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7173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学号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姓名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实验一</a:t>
            </a:r>
          </a:p>
        </p:txBody>
      </p:sp>
      <p:sp>
        <p:nvSpPr>
          <p:cNvPr id="7174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学号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姓名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专业</a:t>
            </a:r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实验一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180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184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7185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7181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430588" y="1143000"/>
            <a:ext cx="384175" cy="384175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" name="TextBox 2"/>
          <p:cNvSpPr>
            <a:spLocks noChangeArrowheads="1"/>
          </p:cNvSpPr>
          <p:nvPr/>
        </p:nvSpPr>
        <p:spPr bwMode="auto">
          <a:xfrm>
            <a:off x="5203825" y="682625"/>
            <a:ext cx="1141413" cy="1141413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售票系统</a:t>
            </a:r>
          </a:p>
        </p:txBody>
      </p:sp>
      <p:sp>
        <p:nvSpPr>
          <p:cNvPr id="4" name="TextBox 3"/>
          <p:cNvSpPr>
            <a:spLocks noChangeArrowheads="1"/>
          </p:cNvSpPr>
          <p:nvPr/>
        </p:nvSpPr>
        <p:spPr bwMode="auto">
          <a:xfrm>
            <a:off x="6326188" y="1192213"/>
            <a:ext cx="1141412" cy="1141412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网上选课</a:t>
            </a: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7031038" y="2198688"/>
            <a:ext cx="1141412" cy="1141412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图书管理</a:t>
            </a:r>
          </a:p>
        </p:txBody>
      </p:sp>
      <p:sp>
        <p:nvSpPr>
          <p:cNvPr id="6" name="TextBox 5"/>
          <p:cNvSpPr>
            <a:spLocks noChangeArrowheads="1"/>
          </p:cNvSpPr>
          <p:nvPr/>
        </p:nvSpPr>
        <p:spPr bwMode="auto">
          <a:xfrm>
            <a:off x="6969125" y="3441700"/>
            <a:ext cx="1141413" cy="1141413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。。。</a:t>
            </a:r>
          </a:p>
        </p:txBody>
      </p:sp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6364288" y="4506913"/>
            <a:ext cx="1141412" cy="1141412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。。。</a:t>
            </a:r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 flipH="1">
            <a:off x="3951288" y="828675"/>
            <a:ext cx="1141412" cy="1141413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网上购物</a:t>
            </a:r>
          </a:p>
        </p:txBody>
      </p:sp>
      <p:sp>
        <p:nvSpPr>
          <p:cNvPr id="9" name="TextBox 8"/>
          <p:cNvSpPr>
            <a:spLocks noChangeArrowheads="1"/>
          </p:cNvSpPr>
          <p:nvPr/>
        </p:nvSpPr>
        <p:spPr bwMode="auto">
          <a:xfrm flipH="1">
            <a:off x="2987675" y="1628775"/>
            <a:ext cx="1141413" cy="1141413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银行存取</a:t>
            </a:r>
          </a:p>
        </p:txBody>
      </p:sp>
      <p:sp>
        <p:nvSpPr>
          <p:cNvPr id="10" name="TextBox 9"/>
          <p:cNvSpPr>
            <a:spLocks noChangeArrowheads="1"/>
          </p:cNvSpPr>
          <p:nvPr/>
        </p:nvSpPr>
        <p:spPr bwMode="auto">
          <a:xfrm flipH="1">
            <a:off x="2663825" y="2870200"/>
            <a:ext cx="1141413" cy="1141413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超市收银</a:t>
            </a:r>
          </a:p>
        </p:txBody>
      </p:sp>
      <p:sp>
        <p:nvSpPr>
          <p:cNvPr id="11" name="TextBox 10"/>
          <p:cNvSpPr>
            <a:spLocks noChangeArrowheads="1"/>
          </p:cNvSpPr>
          <p:nvPr/>
        </p:nvSpPr>
        <p:spPr bwMode="auto">
          <a:xfrm flipH="1">
            <a:off x="3005138" y="4073525"/>
            <a:ext cx="1141412" cy="1141413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。。。</a:t>
            </a:r>
          </a:p>
        </p:txBody>
      </p:sp>
      <p:sp>
        <p:nvSpPr>
          <p:cNvPr id="12" name="TextBox 11"/>
          <p:cNvSpPr>
            <a:spLocks noChangeArrowheads="1"/>
          </p:cNvSpPr>
          <p:nvPr/>
        </p:nvSpPr>
        <p:spPr bwMode="auto">
          <a:xfrm flipH="1">
            <a:off x="4005263" y="4813300"/>
            <a:ext cx="1141412" cy="1141413"/>
          </a:xfrm>
          <a:prstGeom prst="ellipse">
            <a:avLst/>
          </a:prstGeom>
          <a:solidFill>
            <a:srgbClr val="B61D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entury Gothic" pitchFamily="34" charset="0"/>
                <a:ea typeface="思源黑体 CN Normal"/>
                <a:cs typeface="思源黑体 CN Normal"/>
                <a:sym typeface="Century Gothic" pitchFamily="34" charset="0"/>
              </a:rPr>
              <a:t>。。。</a:t>
            </a:r>
          </a:p>
        </p:txBody>
      </p:sp>
      <p:sp>
        <p:nvSpPr>
          <p:cNvPr id="13" name="Freeform 37"/>
          <p:cNvSpPr/>
          <p:nvPr/>
        </p:nvSpPr>
        <p:spPr bwMode="auto">
          <a:xfrm>
            <a:off x="4006850" y="3027363"/>
            <a:ext cx="2203450" cy="3138487"/>
          </a:xfrm>
          <a:custGeom>
            <a:avLst/>
            <a:gdLst>
              <a:gd name="T0" fmla="*/ 470 w 588"/>
              <a:gd name="T1" fmla="*/ 274 h 1010"/>
              <a:gd name="T2" fmla="*/ 543 w 588"/>
              <a:gd name="T3" fmla="*/ 164 h 1010"/>
              <a:gd name="T4" fmla="*/ 588 w 588"/>
              <a:gd name="T5" fmla="*/ 13 h 1010"/>
              <a:gd name="T6" fmla="*/ 580 w 588"/>
              <a:gd name="T7" fmla="*/ 9 h 1010"/>
              <a:gd name="T8" fmla="*/ 531 w 588"/>
              <a:gd name="T9" fmla="*/ 143 h 1010"/>
              <a:gd name="T10" fmla="*/ 456 w 588"/>
              <a:gd name="T11" fmla="*/ 237 h 1010"/>
              <a:gd name="T12" fmla="*/ 454 w 588"/>
              <a:gd name="T13" fmla="*/ 238 h 1010"/>
              <a:gd name="T14" fmla="*/ 310 w 588"/>
              <a:gd name="T15" fmla="*/ 0 h 1010"/>
              <a:gd name="T16" fmla="*/ 272 w 588"/>
              <a:gd name="T17" fmla="*/ 25 h 1010"/>
              <a:gd name="T18" fmla="*/ 401 w 588"/>
              <a:gd name="T19" fmla="*/ 434 h 1010"/>
              <a:gd name="T20" fmla="*/ 234 w 588"/>
              <a:gd name="T21" fmla="*/ 365 h 1010"/>
              <a:gd name="T22" fmla="*/ 106 w 588"/>
              <a:gd name="T23" fmla="*/ 257 h 1010"/>
              <a:gd name="T24" fmla="*/ 12 w 588"/>
              <a:gd name="T25" fmla="*/ 95 h 1010"/>
              <a:gd name="T26" fmla="*/ 0 w 588"/>
              <a:gd name="T27" fmla="*/ 101 h 1010"/>
              <a:gd name="T28" fmla="*/ 90 w 588"/>
              <a:gd name="T29" fmla="*/ 284 h 1010"/>
              <a:gd name="T30" fmla="*/ 218 w 588"/>
              <a:gd name="T31" fmla="*/ 413 h 1010"/>
              <a:gd name="T32" fmla="*/ 406 w 588"/>
              <a:gd name="T33" fmla="*/ 511 h 1010"/>
              <a:gd name="T34" fmla="*/ 331 w 588"/>
              <a:gd name="T35" fmla="*/ 1010 h 1010"/>
              <a:gd name="T36" fmla="*/ 557 w 588"/>
              <a:gd name="T37" fmla="*/ 1010 h 1010"/>
              <a:gd name="T38" fmla="*/ 546 w 588"/>
              <a:gd name="T39" fmla="*/ 509 h 1010"/>
              <a:gd name="T40" fmla="*/ 470 w 588"/>
              <a:gd name="T41" fmla="*/ 274 h 1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88" h="1010">
                <a:moveTo>
                  <a:pt x="470" y="274"/>
                </a:moveTo>
                <a:cubicBezTo>
                  <a:pt x="498" y="243"/>
                  <a:pt x="523" y="207"/>
                  <a:pt x="543" y="164"/>
                </a:cubicBezTo>
                <a:cubicBezTo>
                  <a:pt x="564" y="120"/>
                  <a:pt x="581" y="71"/>
                  <a:pt x="588" y="13"/>
                </a:cubicBezTo>
                <a:cubicBezTo>
                  <a:pt x="580" y="9"/>
                  <a:pt x="580" y="9"/>
                  <a:pt x="580" y="9"/>
                </a:cubicBezTo>
                <a:cubicBezTo>
                  <a:pt x="571" y="60"/>
                  <a:pt x="552" y="106"/>
                  <a:pt x="531" y="143"/>
                </a:cubicBezTo>
                <a:cubicBezTo>
                  <a:pt x="509" y="181"/>
                  <a:pt x="483" y="212"/>
                  <a:pt x="456" y="237"/>
                </a:cubicBezTo>
                <a:cubicBezTo>
                  <a:pt x="455" y="238"/>
                  <a:pt x="455" y="238"/>
                  <a:pt x="454" y="238"/>
                </a:cubicBezTo>
                <a:cubicBezTo>
                  <a:pt x="415" y="153"/>
                  <a:pt x="366" y="73"/>
                  <a:pt x="310" y="0"/>
                </a:cubicBezTo>
                <a:cubicBezTo>
                  <a:pt x="272" y="25"/>
                  <a:pt x="272" y="25"/>
                  <a:pt x="272" y="25"/>
                </a:cubicBezTo>
                <a:cubicBezTo>
                  <a:pt x="346" y="158"/>
                  <a:pt x="386" y="295"/>
                  <a:pt x="401" y="434"/>
                </a:cubicBezTo>
                <a:cubicBezTo>
                  <a:pt x="344" y="419"/>
                  <a:pt x="287" y="397"/>
                  <a:pt x="234" y="365"/>
                </a:cubicBezTo>
                <a:cubicBezTo>
                  <a:pt x="188" y="337"/>
                  <a:pt x="145" y="301"/>
                  <a:pt x="106" y="257"/>
                </a:cubicBezTo>
                <a:cubicBezTo>
                  <a:pt x="68" y="212"/>
                  <a:pt x="32" y="157"/>
                  <a:pt x="12" y="95"/>
                </a:cubicBezTo>
                <a:cubicBezTo>
                  <a:pt x="0" y="101"/>
                  <a:pt x="0" y="101"/>
                  <a:pt x="0" y="101"/>
                </a:cubicBezTo>
                <a:cubicBezTo>
                  <a:pt x="18" y="172"/>
                  <a:pt x="52" y="232"/>
                  <a:pt x="90" y="284"/>
                </a:cubicBezTo>
                <a:cubicBezTo>
                  <a:pt x="128" y="335"/>
                  <a:pt x="172" y="378"/>
                  <a:pt x="218" y="413"/>
                </a:cubicBezTo>
                <a:cubicBezTo>
                  <a:pt x="278" y="457"/>
                  <a:pt x="341" y="489"/>
                  <a:pt x="406" y="511"/>
                </a:cubicBezTo>
                <a:cubicBezTo>
                  <a:pt x="412" y="679"/>
                  <a:pt x="383" y="847"/>
                  <a:pt x="331" y="1010"/>
                </a:cubicBezTo>
                <a:cubicBezTo>
                  <a:pt x="557" y="1010"/>
                  <a:pt x="557" y="1010"/>
                  <a:pt x="557" y="1010"/>
                </a:cubicBezTo>
                <a:cubicBezTo>
                  <a:pt x="583" y="820"/>
                  <a:pt x="587" y="695"/>
                  <a:pt x="546" y="509"/>
                </a:cubicBezTo>
                <a:cubicBezTo>
                  <a:pt x="528" y="428"/>
                  <a:pt x="503" y="349"/>
                  <a:pt x="470" y="27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182843" tIns="91422" rIns="182843" bIns="91422"/>
          <a:lstStyle/>
          <a:p>
            <a:pPr>
              <a:defRPr/>
            </a:pPr>
            <a:endParaRPr lang="id-ID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494338" y="3121025"/>
            <a:ext cx="454025" cy="454025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494588" y="1798638"/>
            <a:ext cx="385762" cy="385762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135688" y="3090863"/>
            <a:ext cx="901700" cy="903287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512050" y="4587875"/>
            <a:ext cx="490538" cy="490538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359275" y="3305175"/>
            <a:ext cx="219075" cy="219075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008688" y="4011613"/>
            <a:ext cx="534987" cy="534987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416425" y="2130425"/>
            <a:ext cx="819150" cy="817563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375275" y="1990725"/>
            <a:ext cx="1028700" cy="1028700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819400" y="2643188"/>
            <a:ext cx="255588" cy="255587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497388" y="3028950"/>
            <a:ext cx="693737" cy="693738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706813" y="3725863"/>
            <a:ext cx="385762" cy="385762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332288" y="3813175"/>
            <a:ext cx="925512" cy="925513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11600" y="2760663"/>
            <a:ext cx="508000" cy="508000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421438" y="1004888"/>
            <a:ext cx="217487" cy="217487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613525" y="2676525"/>
            <a:ext cx="331788" cy="333375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830763" y="1928813"/>
            <a:ext cx="508000" cy="509587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6094413" y="4767263"/>
            <a:ext cx="217487" cy="219075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6361113" y="4083050"/>
            <a:ext cx="331787" cy="333375"/>
          </a:xfrm>
          <a:prstGeom prst="ellipse">
            <a:avLst/>
          </a:prstGeom>
          <a:solidFill>
            <a:srgbClr val="B61D2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186363" y="5078413"/>
            <a:ext cx="508000" cy="508000"/>
          </a:xfrm>
          <a:prstGeom prst="ellipse">
            <a:avLst/>
          </a:prstGeom>
          <a:solidFill>
            <a:srgbClr val="B61D2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8225" name="标题 1"/>
          <p:cNvSpPr txBox="1">
            <a:spLocks/>
          </p:cNvSpPr>
          <p:nvPr/>
        </p:nvSpPr>
        <p:spPr bwMode="auto">
          <a:xfrm>
            <a:off x="571500" y="214313"/>
            <a:ext cx="800100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sz="3800" b="1">
                <a:solidFill>
                  <a:schemeClr val="tx2"/>
                </a:solidFill>
              </a:rPr>
              <a:t>数据库无处不在</a:t>
            </a:r>
          </a:p>
        </p:txBody>
      </p:sp>
      <p:sp>
        <p:nvSpPr>
          <p:cNvPr id="822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8E3C36DB-100F-4D47-8FA6-1101FF234FC8}" type="slidenum">
              <a:rPr lang="en-US" altLang="zh-CN" b="1" smtClean="0"/>
              <a:pPr algn="l" eaLnBrk="1" hangingPunct="1"/>
              <a:t>6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3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3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3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3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3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3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1"/>
          <p:cNvGrpSpPr>
            <a:grpSpLocks/>
          </p:cNvGrpSpPr>
          <p:nvPr/>
        </p:nvGrpSpPr>
        <p:grpSpPr bwMode="auto">
          <a:xfrm>
            <a:off x="682625" y="1541463"/>
            <a:ext cx="7777163" cy="3340100"/>
            <a:chOff x="731430" y="2102457"/>
            <a:chExt cx="10226921" cy="3775826"/>
          </a:xfrm>
        </p:grpSpPr>
        <p:sp>
          <p:nvSpPr>
            <p:cNvPr id="3" name="Oval 17"/>
            <p:cNvSpPr/>
            <p:nvPr/>
          </p:nvSpPr>
          <p:spPr>
            <a:xfrm>
              <a:off x="731430" y="2102457"/>
              <a:ext cx="1196168" cy="1058811"/>
            </a:xfrm>
            <a:prstGeom prst="ellipse">
              <a:avLst/>
            </a:prstGeom>
            <a:solidFill>
              <a:srgbClr val="389EA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92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1606" y="2398968"/>
              <a:ext cx="474596" cy="441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Oval 13"/>
            <p:cNvSpPr/>
            <p:nvPr/>
          </p:nvSpPr>
          <p:spPr>
            <a:xfrm>
              <a:off x="731430" y="3468143"/>
              <a:ext cx="1196168" cy="1058811"/>
            </a:xfrm>
            <a:prstGeom prst="ellipse">
              <a:avLst/>
            </a:prstGeom>
            <a:solidFill>
              <a:srgbClr val="389EA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922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932" y="3777146"/>
              <a:ext cx="511487" cy="441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Oval 36"/>
            <p:cNvSpPr/>
            <p:nvPr/>
          </p:nvSpPr>
          <p:spPr>
            <a:xfrm>
              <a:off x="731430" y="4819472"/>
              <a:ext cx="1196168" cy="1058811"/>
            </a:xfrm>
            <a:prstGeom prst="ellipse">
              <a:avLst/>
            </a:prstGeom>
            <a:solidFill>
              <a:srgbClr val="389EA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9226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1606" y="5127975"/>
              <a:ext cx="499748" cy="441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Oval 45"/>
            <p:cNvSpPr/>
            <p:nvPr/>
          </p:nvSpPr>
          <p:spPr>
            <a:xfrm>
              <a:off x="5647617" y="2102457"/>
              <a:ext cx="1183642" cy="1058811"/>
            </a:xfrm>
            <a:prstGeom prst="ellipse">
              <a:avLst/>
            </a:prstGeom>
            <a:solidFill>
              <a:srgbClr val="389EA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9228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0986" y="2396363"/>
              <a:ext cx="494080" cy="452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Oval 44"/>
            <p:cNvSpPr/>
            <p:nvPr/>
          </p:nvSpPr>
          <p:spPr>
            <a:xfrm>
              <a:off x="5647617" y="3468143"/>
              <a:ext cx="1183642" cy="1058811"/>
            </a:xfrm>
            <a:prstGeom prst="ellipse">
              <a:avLst/>
            </a:prstGeom>
            <a:solidFill>
              <a:srgbClr val="389EA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9230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8010" y="3777146"/>
              <a:ext cx="505684" cy="378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Oval 52"/>
            <p:cNvSpPr/>
            <p:nvPr/>
          </p:nvSpPr>
          <p:spPr>
            <a:xfrm>
              <a:off x="5647617" y="4819472"/>
              <a:ext cx="1183642" cy="1058811"/>
            </a:xfrm>
            <a:prstGeom prst="ellipse">
              <a:avLst/>
            </a:prstGeom>
            <a:solidFill>
              <a:srgbClr val="389EA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9232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5788" y="5127975"/>
              <a:ext cx="505684" cy="452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文本框 27"/>
            <p:cNvSpPr txBox="1"/>
            <p:nvPr/>
          </p:nvSpPr>
          <p:spPr>
            <a:xfrm>
              <a:off x="1927598" y="2368057"/>
              <a:ext cx="2717994" cy="62631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增删改查</a:t>
              </a:r>
            </a:p>
          </p:txBody>
        </p:sp>
        <p:sp>
          <p:nvSpPr>
            <p:cNvPr id="17" name="文本框 29"/>
            <p:cNvSpPr txBox="1"/>
            <p:nvPr/>
          </p:nvSpPr>
          <p:spPr>
            <a:xfrm>
              <a:off x="1927598" y="3714003"/>
              <a:ext cx="3907899" cy="11000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完整性</a:t>
              </a:r>
            </a:p>
            <a:p>
              <a:pPr>
                <a:lnSpc>
                  <a:spcPct val="125000"/>
                </a:lnSpc>
                <a:defRPr/>
              </a:pPr>
              <a:endPara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31"/>
            <p:cNvSpPr txBox="1"/>
            <p:nvPr/>
          </p:nvSpPr>
          <p:spPr>
            <a:xfrm>
              <a:off x="1927598" y="5106608"/>
              <a:ext cx="3907899" cy="57785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恢复技术</a:t>
              </a:r>
            </a:p>
          </p:txBody>
        </p:sp>
        <p:sp>
          <p:nvSpPr>
            <p:cNvPr id="21" name="文本框 33"/>
            <p:cNvSpPr txBox="1"/>
            <p:nvPr/>
          </p:nvSpPr>
          <p:spPr>
            <a:xfrm>
              <a:off x="7052539" y="2359083"/>
              <a:ext cx="3450725" cy="57965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安全性</a:t>
              </a:r>
            </a:p>
          </p:txBody>
        </p:sp>
        <p:sp>
          <p:nvSpPr>
            <p:cNvPr id="23" name="文本框 35"/>
            <p:cNvSpPr txBox="1"/>
            <p:nvPr/>
          </p:nvSpPr>
          <p:spPr>
            <a:xfrm>
              <a:off x="7012877" y="3708618"/>
              <a:ext cx="3905810" cy="57785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并发控制</a:t>
              </a:r>
            </a:p>
          </p:txBody>
        </p:sp>
        <p:sp>
          <p:nvSpPr>
            <p:cNvPr id="25" name="文本框 37"/>
            <p:cNvSpPr txBox="1"/>
            <p:nvPr/>
          </p:nvSpPr>
          <p:spPr>
            <a:xfrm>
              <a:off x="7052539" y="5106608"/>
              <a:ext cx="3905812" cy="57785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数据库设计</a:t>
              </a:r>
            </a:p>
          </p:txBody>
        </p:sp>
      </p:grpSp>
      <p:sp>
        <p:nvSpPr>
          <p:cNvPr id="9219" name="标题 1"/>
          <p:cNvSpPr txBox="1">
            <a:spLocks/>
          </p:cNvSpPr>
          <p:nvPr/>
        </p:nvSpPr>
        <p:spPr bwMode="auto">
          <a:xfrm>
            <a:off x="571500" y="214313"/>
            <a:ext cx="800100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sz="3800" b="1">
                <a:solidFill>
                  <a:schemeClr val="tx2"/>
                </a:solidFill>
              </a:rPr>
              <a:t>课程核心内容</a:t>
            </a: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CB71B598-F942-4AFF-B739-F1502D7FAF74}" type="slidenum">
              <a:rPr lang="en-US" altLang="zh-CN" b="1" smtClean="0"/>
              <a:pPr algn="l" eaLnBrk="1" hangingPunct="1"/>
              <a:t>7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/>
          </p:cNvSpPr>
          <p:nvPr/>
        </p:nvSpPr>
        <p:spPr bwMode="auto">
          <a:xfrm>
            <a:off x="3013075" y="2301875"/>
            <a:ext cx="2619375" cy="3044825"/>
          </a:xfrm>
          <a:custGeom>
            <a:avLst/>
            <a:gdLst>
              <a:gd name="T0" fmla="*/ 2880 w 5977"/>
              <a:gd name="T1" fmla="*/ 366 h 6949"/>
              <a:gd name="T2" fmla="*/ 2537 w 5977"/>
              <a:gd name="T3" fmla="*/ 1873 h 6949"/>
              <a:gd name="T4" fmla="*/ 1824 w 5977"/>
              <a:gd name="T5" fmla="*/ 603 h 6949"/>
              <a:gd name="T6" fmla="*/ 1753 w 5977"/>
              <a:gd name="T7" fmla="*/ 670 h 6949"/>
              <a:gd name="T8" fmla="*/ 2538 w 5977"/>
              <a:gd name="T9" fmla="*/ 2541 h 6949"/>
              <a:gd name="T10" fmla="*/ 2222 w 5977"/>
              <a:gd name="T11" fmla="*/ 2790 h 6949"/>
              <a:gd name="T12" fmla="*/ 535 w 5977"/>
              <a:gd name="T13" fmla="*/ 1885 h 6949"/>
              <a:gd name="T14" fmla="*/ 376 w 5977"/>
              <a:gd name="T15" fmla="*/ 1956 h 6949"/>
              <a:gd name="T16" fmla="*/ 1565 w 5977"/>
              <a:gd name="T17" fmla="*/ 2480 h 6949"/>
              <a:gd name="T18" fmla="*/ 2389 w 5977"/>
              <a:gd name="T19" fmla="*/ 3537 h 6949"/>
              <a:gd name="T20" fmla="*/ 2135 w 5977"/>
              <a:gd name="T21" fmla="*/ 4240 h 6949"/>
              <a:gd name="T22" fmla="*/ 12 w 5977"/>
              <a:gd name="T23" fmla="*/ 3875 h 6949"/>
              <a:gd name="T24" fmla="*/ 0 w 5977"/>
              <a:gd name="T25" fmla="*/ 4054 h 6949"/>
              <a:gd name="T26" fmla="*/ 2184 w 5977"/>
              <a:gd name="T27" fmla="*/ 4580 h 6949"/>
              <a:gd name="T28" fmla="*/ 2243 w 5977"/>
              <a:gd name="T29" fmla="*/ 6033 h 6949"/>
              <a:gd name="T30" fmla="*/ 1565 w 5977"/>
              <a:gd name="T31" fmla="*/ 6635 h 6949"/>
              <a:gd name="T32" fmla="*/ 908 w 5977"/>
              <a:gd name="T33" fmla="*/ 6761 h 6949"/>
              <a:gd name="T34" fmla="*/ 3978 w 5977"/>
              <a:gd name="T35" fmla="*/ 6888 h 6949"/>
              <a:gd name="T36" fmla="*/ 4444 w 5977"/>
              <a:gd name="T37" fmla="*/ 6786 h 6949"/>
              <a:gd name="T38" fmla="*/ 3990 w 5977"/>
              <a:gd name="T39" fmla="*/ 6677 h 6949"/>
              <a:gd name="T40" fmla="*/ 3121 w 5977"/>
              <a:gd name="T41" fmla="*/ 6098 h 6949"/>
              <a:gd name="T42" fmla="*/ 3103 w 5977"/>
              <a:gd name="T43" fmla="*/ 4773 h 6949"/>
              <a:gd name="T44" fmla="*/ 4614 w 5977"/>
              <a:gd name="T45" fmla="*/ 4157 h 6949"/>
              <a:gd name="T46" fmla="*/ 5977 w 5977"/>
              <a:gd name="T47" fmla="*/ 4030 h 6949"/>
              <a:gd name="T48" fmla="*/ 5970 w 5977"/>
              <a:gd name="T49" fmla="*/ 3829 h 6949"/>
              <a:gd name="T50" fmla="*/ 5710 w 5977"/>
              <a:gd name="T51" fmla="*/ 3898 h 6949"/>
              <a:gd name="T52" fmla="*/ 3071 w 5977"/>
              <a:gd name="T53" fmla="*/ 4243 h 6949"/>
              <a:gd name="T54" fmla="*/ 3308 w 5977"/>
              <a:gd name="T55" fmla="*/ 2959 h 6949"/>
              <a:gd name="T56" fmla="*/ 5462 w 5977"/>
              <a:gd name="T57" fmla="*/ 2202 h 6949"/>
              <a:gd name="T58" fmla="*/ 5391 w 5977"/>
              <a:gd name="T59" fmla="*/ 2119 h 6949"/>
              <a:gd name="T60" fmla="*/ 3824 w 5977"/>
              <a:gd name="T61" fmla="*/ 2471 h 6949"/>
              <a:gd name="T62" fmla="*/ 2916 w 5977"/>
              <a:gd name="T63" fmla="*/ 2840 h 6949"/>
              <a:gd name="T64" fmla="*/ 3083 w 5977"/>
              <a:gd name="T65" fmla="*/ 2377 h 6949"/>
              <a:gd name="T66" fmla="*/ 4059 w 5977"/>
              <a:gd name="T67" fmla="*/ 1013 h 6949"/>
              <a:gd name="T68" fmla="*/ 3418 w 5977"/>
              <a:gd name="T69" fmla="*/ 1832 h 6949"/>
              <a:gd name="T70" fmla="*/ 2806 w 5977"/>
              <a:gd name="T71" fmla="*/ 2127 h 6949"/>
              <a:gd name="T72" fmla="*/ 2979 w 5977"/>
              <a:gd name="T73" fmla="*/ 540 h 6949"/>
              <a:gd name="T74" fmla="*/ 2932 w 5977"/>
              <a:gd name="T75" fmla="*/ 1 h 6949"/>
              <a:gd name="T76" fmla="*/ 2785 w 5977"/>
              <a:gd name="T77" fmla="*/ 0 h 69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977" h="6949">
                <a:moveTo>
                  <a:pt x="2785" y="0"/>
                </a:moveTo>
                <a:cubicBezTo>
                  <a:pt x="2841" y="42"/>
                  <a:pt x="2858" y="134"/>
                  <a:pt x="2880" y="366"/>
                </a:cubicBezTo>
                <a:cubicBezTo>
                  <a:pt x="2910" y="674"/>
                  <a:pt x="2891" y="857"/>
                  <a:pt x="2760" y="1513"/>
                </a:cubicBezTo>
                <a:cubicBezTo>
                  <a:pt x="2638" y="2133"/>
                  <a:pt x="2639" y="2130"/>
                  <a:pt x="2537" y="1873"/>
                </a:cubicBezTo>
                <a:cubicBezTo>
                  <a:pt x="2413" y="1562"/>
                  <a:pt x="2149" y="1060"/>
                  <a:pt x="1997" y="847"/>
                </a:cubicBezTo>
                <a:cubicBezTo>
                  <a:pt x="1912" y="730"/>
                  <a:pt x="1834" y="619"/>
                  <a:pt x="1824" y="603"/>
                </a:cubicBezTo>
                <a:cubicBezTo>
                  <a:pt x="1821" y="599"/>
                  <a:pt x="1822" y="588"/>
                  <a:pt x="1825" y="573"/>
                </a:cubicBezTo>
                <a:cubicBezTo>
                  <a:pt x="1802" y="607"/>
                  <a:pt x="1779" y="639"/>
                  <a:pt x="1753" y="670"/>
                </a:cubicBezTo>
                <a:cubicBezTo>
                  <a:pt x="1818" y="723"/>
                  <a:pt x="2054" y="1118"/>
                  <a:pt x="2190" y="1400"/>
                </a:cubicBezTo>
                <a:cubicBezTo>
                  <a:pt x="2346" y="1724"/>
                  <a:pt x="2539" y="2359"/>
                  <a:pt x="2538" y="2541"/>
                </a:cubicBezTo>
                <a:cubicBezTo>
                  <a:pt x="2537" y="2685"/>
                  <a:pt x="2494" y="2855"/>
                  <a:pt x="2446" y="2903"/>
                </a:cubicBezTo>
                <a:cubicBezTo>
                  <a:pt x="2409" y="2940"/>
                  <a:pt x="2382" y="2926"/>
                  <a:pt x="2222" y="2790"/>
                </a:cubicBezTo>
                <a:cubicBezTo>
                  <a:pt x="1978" y="2584"/>
                  <a:pt x="1756" y="2436"/>
                  <a:pt x="1436" y="2266"/>
                </a:cubicBezTo>
                <a:cubicBezTo>
                  <a:pt x="1187" y="2133"/>
                  <a:pt x="694" y="1925"/>
                  <a:pt x="535" y="1885"/>
                </a:cubicBezTo>
                <a:cubicBezTo>
                  <a:pt x="470" y="1868"/>
                  <a:pt x="435" y="1856"/>
                  <a:pt x="420" y="1823"/>
                </a:cubicBezTo>
                <a:cubicBezTo>
                  <a:pt x="408" y="1868"/>
                  <a:pt x="393" y="1913"/>
                  <a:pt x="376" y="1956"/>
                </a:cubicBezTo>
                <a:cubicBezTo>
                  <a:pt x="383" y="1953"/>
                  <a:pt x="389" y="1951"/>
                  <a:pt x="395" y="1951"/>
                </a:cubicBezTo>
                <a:cubicBezTo>
                  <a:pt x="549" y="1951"/>
                  <a:pt x="1204" y="2247"/>
                  <a:pt x="1565" y="2480"/>
                </a:cubicBezTo>
                <a:cubicBezTo>
                  <a:pt x="1801" y="2632"/>
                  <a:pt x="2168" y="2981"/>
                  <a:pt x="2287" y="3167"/>
                </a:cubicBezTo>
                <a:cubicBezTo>
                  <a:pt x="2358" y="3279"/>
                  <a:pt x="2375" y="3338"/>
                  <a:pt x="2389" y="3537"/>
                </a:cubicBezTo>
                <a:cubicBezTo>
                  <a:pt x="2407" y="3784"/>
                  <a:pt x="2356" y="4253"/>
                  <a:pt x="2309" y="4282"/>
                </a:cubicBezTo>
                <a:cubicBezTo>
                  <a:pt x="2294" y="4291"/>
                  <a:pt x="2216" y="4272"/>
                  <a:pt x="2135" y="4240"/>
                </a:cubicBezTo>
                <a:cubicBezTo>
                  <a:pt x="1771" y="4095"/>
                  <a:pt x="1129" y="3975"/>
                  <a:pt x="401" y="3915"/>
                </a:cubicBezTo>
                <a:cubicBezTo>
                  <a:pt x="234" y="3901"/>
                  <a:pt x="89" y="3886"/>
                  <a:pt x="12" y="3875"/>
                </a:cubicBezTo>
                <a:cubicBezTo>
                  <a:pt x="12" y="3877"/>
                  <a:pt x="12" y="3878"/>
                  <a:pt x="12" y="3880"/>
                </a:cubicBezTo>
                <a:cubicBezTo>
                  <a:pt x="12" y="3939"/>
                  <a:pt x="8" y="3997"/>
                  <a:pt x="0" y="4054"/>
                </a:cubicBezTo>
                <a:lnTo>
                  <a:pt x="229" y="4057"/>
                </a:lnTo>
                <a:cubicBezTo>
                  <a:pt x="1035" y="4066"/>
                  <a:pt x="1849" y="4284"/>
                  <a:pt x="2184" y="4580"/>
                </a:cubicBezTo>
                <a:cubicBezTo>
                  <a:pt x="2296" y="4678"/>
                  <a:pt x="2311" y="4707"/>
                  <a:pt x="2329" y="4848"/>
                </a:cubicBezTo>
                <a:cubicBezTo>
                  <a:pt x="2353" y="5035"/>
                  <a:pt x="2303" y="5720"/>
                  <a:pt x="2243" y="6033"/>
                </a:cubicBezTo>
                <a:cubicBezTo>
                  <a:pt x="2219" y="6155"/>
                  <a:pt x="2177" y="6286"/>
                  <a:pt x="2148" y="6324"/>
                </a:cubicBezTo>
                <a:cubicBezTo>
                  <a:pt x="2078" y="6419"/>
                  <a:pt x="1739" y="6599"/>
                  <a:pt x="1565" y="6635"/>
                </a:cubicBezTo>
                <a:cubicBezTo>
                  <a:pt x="1488" y="6651"/>
                  <a:pt x="1312" y="6682"/>
                  <a:pt x="1175" y="6704"/>
                </a:cubicBezTo>
                <a:cubicBezTo>
                  <a:pt x="1037" y="6727"/>
                  <a:pt x="917" y="6752"/>
                  <a:pt x="908" y="6761"/>
                </a:cubicBezTo>
                <a:cubicBezTo>
                  <a:pt x="846" y="6823"/>
                  <a:pt x="1154" y="6882"/>
                  <a:pt x="1733" y="6919"/>
                </a:cubicBezTo>
                <a:cubicBezTo>
                  <a:pt x="2214" y="6949"/>
                  <a:pt x="3600" y="6930"/>
                  <a:pt x="3978" y="6888"/>
                </a:cubicBezTo>
                <a:cubicBezTo>
                  <a:pt x="4141" y="6870"/>
                  <a:pt x="4313" y="6840"/>
                  <a:pt x="4359" y="6821"/>
                </a:cubicBezTo>
                <a:lnTo>
                  <a:pt x="4444" y="6786"/>
                </a:lnTo>
                <a:lnTo>
                  <a:pt x="4380" y="6752"/>
                </a:lnTo>
                <a:cubicBezTo>
                  <a:pt x="4344" y="6733"/>
                  <a:pt x="4169" y="6699"/>
                  <a:pt x="3990" y="6677"/>
                </a:cubicBezTo>
                <a:cubicBezTo>
                  <a:pt x="3636" y="6633"/>
                  <a:pt x="3384" y="6538"/>
                  <a:pt x="3223" y="6387"/>
                </a:cubicBezTo>
                <a:cubicBezTo>
                  <a:pt x="3147" y="6317"/>
                  <a:pt x="3136" y="6284"/>
                  <a:pt x="3121" y="6098"/>
                </a:cubicBezTo>
                <a:cubicBezTo>
                  <a:pt x="3098" y="5808"/>
                  <a:pt x="3092" y="5584"/>
                  <a:pt x="3098" y="5147"/>
                </a:cubicBezTo>
                <a:lnTo>
                  <a:pt x="3103" y="4773"/>
                </a:lnTo>
                <a:lnTo>
                  <a:pt x="3201" y="4665"/>
                </a:lnTo>
                <a:cubicBezTo>
                  <a:pt x="3389" y="4458"/>
                  <a:pt x="3879" y="4281"/>
                  <a:pt x="4614" y="4157"/>
                </a:cubicBezTo>
                <a:cubicBezTo>
                  <a:pt x="4997" y="4092"/>
                  <a:pt x="5912" y="4000"/>
                  <a:pt x="5966" y="4021"/>
                </a:cubicBezTo>
                <a:cubicBezTo>
                  <a:pt x="5969" y="4022"/>
                  <a:pt x="5973" y="4026"/>
                  <a:pt x="5977" y="4030"/>
                </a:cubicBezTo>
                <a:cubicBezTo>
                  <a:pt x="5971" y="3983"/>
                  <a:pt x="5968" y="3935"/>
                  <a:pt x="5968" y="3887"/>
                </a:cubicBezTo>
                <a:cubicBezTo>
                  <a:pt x="5968" y="3867"/>
                  <a:pt x="5969" y="3848"/>
                  <a:pt x="5970" y="3829"/>
                </a:cubicBezTo>
                <a:cubicBezTo>
                  <a:pt x="5961" y="3854"/>
                  <a:pt x="5951" y="3871"/>
                  <a:pt x="5942" y="3877"/>
                </a:cubicBezTo>
                <a:cubicBezTo>
                  <a:pt x="5925" y="3888"/>
                  <a:pt x="5821" y="3898"/>
                  <a:pt x="5710" y="3898"/>
                </a:cubicBezTo>
                <a:cubicBezTo>
                  <a:pt x="5247" y="3899"/>
                  <a:pt x="4355" y="4013"/>
                  <a:pt x="3586" y="4169"/>
                </a:cubicBezTo>
                <a:cubicBezTo>
                  <a:pt x="3302" y="4226"/>
                  <a:pt x="3085" y="4257"/>
                  <a:pt x="3071" y="4243"/>
                </a:cubicBezTo>
                <a:cubicBezTo>
                  <a:pt x="3043" y="4215"/>
                  <a:pt x="2962" y="3612"/>
                  <a:pt x="2962" y="3431"/>
                </a:cubicBezTo>
                <a:cubicBezTo>
                  <a:pt x="2962" y="3287"/>
                  <a:pt x="3037" y="3185"/>
                  <a:pt x="3308" y="2959"/>
                </a:cubicBezTo>
                <a:cubicBezTo>
                  <a:pt x="3708" y="2626"/>
                  <a:pt x="4264" y="2412"/>
                  <a:pt x="5130" y="2260"/>
                </a:cubicBezTo>
                <a:lnTo>
                  <a:pt x="5462" y="2202"/>
                </a:lnTo>
                <a:cubicBezTo>
                  <a:pt x="5441" y="2169"/>
                  <a:pt x="5420" y="2136"/>
                  <a:pt x="5403" y="2101"/>
                </a:cubicBezTo>
                <a:cubicBezTo>
                  <a:pt x="5400" y="2110"/>
                  <a:pt x="5397" y="2116"/>
                  <a:pt x="5391" y="2119"/>
                </a:cubicBezTo>
                <a:cubicBezTo>
                  <a:pt x="5374" y="2130"/>
                  <a:pt x="5204" y="2161"/>
                  <a:pt x="5015" y="2189"/>
                </a:cubicBezTo>
                <a:cubicBezTo>
                  <a:pt x="4603" y="2249"/>
                  <a:pt x="4090" y="2371"/>
                  <a:pt x="3824" y="2471"/>
                </a:cubicBezTo>
                <a:cubicBezTo>
                  <a:pt x="3718" y="2511"/>
                  <a:pt x="3480" y="2623"/>
                  <a:pt x="3296" y="2720"/>
                </a:cubicBezTo>
                <a:cubicBezTo>
                  <a:pt x="2967" y="2892"/>
                  <a:pt x="2959" y="2895"/>
                  <a:pt x="2916" y="2840"/>
                </a:cubicBezTo>
                <a:cubicBezTo>
                  <a:pt x="2888" y="2802"/>
                  <a:pt x="2878" y="2747"/>
                  <a:pt x="2887" y="2673"/>
                </a:cubicBezTo>
                <a:cubicBezTo>
                  <a:pt x="2899" y="2585"/>
                  <a:pt x="2938" y="2526"/>
                  <a:pt x="3083" y="2377"/>
                </a:cubicBezTo>
                <a:cubicBezTo>
                  <a:pt x="3474" y="1976"/>
                  <a:pt x="3779" y="1561"/>
                  <a:pt x="3990" y="1139"/>
                </a:cubicBezTo>
                <a:cubicBezTo>
                  <a:pt x="4014" y="1091"/>
                  <a:pt x="4038" y="1048"/>
                  <a:pt x="4059" y="1013"/>
                </a:cubicBezTo>
                <a:cubicBezTo>
                  <a:pt x="4029" y="994"/>
                  <a:pt x="4001" y="975"/>
                  <a:pt x="3973" y="953"/>
                </a:cubicBezTo>
                <a:cubicBezTo>
                  <a:pt x="3895" y="1157"/>
                  <a:pt x="3635" y="1579"/>
                  <a:pt x="3418" y="1832"/>
                </a:cubicBezTo>
                <a:cubicBezTo>
                  <a:pt x="3264" y="2012"/>
                  <a:pt x="2893" y="2318"/>
                  <a:pt x="2830" y="2318"/>
                </a:cubicBezTo>
                <a:cubicBezTo>
                  <a:pt x="2793" y="2318"/>
                  <a:pt x="2789" y="2289"/>
                  <a:pt x="2806" y="2127"/>
                </a:cubicBezTo>
                <a:cubicBezTo>
                  <a:pt x="2817" y="2022"/>
                  <a:pt x="2845" y="1835"/>
                  <a:pt x="2867" y="1711"/>
                </a:cubicBezTo>
                <a:cubicBezTo>
                  <a:pt x="2974" y="1120"/>
                  <a:pt x="2996" y="891"/>
                  <a:pt x="2979" y="540"/>
                </a:cubicBezTo>
                <a:cubicBezTo>
                  <a:pt x="2970" y="346"/>
                  <a:pt x="2955" y="140"/>
                  <a:pt x="2946" y="84"/>
                </a:cubicBezTo>
                <a:lnTo>
                  <a:pt x="2932" y="1"/>
                </a:lnTo>
                <a:cubicBezTo>
                  <a:pt x="2909" y="2"/>
                  <a:pt x="2886" y="3"/>
                  <a:pt x="2863" y="3"/>
                </a:cubicBezTo>
                <a:cubicBezTo>
                  <a:pt x="2836" y="3"/>
                  <a:pt x="2811" y="2"/>
                  <a:pt x="278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latin typeface="宋体" panose="02010600030101010101" pitchFamily="2" charset="-122"/>
            </a:endParaRPr>
          </a:p>
        </p:txBody>
      </p:sp>
      <p:sp>
        <p:nvSpPr>
          <p:cNvPr id="3" name="橢圓 4"/>
          <p:cNvSpPr>
            <a:spLocks noChangeArrowheads="1"/>
          </p:cNvSpPr>
          <p:nvPr/>
        </p:nvSpPr>
        <p:spPr bwMode="auto">
          <a:xfrm>
            <a:off x="2552700" y="2674938"/>
            <a:ext cx="712788" cy="711200"/>
          </a:xfrm>
          <a:prstGeom prst="ellipse">
            <a:avLst/>
          </a:prstGeom>
          <a:solidFill>
            <a:srgbClr val="F0ED7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233363" indent="-233363">
              <a:lnSpc>
                <a:spcPct val="95000"/>
              </a:lnSpc>
              <a:spcBef>
                <a:spcPct val="50000"/>
              </a:spcBef>
              <a:spcAft>
                <a:spcPct val="35000"/>
              </a:spcAft>
              <a:buClr>
                <a:srgbClr val="678BA8"/>
              </a:buClr>
              <a:buFontTx/>
              <a:buChar char="•"/>
            </a:pPr>
            <a:endParaRPr lang="zh-TW" altLang="en-US" sz="3200">
              <a:solidFill>
                <a:srgbClr val="000000"/>
              </a:solidFill>
              <a:latin typeface="Arial" pitchFamily="34" charset="0"/>
              <a:ea typeface="Microsoft JhengHei" pitchFamily="34" charset="-120"/>
            </a:endParaRPr>
          </a:p>
        </p:txBody>
      </p:sp>
      <p:sp>
        <p:nvSpPr>
          <p:cNvPr id="4" name="橢圓 6"/>
          <p:cNvSpPr>
            <a:spLocks noChangeArrowheads="1"/>
          </p:cNvSpPr>
          <p:nvPr/>
        </p:nvSpPr>
        <p:spPr bwMode="auto">
          <a:xfrm>
            <a:off x="3965575" y="1709738"/>
            <a:ext cx="712788" cy="712787"/>
          </a:xfrm>
          <a:prstGeom prst="ellipse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233363" indent="-233363">
              <a:lnSpc>
                <a:spcPct val="95000"/>
              </a:lnSpc>
              <a:spcBef>
                <a:spcPct val="50000"/>
              </a:spcBef>
              <a:spcAft>
                <a:spcPct val="35000"/>
              </a:spcAft>
              <a:buClr>
                <a:srgbClr val="678BA8"/>
              </a:buClr>
              <a:buFontTx/>
              <a:buChar char="•"/>
            </a:pPr>
            <a:endParaRPr lang="zh-TW" altLang="en-US" sz="3200">
              <a:solidFill>
                <a:srgbClr val="000000"/>
              </a:solidFill>
              <a:latin typeface="Arial" pitchFamily="34" charset="0"/>
              <a:ea typeface="Microsoft JhengHei" pitchFamily="34" charset="-120"/>
            </a:endParaRPr>
          </a:p>
        </p:txBody>
      </p:sp>
      <p:sp>
        <p:nvSpPr>
          <p:cNvPr id="5" name="橢圓 8"/>
          <p:cNvSpPr/>
          <p:nvPr/>
        </p:nvSpPr>
        <p:spPr>
          <a:xfrm>
            <a:off x="5275263" y="2917825"/>
            <a:ext cx="712787" cy="711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/>
          <a:lstStyle>
            <a:lvl1pPr marL="233363" indent="-23336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95000"/>
              </a:lnSpc>
              <a:spcBef>
                <a:spcPct val="50000"/>
              </a:spcBef>
              <a:spcAft>
                <a:spcPct val="35000"/>
              </a:spcAft>
              <a:buClr>
                <a:srgbClr val="678BA8"/>
              </a:buClr>
              <a:buFontTx/>
              <a:buChar char="•"/>
              <a:defRPr/>
            </a:pPr>
            <a:endParaRPr lang="zh-TW" altLang="en-US" sz="32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6" name="文本框 10"/>
          <p:cNvSpPr txBox="1">
            <a:spLocks noChangeArrowheads="1"/>
          </p:cNvSpPr>
          <p:nvPr/>
        </p:nvSpPr>
        <p:spPr bwMode="auto">
          <a:xfrm>
            <a:off x="6146800" y="4059238"/>
            <a:ext cx="23399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itchFamily="2" charset="-122"/>
              </a:rPr>
              <a:t>数据库设计理论</a:t>
            </a:r>
          </a:p>
        </p:txBody>
      </p:sp>
      <p:sp>
        <p:nvSpPr>
          <p:cNvPr id="7" name="文本框 11"/>
          <p:cNvSpPr txBox="1">
            <a:spLocks noChangeArrowheads="1"/>
          </p:cNvSpPr>
          <p:nvPr/>
        </p:nvSpPr>
        <p:spPr bwMode="auto">
          <a:xfrm>
            <a:off x="611188" y="4059238"/>
            <a:ext cx="17240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itchFamily="2" charset="-122"/>
              </a:rPr>
              <a:t>数据库语言</a:t>
            </a:r>
          </a:p>
        </p:txBody>
      </p:sp>
      <p:sp>
        <p:nvSpPr>
          <p:cNvPr id="8" name="文本框 12"/>
          <p:cNvSpPr txBox="1">
            <a:spLocks noChangeArrowheads="1"/>
          </p:cNvSpPr>
          <p:nvPr/>
        </p:nvSpPr>
        <p:spPr bwMode="auto">
          <a:xfrm>
            <a:off x="5467350" y="1963738"/>
            <a:ext cx="23399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itchFamily="2" charset="-122"/>
              </a:rPr>
              <a:t>数据库管理系统</a:t>
            </a:r>
          </a:p>
        </p:txBody>
      </p:sp>
      <p:sp>
        <p:nvSpPr>
          <p:cNvPr id="9" name="文本框 13"/>
          <p:cNvSpPr txBox="1">
            <a:spLocks noChangeArrowheads="1"/>
          </p:cNvSpPr>
          <p:nvPr/>
        </p:nvSpPr>
        <p:spPr bwMode="auto">
          <a:xfrm>
            <a:off x="1403350" y="1963738"/>
            <a:ext cx="14160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itchFamily="2" charset="-122"/>
              </a:rPr>
              <a:t>数据模型</a:t>
            </a:r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2357438" y="3638550"/>
            <a:ext cx="711200" cy="712788"/>
            <a:chOff x="4143988" y="3636247"/>
            <a:chExt cx="711200" cy="712787"/>
          </a:xfrm>
        </p:grpSpPr>
        <p:sp>
          <p:nvSpPr>
            <p:cNvPr id="10262" name="橢圓 3"/>
            <p:cNvSpPr>
              <a:spLocks noChangeArrowheads="1"/>
            </p:cNvSpPr>
            <p:nvPr/>
          </p:nvSpPr>
          <p:spPr bwMode="auto">
            <a:xfrm>
              <a:off x="4143988" y="3636247"/>
              <a:ext cx="711200" cy="7127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233363" indent="-233363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</a:pPr>
              <a:endParaRPr lang="zh-TW" altLang="en-US" sz="3200">
                <a:solidFill>
                  <a:srgbClr val="000000"/>
                </a:solidFill>
                <a:latin typeface="Arial" pitchFamily="34" charset="0"/>
                <a:ea typeface="Microsoft JhengHei" pitchFamily="34" charset="-120"/>
              </a:endParaRPr>
            </a:p>
          </p:txBody>
        </p:sp>
        <p:sp>
          <p:nvSpPr>
            <p:cNvPr id="12" name="KSO_Shape"/>
            <p:cNvSpPr>
              <a:spLocks/>
            </p:cNvSpPr>
            <p:nvPr/>
          </p:nvSpPr>
          <p:spPr bwMode="auto">
            <a:xfrm>
              <a:off x="4269400" y="3799760"/>
              <a:ext cx="458788" cy="385761"/>
            </a:xfrm>
            <a:custGeom>
              <a:avLst/>
              <a:gdLst>
                <a:gd name="T0" fmla="*/ 1134092 w 2300288"/>
                <a:gd name="T1" fmla="*/ 968860 h 1936750"/>
                <a:gd name="T2" fmla="*/ 1214775 w 2300288"/>
                <a:gd name="T3" fmla="*/ 1049028 h 1936750"/>
                <a:gd name="T4" fmla="*/ 1216884 w 2300288"/>
                <a:gd name="T5" fmla="*/ 1064537 h 1936750"/>
                <a:gd name="T6" fmla="*/ 1151230 w 2300288"/>
                <a:gd name="T7" fmla="*/ 1136031 h 1936750"/>
                <a:gd name="T8" fmla="*/ 1182871 w 2300288"/>
                <a:gd name="T9" fmla="*/ 1247216 h 1936750"/>
                <a:gd name="T10" fmla="*/ 1204228 w 2300288"/>
                <a:gd name="T11" fmla="*/ 1413599 h 1936750"/>
                <a:gd name="T12" fmla="*/ 1046025 w 2300288"/>
                <a:gd name="T13" fmla="*/ 1361555 h 1936750"/>
                <a:gd name="T14" fmla="*/ 1071074 w 2300288"/>
                <a:gd name="T15" fmla="*/ 1209103 h 1936750"/>
                <a:gd name="T16" fmla="*/ 1033632 w 2300288"/>
                <a:gd name="T17" fmla="*/ 1075313 h 1936750"/>
                <a:gd name="T18" fmla="*/ 1028095 w 2300288"/>
                <a:gd name="T19" fmla="*/ 1060068 h 1936750"/>
                <a:gd name="T20" fmla="*/ 1033632 w 2300288"/>
                <a:gd name="T21" fmla="*/ 1045086 h 1936750"/>
                <a:gd name="T22" fmla="*/ 1116162 w 2300288"/>
                <a:gd name="T23" fmla="*/ 967020 h 1936750"/>
                <a:gd name="T24" fmla="*/ 1415999 w 2300288"/>
                <a:gd name="T25" fmla="*/ 862909 h 1936750"/>
                <a:gd name="T26" fmla="*/ 1591713 w 2300288"/>
                <a:gd name="T27" fmla="*/ 924102 h 1936750"/>
                <a:gd name="T28" fmla="*/ 1763745 w 2300288"/>
                <a:gd name="T29" fmla="*/ 983456 h 1936750"/>
                <a:gd name="T30" fmla="*/ 1808726 w 2300288"/>
                <a:gd name="T31" fmla="*/ 1009194 h 1936750"/>
                <a:gd name="T32" fmla="*/ 1836345 w 2300288"/>
                <a:gd name="T33" fmla="*/ 1041235 h 1936750"/>
                <a:gd name="T34" fmla="*/ 1870541 w 2300288"/>
                <a:gd name="T35" fmla="*/ 1114771 h 1936750"/>
                <a:gd name="T36" fmla="*/ 1893952 w 2300288"/>
                <a:gd name="T37" fmla="*/ 1212469 h 1936750"/>
                <a:gd name="T38" fmla="*/ 1905000 w 2300288"/>
                <a:gd name="T39" fmla="*/ 1335643 h 1936750"/>
                <a:gd name="T40" fmla="*/ 1899740 w 2300288"/>
                <a:gd name="T41" fmla="*/ 1362957 h 1936750"/>
                <a:gd name="T42" fmla="*/ 1874487 w 2300288"/>
                <a:gd name="T43" fmla="*/ 1383704 h 1936750"/>
                <a:gd name="T44" fmla="*/ 1781895 w 2300288"/>
                <a:gd name="T45" fmla="*/ 1418897 h 1936750"/>
                <a:gd name="T46" fmla="*/ 1625909 w 2300288"/>
                <a:gd name="T47" fmla="*/ 1447524 h 1936750"/>
                <a:gd name="T48" fmla="*/ 1404950 w 2300288"/>
                <a:gd name="T49" fmla="*/ 1464857 h 1936750"/>
                <a:gd name="T50" fmla="*/ 948915 w 2300288"/>
                <a:gd name="T51" fmla="*/ 1532887 h 1936750"/>
                <a:gd name="T52" fmla="*/ 96732 w 2300288"/>
                <a:gd name="T53" fmla="*/ 835367 h 1936750"/>
                <a:gd name="T54" fmla="*/ 1152637 w 2300288"/>
                <a:gd name="T55" fmla="*/ 1576 h 1936750"/>
                <a:gd name="T56" fmla="*/ 1203190 w 2300288"/>
                <a:gd name="T57" fmla="*/ 12613 h 1936750"/>
                <a:gd name="T58" fmla="*/ 1249793 w 2300288"/>
                <a:gd name="T59" fmla="*/ 32847 h 1936750"/>
                <a:gd name="T60" fmla="*/ 1292446 w 2300288"/>
                <a:gd name="T61" fmla="*/ 62015 h 1936750"/>
                <a:gd name="T62" fmla="*/ 1357480 w 2300288"/>
                <a:gd name="T63" fmla="*/ 134804 h 1936750"/>
                <a:gd name="T64" fmla="*/ 1402767 w 2300288"/>
                <a:gd name="T65" fmla="*/ 235972 h 1936750"/>
                <a:gd name="T66" fmla="*/ 1414352 w 2300288"/>
                <a:gd name="T67" fmla="*/ 301403 h 1936750"/>
                <a:gd name="T68" fmla="*/ 1414615 w 2300288"/>
                <a:gd name="T69" fmla="*/ 367360 h 1936750"/>
                <a:gd name="T70" fmla="*/ 1402767 w 2300288"/>
                <a:gd name="T71" fmla="*/ 444090 h 1936750"/>
                <a:gd name="T72" fmla="*/ 1379596 w 2300288"/>
                <a:gd name="T73" fmla="*/ 521346 h 1936750"/>
                <a:gd name="T74" fmla="*/ 1346158 w 2300288"/>
                <a:gd name="T75" fmla="*/ 595186 h 1936750"/>
                <a:gd name="T76" fmla="*/ 1304295 w 2300288"/>
                <a:gd name="T77" fmla="*/ 661143 h 1936750"/>
                <a:gd name="T78" fmla="*/ 1223990 w 2300288"/>
                <a:gd name="T79" fmla="*/ 866108 h 1936750"/>
                <a:gd name="T80" fmla="*/ 1146318 w 2300288"/>
                <a:gd name="T81" fmla="*/ 934430 h 1936750"/>
                <a:gd name="T82" fmla="*/ 1120778 w 2300288"/>
                <a:gd name="T83" fmla="*/ 944678 h 1936750"/>
                <a:gd name="T84" fmla="*/ 1086550 w 2300288"/>
                <a:gd name="T85" fmla="*/ 925758 h 1936750"/>
                <a:gd name="T86" fmla="*/ 993607 w 2300288"/>
                <a:gd name="T87" fmla="*/ 837202 h 1936750"/>
                <a:gd name="T88" fmla="*/ 928310 w 2300288"/>
                <a:gd name="T89" fmla="*/ 643274 h 1936750"/>
                <a:gd name="T90" fmla="*/ 888553 w 2300288"/>
                <a:gd name="T91" fmla="*/ 574427 h 1936750"/>
                <a:gd name="T92" fmla="*/ 858011 w 2300288"/>
                <a:gd name="T93" fmla="*/ 499273 h 1936750"/>
                <a:gd name="T94" fmla="*/ 837737 w 2300288"/>
                <a:gd name="T95" fmla="*/ 421754 h 1936750"/>
                <a:gd name="T96" fmla="*/ 829575 w 2300288"/>
                <a:gd name="T97" fmla="*/ 346075 h 1936750"/>
                <a:gd name="T98" fmla="*/ 832734 w 2300288"/>
                <a:gd name="T99" fmla="*/ 284848 h 1936750"/>
                <a:gd name="T100" fmla="*/ 852482 w 2300288"/>
                <a:gd name="T101" fmla="*/ 204965 h 1936750"/>
                <a:gd name="T102" fmla="*/ 905667 w 2300288"/>
                <a:gd name="T103" fmla="*/ 109840 h 1936750"/>
                <a:gd name="T104" fmla="*/ 964645 w 2300288"/>
                <a:gd name="T105" fmla="*/ 52818 h 1936750"/>
                <a:gd name="T106" fmla="*/ 1008615 w 2300288"/>
                <a:gd name="T107" fmla="*/ 26277 h 1936750"/>
                <a:gd name="T108" fmla="*/ 1056535 w 2300288"/>
                <a:gd name="T109" fmla="*/ 8671 h 1936750"/>
                <a:gd name="T110" fmla="*/ 1107614 w 2300288"/>
                <a:gd name="T111" fmla="*/ 262 h 193675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300288" h="1936750">
                  <a:moveTo>
                    <a:pt x="1352860" y="1166813"/>
                  </a:moveTo>
                  <a:lnTo>
                    <a:pt x="1355725" y="1166813"/>
                  </a:lnTo>
                  <a:lnTo>
                    <a:pt x="1358272" y="1166813"/>
                  </a:lnTo>
                  <a:lnTo>
                    <a:pt x="1361456" y="1167131"/>
                  </a:lnTo>
                  <a:lnTo>
                    <a:pt x="1364003" y="1168083"/>
                  </a:lnTo>
                  <a:lnTo>
                    <a:pt x="1366869" y="1168718"/>
                  </a:lnTo>
                  <a:lnTo>
                    <a:pt x="1369416" y="1170306"/>
                  </a:lnTo>
                  <a:lnTo>
                    <a:pt x="1371644" y="1171258"/>
                  </a:lnTo>
                  <a:lnTo>
                    <a:pt x="1374192" y="1173163"/>
                  </a:lnTo>
                  <a:lnTo>
                    <a:pt x="1376420" y="1175386"/>
                  </a:lnTo>
                  <a:lnTo>
                    <a:pt x="1461429" y="1260158"/>
                  </a:lnTo>
                  <a:lnTo>
                    <a:pt x="1463339" y="1262381"/>
                  </a:lnTo>
                  <a:lnTo>
                    <a:pt x="1465249" y="1264603"/>
                  </a:lnTo>
                  <a:lnTo>
                    <a:pt x="1466841" y="1267143"/>
                  </a:lnTo>
                  <a:lnTo>
                    <a:pt x="1467797" y="1269683"/>
                  </a:lnTo>
                  <a:lnTo>
                    <a:pt x="1469070" y="1272223"/>
                  </a:lnTo>
                  <a:lnTo>
                    <a:pt x="1469388" y="1275081"/>
                  </a:lnTo>
                  <a:lnTo>
                    <a:pt x="1469707" y="1277938"/>
                  </a:lnTo>
                  <a:lnTo>
                    <a:pt x="1470025" y="1280478"/>
                  </a:lnTo>
                  <a:lnTo>
                    <a:pt x="1469707" y="1283336"/>
                  </a:lnTo>
                  <a:lnTo>
                    <a:pt x="1469388" y="1285876"/>
                  </a:lnTo>
                  <a:lnTo>
                    <a:pt x="1469070" y="1289051"/>
                  </a:lnTo>
                  <a:lnTo>
                    <a:pt x="1467797" y="1291591"/>
                  </a:lnTo>
                  <a:lnTo>
                    <a:pt x="1466841" y="1294131"/>
                  </a:lnTo>
                  <a:lnTo>
                    <a:pt x="1465249" y="1296671"/>
                  </a:lnTo>
                  <a:lnTo>
                    <a:pt x="1463339" y="1298893"/>
                  </a:lnTo>
                  <a:lnTo>
                    <a:pt x="1461429" y="1301116"/>
                  </a:lnTo>
                  <a:lnTo>
                    <a:pt x="1390111" y="1372236"/>
                  </a:lnTo>
                  <a:lnTo>
                    <a:pt x="1396160" y="1386206"/>
                  </a:lnTo>
                  <a:lnTo>
                    <a:pt x="1401573" y="1402081"/>
                  </a:lnTo>
                  <a:lnTo>
                    <a:pt x="1407304" y="1420178"/>
                  </a:lnTo>
                  <a:lnTo>
                    <a:pt x="1412716" y="1439228"/>
                  </a:lnTo>
                  <a:lnTo>
                    <a:pt x="1418447" y="1460501"/>
                  </a:lnTo>
                  <a:lnTo>
                    <a:pt x="1423541" y="1483043"/>
                  </a:lnTo>
                  <a:lnTo>
                    <a:pt x="1428317" y="1506538"/>
                  </a:lnTo>
                  <a:lnTo>
                    <a:pt x="1433093" y="1531938"/>
                  </a:lnTo>
                  <a:lnTo>
                    <a:pt x="1437550" y="1558608"/>
                  </a:lnTo>
                  <a:lnTo>
                    <a:pt x="1441689" y="1586231"/>
                  </a:lnTo>
                  <a:lnTo>
                    <a:pt x="1445191" y="1614806"/>
                  </a:lnTo>
                  <a:lnTo>
                    <a:pt x="1448693" y="1644651"/>
                  </a:lnTo>
                  <a:lnTo>
                    <a:pt x="1451559" y="1675448"/>
                  </a:lnTo>
                  <a:lnTo>
                    <a:pt x="1454106" y="1707516"/>
                  </a:lnTo>
                  <a:lnTo>
                    <a:pt x="1456016" y="1739901"/>
                  </a:lnTo>
                  <a:lnTo>
                    <a:pt x="1457608" y="1773238"/>
                  </a:lnTo>
                  <a:lnTo>
                    <a:pt x="1254161" y="1773238"/>
                  </a:lnTo>
                  <a:lnTo>
                    <a:pt x="1255753" y="1739901"/>
                  </a:lnTo>
                  <a:lnTo>
                    <a:pt x="1257344" y="1707516"/>
                  </a:lnTo>
                  <a:lnTo>
                    <a:pt x="1260210" y="1675448"/>
                  </a:lnTo>
                  <a:lnTo>
                    <a:pt x="1263075" y="1644651"/>
                  </a:lnTo>
                  <a:lnTo>
                    <a:pt x="1266259" y="1614806"/>
                  </a:lnTo>
                  <a:lnTo>
                    <a:pt x="1270080" y="1586231"/>
                  </a:lnTo>
                  <a:lnTo>
                    <a:pt x="1274219" y="1558608"/>
                  </a:lnTo>
                  <a:lnTo>
                    <a:pt x="1278676" y="1531938"/>
                  </a:lnTo>
                  <a:lnTo>
                    <a:pt x="1283452" y="1506538"/>
                  </a:lnTo>
                  <a:lnTo>
                    <a:pt x="1288228" y="1483043"/>
                  </a:lnTo>
                  <a:lnTo>
                    <a:pt x="1293322" y="1460501"/>
                  </a:lnTo>
                  <a:lnTo>
                    <a:pt x="1298734" y="1439228"/>
                  </a:lnTo>
                  <a:lnTo>
                    <a:pt x="1304465" y="1419861"/>
                  </a:lnTo>
                  <a:lnTo>
                    <a:pt x="1309878" y="1402081"/>
                  </a:lnTo>
                  <a:lnTo>
                    <a:pt x="1315609" y="1386206"/>
                  </a:lnTo>
                  <a:lnTo>
                    <a:pt x="1321340" y="1371918"/>
                  </a:lnTo>
                  <a:lnTo>
                    <a:pt x="1250022" y="1301116"/>
                  </a:lnTo>
                  <a:lnTo>
                    <a:pt x="1248111" y="1298893"/>
                  </a:lnTo>
                  <a:lnTo>
                    <a:pt x="1246519" y="1296671"/>
                  </a:lnTo>
                  <a:lnTo>
                    <a:pt x="1244927" y="1294131"/>
                  </a:lnTo>
                  <a:lnTo>
                    <a:pt x="1243654" y="1291591"/>
                  </a:lnTo>
                  <a:lnTo>
                    <a:pt x="1242699" y="1289051"/>
                  </a:lnTo>
                  <a:lnTo>
                    <a:pt x="1242380" y="1285876"/>
                  </a:lnTo>
                  <a:lnTo>
                    <a:pt x="1242062" y="1283336"/>
                  </a:lnTo>
                  <a:lnTo>
                    <a:pt x="1241425" y="1280478"/>
                  </a:lnTo>
                  <a:lnTo>
                    <a:pt x="1242062" y="1277938"/>
                  </a:lnTo>
                  <a:lnTo>
                    <a:pt x="1242380" y="1275081"/>
                  </a:lnTo>
                  <a:lnTo>
                    <a:pt x="1243017" y="1272223"/>
                  </a:lnTo>
                  <a:lnTo>
                    <a:pt x="1243654" y="1269683"/>
                  </a:lnTo>
                  <a:lnTo>
                    <a:pt x="1244927" y="1267143"/>
                  </a:lnTo>
                  <a:lnTo>
                    <a:pt x="1246519" y="1264603"/>
                  </a:lnTo>
                  <a:lnTo>
                    <a:pt x="1248111" y="1262381"/>
                  </a:lnTo>
                  <a:lnTo>
                    <a:pt x="1250340" y="1260158"/>
                  </a:lnTo>
                  <a:lnTo>
                    <a:pt x="1335030" y="1175386"/>
                  </a:lnTo>
                  <a:lnTo>
                    <a:pt x="1337259" y="1173163"/>
                  </a:lnTo>
                  <a:lnTo>
                    <a:pt x="1339806" y="1171258"/>
                  </a:lnTo>
                  <a:lnTo>
                    <a:pt x="1342035" y="1170306"/>
                  </a:lnTo>
                  <a:lnTo>
                    <a:pt x="1344582" y="1168718"/>
                  </a:lnTo>
                  <a:lnTo>
                    <a:pt x="1347766" y="1168083"/>
                  </a:lnTo>
                  <a:lnTo>
                    <a:pt x="1350313" y="1167131"/>
                  </a:lnTo>
                  <a:lnTo>
                    <a:pt x="1352860" y="1166813"/>
                  </a:lnTo>
                  <a:close/>
                  <a:moveTo>
                    <a:pt x="1634223" y="1009650"/>
                  </a:moveTo>
                  <a:lnTo>
                    <a:pt x="1652963" y="1018533"/>
                  </a:lnTo>
                  <a:lnTo>
                    <a:pt x="1672339" y="1027098"/>
                  </a:lnTo>
                  <a:lnTo>
                    <a:pt x="1691079" y="1034712"/>
                  </a:lnTo>
                  <a:lnTo>
                    <a:pt x="1709819" y="1042326"/>
                  </a:lnTo>
                  <a:lnTo>
                    <a:pt x="1728241" y="1049939"/>
                  </a:lnTo>
                  <a:lnTo>
                    <a:pt x="1746663" y="1057236"/>
                  </a:lnTo>
                  <a:lnTo>
                    <a:pt x="1783191" y="1070560"/>
                  </a:lnTo>
                  <a:lnTo>
                    <a:pt x="1819083" y="1082932"/>
                  </a:lnTo>
                  <a:lnTo>
                    <a:pt x="1854022" y="1094670"/>
                  </a:lnTo>
                  <a:lnTo>
                    <a:pt x="1888325" y="1105773"/>
                  </a:lnTo>
                  <a:lnTo>
                    <a:pt x="1921994" y="1116242"/>
                  </a:lnTo>
                  <a:lnTo>
                    <a:pt x="1986155" y="1136545"/>
                  </a:lnTo>
                  <a:lnTo>
                    <a:pt x="2017282" y="1146379"/>
                  </a:lnTo>
                  <a:lnTo>
                    <a:pt x="2046821" y="1156213"/>
                  </a:lnTo>
                  <a:lnTo>
                    <a:pt x="2075408" y="1166682"/>
                  </a:lnTo>
                  <a:lnTo>
                    <a:pt x="2103042" y="1176834"/>
                  </a:lnTo>
                  <a:lnTo>
                    <a:pt x="2116700" y="1182544"/>
                  </a:lnTo>
                  <a:lnTo>
                    <a:pt x="2129722" y="1187937"/>
                  </a:lnTo>
                  <a:lnTo>
                    <a:pt x="2142427" y="1193965"/>
                  </a:lnTo>
                  <a:lnTo>
                    <a:pt x="2155132" y="1199675"/>
                  </a:lnTo>
                  <a:lnTo>
                    <a:pt x="2161167" y="1203164"/>
                  </a:lnTo>
                  <a:lnTo>
                    <a:pt x="2166885" y="1206337"/>
                  </a:lnTo>
                  <a:lnTo>
                    <a:pt x="2172920" y="1210461"/>
                  </a:lnTo>
                  <a:lnTo>
                    <a:pt x="2178319" y="1214585"/>
                  </a:lnTo>
                  <a:lnTo>
                    <a:pt x="2184037" y="1219026"/>
                  </a:lnTo>
                  <a:lnTo>
                    <a:pt x="2189119" y="1223785"/>
                  </a:lnTo>
                  <a:lnTo>
                    <a:pt x="2194201" y="1228861"/>
                  </a:lnTo>
                  <a:lnTo>
                    <a:pt x="2198965" y="1233936"/>
                  </a:lnTo>
                  <a:lnTo>
                    <a:pt x="2203729" y="1239647"/>
                  </a:lnTo>
                  <a:lnTo>
                    <a:pt x="2208494" y="1245357"/>
                  </a:lnTo>
                  <a:lnTo>
                    <a:pt x="2212941" y="1251384"/>
                  </a:lnTo>
                  <a:lnTo>
                    <a:pt x="2217387" y="1257729"/>
                  </a:lnTo>
                  <a:lnTo>
                    <a:pt x="2221517" y="1264391"/>
                  </a:lnTo>
                  <a:lnTo>
                    <a:pt x="2225646" y="1271053"/>
                  </a:lnTo>
                  <a:lnTo>
                    <a:pt x="2233269" y="1285011"/>
                  </a:lnTo>
                  <a:lnTo>
                    <a:pt x="2240257" y="1299287"/>
                  </a:lnTo>
                  <a:lnTo>
                    <a:pt x="2246927" y="1314832"/>
                  </a:lnTo>
                  <a:lnTo>
                    <a:pt x="2253279" y="1330693"/>
                  </a:lnTo>
                  <a:lnTo>
                    <a:pt x="2258679" y="1346555"/>
                  </a:lnTo>
                  <a:lnTo>
                    <a:pt x="2264079" y="1363052"/>
                  </a:lnTo>
                  <a:lnTo>
                    <a:pt x="2268843" y="1379865"/>
                  </a:lnTo>
                  <a:lnTo>
                    <a:pt x="2273290" y="1396996"/>
                  </a:lnTo>
                  <a:lnTo>
                    <a:pt x="2277101" y="1413809"/>
                  </a:lnTo>
                  <a:lnTo>
                    <a:pt x="2280595" y="1430940"/>
                  </a:lnTo>
                  <a:lnTo>
                    <a:pt x="2283772" y="1447754"/>
                  </a:lnTo>
                  <a:lnTo>
                    <a:pt x="2286948" y="1464567"/>
                  </a:lnTo>
                  <a:lnTo>
                    <a:pt x="2288854" y="1481381"/>
                  </a:lnTo>
                  <a:lnTo>
                    <a:pt x="2291077" y="1497243"/>
                  </a:lnTo>
                  <a:lnTo>
                    <a:pt x="2293300" y="1513104"/>
                  </a:lnTo>
                  <a:lnTo>
                    <a:pt x="2296477" y="1542925"/>
                  </a:lnTo>
                  <a:lnTo>
                    <a:pt x="2298382" y="1570207"/>
                  </a:lnTo>
                  <a:lnTo>
                    <a:pt x="2299653" y="1593682"/>
                  </a:lnTo>
                  <a:lnTo>
                    <a:pt x="2300288" y="1613351"/>
                  </a:lnTo>
                  <a:lnTo>
                    <a:pt x="2300288" y="1627944"/>
                  </a:lnTo>
                  <a:lnTo>
                    <a:pt x="2300288" y="1630799"/>
                  </a:lnTo>
                  <a:lnTo>
                    <a:pt x="2299653" y="1633971"/>
                  </a:lnTo>
                  <a:lnTo>
                    <a:pt x="2299018" y="1636827"/>
                  </a:lnTo>
                  <a:lnTo>
                    <a:pt x="2297430" y="1639999"/>
                  </a:lnTo>
                  <a:lnTo>
                    <a:pt x="2296159" y="1643171"/>
                  </a:lnTo>
                  <a:lnTo>
                    <a:pt x="2293936" y="1646344"/>
                  </a:lnTo>
                  <a:lnTo>
                    <a:pt x="2291077" y="1649199"/>
                  </a:lnTo>
                  <a:lnTo>
                    <a:pt x="2288536" y="1652688"/>
                  </a:lnTo>
                  <a:lnTo>
                    <a:pt x="2285360" y="1655544"/>
                  </a:lnTo>
                  <a:lnTo>
                    <a:pt x="2281548" y="1659033"/>
                  </a:lnTo>
                  <a:lnTo>
                    <a:pt x="2278054" y="1661888"/>
                  </a:lnTo>
                  <a:lnTo>
                    <a:pt x="2273608" y="1665061"/>
                  </a:lnTo>
                  <a:lnTo>
                    <a:pt x="2263443" y="1671405"/>
                  </a:lnTo>
                  <a:lnTo>
                    <a:pt x="2252644" y="1677750"/>
                  </a:lnTo>
                  <a:lnTo>
                    <a:pt x="2239621" y="1684095"/>
                  </a:lnTo>
                  <a:lnTo>
                    <a:pt x="2225328" y="1690122"/>
                  </a:lnTo>
                  <a:lnTo>
                    <a:pt x="2208811" y="1696150"/>
                  </a:lnTo>
                  <a:lnTo>
                    <a:pt x="2191660" y="1701860"/>
                  </a:lnTo>
                  <a:lnTo>
                    <a:pt x="2172602" y="1707888"/>
                  </a:lnTo>
                  <a:lnTo>
                    <a:pt x="2151639" y="1713915"/>
                  </a:lnTo>
                  <a:lnTo>
                    <a:pt x="2129722" y="1719308"/>
                  </a:lnTo>
                  <a:lnTo>
                    <a:pt x="2105900" y="1724384"/>
                  </a:lnTo>
                  <a:lnTo>
                    <a:pt x="2080490" y="1730094"/>
                  </a:lnTo>
                  <a:lnTo>
                    <a:pt x="2053809" y="1734853"/>
                  </a:lnTo>
                  <a:lnTo>
                    <a:pt x="2025223" y="1739611"/>
                  </a:lnTo>
                  <a:lnTo>
                    <a:pt x="1995048" y="1744052"/>
                  </a:lnTo>
                  <a:lnTo>
                    <a:pt x="1963285" y="1748494"/>
                  </a:lnTo>
                  <a:lnTo>
                    <a:pt x="1930252" y="1752618"/>
                  </a:lnTo>
                  <a:lnTo>
                    <a:pt x="1895313" y="1756107"/>
                  </a:lnTo>
                  <a:lnTo>
                    <a:pt x="1858786" y="1759597"/>
                  </a:lnTo>
                  <a:lnTo>
                    <a:pt x="1820671" y="1762452"/>
                  </a:lnTo>
                  <a:lnTo>
                    <a:pt x="1780967" y="1765307"/>
                  </a:lnTo>
                  <a:lnTo>
                    <a:pt x="1739676" y="1767528"/>
                  </a:lnTo>
                  <a:lnTo>
                    <a:pt x="1696478" y="1769431"/>
                  </a:lnTo>
                  <a:lnTo>
                    <a:pt x="1652011" y="1771335"/>
                  </a:lnTo>
                  <a:lnTo>
                    <a:pt x="1605955" y="1772287"/>
                  </a:lnTo>
                  <a:lnTo>
                    <a:pt x="1557993" y="1773238"/>
                  </a:lnTo>
                  <a:lnTo>
                    <a:pt x="1508125" y="1773238"/>
                  </a:lnTo>
                  <a:lnTo>
                    <a:pt x="1634223" y="1009650"/>
                  </a:lnTo>
                  <a:close/>
                  <a:moveTo>
                    <a:pt x="969658" y="942975"/>
                  </a:moveTo>
                  <a:lnTo>
                    <a:pt x="1145815" y="1851606"/>
                  </a:lnTo>
                  <a:lnTo>
                    <a:pt x="1263254" y="1851606"/>
                  </a:lnTo>
                  <a:lnTo>
                    <a:pt x="2020888" y="1851606"/>
                  </a:lnTo>
                  <a:lnTo>
                    <a:pt x="2020888" y="1936750"/>
                  </a:lnTo>
                  <a:lnTo>
                    <a:pt x="1163907" y="1936750"/>
                  </a:lnTo>
                  <a:lnTo>
                    <a:pt x="194249" y="1936750"/>
                  </a:lnTo>
                  <a:lnTo>
                    <a:pt x="0" y="1009057"/>
                  </a:lnTo>
                  <a:lnTo>
                    <a:pt x="116804" y="1009057"/>
                  </a:lnTo>
                  <a:lnTo>
                    <a:pt x="969658" y="942975"/>
                  </a:lnTo>
                  <a:close/>
                  <a:moveTo>
                    <a:pt x="1346346" y="0"/>
                  </a:moveTo>
                  <a:lnTo>
                    <a:pt x="1355566" y="0"/>
                  </a:lnTo>
                  <a:lnTo>
                    <a:pt x="1364786" y="0"/>
                  </a:lnTo>
                  <a:lnTo>
                    <a:pt x="1373688" y="317"/>
                  </a:lnTo>
                  <a:lnTo>
                    <a:pt x="1382908" y="952"/>
                  </a:lnTo>
                  <a:lnTo>
                    <a:pt x="1391810" y="1904"/>
                  </a:lnTo>
                  <a:lnTo>
                    <a:pt x="1400712" y="3174"/>
                  </a:lnTo>
                  <a:lnTo>
                    <a:pt x="1409613" y="4444"/>
                  </a:lnTo>
                  <a:lnTo>
                    <a:pt x="1418515" y="6348"/>
                  </a:lnTo>
                  <a:lnTo>
                    <a:pt x="1426782" y="8252"/>
                  </a:lnTo>
                  <a:lnTo>
                    <a:pt x="1435684" y="10474"/>
                  </a:lnTo>
                  <a:lnTo>
                    <a:pt x="1444268" y="12379"/>
                  </a:lnTo>
                  <a:lnTo>
                    <a:pt x="1452852" y="15236"/>
                  </a:lnTo>
                  <a:lnTo>
                    <a:pt x="1460800" y="18092"/>
                  </a:lnTo>
                  <a:lnTo>
                    <a:pt x="1469384" y="21266"/>
                  </a:lnTo>
                  <a:lnTo>
                    <a:pt x="1477650" y="24758"/>
                  </a:lnTo>
                  <a:lnTo>
                    <a:pt x="1485598" y="27932"/>
                  </a:lnTo>
                  <a:lnTo>
                    <a:pt x="1493228" y="31741"/>
                  </a:lnTo>
                  <a:lnTo>
                    <a:pt x="1501495" y="35867"/>
                  </a:lnTo>
                  <a:lnTo>
                    <a:pt x="1509125" y="39676"/>
                  </a:lnTo>
                  <a:lnTo>
                    <a:pt x="1517073" y="44120"/>
                  </a:lnTo>
                  <a:lnTo>
                    <a:pt x="1524385" y="48881"/>
                  </a:lnTo>
                  <a:lnTo>
                    <a:pt x="1531698" y="53960"/>
                  </a:lnTo>
                  <a:lnTo>
                    <a:pt x="1539010" y="58721"/>
                  </a:lnTo>
                  <a:lnTo>
                    <a:pt x="1546640" y="63800"/>
                  </a:lnTo>
                  <a:lnTo>
                    <a:pt x="1553635" y="69196"/>
                  </a:lnTo>
                  <a:lnTo>
                    <a:pt x="1560629" y="74909"/>
                  </a:lnTo>
                  <a:lnTo>
                    <a:pt x="1567624" y="80305"/>
                  </a:lnTo>
                  <a:lnTo>
                    <a:pt x="1580976" y="92684"/>
                  </a:lnTo>
                  <a:lnTo>
                    <a:pt x="1593694" y="105380"/>
                  </a:lnTo>
                  <a:lnTo>
                    <a:pt x="1606093" y="118712"/>
                  </a:lnTo>
                  <a:lnTo>
                    <a:pt x="1617856" y="132678"/>
                  </a:lnTo>
                  <a:lnTo>
                    <a:pt x="1628984" y="147596"/>
                  </a:lnTo>
                  <a:lnTo>
                    <a:pt x="1639157" y="162832"/>
                  </a:lnTo>
                  <a:lnTo>
                    <a:pt x="1649331" y="178703"/>
                  </a:lnTo>
                  <a:lnTo>
                    <a:pt x="1658551" y="195525"/>
                  </a:lnTo>
                  <a:lnTo>
                    <a:pt x="1666817" y="212348"/>
                  </a:lnTo>
                  <a:lnTo>
                    <a:pt x="1674765" y="229806"/>
                  </a:lnTo>
                  <a:lnTo>
                    <a:pt x="1682078" y="247581"/>
                  </a:lnTo>
                  <a:lnTo>
                    <a:pt x="1688436" y="266308"/>
                  </a:lnTo>
                  <a:lnTo>
                    <a:pt x="1693841" y="285036"/>
                  </a:lnTo>
                  <a:lnTo>
                    <a:pt x="1698610" y="304080"/>
                  </a:lnTo>
                  <a:lnTo>
                    <a:pt x="1700517" y="314237"/>
                  </a:lnTo>
                  <a:lnTo>
                    <a:pt x="1702743" y="324077"/>
                  </a:lnTo>
                  <a:lnTo>
                    <a:pt x="1704332" y="333917"/>
                  </a:lnTo>
                  <a:lnTo>
                    <a:pt x="1705604" y="344074"/>
                  </a:lnTo>
                  <a:lnTo>
                    <a:pt x="1706876" y="353914"/>
                  </a:lnTo>
                  <a:lnTo>
                    <a:pt x="1707830" y="364071"/>
                  </a:lnTo>
                  <a:lnTo>
                    <a:pt x="1708466" y="374546"/>
                  </a:lnTo>
                  <a:lnTo>
                    <a:pt x="1709419" y="385020"/>
                  </a:lnTo>
                  <a:lnTo>
                    <a:pt x="1709737" y="395178"/>
                  </a:lnTo>
                  <a:lnTo>
                    <a:pt x="1709737" y="405652"/>
                  </a:lnTo>
                  <a:lnTo>
                    <a:pt x="1709737" y="418031"/>
                  </a:lnTo>
                  <a:lnTo>
                    <a:pt x="1709101" y="431045"/>
                  </a:lnTo>
                  <a:lnTo>
                    <a:pt x="1708148" y="443742"/>
                  </a:lnTo>
                  <a:lnTo>
                    <a:pt x="1707194" y="456755"/>
                  </a:lnTo>
                  <a:lnTo>
                    <a:pt x="1705604" y="470087"/>
                  </a:lnTo>
                  <a:lnTo>
                    <a:pt x="1703697" y="482783"/>
                  </a:lnTo>
                  <a:lnTo>
                    <a:pt x="1702107" y="496114"/>
                  </a:lnTo>
                  <a:lnTo>
                    <a:pt x="1699881" y="509446"/>
                  </a:lnTo>
                  <a:lnTo>
                    <a:pt x="1696702" y="522777"/>
                  </a:lnTo>
                  <a:lnTo>
                    <a:pt x="1693841" y="536426"/>
                  </a:lnTo>
                  <a:lnTo>
                    <a:pt x="1690979" y="549757"/>
                  </a:lnTo>
                  <a:lnTo>
                    <a:pt x="1687164" y="562771"/>
                  </a:lnTo>
                  <a:lnTo>
                    <a:pt x="1683667" y="576420"/>
                  </a:lnTo>
                  <a:lnTo>
                    <a:pt x="1679534" y="589751"/>
                  </a:lnTo>
                  <a:lnTo>
                    <a:pt x="1675401" y="603082"/>
                  </a:lnTo>
                  <a:lnTo>
                    <a:pt x="1670632" y="616414"/>
                  </a:lnTo>
                  <a:lnTo>
                    <a:pt x="1665863" y="629745"/>
                  </a:lnTo>
                  <a:lnTo>
                    <a:pt x="1661094" y="642441"/>
                  </a:lnTo>
                  <a:lnTo>
                    <a:pt x="1655372" y="655773"/>
                  </a:lnTo>
                  <a:lnTo>
                    <a:pt x="1650285" y="668787"/>
                  </a:lnTo>
                  <a:lnTo>
                    <a:pt x="1644244" y="681166"/>
                  </a:lnTo>
                  <a:lnTo>
                    <a:pt x="1638521" y="693862"/>
                  </a:lnTo>
                  <a:lnTo>
                    <a:pt x="1632163" y="706241"/>
                  </a:lnTo>
                  <a:lnTo>
                    <a:pt x="1625486" y="718938"/>
                  </a:lnTo>
                  <a:lnTo>
                    <a:pt x="1618810" y="730682"/>
                  </a:lnTo>
                  <a:lnTo>
                    <a:pt x="1612133" y="742744"/>
                  </a:lnTo>
                  <a:lnTo>
                    <a:pt x="1605139" y="754170"/>
                  </a:lnTo>
                  <a:lnTo>
                    <a:pt x="1597827" y="765597"/>
                  </a:lnTo>
                  <a:lnTo>
                    <a:pt x="1590514" y="777024"/>
                  </a:lnTo>
                  <a:lnTo>
                    <a:pt x="1582566" y="787816"/>
                  </a:lnTo>
                  <a:lnTo>
                    <a:pt x="1574936" y="798608"/>
                  </a:lnTo>
                  <a:lnTo>
                    <a:pt x="1566988" y="808765"/>
                  </a:lnTo>
                  <a:lnTo>
                    <a:pt x="1566988" y="950966"/>
                  </a:lnTo>
                  <a:lnTo>
                    <a:pt x="1559357" y="959219"/>
                  </a:lnTo>
                  <a:lnTo>
                    <a:pt x="1539964" y="980485"/>
                  </a:lnTo>
                  <a:lnTo>
                    <a:pt x="1511350" y="1011274"/>
                  </a:lnTo>
                  <a:lnTo>
                    <a:pt x="1495136" y="1028415"/>
                  </a:lnTo>
                  <a:lnTo>
                    <a:pt x="1477968" y="1046190"/>
                  </a:lnTo>
                  <a:lnTo>
                    <a:pt x="1459846" y="1063965"/>
                  </a:lnTo>
                  <a:lnTo>
                    <a:pt x="1441724" y="1081105"/>
                  </a:lnTo>
                  <a:lnTo>
                    <a:pt x="1423920" y="1096976"/>
                  </a:lnTo>
                  <a:lnTo>
                    <a:pt x="1407388" y="1111576"/>
                  </a:lnTo>
                  <a:lnTo>
                    <a:pt x="1399122" y="1118242"/>
                  </a:lnTo>
                  <a:lnTo>
                    <a:pt x="1391492" y="1123638"/>
                  </a:lnTo>
                  <a:lnTo>
                    <a:pt x="1384179" y="1128717"/>
                  </a:lnTo>
                  <a:lnTo>
                    <a:pt x="1377503" y="1133160"/>
                  </a:lnTo>
                  <a:lnTo>
                    <a:pt x="1371144" y="1136652"/>
                  </a:lnTo>
                  <a:lnTo>
                    <a:pt x="1365104" y="1139191"/>
                  </a:lnTo>
                  <a:lnTo>
                    <a:pt x="1360017" y="1140461"/>
                  </a:lnTo>
                  <a:lnTo>
                    <a:pt x="1357791" y="1141096"/>
                  </a:lnTo>
                  <a:lnTo>
                    <a:pt x="1355566" y="1141413"/>
                  </a:lnTo>
                  <a:lnTo>
                    <a:pt x="1353340" y="1141096"/>
                  </a:lnTo>
                  <a:lnTo>
                    <a:pt x="1351115" y="1140461"/>
                  </a:lnTo>
                  <a:lnTo>
                    <a:pt x="1346028" y="1139191"/>
                  </a:lnTo>
                  <a:lnTo>
                    <a:pt x="1340305" y="1136652"/>
                  </a:lnTo>
                  <a:lnTo>
                    <a:pt x="1333947" y="1133160"/>
                  </a:lnTo>
                  <a:lnTo>
                    <a:pt x="1327270" y="1128717"/>
                  </a:lnTo>
                  <a:lnTo>
                    <a:pt x="1319958" y="1123638"/>
                  </a:lnTo>
                  <a:lnTo>
                    <a:pt x="1312010" y="1118242"/>
                  </a:lnTo>
                  <a:lnTo>
                    <a:pt x="1304061" y="1111576"/>
                  </a:lnTo>
                  <a:lnTo>
                    <a:pt x="1287211" y="1096976"/>
                  </a:lnTo>
                  <a:lnTo>
                    <a:pt x="1269725" y="1081105"/>
                  </a:lnTo>
                  <a:lnTo>
                    <a:pt x="1251603" y="1063965"/>
                  </a:lnTo>
                  <a:lnTo>
                    <a:pt x="1233482" y="1046190"/>
                  </a:lnTo>
                  <a:lnTo>
                    <a:pt x="1215996" y="1028415"/>
                  </a:lnTo>
                  <a:lnTo>
                    <a:pt x="1199781" y="1011274"/>
                  </a:lnTo>
                  <a:lnTo>
                    <a:pt x="1171486" y="980485"/>
                  </a:lnTo>
                  <a:lnTo>
                    <a:pt x="1151774" y="959219"/>
                  </a:lnTo>
                  <a:lnTo>
                    <a:pt x="1144462" y="950966"/>
                  </a:lnTo>
                  <a:lnTo>
                    <a:pt x="1144462" y="808765"/>
                  </a:lnTo>
                  <a:lnTo>
                    <a:pt x="1136196" y="798608"/>
                  </a:lnTo>
                  <a:lnTo>
                    <a:pt x="1128565" y="787816"/>
                  </a:lnTo>
                  <a:lnTo>
                    <a:pt x="1120935" y="777024"/>
                  </a:lnTo>
                  <a:lnTo>
                    <a:pt x="1113305" y="765597"/>
                  </a:lnTo>
                  <a:lnTo>
                    <a:pt x="1105993" y="754170"/>
                  </a:lnTo>
                  <a:lnTo>
                    <a:pt x="1098998" y="742744"/>
                  </a:lnTo>
                  <a:lnTo>
                    <a:pt x="1092322" y="730682"/>
                  </a:lnTo>
                  <a:lnTo>
                    <a:pt x="1085645" y="718938"/>
                  </a:lnTo>
                  <a:lnTo>
                    <a:pt x="1078969" y="706241"/>
                  </a:lnTo>
                  <a:lnTo>
                    <a:pt x="1072928" y="693862"/>
                  </a:lnTo>
                  <a:lnTo>
                    <a:pt x="1066887" y="681166"/>
                  </a:lnTo>
                  <a:lnTo>
                    <a:pt x="1061165" y="668787"/>
                  </a:lnTo>
                  <a:lnTo>
                    <a:pt x="1055442" y="655773"/>
                  </a:lnTo>
                  <a:lnTo>
                    <a:pt x="1050355" y="642441"/>
                  </a:lnTo>
                  <a:lnTo>
                    <a:pt x="1045268" y="629745"/>
                  </a:lnTo>
                  <a:lnTo>
                    <a:pt x="1040499" y="616414"/>
                  </a:lnTo>
                  <a:lnTo>
                    <a:pt x="1036048" y="603082"/>
                  </a:lnTo>
                  <a:lnTo>
                    <a:pt x="1031915" y="589751"/>
                  </a:lnTo>
                  <a:lnTo>
                    <a:pt x="1027782" y="576420"/>
                  </a:lnTo>
                  <a:lnTo>
                    <a:pt x="1023967" y="562771"/>
                  </a:lnTo>
                  <a:lnTo>
                    <a:pt x="1020470" y="549757"/>
                  </a:lnTo>
                  <a:lnTo>
                    <a:pt x="1016973" y="536426"/>
                  </a:lnTo>
                  <a:lnTo>
                    <a:pt x="1014429" y="522777"/>
                  </a:lnTo>
                  <a:lnTo>
                    <a:pt x="1011568" y="509446"/>
                  </a:lnTo>
                  <a:lnTo>
                    <a:pt x="1009343" y="496114"/>
                  </a:lnTo>
                  <a:lnTo>
                    <a:pt x="1007435" y="482783"/>
                  </a:lnTo>
                  <a:lnTo>
                    <a:pt x="1005527" y="470087"/>
                  </a:lnTo>
                  <a:lnTo>
                    <a:pt x="1004256" y="456755"/>
                  </a:lnTo>
                  <a:lnTo>
                    <a:pt x="1002984" y="443742"/>
                  </a:lnTo>
                  <a:lnTo>
                    <a:pt x="1002348" y="431045"/>
                  </a:lnTo>
                  <a:lnTo>
                    <a:pt x="1001712" y="418031"/>
                  </a:lnTo>
                  <a:lnTo>
                    <a:pt x="1001712" y="405652"/>
                  </a:lnTo>
                  <a:lnTo>
                    <a:pt x="1001712" y="395178"/>
                  </a:lnTo>
                  <a:lnTo>
                    <a:pt x="1002030" y="385020"/>
                  </a:lnTo>
                  <a:lnTo>
                    <a:pt x="1002666" y="374546"/>
                  </a:lnTo>
                  <a:lnTo>
                    <a:pt x="1003302" y="364071"/>
                  </a:lnTo>
                  <a:lnTo>
                    <a:pt x="1004574" y="353914"/>
                  </a:lnTo>
                  <a:lnTo>
                    <a:pt x="1005527" y="344074"/>
                  </a:lnTo>
                  <a:lnTo>
                    <a:pt x="1007117" y="333917"/>
                  </a:lnTo>
                  <a:lnTo>
                    <a:pt x="1008707" y="324077"/>
                  </a:lnTo>
                  <a:lnTo>
                    <a:pt x="1010296" y="314237"/>
                  </a:lnTo>
                  <a:lnTo>
                    <a:pt x="1012522" y="304080"/>
                  </a:lnTo>
                  <a:lnTo>
                    <a:pt x="1017609" y="285036"/>
                  </a:lnTo>
                  <a:lnTo>
                    <a:pt x="1023013" y="266308"/>
                  </a:lnTo>
                  <a:lnTo>
                    <a:pt x="1029372" y="247581"/>
                  </a:lnTo>
                  <a:lnTo>
                    <a:pt x="1036366" y="229806"/>
                  </a:lnTo>
                  <a:lnTo>
                    <a:pt x="1044315" y="212348"/>
                  </a:lnTo>
                  <a:lnTo>
                    <a:pt x="1052899" y="195525"/>
                  </a:lnTo>
                  <a:lnTo>
                    <a:pt x="1062119" y="178703"/>
                  </a:lnTo>
                  <a:lnTo>
                    <a:pt x="1071656" y="162832"/>
                  </a:lnTo>
                  <a:lnTo>
                    <a:pt x="1082466" y="147596"/>
                  </a:lnTo>
                  <a:lnTo>
                    <a:pt x="1093593" y="132678"/>
                  </a:lnTo>
                  <a:lnTo>
                    <a:pt x="1105357" y="118712"/>
                  </a:lnTo>
                  <a:lnTo>
                    <a:pt x="1117438" y="105380"/>
                  </a:lnTo>
                  <a:lnTo>
                    <a:pt x="1130473" y="92684"/>
                  </a:lnTo>
                  <a:lnTo>
                    <a:pt x="1143826" y="80305"/>
                  </a:lnTo>
                  <a:lnTo>
                    <a:pt x="1150820" y="74909"/>
                  </a:lnTo>
                  <a:lnTo>
                    <a:pt x="1157815" y="69196"/>
                  </a:lnTo>
                  <a:lnTo>
                    <a:pt x="1164809" y="63800"/>
                  </a:lnTo>
                  <a:lnTo>
                    <a:pt x="1172121" y="58721"/>
                  </a:lnTo>
                  <a:lnTo>
                    <a:pt x="1179434" y="53960"/>
                  </a:lnTo>
                  <a:lnTo>
                    <a:pt x="1187064" y="48881"/>
                  </a:lnTo>
                  <a:lnTo>
                    <a:pt x="1194376" y="44120"/>
                  </a:lnTo>
                  <a:lnTo>
                    <a:pt x="1202007" y="39676"/>
                  </a:lnTo>
                  <a:lnTo>
                    <a:pt x="1209955" y="35867"/>
                  </a:lnTo>
                  <a:lnTo>
                    <a:pt x="1217903" y="31741"/>
                  </a:lnTo>
                  <a:lnTo>
                    <a:pt x="1225851" y="27932"/>
                  </a:lnTo>
                  <a:lnTo>
                    <a:pt x="1233799" y="24758"/>
                  </a:lnTo>
                  <a:lnTo>
                    <a:pt x="1242066" y="21266"/>
                  </a:lnTo>
                  <a:lnTo>
                    <a:pt x="1250332" y="18092"/>
                  </a:lnTo>
                  <a:lnTo>
                    <a:pt x="1258916" y="15236"/>
                  </a:lnTo>
                  <a:lnTo>
                    <a:pt x="1267182" y="12379"/>
                  </a:lnTo>
                  <a:lnTo>
                    <a:pt x="1275766" y="10474"/>
                  </a:lnTo>
                  <a:lnTo>
                    <a:pt x="1284350" y="8252"/>
                  </a:lnTo>
                  <a:lnTo>
                    <a:pt x="1292934" y="6348"/>
                  </a:lnTo>
                  <a:lnTo>
                    <a:pt x="1301836" y="4444"/>
                  </a:lnTo>
                  <a:lnTo>
                    <a:pt x="1310738" y="3174"/>
                  </a:lnTo>
                  <a:lnTo>
                    <a:pt x="1319322" y="1904"/>
                  </a:lnTo>
                  <a:lnTo>
                    <a:pt x="1328224" y="952"/>
                  </a:lnTo>
                  <a:lnTo>
                    <a:pt x="1337444" y="317"/>
                  </a:lnTo>
                  <a:lnTo>
                    <a:pt x="13463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3173413" y="2146300"/>
            <a:ext cx="712787" cy="711200"/>
            <a:chOff x="4959963" y="2143996"/>
            <a:chExt cx="712788" cy="711200"/>
          </a:xfrm>
        </p:grpSpPr>
        <p:sp>
          <p:nvSpPr>
            <p:cNvPr id="10260" name="橢圓 5"/>
            <p:cNvSpPr>
              <a:spLocks noChangeArrowheads="1"/>
            </p:cNvSpPr>
            <p:nvPr/>
          </p:nvSpPr>
          <p:spPr bwMode="auto">
            <a:xfrm>
              <a:off x="4959963" y="2143996"/>
              <a:ext cx="712788" cy="711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233363" indent="-233363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</a:pPr>
              <a:endParaRPr lang="zh-TW" altLang="en-US" sz="3200">
                <a:solidFill>
                  <a:srgbClr val="000000"/>
                </a:solidFill>
                <a:latin typeface="Arial" pitchFamily="34" charset="0"/>
                <a:ea typeface="Microsoft JhengHei" pitchFamily="34" charset="-120"/>
              </a:endParaRPr>
            </a:p>
          </p:txBody>
        </p:sp>
        <p:sp>
          <p:nvSpPr>
            <p:cNvPr id="15" name="KSO_Shape"/>
            <p:cNvSpPr>
              <a:spLocks/>
            </p:cNvSpPr>
            <p:nvPr/>
          </p:nvSpPr>
          <p:spPr bwMode="auto">
            <a:xfrm>
              <a:off x="5171100" y="2337671"/>
              <a:ext cx="288925" cy="323850"/>
            </a:xfrm>
            <a:custGeom>
              <a:avLst/>
              <a:gdLst>
                <a:gd name="T0" fmla="*/ 248428 w 2033587"/>
                <a:gd name="T1" fmla="*/ 944529 h 2276475"/>
                <a:gd name="T2" fmla="*/ 1175716 w 2033587"/>
                <a:gd name="T3" fmla="*/ 709393 h 2276475"/>
                <a:gd name="T4" fmla="*/ 1178374 w 2033587"/>
                <a:gd name="T5" fmla="*/ 591162 h 2276475"/>
                <a:gd name="T6" fmla="*/ 1585424 w 2033587"/>
                <a:gd name="T7" fmla="*/ 232745 h 2276475"/>
                <a:gd name="T8" fmla="*/ 1623685 w 2033587"/>
                <a:gd name="T9" fmla="*/ 244701 h 2276475"/>
                <a:gd name="T10" fmla="*/ 1656631 w 2033587"/>
                <a:gd name="T11" fmla="*/ 266753 h 2276475"/>
                <a:gd name="T12" fmla="*/ 1682138 w 2033587"/>
                <a:gd name="T13" fmla="*/ 297308 h 2276475"/>
                <a:gd name="T14" fmla="*/ 1697549 w 2033587"/>
                <a:gd name="T15" fmla="*/ 334505 h 2276475"/>
                <a:gd name="T16" fmla="*/ 1701800 w 2033587"/>
                <a:gd name="T17" fmla="*/ 1767638 h 2276475"/>
                <a:gd name="T18" fmla="*/ 1695689 w 2033587"/>
                <a:gd name="T19" fmla="*/ 1808289 h 2276475"/>
                <a:gd name="T20" fmla="*/ 1678419 w 2033587"/>
                <a:gd name="T21" fmla="*/ 1844423 h 2276475"/>
                <a:gd name="T22" fmla="*/ 1651849 w 2033587"/>
                <a:gd name="T23" fmla="*/ 1873649 h 2276475"/>
                <a:gd name="T24" fmla="*/ 1617839 w 2033587"/>
                <a:gd name="T25" fmla="*/ 1894372 h 2276475"/>
                <a:gd name="T26" fmla="*/ 1578251 w 2033587"/>
                <a:gd name="T27" fmla="*/ 1904469 h 2276475"/>
                <a:gd name="T28" fmla="*/ 381012 w 2033587"/>
                <a:gd name="T29" fmla="*/ 1903672 h 2276475"/>
                <a:gd name="T30" fmla="*/ 342220 w 2033587"/>
                <a:gd name="T31" fmla="*/ 1891715 h 2276475"/>
                <a:gd name="T32" fmla="*/ 309539 w 2033587"/>
                <a:gd name="T33" fmla="*/ 1869397 h 2276475"/>
                <a:gd name="T34" fmla="*/ 284298 w 2033587"/>
                <a:gd name="T35" fmla="*/ 1838844 h 2276475"/>
                <a:gd name="T36" fmla="*/ 268621 w 2033587"/>
                <a:gd name="T37" fmla="*/ 1801912 h 2276475"/>
                <a:gd name="T38" fmla="*/ 382075 w 2033587"/>
                <a:gd name="T39" fmla="*/ 1767638 h 2276475"/>
                <a:gd name="T40" fmla="*/ 385528 w 2033587"/>
                <a:gd name="T41" fmla="*/ 1778531 h 2276475"/>
                <a:gd name="T42" fmla="*/ 398017 w 2033587"/>
                <a:gd name="T43" fmla="*/ 1786768 h 2276475"/>
                <a:gd name="T44" fmla="*/ 1570013 w 2033587"/>
                <a:gd name="T45" fmla="*/ 1786502 h 2276475"/>
                <a:gd name="T46" fmla="*/ 1581704 w 2033587"/>
                <a:gd name="T47" fmla="*/ 1776937 h 2276475"/>
                <a:gd name="T48" fmla="*/ 1583830 w 2033587"/>
                <a:gd name="T49" fmla="*/ 368513 h 2276475"/>
                <a:gd name="T50" fmla="*/ 1580376 w 2033587"/>
                <a:gd name="T51" fmla="*/ 357619 h 2276475"/>
                <a:gd name="T52" fmla="*/ 1568419 w 2033587"/>
                <a:gd name="T53" fmla="*/ 349383 h 2276475"/>
                <a:gd name="T54" fmla="*/ 492697 w 2033587"/>
                <a:gd name="T55" fmla="*/ 362402 h 2276475"/>
                <a:gd name="T56" fmla="*/ 484724 w 2033587"/>
                <a:gd name="T57" fmla="*/ 402787 h 2276475"/>
                <a:gd name="T58" fmla="*/ 465590 w 2033587"/>
                <a:gd name="T59" fmla="*/ 437592 h 2276475"/>
                <a:gd name="T60" fmla="*/ 437421 w 2033587"/>
                <a:gd name="T61" fmla="*/ 465490 h 2276475"/>
                <a:gd name="T62" fmla="*/ 402608 w 2033587"/>
                <a:gd name="T63" fmla="*/ 484619 h 2276475"/>
                <a:gd name="T64" fmla="*/ 362480 w 2033587"/>
                <a:gd name="T65" fmla="*/ 492856 h 2276475"/>
                <a:gd name="T66" fmla="*/ 118789 w 2033587"/>
                <a:gd name="T67" fmla="*/ 1542067 h 2276475"/>
                <a:gd name="T68" fmla="*/ 128090 w 2033587"/>
                <a:gd name="T69" fmla="*/ 1553757 h 2276475"/>
                <a:gd name="T70" fmla="*/ 1299773 w 2033587"/>
                <a:gd name="T71" fmla="*/ 1556149 h 2276475"/>
                <a:gd name="T72" fmla="*/ 1310934 w 2033587"/>
                <a:gd name="T73" fmla="*/ 1552695 h 2276475"/>
                <a:gd name="T74" fmla="*/ 1319438 w 2033587"/>
                <a:gd name="T75" fmla="*/ 1540208 h 2276475"/>
                <a:gd name="T76" fmla="*/ 1318907 w 2033587"/>
                <a:gd name="T77" fmla="*/ 131782 h 2276475"/>
                <a:gd name="T78" fmla="*/ 1309340 w 2033587"/>
                <a:gd name="T79" fmla="*/ 120357 h 2276475"/>
                <a:gd name="T80" fmla="*/ 492963 w 2033587"/>
                <a:gd name="T81" fmla="*/ 117967 h 2276475"/>
                <a:gd name="T82" fmla="*/ 1327676 w 2033587"/>
                <a:gd name="T83" fmla="*/ 2922 h 2276475"/>
                <a:gd name="T84" fmla="*/ 1365413 w 2033587"/>
                <a:gd name="T85" fmla="*/ 16738 h 2276475"/>
                <a:gd name="T86" fmla="*/ 1397303 w 2033587"/>
                <a:gd name="T87" fmla="*/ 40385 h 2276475"/>
                <a:gd name="T88" fmla="*/ 1420954 w 2033587"/>
                <a:gd name="T89" fmla="*/ 72268 h 2276475"/>
                <a:gd name="T90" fmla="*/ 1434773 w 2033587"/>
                <a:gd name="T91" fmla="*/ 109996 h 2276475"/>
                <a:gd name="T92" fmla="*/ 1437430 w 2033587"/>
                <a:gd name="T93" fmla="*/ 1543396 h 2276475"/>
                <a:gd name="T94" fmla="*/ 1429192 w 2033587"/>
                <a:gd name="T95" fmla="*/ 1583515 h 2276475"/>
                <a:gd name="T96" fmla="*/ 1410324 w 2033587"/>
                <a:gd name="T97" fmla="*/ 1618586 h 2276475"/>
                <a:gd name="T98" fmla="*/ 1382155 w 2033587"/>
                <a:gd name="T99" fmla="*/ 1646749 h 2276475"/>
                <a:gd name="T100" fmla="*/ 1347076 w 2033587"/>
                <a:gd name="T101" fmla="*/ 1665613 h 2276475"/>
                <a:gd name="T102" fmla="*/ 1307214 w 2033587"/>
                <a:gd name="T103" fmla="*/ 1673849 h 2276475"/>
                <a:gd name="T104" fmla="*/ 109754 w 2033587"/>
                <a:gd name="T105" fmla="*/ 1671192 h 2276475"/>
                <a:gd name="T106" fmla="*/ 72017 w 2033587"/>
                <a:gd name="T107" fmla="*/ 1657377 h 2276475"/>
                <a:gd name="T108" fmla="*/ 40394 w 2033587"/>
                <a:gd name="T109" fmla="*/ 1633731 h 2276475"/>
                <a:gd name="T110" fmla="*/ 16476 w 2033587"/>
                <a:gd name="T111" fmla="*/ 1601848 h 2276475"/>
                <a:gd name="T112" fmla="*/ 2657 w 2033587"/>
                <a:gd name="T113" fmla="*/ 1564120 h 2276475"/>
                <a:gd name="T114" fmla="*/ 409517 w 2033587"/>
                <a:gd name="T115" fmla="*/ 0 h 227647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33587" h="2276475">
                  <a:moveTo>
                    <a:pt x="312737" y="1411287"/>
                  </a:moveTo>
                  <a:lnTo>
                    <a:pt x="1422400" y="1411287"/>
                  </a:lnTo>
                  <a:lnTo>
                    <a:pt x="1422400" y="1552575"/>
                  </a:lnTo>
                  <a:lnTo>
                    <a:pt x="312737" y="1552575"/>
                  </a:lnTo>
                  <a:lnTo>
                    <a:pt x="312737" y="1411287"/>
                  </a:lnTo>
                  <a:close/>
                  <a:moveTo>
                    <a:pt x="296862" y="1128712"/>
                  </a:moveTo>
                  <a:lnTo>
                    <a:pt x="1404937" y="1128712"/>
                  </a:lnTo>
                  <a:lnTo>
                    <a:pt x="1404937" y="1270000"/>
                  </a:lnTo>
                  <a:lnTo>
                    <a:pt x="296862" y="1270000"/>
                  </a:lnTo>
                  <a:lnTo>
                    <a:pt x="296862" y="1128712"/>
                  </a:lnTo>
                  <a:close/>
                  <a:moveTo>
                    <a:pt x="296862" y="847725"/>
                  </a:moveTo>
                  <a:lnTo>
                    <a:pt x="1404937" y="847725"/>
                  </a:lnTo>
                  <a:lnTo>
                    <a:pt x="1404937" y="987425"/>
                  </a:lnTo>
                  <a:lnTo>
                    <a:pt x="296862" y="987425"/>
                  </a:lnTo>
                  <a:lnTo>
                    <a:pt x="296862" y="847725"/>
                  </a:lnTo>
                  <a:close/>
                  <a:moveTo>
                    <a:pt x="869950" y="565150"/>
                  </a:moveTo>
                  <a:lnTo>
                    <a:pt x="1408113" y="565150"/>
                  </a:lnTo>
                  <a:lnTo>
                    <a:pt x="1408113" y="706438"/>
                  </a:lnTo>
                  <a:lnTo>
                    <a:pt x="869950" y="706438"/>
                  </a:lnTo>
                  <a:lnTo>
                    <a:pt x="869950" y="565150"/>
                  </a:lnTo>
                  <a:close/>
                  <a:moveTo>
                    <a:pt x="1869440" y="276225"/>
                  </a:moveTo>
                  <a:lnTo>
                    <a:pt x="1877695" y="276543"/>
                  </a:lnTo>
                  <a:lnTo>
                    <a:pt x="1885950" y="276860"/>
                  </a:lnTo>
                  <a:lnTo>
                    <a:pt x="1894522" y="278130"/>
                  </a:lnTo>
                  <a:lnTo>
                    <a:pt x="1902460" y="279400"/>
                  </a:lnTo>
                  <a:lnTo>
                    <a:pt x="1910080" y="281305"/>
                  </a:lnTo>
                  <a:lnTo>
                    <a:pt x="1918017" y="283528"/>
                  </a:lnTo>
                  <a:lnTo>
                    <a:pt x="1925955" y="286068"/>
                  </a:lnTo>
                  <a:lnTo>
                    <a:pt x="1933257" y="288925"/>
                  </a:lnTo>
                  <a:lnTo>
                    <a:pt x="1940242" y="292418"/>
                  </a:lnTo>
                  <a:lnTo>
                    <a:pt x="1947545" y="296228"/>
                  </a:lnTo>
                  <a:lnTo>
                    <a:pt x="1954530" y="299720"/>
                  </a:lnTo>
                  <a:lnTo>
                    <a:pt x="1961197" y="304165"/>
                  </a:lnTo>
                  <a:lnTo>
                    <a:pt x="1967865" y="308928"/>
                  </a:lnTo>
                  <a:lnTo>
                    <a:pt x="1973897" y="313690"/>
                  </a:lnTo>
                  <a:lnTo>
                    <a:pt x="1979612" y="318770"/>
                  </a:lnTo>
                  <a:lnTo>
                    <a:pt x="1985645" y="324168"/>
                  </a:lnTo>
                  <a:lnTo>
                    <a:pt x="1991042" y="330200"/>
                  </a:lnTo>
                  <a:lnTo>
                    <a:pt x="1996122" y="335915"/>
                  </a:lnTo>
                  <a:lnTo>
                    <a:pt x="2000885" y="342265"/>
                  </a:lnTo>
                  <a:lnTo>
                    <a:pt x="2005647" y="348615"/>
                  </a:lnTo>
                  <a:lnTo>
                    <a:pt x="2010092" y="355283"/>
                  </a:lnTo>
                  <a:lnTo>
                    <a:pt x="2013585" y="362268"/>
                  </a:lnTo>
                  <a:lnTo>
                    <a:pt x="2017395" y="369570"/>
                  </a:lnTo>
                  <a:lnTo>
                    <a:pt x="2020570" y="376873"/>
                  </a:lnTo>
                  <a:lnTo>
                    <a:pt x="2023745" y="384175"/>
                  </a:lnTo>
                  <a:lnTo>
                    <a:pt x="2026285" y="391795"/>
                  </a:lnTo>
                  <a:lnTo>
                    <a:pt x="2028507" y="399733"/>
                  </a:lnTo>
                  <a:lnTo>
                    <a:pt x="2030412" y="407670"/>
                  </a:lnTo>
                  <a:lnTo>
                    <a:pt x="2032000" y="415608"/>
                  </a:lnTo>
                  <a:lnTo>
                    <a:pt x="2032952" y="423863"/>
                  </a:lnTo>
                  <a:lnTo>
                    <a:pt x="2033270" y="432118"/>
                  </a:lnTo>
                  <a:lnTo>
                    <a:pt x="2033587" y="440373"/>
                  </a:lnTo>
                  <a:lnTo>
                    <a:pt x="2033587" y="2112328"/>
                  </a:lnTo>
                  <a:lnTo>
                    <a:pt x="2033270" y="2120583"/>
                  </a:lnTo>
                  <a:lnTo>
                    <a:pt x="2032952" y="2128838"/>
                  </a:lnTo>
                  <a:lnTo>
                    <a:pt x="2032000" y="2137410"/>
                  </a:lnTo>
                  <a:lnTo>
                    <a:pt x="2030412" y="2145348"/>
                  </a:lnTo>
                  <a:lnTo>
                    <a:pt x="2028507" y="2153285"/>
                  </a:lnTo>
                  <a:lnTo>
                    <a:pt x="2026285" y="2160905"/>
                  </a:lnTo>
                  <a:lnTo>
                    <a:pt x="2023745" y="2168525"/>
                  </a:lnTo>
                  <a:lnTo>
                    <a:pt x="2020570" y="2175828"/>
                  </a:lnTo>
                  <a:lnTo>
                    <a:pt x="2017395" y="2183130"/>
                  </a:lnTo>
                  <a:lnTo>
                    <a:pt x="2013585" y="2190433"/>
                  </a:lnTo>
                  <a:lnTo>
                    <a:pt x="2010092" y="2197418"/>
                  </a:lnTo>
                  <a:lnTo>
                    <a:pt x="2005647" y="2204085"/>
                  </a:lnTo>
                  <a:lnTo>
                    <a:pt x="2000885" y="2210435"/>
                  </a:lnTo>
                  <a:lnTo>
                    <a:pt x="1996122" y="2216785"/>
                  </a:lnTo>
                  <a:lnTo>
                    <a:pt x="1991042" y="2222500"/>
                  </a:lnTo>
                  <a:lnTo>
                    <a:pt x="1985645" y="2228533"/>
                  </a:lnTo>
                  <a:lnTo>
                    <a:pt x="1979612" y="2233930"/>
                  </a:lnTo>
                  <a:lnTo>
                    <a:pt x="1973897" y="2239010"/>
                  </a:lnTo>
                  <a:lnTo>
                    <a:pt x="1967865" y="2243773"/>
                  </a:lnTo>
                  <a:lnTo>
                    <a:pt x="1961197" y="2248535"/>
                  </a:lnTo>
                  <a:lnTo>
                    <a:pt x="1954530" y="2252980"/>
                  </a:lnTo>
                  <a:lnTo>
                    <a:pt x="1947545" y="2256790"/>
                  </a:lnTo>
                  <a:lnTo>
                    <a:pt x="1940242" y="2260600"/>
                  </a:lnTo>
                  <a:lnTo>
                    <a:pt x="1933257" y="2263775"/>
                  </a:lnTo>
                  <a:lnTo>
                    <a:pt x="1925955" y="2266633"/>
                  </a:lnTo>
                  <a:lnTo>
                    <a:pt x="1918017" y="2269173"/>
                  </a:lnTo>
                  <a:lnTo>
                    <a:pt x="1910080" y="2271395"/>
                  </a:lnTo>
                  <a:lnTo>
                    <a:pt x="1902460" y="2273300"/>
                  </a:lnTo>
                  <a:lnTo>
                    <a:pt x="1894522" y="2274888"/>
                  </a:lnTo>
                  <a:lnTo>
                    <a:pt x="1885950" y="2275840"/>
                  </a:lnTo>
                  <a:lnTo>
                    <a:pt x="1877695" y="2276475"/>
                  </a:lnTo>
                  <a:lnTo>
                    <a:pt x="1869440" y="2276475"/>
                  </a:lnTo>
                  <a:lnTo>
                    <a:pt x="480377" y="2276475"/>
                  </a:lnTo>
                  <a:lnTo>
                    <a:pt x="471805" y="2276475"/>
                  </a:lnTo>
                  <a:lnTo>
                    <a:pt x="463550" y="2275840"/>
                  </a:lnTo>
                  <a:lnTo>
                    <a:pt x="455295" y="2274888"/>
                  </a:lnTo>
                  <a:lnTo>
                    <a:pt x="447040" y="2273300"/>
                  </a:lnTo>
                  <a:lnTo>
                    <a:pt x="439102" y="2271395"/>
                  </a:lnTo>
                  <a:lnTo>
                    <a:pt x="431482" y="2269173"/>
                  </a:lnTo>
                  <a:lnTo>
                    <a:pt x="423862" y="2266633"/>
                  </a:lnTo>
                  <a:lnTo>
                    <a:pt x="416242" y="2263775"/>
                  </a:lnTo>
                  <a:lnTo>
                    <a:pt x="408940" y="2260600"/>
                  </a:lnTo>
                  <a:lnTo>
                    <a:pt x="401955" y="2256790"/>
                  </a:lnTo>
                  <a:lnTo>
                    <a:pt x="394970" y="2252980"/>
                  </a:lnTo>
                  <a:lnTo>
                    <a:pt x="388620" y="2248535"/>
                  </a:lnTo>
                  <a:lnTo>
                    <a:pt x="381952" y="2243773"/>
                  </a:lnTo>
                  <a:lnTo>
                    <a:pt x="375602" y="2239010"/>
                  </a:lnTo>
                  <a:lnTo>
                    <a:pt x="369887" y="2233930"/>
                  </a:lnTo>
                  <a:lnTo>
                    <a:pt x="364172" y="2228533"/>
                  </a:lnTo>
                  <a:lnTo>
                    <a:pt x="358457" y="2222500"/>
                  </a:lnTo>
                  <a:lnTo>
                    <a:pt x="353377" y="2216785"/>
                  </a:lnTo>
                  <a:lnTo>
                    <a:pt x="348297" y="2210435"/>
                  </a:lnTo>
                  <a:lnTo>
                    <a:pt x="343852" y="2204085"/>
                  </a:lnTo>
                  <a:lnTo>
                    <a:pt x="339725" y="2197418"/>
                  </a:lnTo>
                  <a:lnTo>
                    <a:pt x="335597" y="2190433"/>
                  </a:lnTo>
                  <a:lnTo>
                    <a:pt x="332105" y="2183130"/>
                  </a:lnTo>
                  <a:lnTo>
                    <a:pt x="328612" y="2175828"/>
                  </a:lnTo>
                  <a:lnTo>
                    <a:pt x="325755" y="2168525"/>
                  </a:lnTo>
                  <a:lnTo>
                    <a:pt x="323215" y="2160905"/>
                  </a:lnTo>
                  <a:lnTo>
                    <a:pt x="320992" y="2153285"/>
                  </a:lnTo>
                  <a:lnTo>
                    <a:pt x="319087" y="2145348"/>
                  </a:lnTo>
                  <a:lnTo>
                    <a:pt x="317817" y="2137410"/>
                  </a:lnTo>
                  <a:lnTo>
                    <a:pt x="316547" y="2128838"/>
                  </a:lnTo>
                  <a:lnTo>
                    <a:pt x="315912" y="2120583"/>
                  </a:lnTo>
                  <a:lnTo>
                    <a:pt x="315912" y="2112328"/>
                  </a:lnTo>
                  <a:lnTo>
                    <a:pt x="456565" y="2112328"/>
                  </a:lnTo>
                  <a:lnTo>
                    <a:pt x="456882" y="2114868"/>
                  </a:lnTo>
                  <a:lnTo>
                    <a:pt x="457200" y="2116773"/>
                  </a:lnTo>
                  <a:lnTo>
                    <a:pt x="457835" y="2118995"/>
                  </a:lnTo>
                  <a:lnTo>
                    <a:pt x="458470" y="2121218"/>
                  </a:lnTo>
                  <a:lnTo>
                    <a:pt x="459422" y="2123440"/>
                  </a:lnTo>
                  <a:lnTo>
                    <a:pt x="460692" y="2125345"/>
                  </a:lnTo>
                  <a:lnTo>
                    <a:pt x="463550" y="2128838"/>
                  </a:lnTo>
                  <a:lnTo>
                    <a:pt x="467042" y="2132013"/>
                  </a:lnTo>
                  <a:lnTo>
                    <a:pt x="468947" y="2132965"/>
                  </a:lnTo>
                  <a:lnTo>
                    <a:pt x="471170" y="2133918"/>
                  </a:lnTo>
                  <a:lnTo>
                    <a:pt x="473392" y="2134870"/>
                  </a:lnTo>
                  <a:lnTo>
                    <a:pt x="475615" y="2135188"/>
                  </a:lnTo>
                  <a:lnTo>
                    <a:pt x="477837" y="2135505"/>
                  </a:lnTo>
                  <a:lnTo>
                    <a:pt x="480377" y="2135823"/>
                  </a:lnTo>
                  <a:lnTo>
                    <a:pt x="1869440" y="2135823"/>
                  </a:lnTo>
                  <a:lnTo>
                    <a:pt x="1871980" y="2135505"/>
                  </a:lnTo>
                  <a:lnTo>
                    <a:pt x="1874202" y="2135188"/>
                  </a:lnTo>
                  <a:lnTo>
                    <a:pt x="1876107" y="2134870"/>
                  </a:lnTo>
                  <a:lnTo>
                    <a:pt x="1878330" y="2133918"/>
                  </a:lnTo>
                  <a:lnTo>
                    <a:pt x="1880552" y="2132965"/>
                  </a:lnTo>
                  <a:lnTo>
                    <a:pt x="1882457" y="2132013"/>
                  </a:lnTo>
                  <a:lnTo>
                    <a:pt x="1885950" y="2128838"/>
                  </a:lnTo>
                  <a:lnTo>
                    <a:pt x="1888490" y="2125345"/>
                  </a:lnTo>
                  <a:lnTo>
                    <a:pt x="1890077" y="2123440"/>
                  </a:lnTo>
                  <a:lnTo>
                    <a:pt x="1890712" y="2121218"/>
                  </a:lnTo>
                  <a:lnTo>
                    <a:pt x="1891982" y="2118995"/>
                  </a:lnTo>
                  <a:lnTo>
                    <a:pt x="1892300" y="2116773"/>
                  </a:lnTo>
                  <a:lnTo>
                    <a:pt x="1892617" y="2114868"/>
                  </a:lnTo>
                  <a:lnTo>
                    <a:pt x="1892617" y="2112328"/>
                  </a:lnTo>
                  <a:lnTo>
                    <a:pt x="1892617" y="440373"/>
                  </a:lnTo>
                  <a:lnTo>
                    <a:pt x="1892617" y="438468"/>
                  </a:lnTo>
                  <a:lnTo>
                    <a:pt x="1892300" y="435928"/>
                  </a:lnTo>
                  <a:lnTo>
                    <a:pt x="1891982" y="433705"/>
                  </a:lnTo>
                  <a:lnTo>
                    <a:pt x="1890712" y="431483"/>
                  </a:lnTo>
                  <a:lnTo>
                    <a:pt x="1890077" y="429578"/>
                  </a:lnTo>
                  <a:lnTo>
                    <a:pt x="1888490" y="427355"/>
                  </a:lnTo>
                  <a:lnTo>
                    <a:pt x="1885950" y="424180"/>
                  </a:lnTo>
                  <a:lnTo>
                    <a:pt x="1882457" y="421323"/>
                  </a:lnTo>
                  <a:lnTo>
                    <a:pt x="1880552" y="420053"/>
                  </a:lnTo>
                  <a:lnTo>
                    <a:pt x="1878330" y="419100"/>
                  </a:lnTo>
                  <a:lnTo>
                    <a:pt x="1876107" y="418148"/>
                  </a:lnTo>
                  <a:lnTo>
                    <a:pt x="1874202" y="417513"/>
                  </a:lnTo>
                  <a:lnTo>
                    <a:pt x="1871980" y="417195"/>
                  </a:lnTo>
                  <a:lnTo>
                    <a:pt x="1869440" y="417195"/>
                  </a:lnTo>
                  <a:lnTo>
                    <a:pt x="1869440" y="276225"/>
                  </a:lnTo>
                  <a:close/>
                  <a:moveTo>
                    <a:pt x="589072" y="140970"/>
                  </a:moveTo>
                  <a:lnTo>
                    <a:pt x="589072" y="424815"/>
                  </a:lnTo>
                  <a:lnTo>
                    <a:pt x="588754" y="433070"/>
                  </a:lnTo>
                  <a:lnTo>
                    <a:pt x="588436" y="441643"/>
                  </a:lnTo>
                  <a:lnTo>
                    <a:pt x="587166" y="449580"/>
                  </a:lnTo>
                  <a:lnTo>
                    <a:pt x="585896" y="458153"/>
                  </a:lnTo>
                  <a:lnTo>
                    <a:pt x="583991" y="465773"/>
                  </a:lnTo>
                  <a:lnTo>
                    <a:pt x="581768" y="473710"/>
                  </a:lnTo>
                  <a:lnTo>
                    <a:pt x="579227" y="481330"/>
                  </a:lnTo>
                  <a:lnTo>
                    <a:pt x="576052" y="488633"/>
                  </a:lnTo>
                  <a:lnTo>
                    <a:pt x="572876" y="495935"/>
                  </a:lnTo>
                  <a:lnTo>
                    <a:pt x="569065" y="503238"/>
                  </a:lnTo>
                  <a:lnTo>
                    <a:pt x="565572" y="509905"/>
                  </a:lnTo>
                  <a:lnTo>
                    <a:pt x="561126" y="516573"/>
                  </a:lnTo>
                  <a:lnTo>
                    <a:pt x="556363" y="522923"/>
                  </a:lnTo>
                  <a:lnTo>
                    <a:pt x="551600" y="528955"/>
                  </a:lnTo>
                  <a:lnTo>
                    <a:pt x="546519" y="535305"/>
                  </a:lnTo>
                  <a:lnTo>
                    <a:pt x="541120" y="541020"/>
                  </a:lnTo>
                  <a:lnTo>
                    <a:pt x="535087" y="546100"/>
                  </a:lnTo>
                  <a:lnTo>
                    <a:pt x="529371" y="551815"/>
                  </a:lnTo>
                  <a:lnTo>
                    <a:pt x="522702" y="556260"/>
                  </a:lnTo>
                  <a:lnTo>
                    <a:pt x="516668" y="561023"/>
                  </a:lnTo>
                  <a:lnTo>
                    <a:pt x="509682" y="565150"/>
                  </a:lnTo>
                  <a:lnTo>
                    <a:pt x="503013" y="569278"/>
                  </a:lnTo>
                  <a:lnTo>
                    <a:pt x="495709" y="572770"/>
                  </a:lnTo>
                  <a:lnTo>
                    <a:pt x="488406" y="575945"/>
                  </a:lnTo>
                  <a:lnTo>
                    <a:pt x="481102" y="579120"/>
                  </a:lnTo>
                  <a:lnTo>
                    <a:pt x="473480" y="581978"/>
                  </a:lnTo>
                  <a:lnTo>
                    <a:pt x="465541" y="584200"/>
                  </a:lnTo>
                  <a:lnTo>
                    <a:pt x="457602" y="585788"/>
                  </a:lnTo>
                  <a:lnTo>
                    <a:pt x="449663" y="587375"/>
                  </a:lnTo>
                  <a:lnTo>
                    <a:pt x="441407" y="588328"/>
                  </a:lnTo>
                  <a:lnTo>
                    <a:pt x="433150" y="588963"/>
                  </a:lnTo>
                  <a:lnTo>
                    <a:pt x="424576" y="589280"/>
                  </a:lnTo>
                  <a:lnTo>
                    <a:pt x="140678" y="589280"/>
                  </a:lnTo>
                  <a:lnTo>
                    <a:pt x="140678" y="1836103"/>
                  </a:lnTo>
                  <a:lnTo>
                    <a:pt x="140678" y="1838643"/>
                  </a:lnTo>
                  <a:lnTo>
                    <a:pt x="140996" y="1840548"/>
                  </a:lnTo>
                  <a:lnTo>
                    <a:pt x="141948" y="1842770"/>
                  </a:lnTo>
                  <a:lnTo>
                    <a:pt x="142584" y="1844993"/>
                  </a:lnTo>
                  <a:lnTo>
                    <a:pt x="143536" y="1847215"/>
                  </a:lnTo>
                  <a:lnTo>
                    <a:pt x="144807" y="1849120"/>
                  </a:lnTo>
                  <a:lnTo>
                    <a:pt x="147665" y="1852613"/>
                  </a:lnTo>
                  <a:lnTo>
                    <a:pt x="151475" y="1855470"/>
                  </a:lnTo>
                  <a:lnTo>
                    <a:pt x="153063" y="1856740"/>
                  </a:lnTo>
                  <a:lnTo>
                    <a:pt x="155286" y="1857693"/>
                  </a:lnTo>
                  <a:lnTo>
                    <a:pt x="157191" y="1858645"/>
                  </a:lnTo>
                  <a:lnTo>
                    <a:pt x="159732" y="1858963"/>
                  </a:lnTo>
                  <a:lnTo>
                    <a:pt x="161955" y="1859280"/>
                  </a:lnTo>
                  <a:lnTo>
                    <a:pt x="164495" y="1859598"/>
                  </a:lnTo>
                  <a:lnTo>
                    <a:pt x="1553180" y="1859598"/>
                  </a:lnTo>
                  <a:lnTo>
                    <a:pt x="1556038" y="1859280"/>
                  </a:lnTo>
                  <a:lnTo>
                    <a:pt x="1557943" y="1858963"/>
                  </a:lnTo>
                  <a:lnTo>
                    <a:pt x="1560484" y="1858645"/>
                  </a:lnTo>
                  <a:lnTo>
                    <a:pt x="1562389" y="1857693"/>
                  </a:lnTo>
                  <a:lnTo>
                    <a:pt x="1564612" y="1856740"/>
                  </a:lnTo>
                  <a:lnTo>
                    <a:pt x="1566517" y="1855470"/>
                  </a:lnTo>
                  <a:lnTo>
                    <a:pt x="1570010" y="1852613"/>
                  </a:lnTo>
                  <a:lnTo>
                    <a:pt x="1572868" y="1849120"/>
                  </a:lnTo>
                  <a:lnTo>
                    <a:pt x="1574139" y="1847215"/>
                  </a:lnTo>
                  <a:lnTo>
                    <a:pt x="1575091" y="1844993"/>
                  </a:lnTo>
                  <a:lnTo>
                    <a:pt x="1576044" y="1842770"/>
                  </a:lnTo>
                  <a:lnTo>
                    <a:pt x="1576679" y="1840548"/>
                  </a:lnTo>
                  <a:lnTo>
                    <a:pt x="1576997" y="1838643"/>
                  </a:lnTo>
                  <a:lnTo>
                    <a:pt x="1576997" y="1836103"/>
                  </a:lnTo>
                  <a:lnTo>
                    <a:pt x="1576997" y="164782"/>
                  </a:lnTo>
                  <a:lnTo>
                    <a:pt x="1576997" y="161925"/>
                  </a:lnTo>
                  <a:lnTo>
                    <a:pt x="1576679" y="160020"/>
                  </a:lnTo>
                  <a:lnTo>
                    <a:pt x="1576044" y="157480"/>
                  </a:lnTo>
                  <a:lnTo>
                    <a:pt x="1575091" y="155257"/>
                  </a:lnTo>
                  <a:lnTo>
                    <a:pt x="1574139" y="153352"/>
                  </a:lnTo>
                  <a:lnTo>
                    <a:pt x="1572868" y="151447"/>
                  </a:lnTo>
                  <a:lnTo>
                    <a:pt x="1570010" y="147955"/>
                  </a:lnTo>
                  <a:lnTo>
                    <a:pt x="1566517" y="145097"/>
                  </a:lnTo>
                  <a:lnTo>
                    <a:pt x="1564612" y="143827"/>
                  </a:lnTo>
                  <a:lnTo>
                    <a:pt x="1562389" y="142875"/>
                  </a:lnTo>
                  <a:lnTo>
                    <a:pt x="1560484" y="141922"/>
                  </a:lnTo>
                  <a:lnTo>
                    <a:pt x="1557943" y="141287"/>
                  </a:lnTo>
                  <a:lnTo>
                    <a:pt x="1556038" y="140970"/>
                  </a:lnTo>
                  <a:lnTo>
                    <a:pt x="1553180" y="140970"/>
                  </a:lnTo>
                  <a:lnTo>
                    <a:pt x="589072" y="140970"/>
                  </a:lnTo>
                  <a:close/>
                  <a:moveTo>
                    <a:pt x="489358" y="0"/>
                  </a:moveTo>
                  <a:lnTo>
                    <a:pt x="1553180" y="0"/>
                  </a:lnTo>
                  <a:lnTo>
                    <a:pt x="1562071" y="317"/>
                  </a:lnTo>
                  <a:lnTo>
                    <a:pt x="1570010" y="952"/>
                  </a:lnTo>
                  <a:lnTo>
                    <a:pt x="1578584" y="2222"/>
                  </a:lnTo>
                  <a:lnTo>
                    <a:pt x="1586523" y="3492"/>
                  </a:lnTo>
                  <a:lnTo>
                    <a:pt x="1594462" y="5397"/>
                  </a:lnTo>
                  <a:lnTo>
                    <a:pt x="1602084" y="7620"/>
                  </a:lnTo>
                  <a:lnTo>
                    <a:pt x="1609705" y="10160"/>
                  </a:lnTo>
                  <a:lnTo>
                    <a:pt x="1617644" y="13017"/>
                  </a:lnTo>
                  <a:lnTo>
                    <a:pt x="1624630" y="16192"/>
                  </a:lnTo>
                  <a:lnTo>
                    <a:pt x="1631617" y="20002"/>
                  </a:lnTo>
                  <a:lnTo>
                    <a:pt x="1638603" y="23812"/>
                  </a:lnTo>
                  <a:lnTo>
                    <a:pt x="1645589" y="28257"/>
                  </a:lnTo>
                  <a:lnTo>
                    <a:pt x="1651623" y="32702"/>
                  </a:lnTo>
                  <a:lnTo>
                    <a:pt x="1657974" y="37782"/>
                  </a:lnTo>
                  <a:lnTo>
                    <a:pt x="1664008" y="42862"/>
                  </a:lnTo>
                  <a:lnTo>
                    <a:pt x="1669724" y="48260"/>
                  </a:lnTo>
                  <a:lnTo>
                    <a:pt x="1675122" y="53975"/>
                  </a:lnTo>
                  <a:lnTo>
                    <a:pt x="1680203" y="60007"/>
                  </a:lnTo>
                  <a:lnTo>
                    <a:pt x="1685284" y="66357"/>
                  </a:lnTo>
                  <a:lnTo>
                    <a:pt x="1689730" y="72390"/>
                  </a:lnTo>
                  <a:lnTo>
                    <a:pt x="1694176" y="79375"/>
                  </a:lnTo>
                  <a:lnTo>
                    <a:pt x="1697987" y="86360"/>
                  </a:lnTo>
                  <a:lnTo>
                    <a:pt x="1701797" y="93345"/>
                  </a:lnTo>
                  <a:lnTo>
                    <a:pt x="1704973" y="100647"/>
                  </a:lnTo>
                  <a:lnTo>
                    <a:pt x="1707831" y="108267"/>
                  </a:lnTo>
                  <a:lnTo>
                    <a:pt x="1710371" y="115570"/>
                  </a:lnTo>
                  <a:lnTo>
                    <a:pt x="1712594" y="123507"/>
                  </a:lnTo>
                  <a:lnTo>
                    <a:pt x="1714500" y="131445"/>
                  </a:lnTo>
                  <a:lnTo>
                    <a:pt x="1715770" y="139382"/>
                  </a:lnTo>
                  <a:lnTo>
                    <a:pt x="1717040" y="147637"/>
                  </a:lnTo>
                  <a:lnTo>
                    <a:pt x="1717675" y="155892"/>
                  </a:lnTo>
                  <a:lnTo>
                    <a:pt x="1717675" y="164782"/>
                  </a:lnTo>
                  <a:lnTo>
                    <a:pt x="1717675" y="1836103"/>
                  </a:lnTo>
                  <a:lnTo>
                    <a:pt x="1717675" y="1844358"/>
                  </a:lnTo>
                  <a:lnTo>
                    <a:pt x="1717040" y="1852613"/>
                  </a:lnTo>
                  <a:lnTo>
                    <a:pt x="1715770" y="1861185"/>
                  </a:lnTo>
                  <a:lnTo>
                    <a:pt x="1714500" y="1869123"/>
                  </a:lnTo>
                  <a:lnTo>
                    <a:pt x="1712594" y="1877060"/>
                  </a:lnTo>
                  <a:lnTo>
                    <a:pt x="1710371" y="1884680"/>
                  </a:lnTo>
                  <a:lnTo>
                    <a:pt x="1707831" y="1892300"/>
                  </a:lnTo>
                  <a:lnTo>
                    <a:pt x="1704973" y="1900238"/>
                  </a:lnTo>
                  <a:lnTo>
                    <a:pt x="1701797" y="1907223"/>
                  </a:lnTo>
                  <a:lnTo>
                    <a:pt x="1697987" y="1914208"/>
                  </a:lnTo>
                  <a:lnTo>
                    <a:pt x="1694176" y="1921193"/>
                  </a:lnTo>
                  <a:lnTo>
                    <a:pt x="1689730" y="1927860"/>
                  </a:lnTo>
                  <a:lnTo>
                    <a:pt x="1685284" y="1934210"/>
                  </a:lnTo>
                  <a:lnTo>
                    <a:pt x="1680203" y="1940560"/>
                  </a:lnTo>
                  <a:lnTo>
                    <a:pt x="1675122" y="1946275"/>
                  </a:lnTo>
                  <a:lnTo>
                    <a:pt x="1669724" y="1952308"/>
                  </a:lnTo>
                  <a:lnTo>
                    <a:pt x="1664008" y="1957705"/>
                  </a:lnTo>
                  <a:lnTo>
                    <a:pt x="1657974" y="1962785"/>
                  </a:lnTo>
                  <a:lnTo>
                    <a:pt x="1651623" y="1967865"/>
                  </a:lnTo>
                  <a:lnTo>
                    <a:pt x="1645589" y="1972310"/>
                  </a:lnTo>
                  <a:lnTo>
                    <a:pt x="1638603" y="1976755"/>
                  </a:lnTo>
                  <a:lnTo>
                    <a:pt x="1631617" y="1980565"/>
                  </a:lnTo>
                  <a:lnTo>
                    <a:pt x="1624630" y="1984375"/>
                  </a:lnTo>
                  <a:lnTo>
                    <a:pt x="1617644" y="1987550"/>
                  </a:lnTo>
                  <a:lnTo>
                    <a:pt x="1609705" y="1990408"/>
                  </a:lnTo>
                  <a:lnTo>
                    <a:pt x="1602084" y="1992948"/>
                  </a:lnTo>
                  <a:lnTo>
                    <a:pt x="1594462" y="1995170"/>
                  </a:lnTo>
                  <a:lnTo>
                    <a:pt x="1586523" y="1997075"/>
                  </a:lnTo>
                  <a:lnTo>
                    <a:pt x="1578584" y="1998345"/>
                  </a:lnTo>
                  <a:lnTo>
                    <a:pt x="1570010" y="1999615"/>
                  </a:lnTo>
                  <a:lnTo>
                    <a:pt x="1562071" y="2000250"/>
                  </a:lnTo>
                  <a:lnTo>
                    <a:pt x="1553180" y="2000250"/>
                  </a:lnTo>
                  <a:lnTo>
                    <a:pt x="164495" y="2000250"/>
                  </a:lnTo>
                  <a:lnTo>
                    <a:pt x="155604" y="2000250"/>
                  </a:lnTo>
                  <a:lnTo>
                    <a:pt x="147665" y="1999615"/>
                  </a:lnTo>
                  <a:lnTo>
                    <a:pt x="139408" y="1998345"/>
                  </a:lnTo>
                  <a:lnTo>
                    <a:pt x="131152" y="1997075"/>
                  </a:lnTo>
                  <a:lnTo>
                    <a:pt x="123213" y="1995170"/>
                  </a:lnTo>
                  <a:lnTo>
                    <a:pt x="115591" y="1992948"/>
                  </a:lnTo>
                  <a:lnTo>
                    <a:pt x="107970" y="1990408"/>
                  </a:lnTo>
                  <a:lnTo>
                    <a:pt x="100348" y="1987550"/>
                  </a:lnTo>
                  <a:lnTo>
                    <a:pt x="93044" y="1984375"/>
                  </a:lnTo>
                  <a:lnTo>
                    <a:pt x="86058" y="1980565"/>
                  </a:lnTo>
                  <a:lnTo>
                    <a:pt x="79072" y="1976755"/>
                  </a:lnTo>
                  <a:lnTo>
                    <a:pt x="72721" y="1972310"/>
                  </a:lnTo>
                  <a:lnTo>
                    <a:pt x="66052" y="1967865"/>
                  </a:lnTo>
                  <a:lnTo>
                    <a:pt x="59701" y="1962785"/>
                  </a:lnTo>
                  <a:lnTo>
                    <a:pt x="53667" y="1957705"/>
                  </a:lnTo>
                  <a:lnTo>
                    <a:pt x="48269" y="1952308"/>
                  </a:lnTo>
                  <a:lnTo>
                    <a:pt x="42553" y="1946275"/>
                  </a:lnTo>
                  <a:lnTo>
                    <a:pt x="37472" y="1940560"/>
                  </a:lnTo>
                  <a:lnTo>
                    <a:pt x="32391" y="1934210"/>
                  </a:lnTo>
                  <a:lnTo>
                    <a:pt x="27945" y="1927860"/>
                  </a:lnTo>
                  <a:lnTo>
                    <a:pt x="23817" y="1921193"/>
                  </a:lnTo>
                  <a:lnTo>
                    <a:pt x="19688" y="1914208"/>
                  </a:lnTo>
                  <a:lnTo>
                    <a:pt x="16195" y="1907223"/>
                  </a:lnTo>
                  <a:lnTo>
                    <a:pt x="12702" y="1900238"/>
                  </a:lnTo>
                  <a:lnTo>
                    <a:pt x="9844" y="1892300"/>
                  </a:lnTo>
                  <a:lnTo>
                    <a:pt x="7304" y="1884680"/>
                  </a:lnTo>
                  <a:lnTo>
                    <a:pt x="5081" y="1877060"/>
                  </a:lnTo>
                  <a:lnTo>
                    <a:pt x="3175" y="1869123"/>
                  </a:lnTo>
                  <a:lnTo>
                    <a:pt x="1905" y="1861185"/>
                  </a:lnTo>
                  <a:lnTo>
                    <a:pt x="635" y="1852613"/>
                  </a:lnTo>
                  <a:lnTo>
                    <a:pt x="0" y="1844358"/>
                  </a:lnTo>
                  <a:lnTo>
                    <a:pt x="0" y="1836103"/>
                  </a:lnTo>
                  <a:lnTo>
                    <a:pt x="0" y="489585"/>
                  </a:lnTo>
                  <a:lnTo>
                    <a:pt x="489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4679082" y="2298700"/>
            <a:ext cx="712787" cy="712788"/>
            <a:chOff x="6464913" y="2296397"/>
            <a:chExt cx="712788" cy="712787"/>
          </a:xfrm>
          <a:solidFill>
            <a:srgbClr val="70B8F4"/>
          </a:solidFill>
        </p:grpSpPr>
        <p:sp>
          <p:nvSpPr>
            <p:cNvPr id="17" name="橢圓 7"/>
            <p:cNvSpPr>
              <a:spLocks noChangeArrowheads="1"/>
            </p:cNvSpPr>
            <p:nvPr/>
          </p:nvSpPr>
          <p:spPr bwMode="auto">
            <a:xfrm>
              <a:off x="6464913" y="2296397"/>
              <a:ext cx="712788" cy="7127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233363" indent="-233363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endParaRPr>
            </a:p>
          </p:txBody>
        </p:sp>
        <p:sp>
          <p:nvSpPr>
            <p:cNvPr id="18" name="KSO_Shape"/>
            <p:cNvSpPr>
              <a:spLocks/>
            </p:cNvSpPr>
            <p:nvPr/>
          </p:nvSpPr>
          <p:spPr bwMode="auto">
            <a:xfrm>
              <a:off x="6631600" y="2459910"/>
              <a:ext cx="414339" cy="352425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5391150" y="3824288"/>
            <a:ext cx="711200" cy="711200"/>
            <a:chOff x="7177701" y="3821983"/>
            <a:chExt cx="711200" cy="711200"/>
          </a:xfrm>
        </p:grpSpPr>
        <p:sp>
          <p:nvSpPr>
            <p:cNvPr id="20" name="橢圓 9"/>
            <p:cNvSpPr>
              <a:spLocks noChangeArrowheads="1"/>
            </p:cNvSpPr>
            <p:nvPr/>
          </p:nvSpPr>
          <p:spPr bwMode="auto">
            <a:xfrm>
              <a:off x="7177701" y="3821983"/>
              <a:ext cx="711200" cy="711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233363" indent="-233363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endParaRPr>
            </a:p>
          </p:txBody>
        </p:sp>
        <p:sp>
          <p:nvSpPr>
            <p:cNvPr id="21" name="KSO_Shape"/>
            <p:cNvSpPr>
              <a:spLocks noChangeArrowheads="1"/>
            </p:cNvSpPr>
            <p:nvPr/>
          </p:nvSpPr>
          <p:spPr bwMode="auto">
            <a:xfrm>
              <a:off x="7331689" y="4015658"/>
              <a:ext cx="403225" cy="323850"/>
            </a:xfrm>
            <a:custGeom>
              <a:avLst/>
              <a:gdLst>
                <a:gd name="T0" fmla="*/ 552105 w 2874963"/>
                <a:gd name="T1" fmla="*/ 1256550 h 2311400"/>
                <a:gd name="T2" fmla="*/ 814407 w 2874963"/>
                <a:gd name="T3" fmla="*/ 1166381 h 2311400"/>
                <a:gd name="T4" fmla="*/ 861857 w 2874963"/>
                <a:gd name="T5" fmla="*/ 1221938 h 2311400"/>
                <a:gd name="T6" fmla="*/ 529108 w 2874963"/>
                <a:gd name="T7" fmla="*/ 1452571 h 2311400"/>
                <a:gd name="T8" fmla="*/ 122756 w 2874963"/>
                <a:gd name="T9" fmla="*/ 1358877 h 2311400"/>
                <a:gd name="T10" fmla="*/ 175912 w 2874963"/>
                <a:gd name="T11" fmla="*/ 1192357 h 2311400"/>
                <a:gd name="T12" fmla="*/ 277118 w 2874963"/>
                <a:gd name="T13" fmla="*/ 1128994 h 2311400"/>
                <a:gd name="T14" fmla="*/ 305052 w 2874963"/>
                <a:gd name="T15" fmla="*/ 1242809 h 2311400"/>
                <a:gd name="T16" fmla="*/ 994050 w 2874963"/>
                <a:gd name="T17" fmla="*/ 853464 h 2311400"/>
                <a:gd name="T18" fmla="*/ 644668 w 2874963"/>
                <a:gd name="T19" fmla="*/ 666225 h 2311400"/>
                <a:gd name="T20" fmla="*/ 675774 w 2874963"/>
                <a:gd name="T21" fmla="*/ 776137 h 2311400"/>
                <a:gd name="T22" fmla="*/ 719353 w 2874963"/>
                <a:gd name="T23" fmla="*/ 821032 h 2311400"/>
                <a:gd name="T24" fmla="*/ 694258 w 2874963"/>
                <a:gd name="T25" fmla="*/ 885897 h 2311400"/>
                <a:gd name="T26" fmla="*/ 639408 w 2874963"/>
                <a:gd name="T27" fmla="*/ 997010 h 2311400"/>
                <a:gd name="T28" fmla="*/ 561868 w 2874963"/>
                <a:gd name="T29" fmla="*/ 1068783 h 2311400"/>
                <a:gd name="T30" fmla="*/ 506117 w 2874963"/>
                <a:gd name="T31" fmla="*/ 1079143 h 2311400"/>
                <a:gd name="T32" fmla="*/ 449013 w 2874963"/>
                <a:gd name="T33" fmla="*/ 1059924 h 2311400"/>
                <a:gd name="T34" fmla="*/ 372374 w 2874963"/>
                <a:gd name="T35" fmla="*/ 966830 h 2311400"/>
                <a:gd name="T36" fmla="*/ 317074 w 2874963"/>
                <a:gd name="T37" fmla="*/ 867429 h 2311400"/>
                <a:gd name="T38" fmla="*/ 315722 w 2874963"/>
                <a:gd name="T39" fmla="*/ 807819 h 2311400"/>
                <a:gd name="T40" fmla="*/ 360804 w 2874963"/>
                <a:gd name="T41" fmla="*/ 726436 h 2311400"/>
                <a:gd name="T42" fmla="*/ 420311 w 2874963"/>
                <a:gd name="T43" fmla="*/ 688148 h 2311400"/>
                <a:gd name="T44" fmla="*/ 541281 w 2874963"/>
                <a:gd name="T45" fmla="*/ 679889 h 2311400"/>
                <a:gd name="T46" fmla="*/ 615816 w 2874963"/>
                <a:gd name="T47" fmla="*/ 642201 h 2311400"/>
                <a:gd name="T48" fmla="*/ 607328 w 2874963"/>
                <a:gd name="T49" fmla="*/ 550770 h 2311400"/>
                <a:gd name="T50" fmla="*/ 652075 w 2874963"/>
                <a:gd name="T51" fmla="*/ 576010 h 2311400"/>
                <a:gd name="T52" fmla="*/ 690816 w 2874963"/>
                <a:gd name="T53" fmla="*/ 613419 h 2311400"/>
                <a:gd name="T54" fmla="*/ 708834 w 2874963"/>
                <a:gd name="T55" fmla="*/ 715281 h 2311400"/>
                <a:gd name="T56" fmla="*/ 684809 w 2874963"/>
                <a:gd name="T57" fmla="*/ 784841 h 2311400"/>
                <a:gd name="T58" fmla="*/ 653727 w 2874963"/>
                <a:gd name="T59" fmla="*/ 664651 h 2311400"/>
                <a:gd name="T60" fmla="*/ 590811 w 2874963"/>
                <a:gd name="T61" fmla="*/ 648726 h 2311400"/>
                <a:gd name="T62" fmla="*/ 495911 w 2874963"/>
                <a:gd name="T63" fmla="*/ 681177 h 2311400"/>
                <a:gd name="T64" fmla="*/ 382693 w 2874963"/>
                <a:gd name="T65" fmla="*/ 672613 h 2311400"/>
                <a:gd name="T66" fmla="*/ 342000 w 2874963"/>
                <a:gd name="T67" fmla="*/ 784841 h 2311400"/>
                <a:gd name="T68" fmla="*/ 316624 w 2874963"/>
                <a:gd name="T69" fmla="*/ 733159 h 2311400"/>
                <a:gd name="T70" fmla="*/ 334342 w 2874963"/>
                <a:gd name="T71" fmla="*/ 634002 h 2311400"/>
                <a:gd name="T72" fmla="*/ 392753 w 2874963"/>
                <a:gd name="T73" fmla="*/ 561737 h 2311400"/>
                <a:gd name="T74" fmla="*/ 513330 w 2874963"/>
                <a:gd name="T75" fmla="*/ 530788 h 2311400"/>
                <a:gd name="T76" fmla="*/ 816493 w 2874963"/>
                <a:gd name="T77" fmla="*/ 367350 h 2311400"/>
                <a:gd name="T78" fmla="*/ 816493 w 2874963"/>
                <a:gd name="T79" fmla="*/ 418842 h 2311400"/>
                <a:gd name="T80" fmla="*/ 1079641 w 2874963"/>
                <a:gd name="T81" fmla="*/ 426048 h 2311400"/>
                <a:gd name="T82" fmla="*/ 1093467 w 2874963"/>
                <a:gd name="T83" fmla="*/ 377108 h 2311400"/>
                <a:gd name="T84" fmla="*/ 1049584 w 2874963"/>
                <a:gd name="T85" fmla="*/ 364048 h 2311400"/>
                <a:gd name="T86" fmla="*/ 1023434 w 2874963"/>
                <a:gd name="T87" fmla="*/ 392871 h 2311400"/>
                <a:gd name="T88" fmla="*/ 856619 w 2874963"/>
                <a:gd name="T89" fmla="*/ 372605 h 2311400"/>
                <a:gd name="T90" fmla="*/ 927854 w 2874963"/>
                <a:gd name="T91" fmla="*/ 64403 h 2311400"/>
                <a:gd name="T92" fmla="*/ 904258 w 2874963"/>
                <a:gd name="T93" fmla="*/ 91875 h 2311400"/>
                <a:gd name="T94" fmla="*/ 905010 w 2874963"/>
                <a:gd name="T95" fmla="*/ 129406 h 2311400"/>
                <a:gd name="T96" fmla="*/ 930108 w 2874963"/>
                <a:gd name="T97" fmla="*/ 155677 h 2311400"/>
                <a:gd name="T98" fmla="*/ 967829 w 2874963"/>
                <a:gd name="T99" fmla="*/ 158379 h 2311400"/>
                <a:gd name="T100" fmla="*/ 996233 w 2874963"/>
                <a:gd name="T101" fmla="*/ 136162 h 2311400"/>
                <a:gd name="T102" fmla="*/ 1002845 w 2874963"/>
                <a:gd name="T103" fmla="*/ 99081 h 2311400"/>
                <a:gd name="T104" fmla="*/ 983158 w 2874963"/>
                <a:gd name="T105" fmla="*/ 68306 h 2311400"/>
                <a:gd name="T106" fmla="*/ 881566 w 2874963"/>
                <a:gd name="T107" fmla="*/ 0 h 2311400"/>
                <a:gd name="T108" fmla="*/ 1048381 w 2874963"/>
                <a:gd name="T109" fmla="*/ 20417 h 2311400"/>
                <a:gd name="T110" fmla="*/ 1859163 w 2874963"/>
                <a:gd name="T111" fmla="*/ 308953 h 2311400"/>
                <a:gd name="T112" fmla="*/ 1899590 w 2874963"/>
                <a:gd name="T113" fmla="*/ 355791 h 2311400"/>
                <a:gd name="T114" fmla="*/ 2705 w 2874963"/>
                <a:gd name="T115" fmla="*/ 364048 h 2311400"/>
                <a:gd name="T116" fmla="*/ 38623 w 2874963"/>
                <a:gd name="T117" fmla="*/ 313456 h 2311400"/>
                <a:gd name="T118" fmla="*/ 855416 w 2874963"/>
                <a:gd name="T119" fmla="*/ 26121 h 231140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874963" h="2311400">
                  <a:moveTo>
                    <a:pt x="1500188" y="1927225"/>
                  </a:moveTo>
                  <a:lnTo>
                    <a:pt x="2676526" y="1927225"/>
                  </a:lnTo>
                  <a:lnTo>
                    <a:pt x="2676526" y="1949450"/>
                  </a:lnTo>
                  <a:lnTo>
                    <a:pt x="1500188" y="1949450"/>
                  </a:lnTo>
                  <a:lnTo>
                    <a:pt x="1500188" y="1927225"/>
                  </a:lnTo>
                  <a:close/>
                  <a:moveTo>
                    <a:pt x="1500188" y="1706563"/>
                  </a:moveTo>
                  <a:lnTo>
                    <a:pt x="2676526" y="1706563"/>
                  </a:lnTo>
                  <a:lnTo>
                    <a:pt x="2676526" y="1728788"/>
                  </a:lnTo>
                  <a:lnTo>
                    <a:pt x="1500188" y="1728788"/>
                  </a:lnTo>
                  <a:lnTo>
                    <a:pt x="1500188" y="1706563"/>
                  </a:lnTo>
                  <a:close/>
                  <a:moveTo>
                    <a:pt x="741023" y="1676400"/>
                  </a:moveTo>
                  <a:lnTo>
                    <a:pt x="803616" y="1676400"/>
                  </a:lnTo>
                  <a:lnTo>
                    <a:pt x="835026" y="1736633"/>
                  </a:lnTo>
                  <a:lnTo>
                    <a:pt x="813107" y="1759278"/>
                  </a:lnTo>
                  <a:lnTo>
                    <a:pt x="833218" y="1897860"/>
                  </a:lnTo>
                  <a:lnTo>
                    <a:pt x="772432" y="2124075"/>
                  </a:lnTo>
                  <a:lnTo>
                    <a:pt x="711647" y="1897860"/>
                  </a:lnTo>
                  <a:lnTo>
                    <a:pt x="731532" y="1759278"/>
                  </a:lnTo>
                  <a:lnTo>
                    <a:pt x="709613" y="1736633"/>
                  </a:lnTo>
                  <a:lnTo>
                    <a:pt x="741023" y="1676400"/>
                  </a:lnTo>
                  <a:close/>
                  <a:moveTo>
                    <a:pt x="1033510" y="1660525"/>
                  </a:moveTo>
                  <a:lnTo>
                    <a:pt x="1069768" y="1677761"/>
                  </a:lnTo>
                  <a:lnTo>
                    <a:pt x="1107612" y="1695904"/>
                  </a:lnTo>
                  <a:lnTo>
                    <a:pt x="1126421" y="1705202"/>
                  </a:lnTo>
                  <a:lnTo>
                    <a:pt x="1145003" y="1714727"/>
                  </a:lnTo>
                  <a:lnTo>
                    <a:pt x="1163585" y="1724252"/>
                  </a:lnTo>
                  <a:lnTo>
                    <a:pt x="1181261" y="1734004"/>
                  </a:lnTo>
                  <a:lnTo>
                    <a:pt x="1198257" y="1743302"/>
                  </a:lnTo>
                  <a:lnTo>
                    <a:pt x="1214346" y="1752600"/>
                  </a:lnTo>
                  <a:lnTo>
                    <a:pt x="1229076" y="1761671"/>
                  </a:lnTo>
                  <a:lnTo>
                    <a:pt x="1242673" y="1770289"/>
                  </a:lnTo>
                  <a:lnTo>
                    <a:pt x="1248792" y="1774598"/>
                  </a:lnTo>
                  <a:lnTo>
                    <a:pt x="1254683" y="1778680"/>
                  </a:lnTo>
                  <a:lnTo>
                    <a:pt x="1259896" y="1782762"/>
                  </a:lnTo>
                  <a:lnTo>
                    <a:pt x="1264881" y="1786618"/>
                  </a:lnTo>
                  <a:lnTo>
                    <a:pt x="1269187" y="1790473"/>
                  </a:lnTo>
                  <a:lnTo>
                    <a:pt x="1273039" y="1794102"/>
                  </a:lnTo>
                  <a:lnTo>
                    <a:pt x="1276438" y="1797504"/>
                  </a:lnTo>
                  <a:lnTo>
                    <a:pt x="1278931" y="1800905"/>
                  </a:lnTo>
                  <a:lnTo>
                    <a:pt x="1281197" y="1803627"/>
                  </a:lnTo>
                  <a:lnTo>
                    <a:pt x="1283237" y="1807029"/>
                  </a:lnTo>
                  <a:lnTo>
                    <a:pt x="1287542" y="1814739"/>
                  </a:lnTo>
                  <a:lnTo>
                    <a:pt x="1291621" y="1823811"/>
                  </a:lnTo>
                  <a:lnTo>
                    <a:pt x="1296380" y="1834016"/>
                  </a:lnTo>
                  <a:lnTo>
                    <a:pt x="1300686" y="1845582"/>
                  </a:lnTo>
                  <a:lnTo>
                    <a:pt x="1305445" y="1858282"/>
                  </a:lnTo>
                  <a:lnTo>
                    <a:pt x="1310203" y="1871889"/>
                  </a:lnTo>
                  <a:lnTo>
                    <a:pt x="1314736" y="1886404"/>
                  </a:lnTo>
                  <a:lnTo>
                    <a:pt x="1319495" y="1901371"/>
                  </a:lnTo>
                  <a:lnTo>
                    <a:pt x="1324027" y="1917246"/>
                  </a:lnTo>
                  <a:lnTo>
                    <a:pt x="1333318" y="1950130"/>
                  </a:lnTo>
                  <a:lnTo>
                    <a:pt x="1342382" y="1984375"/>
                  </a:lnTo>
                  <a:lnTo>
                    <a:pt x="1350994" y="2018620"/>
                  </a:lnTo>
                  <a:lnTo>
                    <a:pt x="1359378" y="2052411"/>
                  </a:lnTo>
                  <a:lnTo>
                    <a:pt x="1366857" y="2084388"/>
                  </a:lnTo>
                  <a:lnTo>
                    <a:pt x="1373655" y="2114097"/>
                  </a:lnTo>
                  <a:lnTo>
                    <a:pt x="1379320" y="2140404"/>
                  </a:lnTo>
                  <a:lnTo>
                    <a:pt x="1387478" y="2179184"/>
                  </a:lnTo>
                  <a:lnTo>
                    <a:pt x="1390651" y="2193925"/>
                  </a:lnTo>
                  <a:lnTo>
                    <a:pt x="798513" y="2193925"/>
                  </a:lnTo>
                  <a:lnTo>
                    <a:pt x="1111918" y="1875064"/>
                  </a:lnTo>
                  <a:lnTo>
                    <a:pt x="1011755" y="1800905"/>
                  </a:lnTo>
                  <a:lnTo>
                    <a:pt x="1094922" y="1766661"/>
                  </a:lnTo>
                  <a:lnTo>
                    <a:pt x="1033510" y="1660525"/>
                  </a:lnTo>
                  <a:close/>
                  <a:moveTo>
                    <a:pt x="511355" y="1660525"/>
                  </a:moveTo>
                  <a:lnTo>
                    <a:pt x="449944" y="1766661"/>
                  </a:lnTo>
                  <a:lnTo>
                    <a:pt x="532657" y="1800905"/>
                  </a:lnTo>
                  <a:lnTo>
                    <a:pt x="432494" y="1875064"/>
                  </a:lnTo>
                  <a:lnTo>
                    <a:pt x="746126" y="2193925"/>
                  </a:lnTo>
                  <a:lnTo>
                    <a:pt x="153988" y="2193925"/>
                  </a:lnTo>
                  <a:lnTo>
                    <a:pt x="157160" y="2179184"/>
                  </a:lnTo>
                  <a:lnTo>
                    <a:pt x="165318" y="2140404"/>
                  </a:lnTo>
                  <a:lnTo>
                    <a:pt x="171210" y="2114097"/>
                  </a:lnTo>
                  <a:lnTo>
                    <a:pt x="177782" y="2084388"/>
                  </a:lnTo>
                  <a:lnTo>
                    <a:pt x="185260" y="2052411"/>
                  </a:lnTo>
                  <a:lnTo>
                    <a:pt x="193418" y="2018620"/>
                  </a:lnTo>
                  <a:lnTo>
                    <a:pt x="202256" y="1984375"/>
                  </a:lnTo>
                  <a:lnTo>
                    <a:pt x="211321" y="1950130"/>
                  </a:lnTo>
                  <a:lnTo>
                    <a:pt x="220385" y="1917246"/>
                  </a:lnTo>
                  <a:lnTo>
                    <a:pt x="224918" y="1901371"/>
                  </a:lnTo>
                  <a:lnTo>
                    <a:pt x="229676" y="1886404"/>
                  </a:lnTo>
                  <a:lnTo>
                    <a:pt x="234209" y="1871889"/>
                  </a:lnTo>
                  <a:lnTo>
                    <a:pt x="238967" y="1858282"/>
                  </a:lnTo>
                  <a:lnTo>
                    <a:pt x="243726" y="1845582"/>
                  </a:lnTo>
                  <a:lnTo>
                    <a:pt x="248259" y="1834016"/>
                  </a:lnTo>
                  <a:lnTo>
                    <a:pt x="252791" y="1823811"/>
                  </a:lnTo>
                  <a:lnTo>
                    <a:pt x="257096" y="1814739"/>
                  </a:lnTo>
                  <a:lnTo>
                    <a:pt x="261175" y="1807029"/>
                  </a:lnTo>
                  <a:lnTo>
                    <a:pt x="263442" y="1803627"/>
                  </a:lnTo>
                  <a:lnTo>
                    <a:pt x="265481" y="1800905"/>
                  </a:lnTo>
                  <a:lnTo>
                    <a:pt x="268200" y="1797504"/>
                  </a:lnTo>
                  <a:lnTo>
                    <a:pt x="271600" y="1794102"/>
                  </a:lnTo>
                  <a:lnTo>
                    <a:pt x="275452" y="1790473"/>
                  </a:lnTo>
                  <a:lnTo>
                    <a:pt x="279984" y="1786618"/>
                  </a:lnTo>
                  <a:lnTo>
                    <a:pt x="284517" y="1782762"/>
                  </a:lnTo>
                  <a:lnTo>
                    <a:pt x="289955" y="1778680"/>
                  </a:lnTo>
                  <a:lnTo>
                    <a:pt x="295621" y="1774598"/>
                  </a:lnTo>
                  <a:lnTo>
                    <a:pt x="301966" y="1770289"/>
                  </a:lnTo>
                  <a:lnTo>
                    <a:pt x="315336" y="1761671"/>
                  </a:lnTo>
                  <a:lnTo>
                    <a:pt x="330066" y="1752600"/>
                  </a:lnTo>
                  <a:lnTo>
                    <a:pt x="346155" y="1743302"/>
                  </a:lnTo>
                  <a:lnTo>
                    <a:pt x="363378" y="1734004"/>
                  </a:lnTo>
                  <a:lnTo>
                    <a:pt x="381053" y="1724252"/>
                  </a:lnTo>
                  <a:lnTo>
                    <a:pt x="399409" y="1714727"/>
                  </a:lnTo>
                  <a:lnTo>
                    <a:pt x="418218" y="1705202"/>
                  </a:lnTo>
                  <a:lnTo>
                    <a:pt x="437253" y="1695904"/>
                  </a:lnTo>
                  <a:lnTo>
                    <a:pt x="475098" y="1677761"/>
                  </a:lnTo>
                  <a:lnTo>
                    <a:pt x="511355" y="1660525"/>
                  </a:lnTo>
                  <a:close/>
                  <a:moveTo>
                    <a:pt x="929254" y="1614488"/>
                  </a:moveTo>
                  <a:lnTo>
                    <a:pt x="950557" y="1623559"/>
                  </a:lnTo>
                  <a:lnTo>
                    <a:pt x="974579" y="1633992"/>
                  </a:lnTo>
                  <a:lnTo>
                    <a:pt x="1004946" y="1647599"/>
                  </a:lnTo>
                  <a:lnTo>
                    <a:pt x="1068853" y="1757817"/>
                  </a:lnTo>
                  <a:lnTo>
                    <a:pt x="975258" y="1796370"/>
                  </a:lnTo>
                  <a:lnTo>
                    <a:pt x="1084263" y="1877106"/>
                  </a:lnTo>
                  <a:lnTo>
                    <a:pt x="773113" y="2193926"/>
                  </a:lnTo>
                  <a:lnTo>
                    <a:pt x="929254" y="1614488"/>
                  </a:lnTo>
                  <a:close/>
                  <a:moveTo>
                    <a:pt x="615947" y="1614488"/>
                  </a:moveTo>
                  <a:lnTo>
                    <a:pt x="773113" y="2193926"/>
                  </a:lnTo>
                  <a:lnTo>
                    <a:pt x="460375" y="1877106"/>
                  </a:lnTo>
                  <a:lnTo>
                    <a:pt x="569936" y="1796370"/>
                  </a:lnTo>
                  <a:lnTo>
                    <a:pt x="475636" y="1757817"/>
                  </a:lnTo>
                  <a:lnTo>
                    <a:pt x="539869" y="1647599"/>
                  </a:lnTo>
                  <a:lnTo>
                    <a:pt x="570619" y="1633992"/>
                  </a:lnTo>
                  <a:lnTo>
                    <a:pt x="594536" y="1623559"/>
                  </a:lnTo>
                  <a:lnTo>
                    <a:pt x="615947" y="1614488"/>
                  </a:lnTo>
                  <a:close/>
                  <a:moveTo>
                    <a:pt x="1500188" y="1487488"/>
                  </a:moveTo>
                  <a:lnTo>
                    <a:pt x="2676526" y="1487488"/>
                  </a:lnTo>
                  <a:lnTo>
                    <a:pt x="2676526" y="1509713"/>
                  </a:lnTo>
                  <a:lnTo>
                    <a:pt x="1500188" y="1509713"/>
                  </a:lnTo>
                  <a:lnTo>
                    <a:pt x="1500188" y="1487488"/>
                  </a:lnTo>
                  <a:close/>
                  <a:moveTo>
                    <a:pt x="1500188" y="1266825"/>
                  </a:moveTo>
                  <a:lnTo>
                    <a:pt x="2676526" y="1266825"/>
                  </a:lnTo>
                  <a:lnTo>
                    <a:pt x="2676526" y="1289050"/>
                  </a:lnTo>
                  <a:lnTo>
                    <a:pt x="1500188" y="1289050"/>
                  </a:lnTo>
                  <a:lnTo>
                    <a:pt x="1500188" y="1266825"/>
                  </a:lnTo>
                  <a:close/>
                  <a:moveTo>
                    <a:pt x="1500188" y="1047750"/>
                  </a:moveTo>
                  <a:lnTo>
                    <a:pt x="2676526" y="1047750"/>
                  </a:lnTo>
                  <a:lnTo>
                    <a:pt x="2676526" y="1068388"/>
                  </a:lnTo>
                  <a:lnTo>
                    <a:pt x="1500188" y="1068388"/>
                  </a:lnTo>
                  <a:lnTo>
                    <a:pt x="1500188" y="1047750"/>
                  </a:lnTo>
                  <a:close/>
                  <a:moveTo>
                    <a:pt x="929369" y="969963"/>
                  </a:moveTo>
                  <a:lnTo>
                    <a:pt x="936399" y="973819"/>
                  </a:lnTo>
                  <a:lnTo>
                    <a:pt x="942522" y="977674"/>
                  </a:lnTo>
                  <a:lnTo>
                    <a:pt x="948872" y="981756"/>
                  </a:lnTo>
                  <a:lnTo>
                    <a:pt x="954315" y="986519"/>
                  </a:lnTo>
                  <a:lnTo>
                    <a:pt x="959531" y="991281"/>
                  </a:lnTo>
                  <a:lnTo>
                    <a:pt x="964294" y="995817"/>
                  </a:lnTo>
                  <a:lnTo>
                    <a:pt x="968829" y="1001033"/>
                  </a:lnTo>
                  <a:lnTo>
                    <a:pt x="972911" y="1006249"/>
                  </a:lnTo>
                  <a:lnTo>
                    <a:pt x="976767" y="1011919"/>
                  </a:lnTo>
                  <a:lnTo>
                    <a:pt x="980395" y="1017588"/>
                  </a:lnTo>
                  <a:lnTo>
                    <a:pt x="983797" y="1023485"/>
                  </a:lnTo>
                  <a:lnTo>
                    <a:pt x="986745" y="1029835"/>
                  </a:lnTo>
                  <a:lnTo>
                    <a:pt x="989467" y="1035958"/>
                  </a:lnTo>
                  <a:lnTo>
                    <a:pt x="992188" y="1042535"/>
                  </a:lnTo>
                  <a:lnTo>
                    <a:pt x="994683" y="1049338"/>
                  </a:lnTo>
                  <a:lnTo>
                    <a:pt x="996724" y="1056368"/>
                  </a:lnTo>
                  <a:lnTo>
                    <a:pt x="998765" y="1063172"/>
                  </a:lnTo>
                  <a:lnTo>
                    <a:pt x="1001033" y="1070883"/>
                  </a:lnTo>
                  <a:lnTo>
                    <a:pt x="1004208" y="1085850"/>
                  </a:lnTo>
                  <a:lnTo>
                    <a:pt x="1007383" y="1101725"/>
                  </a:lnTo>
                  <a:lnTo>
                    <a:pt x="1010558" y="1118508"/>
                  </a:lnTo>
                  <a:lnTo>
                    <a:pt x="1016454" y="1153433"/>
                  </a:lnTo>
                  <a:lnTo>
                    <a:pt x="1019856" y="1172256"/>
                  </a:lnTo>
                  <a:lnTo>
                    <a:pt x="1023712" y="1191306"/>
                  </a:lnTo>
                  <a:lnTo>
                    <a:pt x="1029608" y="1192667"/>
                  </a:lnTo>
                  <a:lnTo>
                    <a:pt x="1035958" y="1194254"/>
                  </a:lnTo>
                  <a:lnTo>
                    <a:pt x="1041628" y="1196295"/>
                  </a:lnTo>
                  <a:lnTo>
                    <a:pt x="1047297" y="1198790"/>
                  </a:lnTo>
                  <a:lnTo>
                    <a:pt x="1052513" y="1201511"/>
                  </a:lnTo>
                  <a:lnTo>
                    <a:pt x="1057729" y="1204459"/>
                  </a:lnTo>
                  <a:lnTo>
                    <a:pt x="1062492" y="1208088"/>
                  </a:lnTo>
                  <a:lnTo>
                    <a:pt x="1066801" y="1211943"/>
                  </a:lnTo>
                  <a:lnTo>
                    <a:pt x="1070883" y="1216025"/>
                  </a:lnTo>
                  <a:lnTo>
                    <a:pt x="1074738" y="1220108"/>
                  </a:lnTo>
                  <a:lnTo>
                    <a:pt x="1078140" y="1224870"/>
                  </a:lnTo>
                  <a:lnTo>
                    <a:pt x="1081088" y="1229633"/>
                  </a:lnTo>
                  <a:lnTo>
                    <a:pt x="1083583" y="1234849"/>
                  </a:lnTo>
                  <a:lnTo>
                    <a:pt x="1085624" y="1240065"/>
                  </a:lnTo>
                  <a:lnTo>
                    <a:pt x="1087212" y="1245734"/>
                  </a:lnTo>
                  <a:lnTo>
                    <a:pt x="1088345" y="1251404"/>
                  </a:lnTo>
                  <a:lnTo>
                    <a:pt x="1089026" y="1257527"/>
                  </a:lnTo>
                  <a:lnTo>
                    <a:pt x="1089026" y="1263424"/>
                  </a:lnTo>
                  <a:lnTo>
                    <a:pt x="1088572" y="1270000"/>
                  </a:lnTo>
                  <a:lnTo>
                    <a:pt x="1087438" y="1276124"/>
                  </a:lnTo>
                  <a:lnTo>
                    <a:pt x="1085624" y="1282927"/>
                  </a:lnTo>
                  <a:lnTo>
                    <a:pt x="1083356" y="1289277"/>
                  </a:lnTo>
                  <a:lnTo>
                    <a:pt x="1080635" y="1296081"/>
                  </a:lnTo>
                  <a:lnTo>
                    <a:pt x="1077006" y="1303111"/>
                  </a:lnTo>
                  <a:lnTo>
                    <a:pt x="1072470" y="1310141"/>
                  </a:lnTo>
                  <a:lnTo>
                    <a:pt x="1067481" y="1317172"/>
                  </a:lnTo>
                  <a:lnTo>
                    <a:pt x="1061585" y="1324202"/>
                  </a:lnTo>
                  <a:lnTo>
                    <a:pt x="1055235" y="1331006"/>
                  </a:lnTo>
                  <a:lnTo>
                    <a:pt x="1047751" y="1338036"/>
                  </a:lnTo>
                  <a:lnTo>
                    <a:pt x="1039587" y="1345293"/>
                  </a:lnTo>
                  <a:lnTo>
                    <a:pt x="1030742" y="1352324"/>
                  </a:lnTo>
                  <a:lnTo>
                    <a:pt x="1020990" y="1359354"/>
                  </a:lnTo>
                  <a:lnTo>
                    <a:pt x="1018269" y="1372281"/>
                  </a:lnTo>
                  <a:lnTo>
                    <a:pt x="1015094" y="1385208"/>
                  </a:lnTo>
                  <a:lnTo>
                    <a:pt x="1011919" y="1398361"/>
                  </a:lnTo>
                  <a:lnTo>
                    <a:pt x="1007836" y="1411061"/>
                  </a:lnTo>
                  <a:lnTo>
                    <a:pt x="1003754" y="1423761"/>
                  </a:lnTo>
                  <a:lnTo>
                    <a:pt x="999445" y="1436008"/>
                  </a:lnTo>
                  <a:lnTo>
                    <a:pt x="994456" y="1448254"/>
                  </a:lnTo>
                  <a:lnTo>
                    <a:pt x="989240" y="1460274"/>
                  </a:lnTo>
                  <a:lnTo>
                    <a:pt x="983570" y="1472066"/>
                  </a:lnTo>
                  <a:lnTo>
                    <a:pt x="977901" y="1483633"/>
                  </a:lnTo>
                  <a:lnTo>
                    <a:pt x="971551" y="1494745"/>
                  </a:lnTo>
                  <a:lnTo>
                    <a:pt x="964974" y="1505858"/>
                  </a:lnTo>
                  <a:lnTo>
                    <a:pt x="958170" y="1516516"/>
                  </a:lnTo>
                  <a:lnTo>
                    <a:pt x="950913" y="1526722"/>
                  </a:lnTo>
                  <a:lnTo>
                    <a:pt x="943429" y="1536700"/>
                  </a:lnTo>
                  <a:lnTo>
                    <a:pt x="935492" y="1546225"/>
                  </a:lnTo>
                  <a:lnTo>
                    <a:pt x="927554" y="1555297"/>
                  </a:lnTo>
                  <a:lnTo>
                    <a:pt x="919163" y="1564141"/>
                  </a:lnTo>
                  <a:lnTo>
                    <a:pt x="910772" y="1572533"/>
                  </a:lnTo>
                  <a:lnTo>
                    <a:pt x="901701" y="1580243"/>
                  </a:lnTo>
                  <a:lnTo>
                    <a:pt x="892629" y="1587500"/>
                  </a:lnTo>
                  <a:lnTo>
                    <a:pt x="883331" y="1594531"/>
                  </a:lnTo>
                  <a:lnTo>
                    <a:pt x="873352" y="1600881"/>
                  </a:lnTo>
                  <a:lnTo>
                    <a:pt x="863601" y="1606550"/>
                  </a:lnTo>
                  <a:lnTo>
                    <a:pt x="858385" y="1609272"/>
                  </a:lnTo>
                  <a:lnTo>
                    <a:pt x="853169" y="1611766"/>
                  </a:lnTo>
                  <a:lnTo>
                    <a:pt x="847952" y="1614261"/>
                  </a:lnTo>
                  <a:lnTo>
                    <a:pt x="842736" y="1616302"/>
                  </a:lnTo>
                  <a:lnTo>
                    <a:pt x="837520" y="1618343"/>
                  </a:lnTo>
                  <a:lnTo>
                    <a:pt x="832077" y="1620384"/>
                  </a:lnTo>
                  <a:lnTo>
                    <a:pt x="826635" y="1621972"/>
                  </a:lnTo>
                  <a:lnTo>
                    <a:pt x="821192" y="1623786"/>
                  </a:lnTo>
                  <a:lnTo>
                    <a:pt x="815749" y="1625147"/>
                  </a:lnTo>
                  <a:lnTo>
                    <a:pt x="810079" y="1626508"/>
                  </a:lnTo>
                  <a:lnTo>
                    <a:pt x="804410" y="1627415"/>
                  </a:lnTo>
                  <a:lnTo>
                    <a:pt x="798740" y="1628549"/>
                  </a:lnTo>
                  <a:lnTo>
                    <a:pt x="793070" y="1629229"/>
                  </a:lnTo>
                  <a:lnTo>
                    <a:pt x="787401" y="1629909"/>
                  </a:lnTo>
                  <a:lnTo>
                    <a:pt x="781277" y="1630363"/>
                  </a:lnTo>
                  <a:lnTo>
                    <a:pt x="775381" y="1630363"/>
                  </a:lnTo>
                  <a:lnTo>
                    <a:pt x="769711" y="1630363"/>
                  </a:lnTo>
                  <a:lnTo>
                    <a:pt x="763815" y="1629909"/>
                  </a:lnTo>
                  <a:lnTo>
                    <a:pt x="757918" y="1629229"/>
                  </a:lnTo>
                  <a:lnTo>
                    <a:pt x="752249" y="1628549"/>
                  </a:lnTo>
                  <a:lnTo>
                    <a:pt x="746579" y="1627415"/>
                  </a:lnTo>
                  <a:lnTo>
                    <a:pt x="740910" y="1626508"/>
                  </a:lnTo>
                  <a:lnTo>
                    <a:pt x="735240" y="1625147"/>
                  </a:lnTo>
                  <a:lnTo>
                    <a:pt x="729797" y="1623786"/>
                  </a:lnTo>
                  <a:lnTo>
                    <a:pt x="724354" y="1621972"/>
                  </a:lnTo>
                  <a:lnTo>
                    <a:pt x="718911" y="1620384"/>
                  </a:lnTo>
                  <a:lnTo>
                    <a:pt x="713468" y="1618343"/>
                  </a:lnTo>
                  <a:lnTo>
                    <a:pt x="708252" y="1616302"/>
                  </a:lnTo>
                  <a:lnTo>
                    <a:pt x="703036" y="1614261"/>
                  </a:lnTo>
                  <a:lnTo>
                    <a:pt x="697820" y="1611766"/>
                  </a:lnTo>
                  <a:lnTo>
                    <a:pt x="692604" y="1609272"/>
                  </a:lnTo>
                  <a:lnTo>
                    <a:pt x="687388" y="1606550"/>
                  </a:lnTo>
                  <a:lnTo>
                    <a:pt x="677636" y="1600881"/>
                  </a:lnTo>
                  <a:lnTo>
                    <a:pt x="668111" y="1594531"/>
                  </a:lnTo>
                  <a:lnTo>
                    <a:pt x="658359" y="1587500"/>
                  </a:lnTo>
                  <a:lnTo>
                    <a:pt x="649288" y="1580243"/>
                  </a:lnTo>
                  <a:lnTo>
                    <a:pt x="640217" y="1572533"/>
                  </a:lnTo>
                  <a:lnTo>
                    <a:pt x="631826" y="1564141"/>
                  </a:lnTo>
                  <a:lnTo>
                    <a:pt x="623434" y="1555297"/>
                  </a:lnTo>
                  <a:lnTo>
                    <a:pt x="615497" y="1546225"/>
                  </a:lnTo>
                  <a:lnTo>
                    <a:pt x="607559" y="1536700"/>
                  </a:lnTo>
                  <a:lnTo>
                    <a:pt x="600075" y="1526722"/>
                  </a:lnTo>
                  <a:lnTo>
                    <a:pt x="592818" y="1516516"/>
                  </a:lnTo>
                  <a:lnTo>
                    <a:pt x="586015" y="1505858"/>
                  </a:lnTo>
                  <a:lnTo>
                    <a:pt x="579665" y="1494745"/>
                  </a:lnTo>
                  <a:lnTo>
                    <a:pt x="573315" y="1483633"/>
                  </a:lnTo>
                  <a:lnTo>
                    <a:pt x="567418" y="1472066"/>
                  </a:lnTo>
                  <a:lnTo>
                    <a:pt x="561975" y="1460274"/>
                  </a:lnTo>
                  <a:lnTo>
                    <a:pt x="556533" y="1448254"/>
                  </a:lnTo>
                  <a:lnTo>
                    <a:pt x="551997" y="1436008"/>
                  </a:lnTo>
                  <a:lnTo>
                    <a:pt x="547234" y="1423761"/>
                  </a:lnTo>
                  <a:lnTo>
                    <a:pt x="543152" y="1411061"/>
                  </a:lnTo>
                  <a:lnTo>
                    <a:pt x="539524" y="1398361"/>
                  </a:lnTo>
                  <a:lnTo>
                    <a:pt x="535895" y="1385208"/>
                  </a:lnTo>
                  <a:lnTo>
                    <a:pt x="532947" y="1372281"/>
                  </a:lnTo>
                  <a:lnTo>
                    <a:pt x="529999" y="1359354"/>
                  </a:lnTo>
                  <a:lnTo>
                    <a:pt x="520247" y="1352324"/>
                  </a:lnTo>
                  <a:lnTo>
                    <a:pt x="511402" y="1345293"/>
                  </a:lnTo>
                  <a:lnTo>
                    <a:pt x="503238" y="1338036"/>
                  </a:lnTo>
                  <a:lnTo>
                    <a:pt x="495981" y="1331006"/>
                  </a:lnTo>
                  <a:lnTo>
                    <a:pt x="489404" y="1324202"/>
                  </a:lnTo>
                  <a:lnTo>
                    <a:pt x="483734" y="1317172"/>
                  </a:lnTo>
                  <a:lnTo>
                    <a:pt x="478518" y="1310141"/>
                  </a:lnTo>
                  <a:lnTo>
                    <a:pt x="474209" y="1303111"/>
                  </a:lnTo>
                  <a:lnTo>
                    <a:pt x="470581" y="1296081"/>
                  </a:lnTo>
                  <a:lnTo>
                    <a:pt x="467633" y="1289277"/>
                  </a:lnTo>
                  <a:lnTo>
                    <a:pt x="465365" y="1282927"/>
                  </a:lnTo>
                  <a:lnTo>
                    <a:pt x="463550" y="1276124"/>
                  </a:lnTo>
                  <a:lnTo>
                    <a:pt x="462416" y="1270000"/>
                  </a:lnTo>
                  <a:lnTo>
                    <a:pt x="461963" y="1263424"/>
                  </a:lnTo>
                  <a:lnTo>
                    <a:pt x="462190" y="1257527"/>
                  </a:lnTo>
                  <a:lnTo>
                    <a:pt x="462643" y="1251404"/>
                  </a:lnTo>
                  <a:lnTo>
                    <a:pt x="463777" y="1245734"/>
                  </a:lnTo>
                  <a:lnTo>
                    <a:pt x="465591" y="1240065"/>
                  </a:lnTo>
                  <a:lnTo>
                    <a:pt x="467633" y="1234849"/>
                  </a:lnTo>
                  <a:lnTo>
                    <a:pt x="469900" y="1229633"/>
                  </a:lnTo>
                  <a:lnTo>
                    <a:pt x="473075" y="1224870"/>
                  </a:lnTo>
                  <a:lnTo>
                    <a:pt x="476477" y="1220108"/>
                  </a:lnTo>
                  <a:lnTo>
                    <a:pt x="480106" y="1216025"/>
                  </a:lnTo>
                  <a:lnTo>
                    <a:pt x="484188" y="1211943"/>
                  </a:lnTo>
                  <a:lnTo>
                    <a:pt x="488724" y="1208088"/>
                  </a:lnTo>
                  <a:lnTo>
                    <a:pt x="493486" y="1204459"/>
                  </a:lnTo>
                  <a:lnTo>
                    <a:pt x="498475" y="1201511"/>
                  </a:lnTo>
                  <a:lnTo>
                    <a:pt x="503918" y="1198790"/>
                  </a:lnTo>
                  <a:lnTo>
                    <a:pt x="509361" y="1196295"/>
                  </a:lnTo>
                  <a:lnTo>
                    <a:pt x="515258" y="1194254"/>
                  </a:lnTo>
                  <a:lnTo>
                    <a:pt x="521381" y="1192667"/>
                  </a:lnTo>
                  <a:lnTo>
                    <a:pt x="527504" y="1191306"/>
                  </a:lnTo>
                  <a:lnTo>
                    <a:pt x="529999" y="1178606"/>
                  </a:lnTo>
                  <a:lnTo>
                    <a:pt x="532493" y="1166133"/>
                  </a:lnTo>
                  <a:lnTo>
                    <a:pt x="536575" y="1142093"/>
                  </a:lnTo>
                  <a:lnTo>
                    <a:pt x="540431" y="1118961"/>
                  </a:lnTo>
                  <a:lnTo>
                    <a:pt x="544513" y="1097190"/>
                  </a:lnTo>
                  <a:lnTo>
                    <a:pt x="546781" y="1086531"/>
                  </a:lnTo>
                  <a:lnTo>
                    <a:pt x="548822" y="1076552"/>
                  </a:lnTo>
                  <a:lnTo>
                    <a:pt x="551317" y="1066574"/>
                  </a:lnTo>
                  <a:lnTo>
                    <a:pt x="554038" y="1057275"/>
                  </a:lnTo>
                  <a:lnTo>
                    <a:pt x="556759" y="1048204"/>
                  </a:lnTo>
                  <a:lnTo>
                    <a:pt x="560161" y="1039360"/>
                  </a:lnTo>
                  <a:lnTo>
                    <a:pt x="563790" y="1030742"/>
                  </a:lnTo>
                  <a:lnTo>
                    <a:pt x="567645" y="1022804"/>
                  </a:lnTo>
                  <a:lnTo>
                    <a:pt x="575809" y="1025299"/>
                  </a:lnTo>
                  <a:lnTo>
                    <a:pt x="586695" y="1028701"/>
                  </a:lnTo>
                  <a:lnTo>
                    <a:pt x="600075" y="1032330"/>
                  </a:lnTo>
                  <a:lnTo>
                    <a:pt x="607786" y="1034144"/>
                  </a:lnTo>
                  <a:lnTo>
                    <a:pt x="615950" y="1035958"/>
                  </a:lnTo>
                  <a:lnTo>
                    <a:pt x="625022" y="1037772"/>
                  </a:lnTo>
                  <a:lnTo>
                    <a:pt x="634320" y="1039360"/>
                  </a:lnTo>
                  <a:lnTo>
                    <a:pt x="644072" y="1040947"/>
                  </a:lnTo>
                  <a:lnTo>
                    <a:pt x="654731" y="1042308"/>
                  </a:lnTo>
                  <a:lnTo>
                    <a:pt x="665617" y="1043215"/>
                  </a:lnTo>
                  <a:lnTo>
                    <a:pt x="676956" y="1044122"/>
                  </a:lnTo>
                  <a:lnTo>
                    <a:pt x="688749" y="1044576"/>
                  </a:lnTo>
                  <a:lnTo>
                    <a:pt x="700995" y="1044576"/>
                  </a:lnTo>
                  <a:lnTo>
                    <a:pt x="713468" y="1044576"/>
                  </a:lnTo>
                  <a:lnTo>
                    <a:pt x="726395" y="1043896"/>
                  </a:lnTo>
                  <a:lnTo>
                    <a:pt x="739549" y="1042762"/>
                  </a:lnTo>
                  <a:lnTo>
                    <a:pt x="753156" y="1041174"/>
                  </a:lnTo>
                  <a:lnTo>
                    <a:pt x="766763" y="1039133"/>
                  </a:lnTo>
                  <a:lnTo>
                    <a:pt x="780824" y="1036185"/>
                  </a:lnTo>
                  <a:lnTo>
                    <a:pt x="795111" y="1033010"/>
                  </a:lnTo>
                  <a:lnTo>
                    <a:pt x="809626" y="1028928"/>
                  </a:lnTo>
                  <a:lnTo>
                    <a:pt x="816883" y="1026887"/>
                  </a:lnTo>
                  <a:lnTo>
                    <a:pt x="824140" y="1024619"/>
                  </a:lnTo>
                  <a:lnTo>
                    <a:pt x="831624" y="1022124"/>
                  </a:lnTo>
                  <a:lnTo>
                    <a:pt x="838881" y="1019176"/>
                  </a:lnTo>
                  <a:lnTo>
                    <a:pt x="846365" y="1016228"/>
                  </a:lnTo>
                  <a:lnTo>
                    <a:pt x="853849" y="1013280"/>
                  </a:lnTo>
                  <a:lnTo>
                    <a:pt x="861560" y="1009878"/>
                  </a:lnTo>
                  <a:lnTo>
                    <a:pt x="869044" y="1006249"/>
                  </a:lnTo>
                  <a:lnTo>
                    <a:pt x="876527" y="1002621"/>
                  </a:lnTo>
                  <a:lnTo>
                    <a:pt x="884011" y="998538"/>
                  </a:lnTo>
                  <a:lnTo>
                    <a:pt x="891495" y="994230"/>
                  </a:lnTo>
                  <a:lnTo>
                    <a:pt x="898979" y="989921"/>
                  </a:lnTo>
                  <a:lnTo>
                    <a:pt x="906463" y="985158"/>
                  </a:lnTo>
                  <a:lnTo>
                    <a:pt x="914401" y="980622"/>
                  </a:lnTo>
                  <a:lnTo>
                    <a:pt x="921885" y="975406"/>
                  </a:lnTo>
                  <a:lnTo>
                    <a:pt x="929369" y="969963"/>
                  </a:lnTo>
                  <a:close/>
                  <a:moveTo>
                    <a:pt x="774700" y="801688"/>
                  </a:moveTo>
                  <a:lnTo>
                    <a:pt x="790563" y="802369"/>
                  </a:lnTo>
                  <a:lnTo>
                    <a:pt x="805746" y="803050"/>
                  </a:lnTo>
                  <a:lnTo>
                    <a:pt x="820702" y="804638"/>
                  </a:lnTo>
                  <a:lnTo>
                    <a:pt x="835205" y="806681"/>
                  </a:lnTo>
                  <a:lnTo>
                    <a:pt x="849255" y="809177"/>
                  </a:lnTo>
                  <a:lnTo>
                    <a:pt x="863079" y="812353"/>
                  </a:lnTo>
                  <a:lnTo>
                    <a:pt x="875996" y="815757"/>
                  </a:lnTo>
                  <a:lnTo>
                    <a:pt x="882567" y="817799"/>
                  </a:lnTo>
                  <a:lnTo>
                    <a:pt x="888459" y="819842"/>
                  </a:lnTo>
                  <a:lnTo>
                    <a:pt x="894578" y="822111"/>
                  </a:lnTo>
                  <a:lnTo>
                    <a:pt x="900243" y="824380"/>
                  </a:lnTo>
                  <a:lnTo>
                    <a:pt x="906135" y="826649"/>
                  </a:lnTo>
                  <a:lnTo>
                    <a:pt x="911574" y="829372"/>
                  </a:lnTo>
                  <a:lnTo>
                    <a:pt x="916559" y="831868"/>
                  </a:lnTo>
                  <a:lnTo>
                    <a:pt x="921771" y="834818"/>
                  </a:lnTo>
                  <a:lnTo>
                    <a:pt x="926757" y="837314"/>
                  </a:lnTo>
                  <a:lnTo>
                    <a:pt x="931516" y="840491"/>
                  </a:lnTo>
                  <a:lnTo>
                    <a:pt x="935821" y="843214"/>
                  </a:lnTo>
                  <a:lnTo>
                    <a:pt x="940127" y="846391"/>
                  </a:lnTo>
                  <a:lnTo>
                    <a:pt x="944206" y="849568"/>
                  </a:lnTo>
                  <a:lnTo>
                    <a:pt x="948058" y="852518"/>
                  </a:lnTo>
                  <a:lnTo>
                    <a:pt x="951684" y="855921"/>
                  </a:lnTo>
                  <a:lnTo>
                    <a:pt x="955083" y="859325"/>
                  </a:lnTo>
                  <a:lnTo>
                    <a:pt x="958029" y="862956"/>
                  </a:lnTo>
                  <a:lnTo>
                    <a:pt x="960975" y="866359"/>
                  </a:lnTo>
                  <a:lnTo>
                    <a:pt x="966867" y="866586"/>
                  </a:lnTo>
                  <a:lnTo>
                    <a:pt x="972986" y="867494"/>
                  </a:lnTo>
                  <a:lnTo>
                    <a:pt x="978651" y="868402"/>
                  </a:lnTo>
                  <a:lnTo>
                    <a:pt x="984090" y="869990"/>
                  </a:lnTo>
                  <a:lnTo>
                    <a:pt x="989302" y="871579"/>
                  </a:lnTo>
                  <a:lnTo>
                    <a:pt x="994287" y="873621"/>
                  </a:lnTo>
                  <a:lnTo>
                    <a:pt x="999273" y="876117"/>
                  </a:lnTo>
                  <a:lnTo>
                    <a:pt x="1003805" y="878840"/>
                  </a:lnTo>
                  <a:lnTo>
                    <a:pt x="1008337" y="882017"/>
                  </a:lnTo>
                  <a:lnTo>
                    <a:pt x="1012416" y="885194"/>
                  </a:lnTo>
                  <a:lnTo>
                    <a:pt x="1016722" y="888824"/>
                  </a:lnTo>
                  <a:lnTo>
                    <a:pt x="1020574" y="892909"/>
                  </a:lnTo>
                  <a:lnTo>
                    <a:pt x="1024200" y="896993"/>
                  </a:lnTo>
                  <a:lnTo>
                    <a:pt x="1027599" y="901078"/>
                  </a:lnTo>
                  <a:lnTo>
                    <a:pt x="1030999" y="905843"/>
                  </a:lnTo>
                  <a:lnTo>
                    <a:pt x="1034171" y="910835"/>
                  </a:lnTo>
                  <a:lnTo>
                    <a:pt x="1037117" y="915600"/>
                  </a:lnTo>
                  <a:lnTo>
                    <a:pt x="1040063" y="921046"/>
                  </a:lnTo>
                  <a:lnTo>
                    <a:pt x="1042556" y="926492"/>
                  </a:lnTo>
                  <a:lnTo>
                    <a:pt x="1045048" y="931938"/>
                  </a:lnTo>
                  <a:lnTo>
                    <a:pt x="1047541" y="938065"/>
                  </a:lnTo>
                  <a:lnTo>
                    <a:pt x="1049807" y="943965"/>
                  </a:lnTo>
                  <a:lnTo>
                    <a:pt x="1051847" y="949865"/>
                  </a:lnTo>
                  <a:lnTo>
                    <a:pt x="1053886" y="956218"/>
                  </a:lnTo>
                  <a:lnTo>
                    <a:pt x="1055699" y="962572"/>
                  </a:lnTo>
                  <a:lnTo>
                    <a:pt x="1057286" y="969153"/>
                  </a:lnTo>
                  <a:lnTo>
                    <a:pt x="1060458" y="982314"/>
                  </a:lnTo>
                  <a:lnTo>
                    <a:pt x="1062724" y="996156"/>
                  </a:lnTo>
                  <a:lnTo>
                    <a:pt x="1064764" y="1009997"/>
                  </a:lnTo>
                  <a:lnTo>
                    <a:pt x="1066577" y="1024066"/>
                  </a:lnTo>
                  <a:lnTo>
                    <a:pt x="1067936" y="1038362"/>
                  </a:lnTo>
                  <a:lnTo>
                    <a:pt x="1069069" y="1052430"/>
                  </a:lnTo>
                  <a:lnTo>
                    <a:pt x="1069523" y="1066499"/>
                  </a:lnTo>
                  <a:lnTo>
                    <a:pt x="1069749" y="1080341"/>
                  </a:lnTo>
                  <a:lnTo>
                    <a:pt x="1069976" y="1093956"/>
                  </a:lnTo>
                  <a:lnTo>
                    <a:pt x="1069749" y="1107117"/>
                  </a:lnTo>
                  <a:lnTo>
                    <a:pt x="1069523" y="1120051"/>
                  </a:lnTo>
                  <a:lnTo>
                    <a:pt x="1069069" y="1132305"/>
                  </a:lnTo>
                  <a:lnTo>
                    <a:pt x="1068390" y="1143878"/>
                  </a:lnTo>
                  <a:lnTo>
                    <a:pt x="1067030" y="1165208"/>
                  </a:lnTo>
                  <a:lnTo>
                    <a:pt x="1065444" y="1182907"/>
                  </a:lnTo>
                  <a:lnTo>
                    <a:pt x="1064084" y="1196295"/>
                  </a:lnTo>
                  <a:lnTo>
                    <a:pt x="1056832" y="1192665"/>
                  </a:lnTo>
                  <a:lnTo>
                    <a:pt x="1053207" y="1191076"/>
                  </a:lnTo>
                  <a:lnTo>
                    <a:pt x="1049581" y="1189715"/>
                  </a:lnTo>
                  <a:lnTo>
                    <a:pt x="1045728" y="1188353"/>
                  </a:lnTo>
                  <a:lnTo>
                    <a:pt x="1041876" y="1187219"/>
                  </a:lnTo>
                  <a:lnTo>
                    <a:pt x="1037570" y="1186311"/>
                  </a:lnTo>
                  <a:lnTo>
                    <a:pt x="1033491" y="1185403"/>
                  </a:lnTo>
                  <a:lnTo>
                    <a:pt x="1027826" y="1146147"/>
                  </a:lnTo>
                  <a:lnTo>
                    <a:pt x="1024880" y="1127086"/>
                  </a:lnTo>
                  <a:lnTo>
                    <a:pt x="1021934" y="1109159"/>
                  </a:lnTo>
                  <a:lnTo>
                    <a:pt x="1018761" y="1091914"/>
                  </a:lnTo>
                  <a:lnTo>
                    <a:pt x="1015136" y="1075122"/>
                  </a:lnTo>
                  <a:lnTo>
                    <a:pt x="1013096" y="1067180"/>
                  </a:lnTo>
                  <a:lnTo>
                    <a:pt x="1010603" y="1059465"/>
                  </a:lnTo>
                  <a:lnTo>
                    <a:pt x="1008337" y="1051523"/>
                  </a:lnTo>
                  <a:lnTo>
                    <a:pt x="1006071" y="1044262"/>
                  </a:lnTo>
                  <a:lnTo>
                    <a:pt x="1003125" y="1037000"/>
                  </a:lnTo>
                  <a:lnTo>
                    <a:pt x="1000406" y="1029966"/>
                  </a:lnTo>
                  <a:lnTo>
                    <a:pt x="997233" y="1023159"/>
                  </a:lnTo>
                  <a:lnTo>
                    <a:pt x="994061" y="1016578"/>
                  </a:lnTo>
                  <a:lnTo>
                    <a:pt x="990435" y="1009997"/>
                  </a:lnTo>
                  <a:lnTo>
                    <a:pt x="986583" y="1003871"/>
                  </a:lnTo>
                  <a:lnTo>
                    <a:pt x="982504" y="997971"/>
                  </a:lnTo>
                  <a:lnTo>
                    <a:pt x="977971" y="992298"/>
                  </a:lnTo>
                  <a:lnTo>
                    <a:pt x="973439" y="986852"/>
                  </a:lnTo>
                  <a:lnTo>
                    <a:pt x="968454" y="981406"/>
                  </a:lnTo>
                  <a:lnTo>
                    <a:pt x="963241" y="976414"/>
                  </a:lnTo>
                  <a:lnTo>
                    <a:pt x="957576" y="971422"/>
                  </a:lnTo>
                  <a:lnTo>
                    <a:pt x="951458" y="966657"/>
                  </a:lnTo>
                  <a:lnTo>
                    <a:pt x="945112" y="962345"/>
                  </a:lnTo>
                  <a:lnTo>
                    <a:pt x="938087" y="958261"/>
                  </a:lnTo>
                  <a:lnTo>
                    <a:pt x="931063" y="954403"/>
                  </a:lnTo>
                  <a:lnTo>
                    <a:pt x="923131" y="960076"/>
                  </a:lnTo>
                  <a:lnTo>
                    <a:pt x="915426" y="965295"/>
                  </a:lnTo>
                  <a:lnTo>
                    <a:pt x="907268" y="970287"/>
                  </a:lnTo>
                  <a:lnTo>
                    <a:pt x="899563" y="975052"/>
                  </a:lnTo>
                  <a:lnTo>
                    <a:pt x="891632" y="979818"/>
                  </a:lnTo>
                  <a:lnTo>
                    <a:pt x="883701" y="984129"/>
                  </a:lnTo>
                  <a:lnTo>
                    <a:pt x="875996" y="988213"/>
                  </a:lnTo>
                  <a:lnTo>
                    <a:pt x="868291" y="992298"/>
                  </a:lnTo>
                  <a:lnTo>
                    <a:pt x="860359" y="995929"/>
                  </a:lnTo>
                  <a:lnTo>
                    <a:pt x="852655" y="999559"/>
                  </a:lnTo>
                  <a:lnTo>
                    <a:pt x="844950" y="1002509"/>
                  </a:lnTo>
                  <a:lnTo>
                    <a:pt x="837018" y="1005686"/>
                  </a:lnTo>
                  <a:lnTo>
                    <a:pt x="829314" y="1008636"/>
                  </a:lnTo>
                  <a:lnTo>
                    <a:pt x="821835" y="1011359"/>
                  </a:lnTo>
                  <a:lnTo>
                    <a:pt x="814357" y="1013628"/>
                  </a:lnTo>
                  <a:lnTo>
                    <a:pt x="806879" y="1016124"/>
                  </a:lnTo>
                  <a:lnTo>
                    <a:pt x="791696" y="1020209"/>
                  </a:lnTo>
                  <a:lnTo>
                    <a:pt x="776966" y="1023612"/>
                  </a:lnTo>
                  <a:lnTo>
                    <a:pt x="762690" y="1026335"/>
                  </a:lnTo>
                  <a:lnTo>
                    <a:pt x="748413" y="1028832"/>
                  </a:lnTo>
                  <a:lnTo>
                    <a:pt x="734590" y="1030420"/>
                  </a:lnTo>
                  <a:lnTo>
                    <a:pt x="720993" y="1031328"/>
                  </a:lnTo>
                  <a:lnTo>
                    <a:pt x="707849" y="1032235"/>
                  </a:lnTo>
                  <a:lnTo>
                    <a:pt x="694932" y="1032462"/>
                  </a:lnTo>
                  <a:lnTo>
                    <a:pt x="682469" y="1032235"/>
                  </a:lnTo>
                  <a:lnTo>
                    <a:pt x="670232" y="1031555"/>
                  </a:lnTo>
                  <a:lnTo>
                    <a:pt x="658675" y="1030874"/>
                  </a:lnTo>
                  <a:lnTo>
                    <a:pt x="647570" y="1029739"/>
                  </a:lnTo>
                  <a:lnTo>
                    <a:pt x="636920" y="1028605"/>
                  </a:lnTo>
                  <a:lnTo>
                    <a:pt x="626496" y="1027016"/>
                  </a:lnTo>
                  <a:lnTo>
                    <a:pt x="616978" y="1025201"/>
                  </a:lnTo>
                  <a:lnTo>
                    <a:pt x="607913" y="1023385"/>
                  </a:lnTo>
                  <a:lnTo>
                    <a:pt x="599302" y="1021570"/>
                  </a:lnTo>
                  <a:lnTo>
                    <a:pt x="591597" y="1019755"/>
                  </a:lnTo>
                  <a:lnTo>
                    <a:pt x="577547" y="1015897"/>
                  </a:lnTo>
                  <a:lnTo>
                    <a:pt x="566443" y="1012267"/>
                  </a:lnTo>
                  <a:lnTo>
                    <a:pt x="558059" y="1009317"/>
                  </a:lnTo>
                  <a:lnTo>
                    <a:pt x="553980" y="1017940"/>
                  </a:lnTo>
                  <a:lnTo>
                    <a:pt x="550127" y="1026789"/>
                  </a:lnTo>
                  <a:lnTo>
                    <a:pt x="546728" y="1035866"/>
                  </a:lnTo>
                  <a:lnTo>
                    <a:pt x="543782" y="1045396"/>
                  </a:lnTo>
                  <a:lnTo>
                    <a:pt x="541063" y="1055607"/>
                  </a:lnTo>
                  <a:lnTo>
                    <a:pt x="538343" y="1065591"/>
                  </a:lnTo>
                  <a:lnTo>
                    <a:pt x="536077" y="1076257"/>
                  </a:lnTo>
                  <a:lnTo>
                    <a:pt x="533811" y="1087148"/>
                  </a:lnTo>
                  <a:lnTo>
                    <a:pt x="529505" y="1110067"/>
                  </a:lnTo>
                  <a:lnTo>
                    <a:pt x="525653" y="1133893"/>
                  </a:lnTo>
                  <a:lnTo>
                    <a:pt x="521347" y="1159081"/>
                  </a:lnTo>
                  <a:lnTo>
                    <a:pt x="518628" y="1172242"/>
                  </a:lnTo>
                  <a:lnTo>
                    <a:pt x="516135" y="1185403"/>
                  </a:lnTo>
                  <a:lnTo>
                    <a:pt x="512056" y="1186311"/>
                  </a:lnTo>
                  <a:lnTo>
                    <a:pt x="507751" y="1187219"/>
                  </a:lnTo>
                  <a:lnTo>
                    <a:pt x="503672" y="1188580"/>
                  </a:lnTo>
                  <a:lnTo>
                    <a:pt x="499819" y="1189942"/>
                  </a:lnTo>
                  <a:lnTo>
                    <a:pt x="495967" y="1191530"/>
                  </a:lnTo>
                  <a:lnTo>
                    <a:pt x="492341" y="1192891"/>
                  </a:lnTo>
                  <a:lnTo>
                    <a:pt x="488715" y="1195161"/>
                  </a:lnTo>
                  <a:lnTo>
                    <a:pt x="485089" y="1196976"/>
                  </a:lnTo>
                  <a:lnTo>
                    <a:pt x="482823" y="1181546"/>
                  </a:lnTo>
                  <a:lnTo>
                    <a:pt x="481464" y="1172015"/>
                  </a:lnTo>
                  <a:lnTo>
                    <a:pt x="480331" y="1161123"/>
                  </a:lnTo>
                  <a:lnTo>
                    <a:pt x="479424" y="1148870"/>
                  </a:lnTo>
                  <a:lnTo>
                    <a:pt x="478518" y="1135935"/>
                  </a:lnTo>
                  <a:lnTo>
                    <a:pt x="478064" y="1121867"/>
                  </a:lnTo>
                  <a:lnTo>
                    <a:pt x="477838" y="1107344"/>
                  </a:lnTo>
                  <a:lnTo>
                    <a:pt x="478064" y="1092141"/>
                  </a:lnTo>
                  <a:lnTo>
                    <a:pt x="478744" y="1076030"/>
                  </a:lnTo>
                  <a:lnTo>
                    <a:pt x="480104" y="1059692"/>
                  </a:lnTo>
                  <a:lnTo>
                    <a:pt x="481237" y="1051296"/>
                  </a:lnTo>
                  <a:lnTo>
                    <a:pt x="482144" y="1043127"/>
                  </a:lnTo>
                  <a:lnTo>
                    <a:pt x="483503" y="1034504"/>
                  </a:lnTo>
                  <a:lnTo>
                    <a:pt x="484863" y="1025882"/>
                  </a:lnTo>
                  <a:lnTo>
                    <a:pt x="486676" y="1017259"/>
                  </a:lnTo>
                  <a:lnTo>
                    <a:pt x="488489" y="1008863"/>
                  </a:lnTo>
                  <a:lnTo>
                    <a:pt x="490528" y="1000240"/>
                  </a:lnTo>
                  <a:lnTo>
                    <a:pt x="492794" y="991617"/>
                  </a:lnTo>
                  <a:lnTo>
                    <a:pt x="495514" y="983221"/>
                  </a:lnTo>
                  <a:lnTo>
                    <a:pt x="498233" y="974599"/>
                  </a:lnTo>
                  <a:lnTo>
                    <a:pt x="501406" y="966203"/>
                  </a:lnTo>
                  <a:lnTo>
                    <a:pt x="504578" y="957580"/>
                  </a:lnTo>
                  <a:lnTo>
                    <a:pt x="508204" y="949411"/>
                  </a:lnTo>
                  <a:lnTo>
                    <a:pt x="512056" y="941242"/>
                  </a:lnTo>
                  <a:lnTo>
                    <a:pt x="516362" y="933073"/>
                  </a:lnTo>
                  <a:lnTo>
                    <a:pt x="520894" y="924904"/>
                  </a:lnTo>
                  <a:lnTo>
                    <a:pt x="525653" y="917189"/>
                  </a:lnTo>
                  <a:lnTo>
                    <a:pt x="530639" y="909474"/>
                  </a:lnTo>
                  <a:lnTo>
                    <a:pt x="536077" y="901985"/>
                  </a:lnTo>
                  <a:lnTo>
                    <a:pt x="541969" y="894270"/>
                  </a:lnTo>
                  <a:lnTo>
                    <a:pt x="548314" y="887009"/>
                  </a:lnTo>
                  <a:lnTo>
                    <a:pt x="554659" y="880201"/>
                  </a:lnTo>
                  <a:lnTo>
                    <a:pt x="561458" y="873394"/>
                  </a:lnTo>
                  <a:lnTo>
                    <a:pt x="568709" y="866813"/>
                  </a:lnTo>
                  <a:lnTo>
                    <a:pt x="576414" y="860460"/>
                  </a:lnTo>
                  <a:lnTo>
                    <a:pt x="584572" y="854333"/>
                  </a:lnTo>
                  <a:lnTo>
                    <a:pt x="592730" y="848433"/>
                  </a:lnTo>
                  <a:lnTo>
                    <a:pt x="601795" y="842987"/>
                  </a:lnTo>
                  <a:lnTo>
                    <a:pt x="611313" y="837541"/>
                  </a:lnTo>
                  <a:lnTo>
                    <a:pt x="620830" y="832549"/>
                  </a:lnTo>
                  <a:lnTo>
                    <a:pt x="630801" y="828011"/>
                  </a:lnTo>
                  <a:lnTo>
                    <a:pt x="641452" y="823926"/>
                  </a:lnTo>
                  <a:lnTo>
                    <a:pt x="652783" y="819615"/>
                  </a:lnTo>
                  <a:lnTo>
                    <a:pt x="664340" y="815984"/>
                  </a:lnTo>
                  <a:lnTo>
                    <a:pt x="676350" y="812807"/>
                  </a:lnTo>
                  <a:lnTo>
                    <a:pt x="689041" y="810084"/>
                  </a:lnTo>
                  <a:lnTo>
                    <a:pt x="701957" y="807815"/>
                  </a:lnTo>
                  <a:lnTo>
                    <a:pt x="715328" y="805546"/>
                  </a:lnTo>
                  <a:lnTo>
                    <a:pt x="729378" y="804184"/>
                  </a:lnTo>
                  <a:lnTo>
                    <a:pt x="744107" y="802823"/>
                  </a:lnTo>
                  <a:lnTo>
                    <a:pt x="759064" y="801915"/>
                  </a:lnTo>
                  <a:lnTo>
                    <a:pt x="774700" y="801688"/>
                  </a:lnTo>
                  <a:close/>
                  <a:moveTo>
                    <a:pt x="44000" y="736683"/>
                  </a:moveTo>
                  <a:lnTo>
                    <a:pt x="44000" y="2267412"/>
                  </a:lnTo>
                  <a:lnTo>
                    <a:pt x="2830736" y="2267412"/>
                  </a:lnTo>
                  <a:lnTo>
                    <a:pt x="2830736" y="736683"/>
                  </a:lnTo>
                  <a:lnTo>
                    <a:pt x="44000" y="736683"/>
                  </a:lnTo>
                  <a:close/>
                  <a:moveTo>
                    <a:pt x="1266245" y="538738"/>
                  </a:moveTo>
                  <a:lnTo>
                    <a:pt x="1261935" y="538964"/>
                  </a:lnTo>
                  <a:lnTo>
                    <a:pt x="1257399" y="539645"/>
                  </a:lnTo>
                  <a:lnTo>
                    <a:pt x="1253317" y="540778"/>
                  </a:lnTo>
                  <a:lnTo>
                    <a:pt x="1249234" y="542365"/>
                  </a:lnTo>
                  <a:lnTo>
                    <a:pt x="1245605" y="544179"/>
                  </a:lnTo>
                  <a:lnTo>
                    <a:pt x="1241977" y="546220"/>
                  </a:lnTo>
                  <a:lnTo>
                    <a:pt x="1238348" y="548714"/>
                  </a:lnTo>
                  <a:lnTo>
                    <a:pt x="1235172" y="551662"/>
                  </a:lnTo>
                  <a:lnTo>
                    <a:pt x="1232224" y="554836"/>
                  </a:lnTo>
                  <a:lnTo>
                    <a:pt x="1229956" y="558237"/>
                  </a:lnTo>
                  <a:lnTo>
                    <a:pt x="1227688" y="561865"/>
                  </a:lnTo>
                  <a:lnTo>
                    <a:pt x="1225874" y="565720"/>
                  </a:lnTo>
                  <a:lnTo>
                    <a:pt x="1224286" y="569574"/>
                  </a:lnTo>
                  <a:lnTo>
                    <a:pt x="1223152" y="573883"/>
                  </a:lnTo>
                  <a:lnTo>
                    <a:pt x="1222471" y="578191"/>
                  </a:lnTo>
                  <a:lnTo>
                    <a:pt x="1222471" y="582725"/>
                  </a:lnTo>
                  <a:lnTo>
                    <a:pt x="1222471" y="604719"/>
                  </a:lnTo>
                  <a:lnTo>
                    <a:pt x="1222471" y="609254"/>
                  </a:lnTo>
                  <a:lnTo>
                    <a:pt x="1223152" y="613562"/>
                  </a:lnTo>
                  <a:lnTo>
                    <a:pt x="1224286" y="617870"/>
                  </a:lnTo>
                  <a:lnTo>
                    <a:pt x="1225874" y="621725"/>
                  </a:lnTo>
                  <a:lnTo>
                    <a:pt x="1227688" y="625579"/>
                  </a:lnTo>
                  <a:lnTo>
                    <a:pt x="1229956" y="629207"/>
                  </a:lnTo>
                  <a:lnTo>
                    <a:pt x="1232224" y="632608"/>
                  </a:lnTo>
                  <a:lnTo>
                    <a:pt x="1235172" y="635556"/>
                  </a:lnTo>
                  <a:lnTo>
                    <a:pt x="1238348" y="638504"/>
                  </a:lnTo>
                  <a:lnTo>
                    <a:pt x="1241977" y="640998"/>
                  </a:lnTo>
                  <a:lnTo>
                    <a:pt x="1245605" y="643492"/>
                  </a:lnTo>
                  <a:lnTo>
                    <a:pt x="1249234" y="645306"/>
                  </a:lnTo>
                  <a:lnTo>
                    <a:pt x="1253317" y="646893"/>
                  </a:lnTo>
                  <a:lnTo>
                    <a:pt x="1257399" y="647800"/>
                  </a:lnTo>
                  <a:lnTo>
                    <a:pt x="1261935" y="648254"/>
                  </a:lnTo>
                  <a:lnTo>
                    <a:pt x="1266245" y="648707"/>
                  </a:lnTo>
                  <a:lnTo>
                    <a:pt x="1608265" y="648707"/>
                  </a:lnTo>
                  <a:lnTo>
                    <a:pt x="1613028" y="648254"/>
                  </a:lnTo>
                  <a:lnTo>
                    <a:pt x="1617337" y="647800"/>
                  </a:lnTo>
                  <a:lnTo>
                    <a:pt x="1621419" y="646893"/>
                  </a:lnTo>
                  <a:lnTo>
                    <a:pt x="1625502" y="645306"/>
                  </a:lnTo>
                  <a:lnTo>
                    <a:pt x="1629358" y="643492"/>
                  </a:lnTo>
                  <a:lnTo>
                    <a:pt x="1632986" y="640998"/>
                  </a:lnTo>
                  <a:lnTo>
                    <a:pt x="1636388" y="638504"/>
                  </a:lnTo>
                  <a:lnTo>
                    <a:pt x="1639337" y="635556"/>
                  </a:lnTo>
                  <a:lnTo>
                    <a:pt x="1642285" y="632608"/>
                  </a:lnTo>
                  <a:lnTo>
                    <a:pt x="1644780" y="629207"/>
                  </a:lnTo>
                  <a:lnTo>
                    <a:pt x="1647275" y="625579"/>
                  </a:lnTo>
                  <a:lnTo>
                    <a:pt x="1649089" y="621725"/>
                  </a:lnTo>
                  <a:lnTo>
                    <a:pt x="1650224" y="617870"/>
                  </a:lnTo>
                  <a:lnTo>
                    <a:pt x="1651584" y="613562"/>
                  </a:lnTo>
                  <a:lnTo>
                    <a:pt x="1652038" y="609254"/>
                  </a:lnTo>
                  <a:lnTo>
                    <a:pt x="1652492" y="604719"/>
                  </a:lnTo>
                  <a:lnTo>
                    <a:pt x="1652492" y="582725"/>
                  </a:lnTo>
                  <a:lnTo>
                    <a:pt x="1652038" y="578191"/>
                  </a:lnTo>
                  <a:lnTo>
                    <a:pt x="1651584" y="573883"/>
                  </a:lnTo>
                  <a:lnTo>
                    <a:pt x="1650224" y="569574"/>
                  </a:lnTo>
                  <a:lnTo>
                    <a:pt x="1649089" y="565720"/>
                  </a:lnTo>
                  <a:lnTo>
                    <a:pt x="1647275" y="561865"/>
                  </a:lnTo>
                  <a:lnTo>
                    <a:pt x="1644780" y="558237"/>
                  </a:lnTo>
                  <a:lnTo>
                    <a:pt x="1642285" y="554836"/>
                  </a:lnTo>
                  <a:lnTo>
                    <a:pt x="1639337" y="551662"/>
                  </a:lnTo>
                  <a:lnTo>
                    <a:pt x="1636388" y="548714"/>
                  </a:lnTo>
                  <a:lnTo>
                    <a:pt x="1632986" y="546220"/>
                  </a:lnTo>
                  <a:lnTo>
                    <a:pt x="1629358" y="544179"/>
                  </a:lnTo>
                  <a:lnTo>
                    <a:pt x="1625502" y="542365"/>
                  </a:lnTo>
                  <a:lnTo>
                    <a:pt x="1621419" y="540778"/>
                  </a:lnTo>
                  <a:lnTo>
                    <a:pt x="1617337" y="539645"/>
                  </a:lnTo>
                  <a:lnTo>
                    <a:pt x="1613028" y="538964"/>
                  </a:lnTo>
                  <a:lnTo>
                    <a:pt x="1608265" y="538738"/>
                  </a:lnTo>
                  <a:lnTo>
                    <a:pt x="1583997" y="538738"/>
                  </a:lnTo>
                  <a:lnTo>
                    <a:pt x="1583997" y="549848"/>
                  </a:lnTo>
                  <a:lnTo>
                    <a:pt x="1583997" y="554156"/>
                  </a:lnTo>
                  <a:lnTo>
                    <a:pt x="1583090" y="558691"/>
                  </a:lnTo>
                  <a:lnTo>
                    <a:pt x="1582182" y="562772"/>
                  </a:lnTo>
                  <a:lnTo>
                    <a:pt x="1580595" y="566627"/>
                  </a:lnTo>
                  <a:lnTo>
                    <a:pt x="1578780" y="570481"/>
                  </a:lnTo>
                  <a:lnTo>
                    <a:pt x="1576512" y="574109"/>
                  </a:lnTo>
                  <a:lnTo>
                    <a:pt x="1574017" y="577510"/>
                  </a:lnTo>
                  <a:lnTo>
                    <a:pt x="1571296" y="580685"/>
                  </a:lnTo>
                  <a:lnTo>
                    <a:pt x="1568121" y="583632"/>
                  </a:lnTo>
                  <a:lnTo>
                    <a:pt x="1564492" y="586126"/>
                  </a:lnTo>
                  <a:lnTo>
                    <a:pt x="1560863" y="588394"/>
                  </a:lnTo>
                  <a:lnTo>
                    <a:pt x="1557234" y="590208"/>
                  </a:lnTo>
                  <a:lnTo>
                    <a:pt x="1553152" y="591795"/>
                  </a:lnTo>
                  <a:lnTo>
                    <a:pt x="1548842" y="592929"/>
                  </a:lnTo>
                  <a:lnTo>
                    <a:pt x="1544533" y="593382"/>
                  </a:lnTo>
                  <a:lnTo>
                    <a:pt x="1539997" y="593609"/>
                  </a:lnTo>
                  <a:lnTo>
                    <a:pt x="1334739" y="593609"/>
                  </a:lnTo>
                  <a:lnTo>
                    <a:pt x="1330430" y="593382"/>
                  </a:lnTo>
                  <a:lnTo>
                    <a:pt x="1325894" y="592929"/>
                  </a:lnTo>
                  <a:lnTo>
                    <a:pt x="1321811" y="591795"/>
                  </a:lnTo>
                  <a:lnTo>
                    <a:pt x="1317729" y="590208"/>
                  </a:lnTo>
                  <a:lnTo>
                    <a:pt x="1313647" y="588394"/>
                  </a:lnTo>
                  <a:lnTo>
                    <a:pt x="1310018" y="586126"/>
                  </a:lnTo>
                  <a:lnTo>
                    <a:pt x="1306842" y="583632"/>
                  </a:lnTo>
                  <a:lnTo>
                    <a:pt x="1303667" y="580685"/>
                  </a:lnTo>
                  <a:lnTo>
                    <a:pt x="1300719" y="577510"/>
                  </a:lnTo>
                  <a:lnTo>
                    <a:pt x="1298224" y="574109"/>
                  </a:lnTo>
                  <a:lnTo>
                    <a:pt x="1296183" y="570481"/>
                  </a:lnTo>
                  <a:lnTo>
                    <a:pt x="1294368" y="566627"/>
                  </a:lnTo>
                  <a:lnTo>
                    <a:pt x="1292781" y="562772"/>
                  </a:lnTo>
                  <a:lnTo>
                    <a:pt x="1291647" y="558691"/>
                  </a:lnTo>
                  <a:lnTo>
                    <a:pt x="1290966" y="554156"/>
                  </a:lnTo>
                  <a:lnTo>
                    <a:pt x="1290739" y="549848"/>
                  </a:lnTo>
                  <a:lnTo>
                    <a:pt x="1290739" y="538738"/>
                  </a:lnTo>
                  <a:lnTo>
                    <a:pt x="1266245" y="538738"/>
                  </a:lnTo>
                  <a:close/>
                  <a:moveTo>
                    <a:pt x="1433626" y="87976"/>
                  </a:moveTo>
                  <a:lnTo>
                    <a:pt x="1429316" y="88203"/>
                  </a:lnTo>
                  <a:lnTo>
                    <a:pt x="1425688" y="88656"/>
                  </a:lnTo>
                  <a:lnTo>
                    <a:pt x="1421832" y="89336"/>
                  </a:lnTo>
                  <a:lnTo>
                    <a:pt x="1417976" y="90243"/>
                  </a:lnTo>
                  <a:lnTo>
                    <a:pt x="1414347" y="91150"/>
                  </a:lnTo>
                  <a:lnTo>
                    <a:pt x="1410718" y="92511"/>
                  </a:lnTo>
                  <a:lnTo>
                    <a:pt x="1407316" y="93871"/>
                  </a:lnTo>
                  <a:lnTo>
                    <a:pt x="1403688" y="95458"/>
                  </a:lnTo>
                  <a:lnTo>
                    <a:pt x="1400286" y="97272"/>
                  </a:lnTo>
                  <a:lnTo>
                    <a:pt x="1397337" y="99086"/>
                  </a:lnTo>
                  <a:lnTo>
                    <a:pt x="1394162" y="101127"/>
                  </a:lnTo>
                  <a:lnTo>
                    <a:pt x="1390987" y="103168"/>
                  </a:lnTo>
                  <a:lnTo>
                    <a:pt x="1388265" y="105435"/>
                  </a:lnTo>
                  <a:lnTo>
                    <a:pt x="1385316" y="107929"/>
                  </a:lnTo>
                  <a:lnTo>
                    <a:pt x="1382822" y="110423"/>
                  </a:lnTo>
                  <a:lnTo>
                    <a:pt x="1380100" y="113371"/>
                  </a:lnTo>
                  <a:lnTo>
                    <a:pt x="1377605" y="116092"/>
                  </a:lnTo>
                  <a:lnTo>
                    <a:pt x="1375110" y="119039"/>
                  </a:lnTo>
                  <a:lnTo>
                    <a:pt x="1373069" y="122214"/>
                  </a:lnTo>
                  <a:lnTo>
                    <a:pt x="1371028" y="125161"/>
                  </a:lnTo>
                  <a:lnTo>
                    <a:pt x="1369213" y="128336"/>
                  </a:lnTo>
                  <a:lnTo>
                    <a:pt x="1367399" y="131737"/>
                  </a:lnTo>
                  <a:lnTo>
                    <a:pt x="1365811" y="135138"/>
                  </a:lnTo>
                  <a:lnTo>
                    <a:pt x="1364677" y="138766"/>
                  </a:lnTo>
                  <a:lnTo>
                    <a:pt x="1363317" y="142394"/>
                  </a:lnTo>
                  <a:lnTo>
                    <a:pt x="1362183" y="146022"/>
                  </a:lnTo>
                  <a:lnTo>
                    <a:pt x="1361502" y="149650"/>
                  </a:lnTo>
                  <a:lnTo>
                    <a:pt x="1360595" y="153504"/>
                  </a:lnTo>
                  <a:lnTo>
                    <a:pt x="1360141" y="157359"/>
                  </a:lnTo>
                  <a:lnTo>
                    <a:pt x="1359914" y="161213"/>
                  </a:lnTo>
                  <a:lnTo>
                    <a:pt x="1359914" y="165295"/>
                  </a:lnTo>
                  <a:lnTo>
                    <a:pt x="1359914" y="169376"/>
                  </a:lnTo>
                  <a:lnTo>
                    <a:pt x="1360141" y="173231"/>
                  </a:lnTo>
                  <a:lnTo>
                    <a:pt x="1360595" y="177085"/>
                  </a:lnTo>
                  <a:lnTo>
                    <a:pt x="1361502" y="180940"/>
                  </a:lnTo>
                  <a:lnTo>
                    <a:pt x="1362183" y="184568"/>
                  </a:lnTo>
                  <a:lnTo>
                    <a:pt x="1363317" y="188422"/>
                  </a:lnTo>
                  <a:lnTo>
                    <a:pt x="1364677" y="192050"/>
                  </a:lnTo>
                  <a:lnTo>
                    <a:pt x="1365811" y="195451"/>
                  </a:lnTo>
                  <a:lnTo>
                    <a:pt x="1367399" y="198852"/>
                  </a:lnTo>
                  <a:lnTo>
                    <a:pt x="1369213" y="202253"/>
                  </a:lnTo>
                  <a:lnTo>
                    <a:pt x="1371028" y="205655"/>
                  </a:lnTo>
                  <a:lnTo>
                    <a:pt x="1373069" y="208602"/>
                  </a:lnTo>
                  <a:lnTo>
                    <a:pt x="1375110" y="211777"/>
                  </a:lnTo>
                  <a:lnTo>
                    <a:pt x="1377605" y="214724"/>
                  </a:lnTo>
                  <a:lnTo>
                    <a:pt x="1380100" y="217445"/>
                  </a:lnTo>
                  <a:lnTo>
                    <a:pt x="1382822" y="220166"/>
                  </a:lnTo>
                  <a:lnTo>
                    <a:pt x="1385316" y="222660"/>
                  </a:lnTo>
                  <a:lnTo>
                    <a:pt x="1388265" y="225381"/>
                  </a:lnTo>
                  <a:lnTo>
                    <a:pt x="1390987" y="227422"/>
                  </a:lnTo>
                  <a:lnTo>
                    <a:pt x="1394162" y="229689"/>
                  </a:lnTo>
                  <a:lnTo>
                    <a:pt x="1397337" y="231730"/>
                  </a:lnTo>
                  <a:lnTo>
                    <a:pt x="1400286" y="233544"/>
                  </a:lnTo>
                  <a:lnTo>
                    <a:pt x="1403688" y="235131"/>
                  </a:lnTo>
                  <a:lnTo>
                    <a:pt x="1407316" y="236718"/>
                  </a:lnTo>
                  <a:lnTo>
                    <a:pt x="1410718" y="238305"/>
                  </a:lnTo>
                  <a:lnTo>
                    <a:pt x="1414347" y="239212"/>
                  </a:lnTo>
                  <a:lnTo>
                    <a:pt x="1417976" y="240346"/>
                  </a:lnTo>
                  <a:lnTo>
                    <a:pt x="1421832" y="241253"/>
                  </a:lnTo>
                  <a:lnTo>
                    <a:pt x="1425688" y="241933"/>
                  </a:lnTo>
                  <a:lnTo>
                    <a:pt x="1429316" y="242387"/>
                  </a:lnTo>
                  <a:lnTo>
                    <a:pt x="1433626" y="242613"/>
                  </a:lnTo>
                  <a:lnTo>
                    <a:pt x="1437481" y="242840"/>
                  </a:lnTo>
                  <a:lnTo>
                    <a:pt x="1441337" y="242613"/>
                  </a:lnTo>
                  <a:lnTo>
                    <a:pt x="1445419" y="242387"/>
                  </a:lnTo>
                  <a:lnTo>
                    <a:pt x="1449275" y="241933"/>
                  </a:lnTo>
                  <a:lnTo>
                    <a:pt x="1452904" y="241253"/>
                  </a:lnTo>
                  <a:lnTo>
                    <a:pt x="1456986" y="240346"/>
                  </a:lnTo>
                  <a:lnTo>
                    <a:pt x="1460615" y="239212"/>
                  </a:lnTo>
                  <a:lnTo>
                    <a:pt x="1464244" y="238305"/>
                  </a:lnTo>
                  <a:lnTo>
                    <a:pt x="1467419" y="236718"/>
                  </a:lnTo>
                  <a:lnTo>
                    <a:pt x="1471048" y="235131"/>
                  </a:lnTo>
                  <a:lnTo>
                    <a:pt x="1474224" y="233544"/>
                  </a:lnTo>
                  <a:lnTo>
                    <a:pt x="1477626" y="231730"/>
                  </a:lnTo>
                  <a:lnTo>
                    <a:pt x="1480801" y="229689"/>
                  </a:lnTo>
                  <a:lnTo>
                    <a:pt x="1483749" y="227422"/>
                  </a:lnTo>
                  <a:lnTo>
                    <a:pt x="1486698" y="225381"/>
                  </a:lnTo>
                  <a:lnTo>
                    <a:pt x="1489646" y="222660"/>
                  </a:lnTo>
                  <a:lnTo>
                    <a:pt x="1492141" y="220166"/>
                  </a:lnTo>
                  <a:lnTo>
                    <a:pt x="1494636" y="217445"/>
                  </a:lnTo>
                  <a:lnTo>
                    <a:pt x="1497131" y="214724"/>
                  </a:lnTo>
                  <a:lnTo>
                    <a:pt x="1499399" y="211777"/>
                  </a:lnTo>
                  <a:lnTo>
                    <a:pt x="1501667" y="208602"/>
                  </a:lnTo>
                  <a:lnTo>
                    <a:pt x="1503482" y="205655"/>
                  </a:lnTo>
                  <a:lnTo>
                    <a:pt x="1505523" y="202253"/>
                  </a:lnTo>
                  <a:lnTo>
                    <a:pt x="1507110" y="198852"/>
                  </a:lnTo>
                  <a:lnTo>
                    <a:pt x="1508698" y="195451"/>
                  </a:lnTo>
                  <a:lnTo>
                    <a:pt x="1510286" y="192050"/>
                  </a:lnTo>
                  <a:lnTo>
                    <a:pt x="1511420" y="188422"/>
                  </a:lnTo>
                  <a:lnTo>
                    <a:pt x="1512327" y="184568"/>
                  </a:lnTo>
                  <a:lnTo>
                    <a:pt x="1513461" y="180940"/>
                  </a:lnTo>
                  <a:lnTo>
                    <a:pt x="1513915" y="177085"/>
                  </a:lnTo>
                  <a:lnTo>
                    <a:pt x="1514368" y="173231"/>
                  </a:lnTo>
                  <a:lnTo>
                    <a:pt x="1514595" y="169376"/>
                  </a:lnTo>
                  <a:lnTo>
                    <a:pt x="1515049" y="165295"/>
                  </a:lnTo>
                  <a:lnTo>
                    <a:pt x="1514595" y="161213"/>
                  </a:lnTo>
                  <a:lnTo>
                    <a:pt x="1514368" y="157359"/>
                  </a:lnTo>
                  <a:lnTo>
                    <a:pt x="1513915" y="153504"/>
                  </a:lnTo>
                  <a:lnTo>
                    <a:pt x="1513461" y="149650"/>
                  </a:lnTo>
                  <a:lnTo>
                    <a:pt x="1512327" y="146022"/>
                  </a:lnTo>
                  <a:lnTo>
                    <a:pt x="1511420" y="142394"/>
                  </a:lnTo>
                  <a:lnTo>
                    <a:pt x="1510286" y="138766"/>
                  </a:lnTo>
                  <a:lnTo>
                    <a:pt x="1508698" y="135138"/>
                  </a:lnTo>
                  <a:lnTo>
                    <a:pt x="1507110" y="131737"/>
                  </a:lnTo>
                  <a:lnTo>
                    <a:pt x="1505523" y="128336"/>
                  </a:lnTo>
                  <a:lnTo>
                    <a:pt x="1503482" y="125161"/>
                  </a:lnTo>
                  <a:lnTo>
                    <a:pt x="1501667" y="122214"/>
                  </a:lnTo>
                  <a:lnTo>
                    <a:pt x="1499399" y="119039"/>
                  </a:lnTo>
                  <a:lnTo>
                    <a:pt x="1497131" y="116092"/>
                  </a:lnTo>
                  <a:lnTo>
                    <a:pt x="1494636" y="113371"/>
                  </a:lnTo>
                  <a:lnTo>
                    <a:pt x="1492141" y="110423"/>
                  </a:lnTo>
                  <a:lnTo>
                    <a:pt x="1489646" y="107929"/>
                  </a:lnTo>
                  <a:lnTo>
                    <a:pt x="1486698" y="105435"/>
                  </a:lnTo>
                  <a:lnTo>
                    <a:pt x="1483749" y="103168"/>
                  </a:lnTo>
                  <a:lnTo>
                    <a:pt x="1480801" y="101127"/>
                  </a:lnTo>
                  <a:lnTo>
                    <a:pt x="1477626" y="99086"/>
                  </a:lnTo>
                  <a:lnTo>
                    <a:pt x="1474224" y="97272"/>
                  </a:lnTo>
                  <a:lnTo>
                    <a:pt x="1471048" y="95458"/>
                  </a:lnTo>
                  <a:lnTo>
                    <a:pt x="1467419" y="93871"/>
                  </a:lnTo>
                  <a:lnTo>
                    <a:pt x="1464244" y="92511"/>
                  </a:lnTo>
                  <a:lnTo>
                    <a:pt x="1460615" y="91150"/>
                  </a:lnTo>
                  <a:lnTo>
                    <a:pt x="1456986" y="90243"/>
                  </a:lnTo>
                  <a:lnTo>
                    <a:pt x="1452904" y="89336"/>
                  </a:lnTo>
                  <a:lnTo>
                    <a:pt x="1449275" y="88656"/>
                  </a:lnTo>
                  <a:lnTo>
                    <a:pt x="1445419" y="88203"/>
                  </a:lnTo>
                  <a:lnTo>
                    <a:pt x="1441337" y="87976"/>
                  </a:lnTo>
                  <a:lnTo>
                    <a:pt x="1437481" y="87976"/>
                  </a:lnTo>
                  <a:lnTo>
                    <a:pt x="1433626" y="87976"/>
                  </a:lnTo>
                  <a:close/>
                  <a:moveTo>
                    <a:pt x="1330430" y="0"/>
                  </a:moveTo>
                  <a:lnTo>
                    <a:pt x="1334739" y="0"/>
                  </a:lnTo>
                  <a:lnTo>
                    <a:pt x="1539997" y="0"/>
                  </a:lnTo>
                  <a:lnTo>
                    <a:pt x="1544533" y="0"/>
                  </a:lnTo>
                  <a:lnTo>
                    <a:pt x="1548842" y="681"/>
                  </a:lnTo>
                  <a:lnTo>
                    <a:pt x="1553152" y="1814"/>
                  </a:lnTo>
                  <a:lnTo>
                    <a:pt x="1557234" y="3401"/>
                  </a:lnTo>
                  <a:lnTo>
                    <a:pt x="1560863" y="5215"/>
                  </a:lnTo>
                  <a:lnTo>
                    <a:pt x="1564492" y="7483"/>
                  </a:lnTo>
                  <a:lnTo>
                    <a:pt x="1568121" y="9750"/>
                  </a:lnTo>
                  <a:lnTo>
                    <a:pt x="1571296" y="12698"/>
                  </a:lnTo>
                  <a:lnTo>
                    <a:pt x="1574017" y="15872"/>
                  </a:lnTo>
                  <a:lnTo>
                    <a:pt x="1576512" y="19273"/>
                  </a:lnTo>
                  <a:lnTo>
                    <a:pt x="1578780" y="22901"/>
                  </a:lnTo>
                  <a:lnTo>
                    <a:pt x="1580595" y="26756"/>
                  </a:lnTo>
                  <a:lnTo>
                    <a:pt x="1582182" y="30837"/>
                  </a:lnTo>
                  <a:lnTo>
                    <a:pt x="1583090" y="34919"/>
                  </a:lnTo>
                  <a:lnTo>
                    <a:pt x="1583997" y="39453"/>
                  </a:lnTo>
                  <a:lnTo>
                    <a:pt x="1583997" y="43761"/>
                  </a:lnTo>
                  <a:lnTo>
                    <a:pt x="1583997" y="450762"/>
                  </a:lnTo>
                  <a:lnTo>
                    <a:pt x="2742963" y="450762"/>
                  </a:lnTo>
                  <a:lnTo>
                    <a:pt x="2749768" y="450762"/>
                  </a:lnTo>
                  <a:lnTo>
                    <a:pt x="2756345" y="451442"/>
                  </a:lnTo>
                  <a:lnTo>
                    <a:pt x="2762922" y="452349"/>
                  </a:lnTo>
                  <a:lnTo>
                    <a:pt x="2769499" y="453483"/>
                  </a:lnTo>
                  <a:lnTo>
                    <a:pt x="2775623" y="455070"/>
                  </a:lnTo>
                  <a:lnTo>
                    <a:pt x="2782200" y="456884"/>
                  </a:lnTo>
                  <a:lnTo>
                    <a:pt x="2788097" y="458925"/>
                  </a:lnTo>
                  <a:lnTo>
                    <a:pt x="2793994" y="461192"/>
                  </a:lnTo>
                  <a:lnTo>
                    <a:pt x="2799891" y="463686"/>
                  </a:lnTo>
                  <a:lnTo>
                    <a:pt x="2805788" y="466634"/>
                  </a:lnTo>
                  <a:lnTo>
                    <a:pt x="2811231" y="470035"/>
                  </a:lnTo>
                  <a:lnTo>
                    <a:pt x="2816675" y="473436"/>
                  </a:lnTo>
                  <a:lnTo>
                    <a:pt x="2821664" y="477064"/>
                  </a:lnTo>
                  <a:lnTo>
                    <a:pt x="2826654" y="480919"/>
                  </a:lnTo>
                  <a:lnTo>
                    <a:pt x="2831417" y="485000"/>
                  </a:lnTo>
                  <a:lnTo>
                    <a:pt x="2835953" y="489535"/>
                  </a:lnTo>
                  <a:lnTo>
                    <a:pt x="2840489" y="494070"/>
                  </a:lnTo>
                  <a:lnTo>
                    <a:pt x="2844571" y="498831"/>
                  </a:lnTo>
                  <a:lnTo>
                    <a:pt x="2848427" y="504046"/>
                  </a:lnTo>
                  <a:lnTo>
                    <a:pt x="2852056" y="509261"/>
                  </a:lnTo>
                  <a:lnTo>
                    <a:pt x="2855685" y="514249"/>
                  </a:lnTo>
                  <a:lnTo>
                    <a:pt x="2858860" y="520145"/>
                  </a:lnTo>
                  <a:lnTo>
                    <a:pt x="2861809" y="525813"/>
                  </a:lnTo>
                  <a:lnTo>
                    <a:pt x="2864530" y="531482"/>
                  </a:lnTo>
                  <a:lnTo>
                    <a:pt x="2866798" y="537377"/>
                  </a:lnTo>
                  <a:lnTo>
                    <a:pt x="2869066" y="543726"/>
                  </a:lnTo>
                  <a:lnTo>
                    <a:pt x="2870881" y="549848"/>
                  </a:lnTo>
                  <a:lnTo>
                    <a:pt x="2872015" y="556423"/>
                  </a:lnTo>
                  <a:lnTo>
                    <a:pt x="2873375" y="562772"/>
                  </a:lnTo>
                  <a:lnTo>
                    <a:pt x="2874056" y="569348"/>
                  </a:lnTo>
                  <a:lnTo>
                    <a:pt x="2874736" y="575923"/>
                  </a:lnTo>
                  <a:lnTo>
                    <a:pt x="2874963" y="582725"/>
                  </a:lnTo>
                  <a:lnTo>
                    <a:pt x="2874963" y="2311400"/>
                  </a:lnTo>
                  <a:lnTo>
                    <a:pt x="0" y="2311400"/>
                  </a:lnTo>
                  <a:lnTo>
                    <a:pt x="0" y="582725"/>
                  </a:lnTo>
                  <a:lnTo>
                    <a:pt x="227" y="575923"/>
                  </a:lnTo>
                  <a:lnTo>
                    <a:pt x="680" y="569348"/>
                  </a:lnTo>
                  <a:lnTo>
                    <a:pt x="1588" y="562772"/>
                  </a:lnTo>
                  <a:lnTo>
                    <a:pt x="2722" y="556423"/>
                  </a:lnTo>
                  <a:lnTo>
                    <a:pt x="4082" y="549848"/>
                  </a:lnTo>
                  <a:lnTo>
                    <a:pt x="5897" y="543726"/>
                  </a:lnTo>
                  <a:lnTo>
                    <a:pt x="7938" y="537377"/>
                  </a:lnTo>
                  <a:lnTo>
                    <a:pt x="10206" y="531482"/>
                  </a:lnTo>
                  <a:lnTo>
                    <a:pt x="13154" y="525813"/>
                  </a:lnTo>
                  <a:lnTo>
                    <a:pt x="16103" y="520145"/>
                  </a:lnTo>
                  <a:lnTo>
                    <a:pt x="19051" y="514249"/>
                  </a:lnTo>
                  <a:lnTo>
                    <a:pt x="22453" y="509261"/>
                  </a:lnTo>
                  <a:lnTo>
                    <a:pt x="26309" y="504046"/>
                  </a:lnTo>
                  <a:lnTo>
                    <a:pt x="30165" y="498831"/>
                  </a:lnTo>
                  <a:lnTo>
                    <a:pt x="34474" y="494070"/>
                  </a:lnTo>
                  <a:lnTo>
                    <a:pt x="38783" y="489535"/>
                  </a:lnTo>
                  <a:lnTo>
                    <a:pt x="43319" y="485000"/>
                  </a:lnTo>
                  <a:lnTo>
                    <a:pt x="48082" y="480919"/>
                  </a:lnTo>
                  <a:lnTo>
                    <a:pt x="53072" y="477064"/>
                  </a:lnTo>
                  <a:lnTo>
                    <a:pt x="58288" y="473436"/>
                  </a:lnTo>
                  <a:lnTo>
                    <a:pt x="63732" y="470035"/>
                  </a:lnTo>
                  <a:lnTo>
                    <a:pt x="69175" y="466634"/>
                  </a:lnTo>
                  <a:lnTo>
                    <a:pt x="74845" y="463686"/>
                  </a:lnTo>
                  <a:lnTo>
                    <a:pt x="80742" y="461192"/>
                  </a:lnTo>
                  <a:lnTo>
                    <a:pt x="86866" y="458925"/>
                  </a:lnTo>
                  <a:lnTo>
                    <a:pt x="92763" y="456884"/>
                  </a:lnTo>
                  <a:lnTo>
                    <a:pt x="99340" y="455070"/>
                  </a:lnTo>
                  <a:lnTo>
                    <a:pt x="105464" y="453483"/>
                  </a:lnTo>
                  <a:lnTo>
                    <a:pt x="112041" y="452349"/>
                  </a:lnTo>
                  <a:lnTo>
                    <a:pt x="118618" y="451442"/>
                  </a:lnTo>
                  <a:lnTo>
                    <a:pt x="125195" y="450762"/>
                  </a:lnTo>
                  <a:lnTo>
                    <a:pt x="132000" y="450762"/>
                  </a:lnTo>
                  <a:lnTo>
                    <a:pt x="1290739" y="450762"/>
                  </a:lnTo>
                  <a:lnTo>
                    <a:pt x="1290739" y="43761"/>
                  </a:lnTo>
                  <a:lnTo>
                    <a:pt x="1290966" y="39453"/>
                  </a:lnTo>
                  <a:lnTo>
                    <a:pt x="1291647" y="34919"/>
                  </a:lnTo>
                  <a:lnTo>
                    <a:pt x="1292781" y="30837"/>
                  </a:lnTo>
                  <a:lnTo>
                    <a:pt x="1294368" y="26756"/>
                  </a:lnTo>
                  <a:lnTo>
                    <a:pt x="1296183" y="22901"/>
                  </a:lnTo>
                  <a:lnTo>
                    <a:pt x="1298224" y="19273"/>
                  </a:lnTo>
                  <a:lnTo>
                    <a:pt x="1300719" y="15872"/>
                  </a:lnTo>
                  <a:lnTo>
                    <a:pt x="1303667" y="12698"/>
                  </a:lnTo>
                  <a:lnTo>
                    <a:pt x="1306842" y="9750"/>
                  </a:lnTo>
                  <a:lnTo>
                    <a:pt x="1310018" y="7483"/>
                  </a:lnTo>
                  <a:lnTo>
                    <a:pt x="1313647" y="5215"/>
                  </a:lnTo>
                  <a:lnTo>
                    <a:pt x="1317729" y="3401"/>
                  </a:lnTo>
                  <a:lnTo>
                    <a:pt x="1321811" y="1814"/>
                  </a:lnTo>
                  <a:lnTo>
                    <a:pt x="1325894" y="681"/>
                  </a:lnTo>
                  <a:lnTo>
                    <a:pt x="1330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3" name="文本框 10"/>
          <p:cNvSpPr txBox="1">
            <a:spLocks noChangeArrowheads="1"/>
          </p:cNvSpPr>
          <p:nvPr/>
        </p:nvSpPr>
        <p:spPr bwMode="auto">
          <a:xfrm>
            <a:off x="3173413" y="5661025"/>
            <a:ext cx="26606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itchFamily="2" charset="-122"/>
              </a:rPr>
              <a:t>开发和设计数据库</a:t>
            </a:r>
          </a:p>
        </p:txBody>
      </p:sp>
      <p:sp>
        <p:nvSpPr>
          <p:cNvPr id="10255" name="标题 1"/>
          <p:cNvSpPr txBox="1">
            <a:spLocks/>
          </p:cNvSpPr>
          <p:nvPr/>
        </p:nvSpPr>
        <p:spPr bwMode="auto">
          <a:xfrm>
            <a:off x="571500" y="214313"/>
            <a:ext cx="800100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sz="3800" b="1">
                <a:solidFill>
                  <a:schemeClr val="tx2"/>
                </a:solidFill>
              </a:rPr>
              <a:t>学完数据库达到什么目标？</a:t>
            </a:r>
          </a:p>
        </p:txBody>
      </p:sp>
      <p:sp>
        <p:nvSpPr>
          <p:cNvPr id="26" name="KSO_Shape"/>
          <p:cNvSpPr>
            <a:spLocks/>
          </p:cNvSpPr>
          <p:nvPr/>
        </p:nvSpPr>
        <p:spPr bwMode="auto">
          <a:xfrm>
            <a:off x="4845050" y="2501900"/>
            <a:ext cx="414338" cy="307975"/>
          </a:xfrm>
          <a:custGeom>
            <a:avLst/>
            <a:gdLst>
              <a:gd name="T0" fmla="*/ 2147483646 w 257"/>
              <a:gd name="T1" fmla="*/ 2147483646 h 191"/>
              <a:gd name="T2" fmla="*/ 2147483646 w 257"/>
              <a:gd name="T3" fmla="*/ 2147483646 h 191"/>
              <a:gd name="T4" fmla="*/ 2147483646 w 257"/>
              <a:gd name="T5" fmla="*/ 2147483646 h 191"/>
              <a:gd name="T6" fmla="*/ 2147483646 w 257"/>
              <a:gd name="T7" fmla="*/ 2147483646 h 191"/>
              <a:gd name="T8" fmla="*/ 2147483646 w 257"/>
              <a:gd name="T9" fmla="*/ 2147483646 h 191"/>
              <a:gd name="T10" fmla="*/ 2147483646 w 257"/>
              <a:gd name="T11" fmla="*/ 2147483646 h 191"/>
              <a:gd name="T12" fmla="*/ 2147483646 w 257"/>
              <a:gd name="T13" fmla="*/ 2147483646 h 191"/>
              <a:gd name="T14" fmla="*/ 2147483646 w 257"/>
              <a:gd name="T15" fmla="*/ 2147483646 h 191"/>
              <a:gd name="T16" fmla="*/ 2147483646 w 257"/>
              <a:gd name="T17" fmla="*/ 2147483646 h 191"/>
              <a:gd name="T18" fmla="*/ 2147483646 w 257"/>
              <a:gd name="T19" fmla="*/ 2147483646 h 191"/>
              <a:gd name="T20" fmla="*/ 2147483646 w 257"/>
              <a:gd name="T21" fmla="*/ 2147483646 h 191"/>
              <a:gd name="T22" fmla="*/ 2147483646 w 257"/>
              <a:gd name="T23" fmla="*/ 2147483646 h 191"/>
              <a:gd name="T24" fmla="*/ 2147483646 w 257"/>
              <a:gd name="T25" fmla="*/ 2147483646 h 191"/>
              <a:gd name="T26" fmla="*/ 2147483646 w 257"/>
              <a:gd name="T27" fmla="*/ 2147483646 h 191"/>
              <a:gd name="T28" fmla="*/ 2147483646 w 257"/>
              <a:gd name="T29" fmla="*/ 2147483646 h 191"/>
              <a:gd name="T30" fmla="*/ 2147483646 w 257"/>
              <a:gd name="T31" fmla="*/ 2147483646 h 191"/>
              <a:gd name="T32" fmla="*/ 2147483646 w 257"/>
              <a:gd name="T33" fmla="*/ 2147483646 h 191"/>
              <a:gd name="T34" fmla="*/ 2147483646 w 257"/>
              <a:gd name="T35" fmla="*/ 2147483646 h 191"/>
              <a:gd name="T36" fmla="*/ 2147483646 w 257"/>
              <a:gd name="T37" fmla="*/ 2147483646 h 191"/>
              <a:gd name="T38" fmla="*/ 2147483646 w 257"/>
              <a:gd name="T39" fmla="*/ 2147483646 h 191"/>
              <a:gd name="T40" fmla="*/ 2147483646 w 257"/>
              <a:gd name="T41" fmla="*/ 2147483646 h 191"/>
              <a:gd name="T42" fmla="*/ 2147483646 w 257"/>
              <a:gd name="T43" fmla="*/ 2147483646 h 191"/>
              <a:gd name="T44" fmla="*/ 2147483646 w 257"/>
              <a:gd name="T45" fmla="*/ 2147483646 h 191"/>
              <a:gd name="T46" fmla="*/ 2147483646 w 257"/>
              <a:gd name="T47" fmla="*/ 2147483646 h 191"/>
              <a:gd name="T48" fmla="*/ 2147483646 w 257"/>
              <a:gd name="T49" fmla="*/ 2147483646 h 191"/>
              <a:gd name="T50" fmla="*/ 2147483646 w 257"/>
              <a:gd name="T51" fmla="*/ 2147483646 h 191"/>
              <a:gd name="T52" fmla="*/ 2147483646 w 257"/>
              <a:gd name="T53" fmla="*/ 2147483646 h 191"/>
              <a:gd name="T54" fmla="*/ 2147483646 w 257"/>
              <a:gd name="T55" fmla="*/ 2147483646 h 191"/>
              <a:gd name="T56" fmla="*/ 2147483646 w 257"/>
              <a:gd name="T57" fmla="*/ 2147483646 h 191"/>
              <a:gd name="T58" fmla="*/ 2147483646 w 257"/>
              <a:gd name="T59" fmla="*/ 2147483646 h 191"/>
              <a:gd name="T60" fmla="*/ 2147483646 w 257"/>
              <a:gd name="T61" fmla="*/ 2147483646 h 191"/>
              <a:gd name="T62" fmla="*/ 2147483646 w 257"/>
              <a:gd name="T63" fmla="*/ 2147483646 h 191"/>
              <a:gd name="T64" fmla="*/ 2147483646 w 257"/>
              <a:gd name="T65" fmla="*/ 2147483646 h 191"/>
              <a:gd name="T66" fmla="*/ 2147483646 w 257"/>
              <a:gd name="T67" fmla="*/ 2147483646 h 191"/>
              <a:gd name="T68" fmla="*/ 2147483646 w 257"/>
              <a:gd name="T69" fmla="*/ 2147483646 h 191"/>
              <a:gd name="T70" fmla="*/ 2147483646 w 257"/>
              <a:gd name="T71" fmla="*/ 2147483646 h 191"/>
              <a:gd name="T72" fmla="*/ 2147483646 w 257"/>
              <a:gd name="T73" fmla="*/ 2147483646 h 191"/>
              <a:gd name="T74" fmla="*/ 2147483646 w 257"/>
              <a:gd name="T75" fmla="*/ 2147483646 h 191"/>
              <a:gd name="T76" fmla="*/ 2147483646 w 257"/>
              <a:gd name="T77" fmla="*/ 2147483646 h 191"/>
              <a:gd name="T78" fmla="*/ 2147483646 w 257"/>
              <a:gd name="T79" fmla="*/ 2147483646 h 191"/>
              <a:gd name="T80" fmla="*/ 2147483646 w 257"/>
              <a:gd name="T81" fmla="*/ 2147483646 h 191"/>
              <a:gd name="T82" fmla="*/ 2147483646 w 257"/>
              <a:gd name="T83" fmla="*/ 2147483646 h 191"/>
              <a:gd name="T84" fmla="*/ 2147483646 w 257"/>
              <a:gd name="T85" fmla="*/ 2147483646 h 191"/>
              <a:gd name="T86" fmla="*/ 2147483646 w 257"/>
              <a:gd name="T87" fmla="*/ 2147483646 h 191"/>
              <a:gd name="T88" fmla="*/ 2147483646 w 257"/>
              <a:gd name="T89" fmla="*/ 2147483646 h 191"/>
              <a:gd name="T90" fmla="*/ 2147483646 w 257"/>
              <a:gd name="T91" fmla="*/ 2147483646 h 191"/>
              <a:gd name="T92" fmla="*/ 2147483646 w 257"/>
              <a:gd name="T93" fmla="*/ 2147483646 h 191"/>
              <a:gd name="T94" fmla="*/ 2147483646 w 257"/>
              <a:gd name="T95" fmla="*/ 2147483646 h 191"/>
              <a:gd name="T96" fmla="*/ 2147483646 w 257"/>
              <a:gd name="T97" fmla="*/ 2147483646 h 191"/>
              <a:gd name="T98" fmla="*/ 2147483646 w 257"/>
              <a:gd name="T99" fmla="*/ 2147483646 h 191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7" h="191">
                <a:moveTo>
                  <a:pt x="33" y="125"/>
                </a:moveTo>
                <a:cubicBezTo>
                  <a:pt x="55" y="125"/>
                  <a:pt x="55" y="125"/>
                  <a:pt x="55" y="125"/>
                </a:cubicBezTo>
                <a:cubicBezTo>
                  <a:pt x="55" y="122"/>
                  <a:pt x="55" y="122"/>
                  <a:pt x="55" y="122"/>
                </a:cubicBezTo>
                <a:cubicBezTo>
                  <a:pt x="45" y="122"/>
                  <a:pt x="45" y="122"/>
                  <a:pt x="45" y="122"/>
                </a:cubicBezTo>
                <a:cubicBezTo>
                  <a:pt x="41" y="122"/>
                  <a:pt x="37" y="120"/>
                  <a:pt x="34" y="118"/>
                </a:cubicBezTo>
                <a:cubicBezTo>
                  <a:pt x="32" y="115"/>
                  <a:pt x="30" y="111"/>
                  <a:pt x="30" y="107"/>
                </a:cubicBezTo>
                <a:cubicBezTo>
                  <a:pt x="30" y="15"/>
                  <a:pt x="30" y="15"/>
                  <a:pt x="30" y="15"/>
                </a:cubicBezTo>
                <a:cubicBezTo>
                  <a:pt x="30" y="11"/>
                  <a:pt x="32" y="7"/>
                  <a:pt x="34" y="5"/>
                </a:cubicBezTo>
                <a:cubicBezTo>
                  <a:pt x="34" y="5"/>
                  <a:pt x="34" y="5"/>
                  <a:pt x="34" y="5"/>
                </a:cubicBezTo>
                <a:cubicBezTo>
                  <a:pt x="37" y="2"/>
                  <a:pt x="41" y="0"/>
                  <a:pt x="45" y="0"/>
                </a:cubicBezTo>
                <a:cubicBezTo>
                  <a:pt x="209" y="0"/>
                  <a:pt x="209" y="0"/>
                  <a:pt x="209" y="0"/>
                </a:cubicBezTo>
                <a:cubicBezTo>
                  <a:pt x="213" y="0"/>
                  <a:pt x="217" y="2"/>
                  <a:pt x="220" y="5"/>
                </a:cubicBezTo>
                <a:cubicBezTo>
                  <a:pt x="220" y="5"/>
                  <a:pt x="220" y="5"/>
                  <a:pt x="220" y="5"/>
                </a:cubicBezTo>
                <a:cubicBezTo>
                  <a:pt x="222" y="7"/>
                  <a:pt x="224" y="11"/>
                  <a:pt x="224" y="15"/>
                </a:cubicBezTo>
                <a:cubicBezTo>
                  <a:pt x="224" y="107"/>
                  <a:pt x="224" y="107"/>
                  <a:pt x="224" y="107"/>
                </a:cubicBezTo>
                <a:cubicBezTo>
                  <a:pt x="224" y="111"/>
                  <a:pt x="222" y="115"/>
                  <a:pt x="220" y="118"/>
                </a:cubicBezTo>
                <a:cubicBezTo>
                  <a:pt x="217" y="120"/>
                  <a:pt x="213" y="122"/>
                  <a:pt x="209" y="122"/>
                </a:cubicBezTo>
                <a:cubicBezTo>
                  <a:pt x="198" y="122"/>
                  <a:pt x="198" y="122"/>
                  <a:pt x="198" y="122"/>
                </a:cubicBezTo>
                <a:cubicBezTo>
                  <a:pt x="198" y="125"/>
                  <a:pt x="198" y="125"/>
                  <a:pt x="198" y="125"/>
                </a:cubicBezTo>
                <a:cubicBezTo>
                  <a:pt x="221" y="125"/>
                  <a:pt x="221" y="125"/>
                  <a:pt x="221" y="125"/>
                </a:cubicBezTo>
                <a:cubicBezTo>
                  <a:pt x="257" y="173"/>
                  <a:pt x="257" y="173"/>
                  <a:pt x="257" y="173"/>
                </a:cubicBezTo>
                <a:cubicBezTo>
                  <a:pt x="256" y="173"/>
                  <a:pt x="256" y="173"/>
                  <a:pt x="256" y="173"/>
                </a:cubicBezTo>
                <a:cubicBezTo>
                  <a:pt x="248" y="191"/>
                  <a:pt x="248" y="191"/>
                  <a:pt x="248" y="191"/>
                </a:cubicBezTo>
                <a:cubicBezTo>
                  <a:pt x="9" y="191"/>
                  <a:pt x="9" y="191"/>
                  <a:pt x="9" y="191"/>
                </a:cubicBezTo>
                <a:cubicBezTo>
                  <a:pt x="0" y="173"/>
                  <a:pt x="0" y="173"/>
                  <a:pt x="0" y="173"/>
                </a:cubicBezTo>
                <a:cubicBezTo>
                  <a:pt x="33" y="125"/>
                  <a:pt x="33" y="125"/>
                  <a:pt x="33" y="125"/>
                </a:cubicBezTo>
                <a:close/>
                <a:moveTo>
                  <a:pt x="77" y="125"/>
                </a:moveTo>
                <a:cubicBezTo>
                  <a:pt x="176" y="125"/>
                  <a:pt x="176" y="125"/>
                  <a:pt x="176" y="125"/>
                </a:cubicBezTo>
                <a:cubicBezTo>
                  <a:pt x="176" y="122"/>
                  <a:pt x="176" y="122"/>
                  <a:pt x="176" y="122"/>
                </a:cubicBezTo>
                <a:cubicBezTo>
                  <a:pt x="77" y="122"/>
                  <a:pt x="77" y="122"/>
                  <a:pt x="77" y="122"/>
                </a:cubicBezTo>
                <a:cubicBezTo>
                  <a:pt x="77" y="125"/>
                  <a:pt x="77" y="125"/>
                  <a:pt x="77" y="125"/>
                </a:cubicBezTo>
                <a:close/>
                <a:moveTo>
                  <a:pt x="209" y="15"/>
                </a:move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209" y="107"/>
                  <a:pt x="209" y="107"/>
                  <a:pt x="209" y="107"/>
                </a:cubicBezTo>
                <a:cubicBezTo>
                  <a:pt x="209" y="107"/>
                  <a:pt x="209" y="107"/>
                  <a:pt x="209" y="107"/>
                </a:cubicBezTo>
                <a:cubicBezTo>
                  <a:pt x="209" y="107"/>
                  <a:pt x="210" y="107"/>
                  <a:pt x="210" y="107"/>
                </a:cubicBezTo>
                <a:cubicBezTo>
                  <a:pt x="210" y="15"/>
                  <a:pt x="210" y="15"/>
                  <a:pt x="210" y="15"/>
                </a:cubicBezTo>
                <a:cubicBezTo>
                  <a:pt x="210" y="15"/>
                  <a:pt x="210" y="15"/>
                  <a:pt x="209" y="15"/>
                </a:cubicBezTo>
                <a:cubicBezTo>
                  <a:pt x="209" y="15"/>
                  <a:pt x="209" y="15"/>
                  <a:pt x="209" y="15"/>
                </a:cubicBezTo>
                <a:cubicBezTo>
                  <a:pt x="209" y="15"/>
                  <a:pt x="209" y="15"/>
                  <a:pt x="209" y="15"/>
                </a:cubicBezTo>
                <a:close/>
                <a:moveTo>
                  <a:pt x="39" y="155"/>
                </a:moveTo>
                <a:cubicBezTo>
                  <a:pt x="37" y="158"/>
                  <a:pt x="35" y="160"/>
                  <a:pt x="34" y="163"/>
                </a:cubicBezTo>
                <a:cubicBezTo>
                  <a:pt x="42" y="163"/>
                  <a:pt x="51" y="163"/>
                  <a:pt x="60" y="163"/>
                </a:cubicBezTo>
                <a:cubicBezTo>
                  <a:pt x="61" y="160"/>
                  <a:pt x="62" y="158"/>
                  <a:pt x="63" y="155"/>
                </a:cubicBezTo>
                <a:cubicBezTo>
                  <a:pt x="55" y="155"/>
                  <a:pt x="47" y="155"/>
                  <a:pt x="39" y="155"/>
                </a:cubicBezTo>
                <a:close/>
                <a:moveTo>
                  <a:pt x="51" y="135"/>
                </a:moveTo>
                <a:cubicBezTo>
                  <a:pt x="50" y="137"/>
                  <a:pt x="49" y="139"/>
                  <a:pt x="48" y="141"/>
                </a:cubicBezTo>
                <a:cubicBezTo>
                  <a:pt x="57" y="141"/>
                  <a:pt x="66" y="141"/>
                  <a:pt x="75" y="141"/>
                </a:cubicBezTo>
                <a:cubicBezTo>
                  <a:pt x="76" y="139"/>
                  <a:pt x="77" y="137"/>
                  <a:pt x="78" y="135"/>
                </a:cubicBezTo>
                <a:cubicBezTo>
                  <a:pt x="69" y="135"/>
                  <a:pt x="60" y="135"/>
                  <a:pt x="51" y="135"/>
                </a:cubicBezTo>
                <a:close/>
                <a:moveTo>
                  <a:pt x="192" y="135"/>
                </a:moveTo>
                <a:cubicBezTo>
                  <a:pt x="193" y="137"/>
                  <a:pt x="194" y="139"/>
                  <a:pt x="195" y="141"/>
                </a:cubicBezTo>
                <a:cubicBezTo>
                  <a:pt x="201" y="141"/>
                  <a:pt x="207" y="141"/>
                  <a:pt x="213" y="141"/>
                </a:cubicBezTo>
                <a:cubicBezTo>
                  <a:pt x="212" y="139"/>
                  <a:pt x="210" y="137"/>
                  <a:pt x="209" y="135"/>
                </a:cubicBezTo>
                <a:cubicBezTo>
                  <a:pt x="204" y="135"/>
                  <a:pt x="198" y="135"/>
                  <a:pt x="192" y="135"/>
                </a:cubicBezTo>
                <a:close/>
                <a:moveTo>
                  <a:pt x="171" y="135"/>
                </a:moveTo>
                <a:cubicBezTo>
                  <a:pt x="171" y="137"/>
                  <a:pt x="172" y="139"/>
                  <a:pt x="173" y="141"/>
                </a:cubicBezTo>
                <a:cubicBezTo>
                  <a:pt x="179" y="141"/>
                  <a:pt x="184" y="141"/>
                  <a:pt x="190" y="141"/>
                </a:cubicBezTo>
                <a:cubicBezTo>
                  <a:pt x="189" y="139"/>
                  <a:pt x="188" y="137"/>
                  <a:pt x="187" y="135"/>
                </a:cubicBezTo>
                <a:cubicBezTo>
                  <a:pt x="182" y="135"/>
                  <a:pt x="176" y="135"/>
                  <a:pt x="171" y="135"/>
                </a:cubicBezTo>
                <a:close/>
                <a:moveTo>
                  <a:pt x="149" y="135"/>
                </a:moveTo>
                <a:cubicBezTo>
                  <a:pt x="149" y="137"/>
                  <a:pt x="149" y="139"/>
                  <a:pt x="150" y="141"/>
                </a:cubicBezTo>
                <a:cubicBezTo>
                  <a:pt x="155" y="141"/>
                  <a:pt x="161" y="141"/>
                  <a:pt x="167" y="141"/>
                </a:cubicBezTo>
                <a:cubicBezTo>
                  <a:pt x="167" y="139"/>
                  <a:pt x="166" y="137"/>
                  <a:pt x="165" y="135"/>
                </a:cubicBezTo>
                <a:cubicBezTo>
                  <a:pt x="160" y="135"/>
                  <a:pt x="154" y="135"/>
                  <a:pt x="149" y="135"/>
                </a:cubicBezTo>
                <a:close/>
                <a:moveTo>
                  <a:pt x="127" y="135"/>
                </a:moveTo>
                <a:cubicBezTo>
                  <a:pt x="127" y="137"/>
                  <a:pt x="127" y="139"/>
                  <a:pt x="127" y="141"/>
                </a:cubicBezTo>
                <a:cubicBezTo>
                  <a:pt x="133" y="141"/>
                  <a:pt x="139" y="141"/>
                  <a:pt x="144" y="141"/>
                </a:cubicBezTo>
                <a:cubicBezTo>
                  <a:pt x="144" y="139"/>
                  <a:pt x="144" y="137"/>
                  <a:pt x="144" y="135"/>
                </a:cubicBezTo>
                <a:cubicBezTo>
                  <a:pt x="138" y="135"/>
                  <a:pt x="133" y="135"/>
                  <a:pt x="127" y="135"/>
                </a:cubicBezTo>
                <a:close/>
                <a:moveTo>
                  <a:pt x="105" y="135"/>
                </a:moveTo>
                <a:cubicBezTo>
                  <a:pt x="105" y="137"/>
                  <a:pt x="104" y="139"/>
                  <a:pt x="104" y="141"/>
                </a:cubicBezTo>
                <a:cubicBezTo>
                  <a:pt x="110" y="141"/>
                  <a:pt x="115" y="141"/>
                  <a:pt x="121" y="141"/>
                </a:cubicBezTo>
                <a:cubicBezTo>
                  <a:pt x="121" y="139"/>
                  <a:pt x="122" y="137"/>
                  <a:pt x="122" y="135"/>
                </a:cubicBezTo>
                <a:cubicBezTo>
                  <a:pt x="116" y="135"/>
                  <a:pt x="111" y="135"/>
                  <a:pt x="105" y="135"/>
                </a:cubicBezTo>
                <a:close/>
                <a:moveTo>
                  <a:pt x="83" y="135"/>
                </a:moveTo>
                <a:cubicBezTo>
                  <a:pt x="83" y="137"/>
                  <a:pt x="82" y="139"/>
                  <a:pt x="81" y="141"/>
                </a:cubicBezTo>
                <a:cubicBezTo>
                  <a:pt x="87" y="141"/>
                  <a:pt x="93" y="141"/>
                  <a:pt x="99" y="141"/>
                </a:cubicBezTo>
                <a:cubicBezTo>
                  <a:pt x="99" y="139"/>
                  <a:pt x="100" y="137"/>
                  <a:pt x="100" y="135"/>
                </a:cubicBezTo>
                <a:cubicBezTo>
                  <a:pt x="94" y="135"/>
                  <a:pt x="89" y="135"/>
                  <a:pt x="83" y="135"/>
                </a:cubicBezTo>
                <a:close/>
                <a:moveTo>
                  <a:pt x="187" y="144"/>
                </a:moveTo>
                <a:cubicBezTo>
                  <a:pt x="188" y="146"/>
                  <a:pt x="189" y="149"/>
                  <a:pt x="190" y="151"/>
                </a:cubicBezTo>
                <a:cubicBezTo>
                  <a:pt x="200" y="151"/>
                  <a:pt x="209" y="151"/>
                  <a:pt x="219" y="151"/>
                </a:cubicBezTo>
                <a:cubicBezTo>
                  <a:pt x="218" y="149"/>
                  <a:pt x="216" y="146"/>
                  <a:pt x="215" y="144"/>
                </a:cubicBezTo>
                <a:cubicBezTo>
                  <a:pt x="205" y="144"/>
                  <a:pt x="196" y="144"/>
                  <a:pt x="187" y="144"/>
                </a:cubicBezTo>
                <a:close/>
                <a:moveTo>
                  <a:pt x="163" y="144"/>
                </a:moveTo>
                <a:cubicBezTo>
                  <a:pt x="163" y="146"/>
                  <a:pt x="164" y="149"/>
                  <a:pt x="165" y="151"/>
                </a:cubicBezTo>
                <a:cubicBezTo>
                  <a:pt x="171" y="151"/>
                  <a:pt x="177" y="151"/>
                  <a:pt x="183" y="151"/>
                </a:cubicBezTo>
                <a:cubicBezTo>
                  <a:pt x="183" y="149"/>
                  <a:pt x="182" y="146"/>
                  <a:pt x="181" y="144"/>
                </a:cubicBezTo>
                <a:cubicBezTo>
                  <a:pt x="175" y="144"/>
                  <a:pt x="169" y="144"/>
                  <a:pt x="163" y="144"/>
                </a:cubicBezTo>
                <a:close/>
                <a:moveTo>
                  <a:pt x="139" y="144"/>
                </a:moveTo>
                <a:cubicBezTo>
                  <a:pt x="140" y="146"/>
                  <a:pt x="140" y="149"/>
                  <a:pt x="140" y="151"/>
                </a:cubicBezTo>
                <a:cubicBezTo>
                  <a:pt x="146" y="151"/>
                  <a:pt x="153" y="151"/>
                  <a:pt x="159" y="151"/>
                </a:cubicBezTo>
                <a:cubicBezTo>
                  <a:pt x="158" y="149"/>
                  <a:pt x="158" y="146"/>
                  <a:pt x="157" y="144"/>
                </a:cubicBezTo>
                <a:cubicBezTo>
                  <a:pt x="151" y="144"/>
                  <a:pt x="145" y="144"/>
                  <a:pt x="139" y="144"/>
                </a:cubicBezTo>
                <a:close/>
                <a:moveTo>
                  <a:pt x="116" y="144"/>
                </a:moveTo>
                <a:cubicBezTo>
                  <a:pt x="116" y="146"/>
                  <a:pt x="115" y="149"/>
                  <a:pt x="115" y="151"/>
                </a:cubicBezTo>
                <a:cubicBezTo>
                  <a:pt x="121" y="151"/>
                  <a:pt x="128" y="151"/>
                  <a:pt x="134" y="151"/>
                </a:cubicBezTo>
                <a:cubicBezTo>
                  <a:pt x="134" y="149"/>
                  <a:pt x="134" y="146"/>
                  <a:pt x="134" y="144"/>
                </a:cubicBezTo>
                <a:cubicBezTo>
                  <a:pt x="128" y="144"/>
                  <a:pt x="122" y="144"/>
                  <a:pt x="116" y="144"/>
                </a:cubicBezTo>
                <a:close/>
                <a:moveTo>
                  <a:pt x="92" y="144"/>
                </a:moveTo>
                <a:cubicBezTo>
                  <a:pt x="92" y="146"/>
                  <a:pt x="91" y="149"/>
                  <a:pt x="91" y="151"/>
                </a:cubicBezTo>
                <a:cubicBezTo>
                  <a:pt x="97" y="151"/>
                  <a:pt x="103" y="151"/>
                  <a:pt x="109" y="151"/>
                </a:cubicBezTo>
                <a:cubicBezTo>
                  <a:pt x="110" y="149"/>
                  <a:pt x="110" y="146"/>
                  <a:pt x="110" y="144"/>
                </a:cubicBezTo>
                <a:cubicBezTo>
                  <a:pt x="104" y="144"/>
                  <a:pt x="98" y="144"/>
                  <a:pt x="92" y="144"/>
                </a:cubicBezTo>
                <a:close/>
                <a:moveTo>
                  <a:pt x="69" y="144"/>
                </a:moveTo>
                <a:cubicBezTo>
                  <a:pt x="68" y="146"/>
                  <a:pt x="67" y="149"/>
                  <a:pt x="66" y="151"/>
                </a:cubicBezTo>
                <a:cubicBezTo>
                  <a:pt x="72" y="151"/>
                  <a:pt x="78" y="151"/>
                  <a:pt x="84" y="151"/>
                </a:cubicBezTo>
                <a:cubicBezTo>
                  <a:pt x="85" y="149"/>
                  <a:pt x="86" y="146"/>
                  <a:pt x="87" y="144"/>
                </a:cubicBezTo>
                <a:cubicBezTo>
                  <a:pt x="81" y="144"/>
                  <a:pt x="75" y="144"/>
                  <a:pt x="69" y="144"/>
                </a:cubicBezTo>
                <a:close/>
                <a:moveTo>
                  <a:pt x="45" y="144"/>
                </a:moveTo>
                <a:cubicBezTo>
                  <a:pt x="44" y="146"/>
                  <a:pt x="43" y="149"/>
                  <a:pt x="41" y="151"/>
                </a:cubicBezTo>
                <a:cubicBezTo>
                  <a:pt x="47" y="151"/>
                  <a:pt x="54" y="151"/>
                  <a:pt x="60" y="151"/>
                </a:cubicBezTo>
                <a:cubicBezTo>
                  <a:pt x="61" y="149"/>
                  <a:pt x="62" y="146"/>
                  <a:pt x="63" y="144"/>
                </a:cubicBezTo>
                <a:cubicBezTo>
                  <a:pt x="57" y="144"/>
                  <a:pt x="51" y="144"/>
                  <a:pt x="45" y="144"/>
                </a:cubicBezTo>
                <a:close/>
                <a:moveTo>
                  <a:pt x="197" y="155"/>
                </a:moveTo>
                <a:cubicBezTo>
                  <a:pt x="198" y="158"/>
                  <a:pt x="199" y="160"/>
                  <a:pt x="201" y="163"/>
                </a:cubicBezTo>
                <a:cubicBezTo>
                  <a:pt x="209" y="163"/>
                  <a:pt x="218" y="163"/>
                  <a:pt x="227" y="163"/>
                </a:cubicBezTo>
                <a:cubicBezTo>
                  <a:pt x="225" y="160"/>
                  <a:pt x="223" y="158"/>
                  <a:pt x="222" y="155"/>
                </a:cubicBezTo>
                <a:cubicBezTo>
                  <a:pt x="213" y="155"/>
                  <a:pt x="205" y="155"/>
                  <a:pt x="197" y="155"/>
                </a:cubicBezTo>
                <a:close/>
                <a:moveTo>
                  <a:pt x="171" y="155"/>
                </a:moveTo>
                <a:cubicBezTo>
                  <a:pt x="172" y="158"/>
                  <a:pt x="173" y="160"/>
                  <a:pt x="174" y="163"/>
                </a:cubicBezTo>
                <a:cubicBezTo>
                  <a:pt x="180" y="163"/>
                  <a:pt x="187" y="163"/>
                  <a:pt x="194" y="163"/>
                </a:cubicBezTo>
                <a:cubicBezTo>
                  <a:pt x="193" y="160"/>
                  <a:pt x="192" y="158"/>
                  <a:pt x="191" y="155"/>
                </a:cubicBezTo>
                <a:cubicBezTo>
                  <a:pt x="184" y="155"/>
                  <a:pt x="178" y="155"/>
                  <a:pt x="171" y="155"/>
                </a:cubicBezTo>
                <a:close/>
                <a:moveTo>
                  <a:pt x="146" y="155"/>
                </a:moveTo>
                <a:cubicBezTo>
                  <a:pt x="146" y="158"/>
                  <a:pt x="147" y="160"/>
                  <a:pt x="147" y="163"/>
                </a:cubicBezTo>
                <a:cubicBezTo>
                  <a:pt x="154" y="163"/>
                  <a:pt x="161" y="163"/>
                  <a:pt x="168" y="163"/>
                </a:cubicBezTo>
                <a:cubicBezTo>
                  <a:pt x="167" y="160"/>
                  <a:pt x="166" y="158"/>
                  <a:pt x="165" y="155"/>
                </a:cubicBezTo>
                <a:cubicBezTo>
                  <a:pt x="159" y="155"/>
                  <a:pt x="153" y="155"/>
                  <a:pt x="146" y="155"/>
                </a:cubicBezTo>
                <a:close/>
                <a:moveTo>
                  <a:pt x="121" y="155"/>
                </a:moveTo>
                <a:cubicBezTo>
                  <a:pt x="121" y="158"/>
                  <a:pt x="121" y="160"/>
                  <a:pt x="120" y="163"/>
                </a:cubicBezTo>
                <a:cubicBezTo>
                  <a:pt x="127" y="163"/>
                  <a:pt x="134" y="163"/>
                  <a:pt x="141" y="163"/>
                </a:cubicBezTo>
                <a:cubicBezTo>
                  <a:pt x="141" y="160"/>
                  <a:pt x="141" y="158"/>
                  <a:pt x="140" y="155"/>
                </a:cubicBezTo>
                <a:cubicBezTo>
                  <a:pt x="134" y="155"/>
                  <a:pt x="127" y="155"/>
                  <a:pt x="121" y="155"/>
                </a:cubicBezTo>
                <a:close/>
                <a:moveTo>
                  <a:pt x="95" y="155"/>
                </a:moveTo>
                <a:cubicBezTo>
                  <a:pt x="95" y="158"/>
                  <a:pt x="94" y="160"/>
                  <a:pt x="93" y="163"/>
                </a:cubicBezTo>
                <a:cubicBezTo>
                  <a:pt x="100" y="163"/>
                  <a:pt x="107" y="163"/>
                  <a:pt x="114" y="163"/>
                </a:cubicBezTo>
                <a:cubicBezTo>
                  <a:pt x="114" y="160"/>
                  <a:pt x="114" y="158"/>
                  <a:pt x="115" y="155"/>
                </a:cubicBezTo>
                <a:cubicBezTo>
                  <a:pt x="108" y="155"/>
                  <a:pt x="102" y="155"/>
                  <a:pt x="95" y="155"/>
                </a:cubicBezTo>
                <a:close/>
                <a:moveTo>
                  <a:pt x="70" y="155"/>
                </a:moveTo>
                <a:cubicBezTo>
                  <a:pt x="69" y="158"/>
                  <a:pt x="68" y="160"/>
                  <a:pt x="67" y="163"/>
                </a:cubicBezTo>
                <a:cubicBezTo>
                  <a:pt x="74" y="163"/>
                  <a:pt x="81" y="163"/>
                  <a:pt x="87" y="163"/>
                </a:cubicBezTo>
                <a:cubicBezTo>
                  <a:pt x="88" y="160"/>
                  <a:pt x="89" y="158"/>
                  <a:pt x="90" y="155"/>
                </a:cubicBezTo>
                <a:cubicBezTo>
                  <a:pt x="83" y="155"/>
                  <a:pt x="77" y="155"/>
                  <a:pt x="70" y="1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lIns="68580" tIns="34290" rIns="68580" bIns="540000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025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BFFEDA39-C058-44B6-BC89-BF6D37F95967}" type="slidenum">
              <a:rPr lang="en-US" altLang="zh-CN" b="1" smtClean="0"/>
              <a:pPr algn="l" eaLnBrk="1" hangingPunct="1"/>
              <a:t>8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学习内容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 b="1" smtClean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zh-CN" altLang="en-US" b="1" smtClean="0">
                <a:ea typeface="隶书" pitchFamily="49" charset="-122"/>
              </a:rPr>
              <a:t>基础篇</a:t>
            </a:r>
          </a:p>
          <a:p>
            <a:pPr lvl="1" eaLnBrk="1" hangingPunct="1"/>
            <a:r>
              <a:rPr lang="zh-CN" altLang="en-US" b="1" smtClean="0"/>
              <a:t>第一章  绪论</a:t>
            </a:r>
          </a:p>
          <a:p>
            <a:pPr lvl="1" eaLnBrk="1" hangingPunct="1"/>
            <a:r>
              <a:rPr lang="zh-CN" altLang="en-US" b="1" smtClean="0"/>
              <a:t>第二章  关系数据库</a:t>
            </a:r>
          </a:p>
          <a:p>
            <a:pPr lvl="1" eaLnBrk="1" hangingPunct="1"/>
            <a:r>
              <a:rPr lang="zh-CN" altLang="en-US" b="1" smtClean="0">
                <a:solidFill>
                  <a:srgbClr val="FF0000"/>
                </a:solidFill>
              </a:rPr>
              <a:t>第三章  关系数据库标准语言</a:t>
            </a:r>
            <a:r>
              <a:rPr lang="en-US" altLang="zh-CN" b="1" smtClean="0">
                <a:solidFill>
                  <a:srgbClr val="FF0000"/>
                </a:solidFill>
              </a:rPr>
              <a:t>SQL</a:t>
            </a:r>
          </a:p>
          <a:p>
            <a:pPr lvl="1" eaLnBrk="1" hangingPunct="1"/>
            <a:r>
              <a:rPr lang="zh-CN" altLang="en-US" b="1" smtClean="0"/>
              <a:t>第四章  数据库安全性</a:t>
            </a:r>
          </a:p>
          <a:p>
            <a:pPr lvl="1" eaLnBrk="1" hangingPunct="1"/>
            <a:r>
              <a:rPr lang="zh-CN" altLang="en-US" b="1" smtClean="0">
                <a:solidFill>
                  <a:srgbClr val="FF0000"/>
                </a:solidFill>
              </a:rPr>
              <a:t>第五章  数据库完整性</a:t>
            </a: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47588220-8A88-4BFB-A5E1-E3D208A64F93}" type="slidenum">
              <a:rPr lang="en-US" altLang="zh-CN" b="1" smtClean="0"/>
              <a:pPr algn="l" eaLnBrk="1" hangingPunct="1"/>
              <a:t>9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学习内容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 smtClean="0">
                <a:ea typeface="隶书" pitchFamily="49" charset="-122"/>
              </a:rPr>
              <a:t>设计与应用开发篇</a:t>
            </a:r>
          </a:p>
          <a:p>
            <a:pPr lvl="1" eaLnBrk="1" hangingPunct="1"/>
            <a:r>
              <a:rPr lang="zh-CN" altLang="en-US" b="1" dirty="0" smtClean="0">
                <a:solidFill>
                  <a:srgbClr val="FF0000"/>
                </a:solidFill>
              </a:rPr>
              <a:t>第六章  关系数据理论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b="1" dirty="0" smtClean="0"/>
              <a:t>第七章  数据库设计</a:t>
            </a:r>
          </a:p>
          <a:p>
            <a:pPr lvl="1" eaLnBrk="1" hangingPunct="1"/>
            <a:r>
              <a:rPr lang="zh-CN" altLang="en-US" b="1" dirty="0" smtClean="0"/>
              <a:t>第八章  数据库编程（不讲）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 smtClean="0">
                <a:ea typeface="隶书" pitchFamily="49" charset="-122"/>
              </a:rPr>
              <a:t>系统篇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 smtClean="0"/>
              <a:t>第九章  第十章（不讲）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 smtClean="0"/>
              <a:t>第十一章  数据库恢复技术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 smtClean="0"/>
              <a:t>第十二章  并发控制</a:t>
            </a: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A2778F93-AB40-4780-9C39-D874B8A464D7}" type="slidenum">
              <a:rPr lang="en-US" altLang="zh-CN" b="1" smtClean="0"/>
              <a:pPr algn="l" eaLnBrk="1" hangingPunct="1"/>
              <a:t>10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053B16FB-FD28-4576-A98D-AD23877F8671}" type="slidenum">
              <a:rPr lang="en-US" altLang="zh-CN" b="1" smtClean="0"/>
              <a:pPr algn="l" eaLnBrk="1" hangingPunct="1"/>
              <a:t>11</a:t>
            </a:fld>
            <a:endParaRPr lang="en-US" altLang="zh-CN" b="1" smtClean="0"/>
          </a:p>
        </p:txBody>
      </p:sp>
      <p:pic>
        <p:nvPicPr>
          <p:cNvPr id="13315" name="Picture 2" descr="“网状数据库之父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214438"/>
            <a:ext cx="2103438" cy="293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4572000" y="3827463"/>
            <a:ext cx="15843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/>
          <a:p>
            <a:r>
              <a:rPr kumimoji="1" lang="en-US" altLang="zh-CN" b="1"/>
              <a:t>1998</a:t>
            </a:r>
            <a:r>
              <a:rPr kumimoji="1" lang="zh-CN" altLang="en-US" b="1"/>
              <a:t>图灵奖获得者数据库技术和事务处理专家</a:t>
            </a:r>
            <a:r>
              <a:rPr kumimoji="1" lang="en-US" altLang="zh-CN" b="1"/>
              <a:t>——</a:t>
            </a:r>
            <a:r>
              <a:rPr kumimoji="1" lang="zh-CN" altLang="en-US" b="1"/>
              <a:t>吉姆</a:t>
            </a:r>
            <a:r>
              <a:rPr kumimoji="1" lang="en-US" altLang="zh-CN" b="1"/>
              <a:t>.</a:t>
            </a:r>
            <a:r>
              <a:rPr kumimoji="1" lang="zh-CN" altLang="en-US" b="1"/>
              <a:t>格雷 </a:t>
            </a: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395288" y="333375"/>
            <a:ext cx="66976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/>
              <a:t>数据库方面四位图灵奖获得者</a:t>
            </a: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2454275" y="3835400"/>
            <a:ext cx="181133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/>
          <a:p>
            <a:r>
              <a:rPr kumimoji="1" lang="en-US" altLang="zh-CN" b="1"/>
              <a:t>1981</a:t>
            </a:r>
            <a:r>
              <a:rPr kumimoji="1" lang="zh-CN" altLang="en-US" b="1"/>
              <a:t>图灵奖获得者</a:t>
            </a:r>
            <a:endParaRPr kumimoji="1" lang="en-US" altLang="zh-CN" b="1"/>
          </a:p>
          <a:p>
            <a:r>
              <a:rPr kumimoji="1" lang="zh-CN" altLang="en-US" b="1"/>
              <a:t>“关系数据库之父”</a:t>
            </a:r>
            <a:endParaRPr kumimoji="1" lang="en-US" altLang="zh-CN" b="1"/>
          </a:p>
          <a:p>
            <a:r>
              <a:rPr kumimoji="1" lang="en-US" altLang="zh-CN" b="1"/>
              <a:t>——</a:t>
            </a:r>
            <a:r>
              <a:rPr lang="zh-CN" altLang="en-US" b="1"/>
              <a:t>埃德加</a:t>
            </a:r>
            <a:r>
              <a:rPr lang="en-US" altLang="zh-CN" b="1"/>
              <a:t>•</a:t>
            </a:r>
            <a:r>
              <a:rPr lang="zh-CN" altLang="en-US" b="1"/>
              <a:t>科德</a:t>
            </a:r>
            <a:endParaRPr kumimoji="1" lang="en-US" altLang="zh-CN" b="1"/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142875" y="4184650"/>
            <a:ext cx="2103438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/>
          <a:p>
            <a:r>
              <a:rPr kumimoji="1" lang="en-US" altLang="zh-CN" b="1"/>
              <a:t>1973</a:t>
            </a:r>
            <a:r>
              <a:rPr kumimoji="1" lang="zh-CN" altLang="en-US" b="1"/>
              <a:t>图灵奖获得者</a:t>
            </a:r>
            <a:endParaRPr kumimoji="1" lang="en-US" altLang="zh-CN" b="1"/>
          </a:p>
          <a:p>
            <a:r>
              <a:rPr kumimoji="1" lang="zh-CN" altLang="en-US" b="1"/>
              <a:t>“网状数据库之父”</a:t>
            </a:r>
            <a:endParaRPr kumimoji="1" lang="en-US" altLang="zh-CN" b="1"/>
          </a:p>
          <a:p>
            <a:r>
              <a:rPr kumimoji="1" lang="en-US" altLang="zh-CN" b="1"/>
              <a:t>——</a:t>
            </a:r>
            <a:r>
              <a:rPr lang="zh-CN" altLang="en-US" b="1"/>
              <a:t>查尔斯</a:t>
            </a:r>
            <a:r>
              <a:rPr lang="en-US" altLang="zh-CN" b="1"/>
              <a:t>•</a:t>
            </a:r>
            <a:r>
              <a:rPr lang="zh-CN" altLang="en-US" b="1"/>
              <a:t>巴赫曼 </a:t>
            </a:r>
            <a:endParaRPr kumimoji="1" lang="en-US" altLang="zh-CN" b="1"/>
          </a:p>
        </p:txBody>
      </p:sp>
      <p:pic>
        <p:nvPicPr>
          <p:cNvPr id="1332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13" y="1249363"/>
            <a:ext cx="20955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3321" name="Picture 4" descr="efcod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1214438"/>
            <a:ext cx="1760538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1249363"/>
            <a:ext cx="1698625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3" name="Rectangle 5"/>
          <p:cNvSpPr>
            <a:spLocks noChangeArrowheads="1"/>
          </p:cNvSpPr>
          <p:nvPr/>
        </p:nvSpPr>
        <p:spPr bwMode="auto">
          <a:xfrm>
            <a:off x="6748463" y="3702050"/>
            <a:ext cx="1584325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/>
          <a:p>
            <a:r>
              <a:rPr kumimoji="1" lang="en-US" altLang="zh-CN" b="1"/>
              <a:t>2014</a:t>
            </a:r>
            <a:r>
              <a:rPr kumimoji="1" lang="zh-CN" altLang="en-US" b="1"/>
              <a:t>图灵奖获得者现代数据库系统专家</a:t>
            </a:r>
            <a:r>
              <a:rPr kumimoji="1" lang="en-US" altLang="zh-CN" b="1"/>
              <a:t>——Michael Stonebrake</a:t>
            </a:r>
            <a:endParaRPr kumimoji="1" lang="zh-CN" altLang="en-US" b="1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30"/>
          <p:cNvSpPr/>
          <p:nvPr/>
        </p:nvSpPr>
        <p:spPr>
          <a:xfrm flipH="1" flipV="1">
            <a:off x="1355725" y="1546225"/>
            <a:ext cx="792163" cy="144463"/>
          </a:xfrm>
          <a:custGeom>
            <a:avLst/>
            <a:gdLst>
              <a:gd name="connsiteX0" fmla="*/ 0 w 668868"/>
              <a:gd name="connsiteY0" fmla="*/ 144781 h 144781"/>
              <a:gd name="connsiteX1" fmla="*/ 199214 w 668868"/>
              <a:gd name="connsiteY1" fmla="*/ 0 h 144781"/>
              <a:gd name="connsiteX2" fmla="*/ 668868 w 668868"/>
              <a:gd name="connsiteY2" fmla="*/ 0 h 144781"/>
              <a:gd name="connsiteX3" fmla="*/ 469654 w 668868"/>
              <a:gd name="connsiteY3" fmla="*/ 144781 h 144781"/>
              <a:gd name="connsiteX4" fmla="*/ 0 w 668868"/>
              <a:gd name="connsiteY4" fmla="*/ 144781 h 144781"/>
              <a:gd name="connsiteX0-1" fmla="*/ 0 w 792693"/>
              <a:gd name="connsiteY0-2" fmla="*/ 4287 h 144781"/>
              <a:gd name="connsiteX1-3" fmla="*/ 323039 w 792693"/>
              <a:gd name="connsiteY1-4" fmla="*/ 0 h 144781"/>
              <a:gd name="connsiteX2-5" fmla="*/ 792693 w 792693"/>
              <a:gd name="connsiteY2-6" fmla="*/ 0 h 144781"/>
              <a:gd name="connsiteX3-7" fmla="*/ 593479 w 792693"/>
              <a:gd name="connsiteY3-8" fmla="*/ 144781 h 144781"/>
              <a:gd name="connsiteX4-9" fmla="*/ 0 w 792693"/>
              <a:gd name="connsiteY4-10" fmla="*/ 4287 h 1447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92693" h="144781">
                <a:moveTo>
                  <a:pt x="0" y="4287"/>
                </a:moveTo>
                <a:lnTo>
                  <a:pt x="323039" y="0"/>
                </a:lnTo>
                <a:lnTo>
                  <a:pt x="792693" y="0"/>
                </a:lnTo>
                <a:lnTo>
                  <a:pt x="593479" y="144781"/>
                </a:lnTo>
                <a:lnTo>
                  <a:pt x="0" y="4287"/>
                </a:lnTo>
                <a:close/>
              </a:path>
            </a:pathLst>
          </a:custGeom>
          <a:solidFill>
            <a:srgbClr val="7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4" name="平行四边形 3"/>
          <p:cNvSpPr/>
          <p:nvPr/>
        </p:nvSpPr>
        <p:spPr>
          <a:xfrm rot="5400000" flipH="1">
            <a:off x="-291306" y="2902744"/>
            <a:ext cx="1114425" cy="173037"/>
          </a:xfrm>
          <a:prstGeom prst="parallelogram">
            <a:avLst>
              <a:gd name="adj" fmla="val 75319"/>
            </a:avLst>
          </a:prstGeom>
          <a:solidFill>
            <a:srgbClr val="7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2425" y="1689100"/>
            <a:ext cx="2387600" cy="444341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6" name="平行四边形 5"/>
          <p:cNvSpPr/>
          <p:nvPr/>
        </p:nvSpPr>
        <p:spPr>
          <a:xfrm rot="16200000" flipH="1">
            <a:off x="652463" y="1458913"/>
            <a:ext cx="1614487" cy="2560637"/>
          </a:xfrm>
          <a:prstGeom prst="parallelogram">
            <a:avLst>
              <a:gd name="adj" fmla="val 39302"/>
            </a:avLst>
          </a:prstGeom>
          <a:solidFill>
            <a:srgbClr val="B6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4363" y="4052888"/>
            <a:ext cx="1820862" cy="14763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defRPr sz="13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发展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特点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NoSQL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NewSQL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552" y="2356845"/>
            <a:ext cx="1895048" cy="861718"/>
          </a:xfrm>
          <a:prstGeom prst="rect">
            <a:avLst/>
          </a:prstGeom>
          <a:noFill/>
        </p:spPr>
        <p:txBody>
          <a:bodyPr lIns="0" tIns="0" rIns="0" bIns="0">
            <a:prstTxWarp prst="textSlantUp">
              <a:avLst>
                <a:gd name="adj" fmla="val 44125"/>
              </a:avLst>
            </a:prstTxWarp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zh-CN" altLang="en-US" sz="3200" b="1" dirty="0" smtClean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大数据</a:t>
            </a:r>
            <a:endParaRPr lang="zh-CN" altLang="en-US" sz="3200" b="1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28625" y="1789113"/>
            <a:ext cx="649288" cy="650875"/>
          </a:xfrm>
          <a:prstGeom prst="rect">
            <a:avLst/>
          </a:prstGeom>
          <a:noFill/>
        </p:spPr>
        <p:txBody>
          <a:bodyPr lIns="0" tIns="0" rIns="0" bIns="0" anchor="ctr"/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01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0" name="等腰三角形 2"/>
          <p:cNvSpPr/>
          <p:nvPr/>
        </p:nvSpPr>
        <p:spPr>
          <a:xfrm rot="10800000">
            <a:off x="1100138" y="1546225"/>
            <a:ext cx="1058862" cy="584200"/>
          </a:xfrm>
          <a:custGeom>
            <a:avLst/>
            <a:gdLst>
              <a:gd name="connsiteX0" fmla="*/ 0 w 576064"/>
              <a:gd name="connsiteY0" fmla="*/ 360040 h 360040"/>
              <a:gd name="connsiteX1" fmla="*/ 576064 w 576064"/>
              <a:gd name="connsiteY1" fmla="*/ 0 h 360040"/>
              <a:gd name="connsiteX2" fmla="*/ 576064 w 576064"/>
              <a:gd name="connsiteY2" fmla="*/ 360040 h 360040"/>
              <a:gd name="connsiteX3" fmla="*/ 0 w 576064"/>
              <a:gd name="connsiteY3" fmla="*/ 360040 h 360040"/>
              <a:gd name="connsiteX0-1" fmla="*/ 0 w 789424"/>
              <a:gd name="connsiteY0-2" fmla="*/ 459100 h 459100"/>
              <a:gd name="connsiteX1-3" fmla="*/ 789424 w 789424"/>
              <a:gd name="connsiteY1-4" fmla="*/ 0 h 459100"/>
              <a:gd name="connsiteX2-5" fmla="*/ 576064 w 789424"/>
              <a:gd name="connsiteY2-6" fmla="*/ 459100 h 459100"/>
              <a:gd name="connsiteX3-7" fmla="*/ 0 w 789424"/>
              <a:gd name="connsiteY3-8" fmla="*/ 459100 h 459100"/>
              <a:gd name="connsiteX0-9" fmla="*/ 0 w 1032311"/>
              <a:gd name="connsiteY0-10" fmla="*/ 578163 h 578163"/>
              <a:gd name="connsiteX1-11" fmla="*/ 1032311 w 1032311"/>
              <a:gd name="connsiteY1-12" fmla="*/ 0 h 578163"/>
              <a:gd name="connsiteX2-13" fmla="*/ 576064 w 1032311"/>
              <a:gd name="connsiteY2-14" fmla="*/ 578163 h 578163"/>
              <a:gd name="connsiteX3-15" fmla="*/ 0 w 1032311"/>
              <a:gd name="connsiteY3-16" fmla="*/ 578163 h 578163"/>
              <a:gd name="connsiteX0-17" fmla="*/ 0 w 1058505"/>
              <a:gd name="connsiteY0-18" fmla="*/ 438955 h 578163"/>
              <a:gd name="connsiteX1-19" fmla="*/ 1058505 w 1058505"/>
              <a:gd name="connsiteY1-20" fmla="*/ 0 h 578163"/>
              <a:gd name="connsiteX2-21" fmla="*/ 602258 w 1058505"/>
              <a:gd name="connsiteY2-22" fmla="*/ 578163 h 578163"/>
              <a:gd name="connsiteX3-23" fmla="*/ 0 w 1058505"/>
              <a:gd name="connsiteY3-24" fmla="*/ 438955 h 578163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  <a:cxn ang="0">
                <a:pos x="connsiteX2-21" y="connsiteY2-22"/>
              </a:cxn>
              <a:cxn ang="0">
                <a:pos x="connsiteX3-23" y="connsiteY3-24"/>
              </a:cxn>
            </a:cxnLst>
            <a:rect l="l" t="t" r="r" b="b"/>
            <a:pathLst>
              <a:path w="1058505" h="578163">
                <a:moveTo>
                  <a:pt x="0" y="438955"/>
                </a:moveTo>
                <a:lnTo>
                  <a:pt x="1058505" y="0"/>
                </a:lnTo>
                <a:lnTo>
                  <a:pt x="602258" y="578163"/>
                </a:lnTo>
                <a:lnTo>
                  <a:pt x="0" y="438955"/>
                </a:lnTo>
                <a:close/>
              </a:path>
            </a:pathLst>
          </a:custGeom>
          <a:solidFill>
            <a:srgbClr val="B6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7" name="平行四边形 30"/>
          <p:cNvSpPr/>
          <p:nvPr/>
        </p:nvSpPr>
        <p:spPr>
          <a:xfrm flipH="1" flipV="1">
            <a:off x="4094163" y="1557338"/>
            <a:ext cx="793750" cy="144462"/>
          </a:xfrm>
          <a:custGeom>
            <a:avLst/>
            <a:gdLst>
              <a:gd name="connsiteX0" fmla="*/ 0 w 668868"/>
              <a:gd name="connsiteY0" fmla="*/ 144781 h 144781"/>
              <a:gd name="connsiteX1" fmla="*/ 199214 w 668868"/>
              <a:gd name="connsiteY1" fmla="*/ 0 h 144781"/>
              <a:gd name="connsiteX2" fmla="*/ 668868 w 668868"/>
              <a:gd name="connsiteY2" fmla="*/ 0 h 144781"/>
              <a:gd name="connsiteX3" fmla="*/ 469654 w 668868"/>
              <a:gd name="connsiteY3" fmla="*/ 144781 h 144781"/>
              <a:gd name="connsiteX4" fmla="*/ 0 w 668868"/>
              <a:gd name="connsiteY4" fmla="*/ 144781 h 144781"/>
              <a:gd name="connsiteX0-1" fmla="*/ 0 w 792693"/>
              <a:gd name="connsiteY0-2" fmla="*/ 4287 h 144781"/>
              <a:gd name="connsiteX1-3" fmla="*/ 323039 w 792693"/>
              <a:gd name="connsiteY1-4" fmla="*/ 0 h 144781"/>
              <a:gd name="connsiteX2-5" fmla="*/ 792693 w 792693"/>
              <a:gd name="connsiteY2-6" fmla="*/ 0 h 144781"/>
              <a:gd name="connsiteX3-7" fmla="*/ 593479 w 792693"/>
              <a:gd name="connsiteY3-8" fmla="*/ 144781 h 144781"/>
              <a:gd name="connsiteX4-9" fmla="*/ 0 w 792693"/>
              <a:gd name="connsiteY4-10" fmla="*/ 4287 h 1447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92693" h="144781">
                <a:moveTo>
                  <a:pt x="0" y="4287"/>
                </a:moveTo>
                <a:lnTo>
                  <a:pt x="323039" y="0"/>
                </a:lnTo>
                <a:lnTo>
                  <a:pt x="792693" y="0"/>
                </a:lnTo>
                <a:lnTo>
                  <a:pt x="593479" y="144781"/>
                </a:lnTo>
                <a:lnTo>
                  <a:pt x="0" y="4287"/>
                </a:lnTo>
                <a:close/>
              </a:path>
            </a:pathLst>
          </a:custGeom>
          <a:solidFill>
            <a:srgbClr val="7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8" name="平行四边形 27"/>
          <p:cNvSpPr/>
          <p:nvPr/>
        </p:nvSpPr>
        <p:spPr>
          <a:xfrm rot="5400000" flipH="1">
            <a:off x="2448719" y="2913857"/>
            <a:ext cx="1114425" cy="173037"/>
          </a:xfrm>
          <a:prstGeom prst="parallelogram">
            <a:avLst>
              <a:gd name="adj" fmla="val 75319"/>
            </a:avLst>
          </a:prstGeom>
          <a:solidFill>
            <a:srgbClr val="7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092450" y="1700213"/>
            <a:ext cx="2386013" cy="4441825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0" name="平行四边形 29"/>
          <p:cNvSpPr/>
          <p:nvPr/>
        </p:nvSpPr>
        <p:spPr>
          <a:xfrm rot="16200000" flipH="1">
            <a:off x="3390900" y="1470026"/>
            <a:ext cx="1616075" cy="2559050"/>
          </a:xfrm>
          <a:prstGeom prst="parallelogram">
            <a:avLst>
              <a:gd name="adj" fmla="val 39302"/>
            </a:avLst>
          </a:prstGeom>
          <a:solidFill>
            <a:srgbClr val="B6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54388" y="4062413"/>
            <a:ext cx="1938337" cy="11080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defRPr sz="13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发展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特点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关键技术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78959" y="2140298"/>
            <a:ext cx="1895048" cy="1216694"/>
          </a:xfrm>
          <a:prstGeom prst="rect">
            <a:avLst/>
          </a:prstGeom>
          <a:noFill/>
        </p:spPr>
        <p:txBody>
          <a:bodyPr lIns="0" tIns="0" rIns="0" bIns="0">
            <a:prstTxWarp prst="textSlantUp">
              <a:avLst>
                <a:gd name="adj" fmla="val 44125"/>
              </a:avLst>
            </a:prstTxWarp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zh-CN" altLang="en-US" sz="3200" b="1" dirty="0" smtClean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内存</a:t>
            </a:r>
            <a:endParaRPr lang="en-US" altLang="zh-CN" sz="3200" b="1" dirty="0" smtClean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 algn="ctr">
              <a:defRPr/>
            </a:pPr>
            <a:r>
              <a:rPr lang="zh-CN" altLang="en-US" sz="3200" b="1" dirty="0" smtClean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数据库</a:t>
            </a:r>
            <a:endParaRPr lang="zh-CN" altLang="en-US" sz="3200" b="1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3167063" y="1800225"/>
            <a:ext cx="649287" cy="649288"/>
          </a:xfrm>
          <a:prstGeom prst="rect">
            <a:avLst/>
          </a:prstGeom>
          <a:noFill/>
        </p:spPr>
        <p:txBody>
          <a:bodyPr lIns="0" tIns="0" rIns="0" bIns="0" anchor="ctr"/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02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4" name="等腰三角形 2"/>
          <p:cNvSpPr/>
          <p:nvPr/>
        </p:nvSpPr>
        <p:spPr>
          <a:xfrm rot="10800000">
            <a:off x="3840163" y="1557338"/>
            <a:ext cx="1057275" cy="582612"/>
          </a:xfrm>
          <a:custGeom>
            <a:avLst/>
            <a:gdLst>
              <a:gd name="connsiteX0" fmla="*/ 0 w 576064"/>
              <a:gd name="connsiteY0" fmla="*/ 360040 h 360040"/>
              <a:gd name="connsiteX1" fmla="*/ 576064 w 576064"/>
              <a:gd name="connsiteY1" fmla="*/ 0 h 360040"/>
              <a:gd name="connsiteX2" fmla="*/ 576064 w 576064"/>
              <a:gd name="connsiteY2" fmla="*/ 360040 h 360040"/>
              <a:gd name="connsiteX3" fmla="*/ 0 w 576064"/>
              <a:gd name="connsiteY3" fmla="*/ 360040 h 360040"/>
              <a:gd name="connsiteX0-1" fmla="*/ 0 w 789424"/>
              <a:gd name="connsiteY0-2" fmla="*/ 459100 h 459100"/>
              <a:gd name="connsiteX1-3" fmla="*/ 789424 w 789424"/>
              <a:gd name="connsiteY1-4" fmla="*/ 0 h 459100"/>
              <a:gd name="connsiteX2-5" fmla="*/ 576064 w 789424"/>
              <a:gd name="connsiteY2-6" fmla="*/ 459100 h 459100"/>
              <a:gd name="connsiteX3-7" fmla="*/ 0 w 789424"/>
              <a:gd name="connsiteY3-8" fmla="*/ 459100 h 459100"/>
              <a:gd name="connsiteX0-9" fmla="*/ 0 w 1032311"/>
              <a:gd name="connsiteY0-10" fmla="*/ 578163 h 578163"/>
              <a:gd name="connsiteX1-11" fmla="*/ 1032311 w 1032311"/>
              <a:gd name="connsiteY1-12" fmla="*/ 0 h 578163"/>
              <a:gd name="connsiteX2-13" fmla="*/ 576064 w 1032311"/>
              <a:gd name="connsiteY2-14" fmla="*/ 578163 h 578163"/>
              <a:gd name="connsiteX3-15" fmla="*/ 0 w 1032311"/>
              <a:gd name="connsiteY3-16" fmla="*/ 578163 h 578163"/>
              <a:gd name="connsiteX0-17" fmla="*/ 0 w 1058505"/>
              <a:gd name="connsiteY0-18" fmla="*/ 438955 h 578163"/>
              <a:gd name="connsiteX1-19" fmla="*/ 1058505 w 1058505"/>
              <a:gd name="connsiteY1-20" fmla="*/ 0 h 578163"/>
              <a:gd name="connsiteX2-21" fmla="*/ 602258 w 1058505"/>
              <a:gd name="connsiteY2-22" fmla="*/ 578163 h 578163"/>
              <a:gd name="connsiteX3-23" fmla="*/ 0 w 1058505"/>
              <a:gd name="connsiteY3-24" fmla="*/ 438955 h 578163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  <a:cxn ang="0">
                <a:pos x="connsiteX2-21" y="connsiteY2-22"/>
              </a:cxn>
              <a:cxn ang="0">
                <a:pos x="connsiteX3-23" y="connsiteY3-24"/>
              </a:cxn>
            </a:cxnLst>
            <a:rect l="l" t="t" r="r" b="b"/>
            <a:pathLst>
              <a:path w="1058505" h="578163">
                <a:moveTo>
                  <a:pt x="0" y="438955"/>
                </a:moveTo>
                <a:lnTo>
                  <a:pt x="1058505" y="0"/>
                </a:lnTo>
                <a:lnTo>
                  <a:pt x="602258" y="578163"/>
                </a:lnTo>
                <a:lnTo>
                  <a:pt x="0" y="438955"/>
                </a:lnTo>
                <a:close/>
              </a:path>
            </a:pathLst>
          </a:custGeom>
          <a:solidFill>
            <a:srgbClr val="B6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5" name="平行四边形 30"/>
          <p:cNvSpPr/>
          <p:nvPr/>
        </p:nvSpPr>
        <p:spPr>
          <a:xfrm flipH="1" flipV="1">
            <a:off x="6827838" y="1579563"/>
            <a:ext cx="792162" cy="144462"/>
          </a:xfrm>
          <a:custGeom>
            <a:avLst/>
            <a:gdLst>
              <a:gd name="connsiteX0" fmla="*/ 0 w 668868"/>
              <a:gd name="connsiteY0" fmla="*/ 144781 h 144781"/>
              <a:gd name="connsiteX1" fmla="*/ 199214 w 668868"/>
              <a:gd name="connsiteY1" fmla="*/ 0 h 144781"/>
              <a:gd name="connsiteX2" fmla="*/ 668868 w 668868"/>
              <a:gd name="connsiteY2" fmla="*/ 0 h 144781"/>
              <a:gd name="connsiteX3" fmla="*/ 469654 w 668868"/>
              <a:gd name="connsiteY3" fmla="*/ 144781 h 144781"/>
              <a:gd name="connsiteX4" fmla="*/ 0 w 668868"/>
              <a:gd name="connsiteY4" fmla="*/ 144781 h 144781"/>
              <a:gd name="connsiteX0-1" fmla="*/ 0 w 792693"/>
              <a:gd name="connsiteY0-2" fmla="*/ 4287 h 144781"/>
              <a:gd name="connsiteX1-3" fmla="*/ 323039 w 792693"/>
              <a:gd name="connsiteY1-4" fmla="*/ 0 h 144781"/>
              <a:gd name="connsiteX2-5" fmla="*/ 792693 w 792693"/>
              <a:gd name="connsiteY2-6" fmla="*/ 0 h 144781"/>
              <a:gd name="connsiteX3-7" fmla="*/ 593479 w 792693"/>
              <a:gd name="connsiteY3-8" fmla="*/ 144781 h 144781"/>
              <a:gd name="connsiteX4-9" fmla="*/ 0 w 792693"/>
              <a:gd name="connsiteY4-10" fmla="*/ 4287 h 1447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92693" h="144781">
                <a:moveTo>
                  <a:pt x="0" y="4287"/>
                </a:moveTo>
                <a:lnTo>
                  <a:pt x="323039" y="0"/>
                </a:lnTo>
                <a:lnTo>
                  <a:pt x="792693" y="0"/>
                </a:lnTo>
                <a:lnTo>
                  <a:pt x="593479" y="144781"/>
                </a:lnTo>
                <a:lnTo>
                  <a:pt x="0" y="4287"/>
                </a:lnTo>
                <a:close/>
              </a:path>
            </a:pathLst>
          </a:custGeom>
          <a:solidFill>
            <a:srgbClr val="7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6" name="平行四边形 35"/>
          <p:cNvSpPr/>
          <p:nvPr/>
        </p:nvSpPr>
        <p:spPr>
          <a:xfrm rot="5400000" flipH="1">
            <a:off x="5181600" y="2935288"/>
            <a:ext cx="1114425" cy="174625"/>
          </a:xfrm>
          <a:prstGeom prst="parallelogram">
            <a:avLst>
              <a:gd name="adj" fmla="val 75319"/>
            </a:avLst>
          </a:prstGeom>
          <a:solidFill>
            <a:srgbClr val="7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826125" y="1722438"/>
            <a:ext cx="2386013" cy="444341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8" name="平行四边形 37"/>
          <p:cNvSpPr/>
          <p:nvPr/>
        </p:nvSpPr>
        <p:spPr>
          <a:xfrm rot="16200000" flipH="1">
            <a:off x="6124575" y="1492250"/>
            <a:ext cx="1614488" cy="2560638"/>
          </a:xfrm>
          <a:prstGeom prst="parallelogram">
            <a:avLst>
              <a:gd name="adj" fmla="val 39302"/>
            </a:avLst>
          </a:prstGeom>
          <a:solidFill>
            <a:srgbClr val="B6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88063" y="4086225"/>
            <a:ext cx="1939925" cy="11080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defRPr sz="13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特点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联机分析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数据挖掘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12312" y="2389793"/>
            <a:ext cx="1895048" cy="861718"/>
          </a:xfrm>
          <a:prstGeom prst="rect">
            <a:avLst/>
          </a:prstGeom>
          <a:noFill/>
        </p:spPr>
        <p:txBody>
          <a:bodyPr lIns="0" tIns="0" rIns="0" bIns="0">
            <a:prstTxWarp prst="textSlantUp">
              <a:avLst>
                <a:gd name="adj" fmla="val 44125"/>
              </a:avLst>
            </a:prstTxWarp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zh-CN" altLang="en-US" sz="3200" b="1" dirty="0" smtClean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数据仓库</a:t>
            </a:r>
            <a:endParaRPr lang="zh-CN" altLang="en-US" sz="3200" b="1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5900738" y="1822450"/>
            <a:ext cx="649287" cy="649288"/>
          </a:xfrm>
          <a:prstGeom prst="rect">
            <a:avLst/>
          </a:prstGeom>
          <a:noFill/>
        </p:spPr>
        <p:txBody>
          <a:bodyPr lIns="0" tIns="0" rIns="0" bIns="0" anchor="ctr"/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03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42" name="等腰三角形 2"/>
          <p:cNvSpPr/>
          <p:nvPr/>
        </p:nvSpPr>
        <p:spPr>
          <a:xfrm rot="10800000">
            <a:off x="6572250" y="1579563"/>
            <a:ext cx="1058863" cy="582612"/>
          </a:xfrm>
          <a:custGeom>
            <a:avLst/>
            <a:gdLst>
              <a:gd name="connsiteX0" fmla="*/ 0 w 576064"/>
              <a:gd name="connsiteY0" fmla="*/ 360040 h 360040"/>
              <a:gd name="connsiteX1" fmla="*/ 576064 w 576064"/>
              <a:gd name="connsiteY1" fmla="*/ 0 h 360040"/>
              <a:gd name="connsiteX2" fmla="*/ 576064 w 576064"/>
              <a:gd name="connsiteY2" fmla="*/ 360040 h 360040"/>
              <a:gd name="connsiteX3" fmla="*/ 0 w 576064"/>
              <a:gd name="connsiteY3" fmla="*/ 360040 h 360040"/>
              <a:gd name="connsiteX0-1" fmla="*/ 0 w 789424"/>
              <a:gd name="connsiteY0-2" fmla="*/ 459100 h 459100"/>
              <a:gd name="connsiteX1-3" fmla="*/ 789424 w 789424"/>
              <a:gd name="connsiteY1-4" fmla="*/ 0 h 459100"/>
              <a:gd name="connsiteX2-5" fmla="*/ 576064 w 789424"/>
              <a:gd name="connsiteY2-6" fmla="*/ 459100 h 459100"/>
              <a:gd name="connsiteX3-7" fmla="*/ 0 w 789424"/>
              <a:gd name="connsiteY3-8" fmla="*/ 459100 h 459100"/>
              <a:gd name="connsiteX0-9" fmla="*/ 0 w 1032311"/>
              <a:gd name="connsiteY0-10" fmla="*/ 578163 h 578163"/>
              <a:gd name="connsiteX1-11" fmla="*/ 1032311 w 1032311"/>
              <a:gd name="connsiteY1-12" fmla="*/ 0 h 578163"/>
              <a:gd name="connsiteX2-13" fmla="*/ 576064 w 1032311"/>
              <a:gd name="connsiteY2-14" fmla="*/ 578163 h 578163"/>
              <a:gd name="connsiteX3-15" fmla="*/ 0 w 1032311"/>
              <a:gd name="connsiteY3-16" fmla="*/ 578163 h 578163"/>
              <a:gd name="connsiteX0-17" fmla="*/ 0 w 1058505"/>
              <a:gd name="connsiteY0-18" fmla="*/ 438955 h 578163"/>
              <a:gd name="connsiteX1-19" fmla="*/ 1058505 w 1058505"/>
              <a:gd name="connsiteY1-20" fmla="*/ 0 h 578163"/>
              <a:gd name="connsiteX2-21" fmla="*/ 602258 w 1058505"/>
              <a:gd name="connsiteY2-22" fmla="*/ 578163 h 578163"/>
              <a:gd name="connsiteX3-23" fmla="*/ 0 w 1058505"/>
              <a:gd name="connsiteY3-24" fmla="*/ 438955 h 578163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  <a:cxn ang="0">
                <a:pos x="connsiteX2-21" y="connsiteY2-22"/>
              </a:cxn>
              <a:cxn ang="0">
                <a:pos x="connsiteX3-23" y="connsiteY3-24"/>
              </a:cxn>
            </a:cxnLst>
            <a:rect l="l" t="t" r="r" b="b"/>
            <a:pathLst>
              <a:path w="1058505" h="578163">
                <a:moveTo>
                  <a:pt x="0" y="438955"/>
                </a:moveTo>
                <a:lnTo>
                  <a:pt x="1058505" y="0"/>
                </a:lnTo>
                <a:lnTo>
                  <a:pt x="602258" y="578163"/>
                </a:lnTo>
                <a:lnTo>
                  <a:pt x="0" y="438955"/>
                </a:lnTo>
                <a:close/>
              </a:path>
            </a:pathLst>
          </a:custGeom>
          <a:solidFill>
            <a:srgbClr val="B6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4362" name="标题 1"/>
          <p:cNvSpPr txBox="1">
            <a:spLocks/>
          </p:cNvSpPr>
          <p:nvPr/>
        </p:nvSpPr>
        <p:spPr bwMode="auto">
          <a:xfrm>
            <a:off x="571500" y="214313"/>
            <a:ext cx="800100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sz="3800" b="1">
                <a:solidFill>
                  <a:schemeClr val="tx2"/>
                </a:solidFill>
              </a:rPr>
              <a:t>数据库的新技术</a:t>
            </a:r>
          </a:p>
        </p:txBody>
      </p:sp>
      <p:sp>
        <p:nvSpPr>
          <p:cNvPr id="1436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2F3BD2DD-4B81-4D41-B6EA-024913E71982}" type="slidenum">
              <a:rPr lang="en-US" altLang="zh-CN" b="1" smtClean="0"/>
              <a:pPr algn="l" eaLnBrk="1" hangingPunct="1"/>
              <a:t>12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9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9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9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9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3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7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9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9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9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9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74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8300"/>
                            </p:stCondLst>
                            <p:childTnLst>
                              <p:par>
                                <p:cTn id="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8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96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9" grpId="0"/>
      <p:bldP spid="28" grpId="0" animBg="1"/>
      <p:bldP spid="29" grpId="0" animBg="1"/>
      <p:bldP spid="30" grpId="0" animBg="1"/>
      <p:bldP spid="31" grpId="0"/>
      <p:bldP spid="33" grpId="0"/>
      <p:bldP spid="36" grpId="0" animBg="1"/>
      <p:bldP spid="37" grpId="0" animBg="1"/>
      <p:bldP spid="38" grpId="0" animBg="1"/>
      <p:bldP spid="39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第</a:t>
            </a:r>
            <a:r>
              <a:rPr lang="en-US" altLang="zh-CN" b="1" smtClean="0"/>
              <a:t>1</a:t>
            </a:r>
            <a:r>
              <a:rPr lang="zh-CN" altLang="en-US" b="1" smtClean="0"/>
              <a:t>周上课内容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800" b="1" smtClean="0">
                <a:ea typeface="楷体_GB2312" pitchFamily="49" charset="-122"/>
              </a:rPr>
              <a:t>1.1  </a:t>
            </a:r>
            <a:r>
              <a:rPr lang="zh-CN" altLang="en-US" sz="2800" b="1" smtClean="0">
                <a:ea typeface="楷体_GB2312" pitchFamily="49" charset="-122"/>
              </a:rPr>
              <a:t>数据库系统概述</a:t>
            </a:r>
            <a:endParaRPr lang="en-US" altLang="zh-CN" sz="2800" b="1" smtClean="0">
              <a:ea typeface="楷体_GB2312" pitchFamily="49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800" b="1" smtClean="0">
                <a:ea typeface="楷体_GB2312" pitchFamily="49" charset="-122"/>
              </a:rPr>
              <a:t>1.2.1 </a:t>
            </a:r>
            <a:r>
              <a:rPr lang="zh-CN" altLang="en-US" sz="2800" b="1" smtClean="0">
                <a:ea typeface="楷体_GB2312" pitchFamily="49" charset="-122"/>
              </a:rPr>
              <a:t>两类数据模型</a:t>
            </a:r>
            <a:endParaRPr lang="en-US" altLang="zh-CN" sz="2800" b="1" smtClean="0">
              <a:ea typeface="楷体_GB2312" pitchFamily="49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800" b="1" smtClean="0">
                <a:ea typeface="楷体_GB2312" pitchFamily="49" charset="-122"/>
              </a:rPr>
              <a:t>1.2.2  </a:t>
            </a:r>
            <a:r>
              <a:rPr lang="zh-CN" altLang="en-US" sz="2800" b="1" smtClean="0">
                <a:ea typeface="楷体_GB2312" pitchFamily="49" charset="-122"/>
              </a:rPr>
              <a:t>概念模型（</a:t>
            </a:r>
            <a:r>
              <a:rPr lang="en-US" altLang="zh-CN" sz="2800" b="1" smtClean="0">
                <a:ea typeface="楷体_GB2312" pitchFamily="49" charset="-122"/>
              </a:rPr>
              <a:t>7.3 E-R</a:t>
            </a:r>
            <a:r>
              <a:rPr lang="zh-CN" altLang="en-US" sz="2800" b="1" smtClean="0">
                <a:ea typeface="楷体_GB2312" pitchFamily="49" charset="-122"/>
              </a:rPr>
              <a:t>图提前讲）</a:t>
            </a:r>
            <a:endParaRPr lang="en-US" altLang="zh-CN" sz="2800" b="1" smtClean="0">
              <a:ea typeface="楷体_GB2312" pitchFamily="49" charset="-122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fld id="{5F243919-6322-4257-AEA3-FFFC4C85BD4C}" type="slidenum">
              <a:rPr lang="en-US" altLang="zh-CN" b="1" smtClean="0"/>
              <a:pPr algn="l" eaLnBrk="1" hangingPunct="1"/>
              <a:t>13</a:t>
            </a:fld>
            <a:endParaRPr lang="en-US" altLang="zh-CN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1082</TotalTime>
  <Words>475</Words>
  <Application>Microsoft Office PowerPoint</Application>
  <PresentationFormat>全屏显示(4:3)</PresentationFormat>
  <Paragraphs>131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Profile</vt:lpstr>
      <vt:lpstr>数据库系统原理</vt:lpstr>
      <vt:lpstr>教材及参考书</vt:lpstr>
      <vt:lpstr>学习方法</vt:lpstr>
      <vt:lpstr>成绩</vt:lpstr>
      <vt:lpstr>PowerPoint 演示文稿</vt:lpstr>
      <vt:lpstr>PowerPoint 演示文稿</vt:lpstr>
      <vt:lpstr>PowerPoint 演示文稿</vt:lpstr>
      <vt:lpstr>PowerPoint 演示文稿</vt:lpstr>
      <vt:lpstr>学习内容</vt:lpstr>
      <vt:lpstr>学习内容</vt:lpstr>
      <vt:lpstr>PowerPoint 演示文稿</vt:lpstr>
      <vt:lpstr>PowerPoint 演示文稿</vt:lpstr>
      <vt:lpstr>第1周上课内容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补充知识</dc:title>
  <dc:creator>微软用户</dc:creator>
  <cp:lastModifiedBy>Windows 用户</cp:lastModifiedBy>
  <cp:revision>93</cp:revision>
  <dcterms:created xsi:type="dcterms:W3CDTF">2014-03-04T01:24:19Z</dcterms:created>
  <dcterms:modified xsi:type="dcterms:W3CDTF">2026-03-08T13:56:53Z</dcterms:modified>
</cp:coreProperties>
</file>