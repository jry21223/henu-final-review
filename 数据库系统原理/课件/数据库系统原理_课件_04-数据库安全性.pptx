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475" r:id="rId3"/>
    <p:sldId id="474" r:id="rId4"/>
    <p:sldId id="476" r:id="rId6"/>
    <p:sldId id="550" r:id="rId7"/>
    <p:sldId id="478" r:id="rId8"/>
    <p:sldId id="553" r:id="rId9"/>
    <p:sldId id="554" r:id="rId10"/>
    <p:sldId id="482" r:id="rId11"/>
    <p:sldId id="484" r:id="rId12"/>
    <p:sldId id="557" r:id="rId13"/>
    <p:sldId id="558" r:id="rId14"/>
    <p:sldId id="485" r:id="rId15"/>
    <p:sldId id="486" r:id="rId16"/>
    <p:sldId id="487" r:id="rId17"/>
    <p:sldId id="489" r:id="rId18"/>
    <p:sldId id="490" r:id="rId19"/>
    <p:sldId id="492" r:id="rId20"/>
    <p:sldId id="493" r:id="rId21"/>
    <p:sldId id="494" r:id="rId22"/>
    <p:sldId id="495" r:id="rId23"/>
    <p:sldId id="496" r:id="rId24"/>
    <p:sldId id="498" r:id="rId25"/>
    <p:sldId id="500" r:id="rId26"/>
    <p:sldId id="501" r:id="rId27"/>
    <p:sldId id="502" r:id="rId28"/>
    <p:sldId id="588" r:id="rId29"/>
    <p:sldId id="585" r:id="rId30"/>
    <p:sldId id="503" r:id="rId31"/>
    <p:sldId id="587" r:id="rId32"/>
    <p:sldId id="504" r:id="rId33"/>
    <p:sldId id="505" r:id="rId34"/>
    <p:sldId id="512" r:id="rId35"/>
    <p:sldId id="513" r:id="rId36"/>
    <p:sldId id="514" r:id="rId37"/>
    <p:sldId id="518" r:id="rId38"/>
    <p:sldId id="519" r:id="rId39"/>
    <p:sldId id="520" r:id="rId40"/>
    <p:sldId id="522" r:id="rId41"/>
    <p:sldId id="523" r:id="rId42"/>
    <p:sldId id="524" r:id="rId43"/>
    <p:sldId id="525" r:id="rId44"/>
    <p:sldId id="526" r:id="rId45"/>
    <p:sldId id="528" r:id="rId46"/>
    <p:sldId id="529" r:id="rId47"/>
    <p:sldId id="530" r:id="rId48"/>
    <p:sldId id="531" r:id="rId49"/>
    <p:sldId id="532" r:id="rId50"/>
    <p:sldId id="533" r:id="rId51"/>
    <p:sldId id="534" r:id="rId52"/>
    <p:sldId id="535" r:id="rId53"/>
    <p:sldId id="537" r:id="rId54"/>
    <p:sldId id="539" r:id="rId55"/>
    <p:sldId id="540" r:id="rId56"/>
    <p:sldId id="541" r:id="rId57"/>
    <p:sldId id="545" r:id="rId58"/>
    <p:sldId id="546" r:id="rId59"/>
    <p:sldId id="547" r:id="rId60"/>
    <p:sldId id="573" r:id="rId61"/>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163"/>
    <p:restoredTop sz="95080"/>
  </p:normalViewPr>
  <p:slideViewPr>
    <p:cSldViewPr showGuides="1">
      <p:cViewPr varScale="1">
        <p:scale>
          <a:sx n="85" d="100"/>
          <a:sy n="85" d="100"/>
        </p:scale>
        <p:origin x="-1644"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8D74D6E4-6927-47D2-A6EE-6BF8AEB4E89F}" type="datetimeFigureOut">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
            <a:pPr lvl="0" algn="r" eaLnBrk="1" fontAlgn="base" hangingPunct="1">
              <a:buNone/>
            </a:pPr>
            <a:fld id="{9A0DB2DC-4C9A-4742-B13C-FB6460FD3503}" type="slidenum">
              <a:rPr lang="zh-CN" altLang="en-US" sz="1200" strike="noStrike" noProof="1" dirty="0">
                <a:latin typeface="Verdana" panose="020B0604030504040204" pitchFamily="34" charset="0"/>
                <a:ea typeface="宋体" panose="02010600030101010101" pitchFamily="2" charset="-122"/>
                <a:cs typeface="+mn-cs"/>
              </a:rPr>
            </a:fld>
            <a:endParaRPr lang="zh-CN" altLang="en-US" sz="1200" strike="noStrike" noProof="1"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8194" name="Rectangle 2"/>
          <p:cNvSpPr>
            <a:spLocks noTextEdit="1"/>
          </p:cNvSpPr>
          <p:nvPr>
            <p:ph type="sldImg"/>
          </p:nvPr>
        </p:nvSpPr>
        <p:spPr>
          <a:ln>
            <a:solidFill>
              <a:srgbClr val="000000"/>
            </a:solidFill>
            <a:miter/>
          </a:ln>
        </p:spPr>
      </p:sp>
      <p:sp>
        <p:nvSpPr>
          <p:cNvPr id="8195"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12290" name="Rectangle 2"/>
          <p:cNvSpPr>
            <a:spLocks noTextEdit="1"/>
          </p:cNvSpPr>
          <p:nvPr>
            <p:ph type="sldImg"/>
          </p:nvPr>
        </p:nvSpPr>
        <p:spPr>
          <a:ln>
            <a:solidFill>
              <a:srgbClr val="000000"/>
            </a:solidFill>
            <a:miter/>
          </a:ln>
        </p:spPr>
      </p:sp>
      <p:sp>
        <p:nvSpPr>
          <p:cNvPr id="12291"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16386" name="Rectangle 2"/>
          <p:cNvSpPr>
            <a:spLocks noTextEdit="1"/>
          </p:cNvSpPr>
          <p:nvPr>
            <p:ph type="sldImg"/>
          </p:nvPr>
        </p:nvSpPr>
        <p:spPr>
          <a:ln>
            <a:solidFill>
              <a:srgbClr val="000000"/>
            </a:solidFill>
            <a:miter/>
          </a:ln>
        </p:spPr>
      </p:sp>
      <p:sp>
        <p:nvSpPr>
          <p:cNvPr id="16387"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18434" name="Rectangle 2"/>
          <p:cNvSpPr>
            <a:spLocks noTextEdit="1"/>
          </p:cNvSpPr>
          <p:nvPr>
            <p:ph type="sldImg"/>
          </p:nvPr>
        </p:nvSpPr>
        <p:spPr>
          <a:ln>
            <a:solidFill>
              <a:srgbClr val="000000"/>
            </a:solidFill>
            <a:miter/>
          </a:ln>
        </p:spPr>
      </p:sp>
      <p:sp>
        <p:nvSpPr>
          <p:cNvPr id="18435"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22530" name="Rectangle 2"/>
          <p:cNvSpPr>
            <a:spLocks noTextEdit="1"/>
          </p:cNvSpPr>
          <p:nvPr>
            <p:ph type="sldImg"/>
          </p:nvPr>
        </p:nvSpPr>
        <p:spPr>
          <a:ln>
            <a:solidFill>
              <a:srgbClr val="000000"/>
            </a:solidFill>
            <a:miter/>
          </a:ln>
        </p:spPr>
      </p:sp>
      <p:sp>
        <p:nvSpPr>
          <p:cNvPr id="22531"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24578" name="Rectangle 2"/>
          <p:cNvSpPr>
            <a:spLocks noTextEdit="1"/>
          </p:cNvSpPr>
          <p:nvPr>
            <p:ph type="sldImg"/>
          </p:nvPr>
        </p:nvSpPr>
        <p:spPr>
          <a:ln>
            <a:solidFill>
              <a:srgbClr val="000000"/>
            </a:solidFill>
            <a:miter/>
          </a:ln>
        </p:spPr>
      </p:sp>
      <p:sp>
        <p:nvSpPr>
          <p:cNvPr id="24579"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26626" name="Rectangle 2"/>
          <p:cNvSpPr>
            <a:spLocks noTextEdit="1"/>
          </p:cNvSpPr>
          <p:nvPr>
            <p:ph type="sldImg"/>
          </p:nvPr>
        </p:nvSpPr>
        <p:spPr>
          <a:ln>
            <a:solidFill>
              <a:srgbClr val="000000"/>
            </a:solidFill>
            <a:miter/>
          </a:ln>
        </p:spPr>
      </p:sp>
      <p:sp>
        <p:nvSpPr>
          <p:cNvPr id="26627"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28674" name="Rectangle 2"/>
          <p:cNvSpPr>
            <a:spLocks noTextEdit="1"/>
          </p:cNvSpPr>
          <p:nvPr>
            <p:ph type="sldImg"/>
          </p:nvPr>
        </p:nvSpPr>
        <p:spPr>
          <a:ln>
            <a:solidFill>
              <a:srgbClr val="000000"/>
            </a:solidFill>
            <a:miter/>
          </a:ln>
        </p:spPr>
      </p:sp>
      <p:sp>
        <p:nvSpPr>
          <p:cNvPr id="28675"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30722" name="Rectangle 2"/>
          <p:cNvSpPr>
            <a:spLocks noTextEdit="1"/>
          </p:cNvSpPr>
          <p:nvPr>
            <p:ph type="sldImg"/>
          </p:nvPr>
        </p:nvSpPr>
        <p:spPr>
          <a:ln>
            <a:solidFill>
              <a:srgbClr val="000000"/>
            </a:solidFill>
            <a:miter/>
          </a:ln>
        </p:spPr>
      </p:sp>
      <p:sp>
        <p:nvSpPr>
          <p:cNvPr id="30723"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32770" name="Rectangle 2"/>
          <p:cNvSpPr>
            <a:spLocks noTextEdit="1"/>
          </p:cNvSpPr>
          <p:nvPr>
            <p:ph type="sldImg"/>
          </p:nvPr>
        </p:nvSpPr>
        <p:spPr>
          <a:ln>
            <a:solidFill>
              <a:srgbClr val="000000"/>
            </a:solidFill>
            <a:miter/>
          </a:ln>
        </p:spPr>
      </p:sp>
      <p:sp>
        <p:nvSpPr>
          <p:cNvPr id="32771"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34818" name="Rectangle 2"/>
          <p:cNvSpPr>
            <a:spLocks noTextEdit="1"/>
          </p:cNvSpPr>
          <p:nvPr>
            <p:ph type="sldImg"/>
          </p:nvPr>
        </p:nvSpPr>
        <p:spPr>
          <a:ln>
            <a:solidFill>
              <a:srgbClr val="000000"/>
            </a:solidFill>
            <a:miter/>
          </a:ln>
        </p:spPr>
      </p:sp>
      <p:sp>
        <p:nvSpPr>
          <p:cNvPr id="34819"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36866" name="Rectangle 2"/>
          <p:cNvSpPr>
            <a:spLocks noTextEdit="1"/>
          </p:cNvSpPr>
          <p:nvPr>
            <p:ph type="sldImg"/>
          </p:nvPr>
        </p:nvSpPr>
        <p:spPr>
          <a:ln>
            <a:solidFill>
              <a:srgbClr val="000000"/>
            </a:solidFill>
            <a:miter/>
          </a:ln>
        </p:spPr>
      </p:sp>
      <p:sp>
        <p:nvSpPr>
          <p:cNvPr id="36867"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latin typeface="Verdana" panose="020B0604030504040204" pitchFamily="34" charset="0"/>
                <a:ea typeface="宋体" panose="02010600030101010101" pitchFamily="2" charset="-122"/>
              </a:rPr>
            </a:fld>
            <a:endParaRPr lang="en-US" altLang="zh-CN" sz="1200" dirty="0">
              <a:latin typeface="Verdana" panose="020B0604030504040204" pitchFamily="34" charset="0"/>
              <a:ea typeface="宋体" panose="02010600030101010101" pitchFamily="2" charset="-122"/>
            </a:endParaRPr>
          </a:p>
        </p:txBody>
      </p:sp>
      <p:sp>
        <p:nvSpPr>
          <p:cNvPr id="38914" name="Rectangle 2"/>
          <p:cNvSpPr>
            <a:spLocks noTextEdit="1"/>
          </p:cNvSpPr>
          <p:nvPr>
            <p:ph type="sldImg"/>
          </p:nvPr>
        </p:nvSpPr>
        <p:spPr>
          <a:ln>
            <a:solidFill>
              <a:srgbClr val="000000"/>
            </a:solidFill>
            <a:miter/>
          </a:ln>
        </p:spPr>
      </p:sp>
      <p:sp>
        <p:nvSpPr>
          <p:cNvPr id="38915"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40962" name="Rectangle 2"/>
          <p:cNvSpPr>
            <a:spLocks noTextEdit="1"/>
          </p:cNvSpPr>
          <p:nvPr>
            <p:ph type="sldImg"/>
          </p:nvPr>
        </p:nvSpPr>
        <p:spPr>
          <a:ln>
            <a:solidFill>
              <a:srgbClr val="000000"/>
            </a:solidFill>
            <a:miter/>
          </a:ln>
        </p:spPr>
      </p:sp>
      <p:sp>
        <p:nvSpPr>
          <p:cNvPr id="40963"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Grp="1" noRot="1" noChangeAspect="1" noTextEdit="1"/>
          </p:cNvSpPr>
          <p:nvPr>
            <p:ph type="sldImg"/>
          </p:nvPr>
        </p:nvSpPr>
        <p:spPr>
          <a:ln>
            <a:solidFill>
              <a:srgbClr val="000000"/>
            </a:solidFill>
            <a:miter/>
          </a:ln>
        </p:spPr>
      </p:sp>
      <p:sp>
        <p:nvSpPr>
          <p:cNvPr id="43010"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43011"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zh-CN" altLang="en-US" sz="1200" dirty="0"/>
            </a:fld>
            <a:endParaRPr lang="zh-CN" altLang="en-US" sz="12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45058" name="Rectangle 2"/>
          <p:cNvSpPr>
            <a:spLocks noTextEdit="1"/>
          </p:cNvSpPr>
          <p:nvPr>
            <p:ph type="sldImg"/>
          </p:nvPr>
        </p:nvSpPr>
        <p:spPr>
          <a:ln>
            <a:solidFill>
              <a:srgbClr val="000000"/>
            </a:solidFill>
            <a:miter/>
          </a:ln>
        </p:spPr>
      </p:sp>
      <p:sp>
        <p:nvSpPr>
          <p:cNvPr id="45059"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47106" name="Rectangle 2"/>
          <p:cNvSpPr>
            <a:spLocks noTextEdit="1"/>
          </p:cNvSpPr>
          <p:nvPr>
            <p:ph type="sldImg"/>
          </p:nvPr>
        </p:nvSpPr>
        <p:spPr>
          <a:ln>
            <a:solidFill>
              <a:srgbClr val="000000"/>
            </a:solidFill>
            <a:miter/>
          </a:ln>
        </p:spPr>
      </p:sp>
      <p:sp>
        <p:nvSpPr>
          <p:cNvPr id="47107"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49154" name="Rectangle 2"/>
          <p:cNvSpPr>
            <a:spLocks noTextEdit="1"/>
          </p:cNvSpPr>
          <p:nvPr>
            <p:ph type="sldImg"/>
          </p:nvPr>
        </p:nvSpPr>
        <p:spPr>
          <a:ln>
            <a:solidFill>
              <a:srgbClr val="000000"/>
            </a:solidFill>
            <a:miter/>
          </a:ln>
        </p:spPr>
      </p:sp>
      <p:sp>
        <p:nvSpPr>
          <p:cNvPr id="49155"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51202" name="Rectangle 2"/>
          <p:cNvSpPr>
            <a:spLocks noTextEdit="1"/>
          </p:cNvSpPr>
          <p:nvPr>
            <p:ph type="sldImg"/>
          </p:nvPr>
        </p:nvSpPr>
        <p:spPr>
          <a:ln>
            <a:solidFill>
              <a:srgbClr val="000000"/>
            </a:solidFill>
            <a:miter/>
          </a:ln>
        </p:spPr>
      </p:sp>
      <p:sp>
        <p:nvSpPr>
          <p:cNvPr id="51203"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54274" name="Rectangle 2"/>
          <p:cNvSpPr>
            <a:spLocks noTextEdit="1"/>
          </p:cNvSpPr>
          <p:nvPr>
            <p:ph type="sldImg"/>
          </p:nvPr>
        </p:nvSpPr>
        <p:spPr>
          <a:ln>
            <a:solidFill>
              <a:srgbClr val="000000"/>
            </a:solidFill>
            <a:miter/>
          </a:ln>
        </p:spPr>
      </p:sp>
      <p:sp>
        <p:nvSpPr>
          <p:cNvPr id="54275"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57346" name="Rectangle 2"/>
          <p:cNvSpPr>
            <a:spLocks noTextEdit="1"/>
          </p:cNvSpPr>
          <p:nvPr>
            <p:ph type="sldImg"/>
          </p:nvPr>
        </p:nvSpPr>
        <p:spPr>
          <a:ln>
            <a:solidFill>
              <a:srgbClr val="000000"/>
            </a:solidFill>
            <a:miter/>
          </a:ln>
        </p:spPr>
      </p:sp>
      <p:sp>
        <p:nvSpPr>
          <p:cNvPr id="57347"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59394" name="Rectangle 2"/>
          <p:cNvSpPr>
            <a:spLocks noTextEdit="1"/>
          </p:cNvSpPr>
          <p:nvPr>
            <p:ph type="sldImg"/>
          </p:nvPr>
        </p:nvSpPr>
        <p:spPr>
          <a:ln>
            <a:solidFill>
              <a:srgbClr val="000000"/>
            </a:solidFill>
            <a:miter/>
          </a:ln>
        </p:spPr>
      </p:sp>
      <p:sp>
        <p:nvSpPr>
          <p:cNvPr id="59395"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61442" name="Rectangle 2"/>
          <p:cNvSpPr>
            <a:spLocks noTextEdit="1"/>
          </p:cNvSpPr>
          <p:nvPr>
            <p:ph type="sldImg"/>
          </p:nvPr>
        </p:nvSpPr>
        <p:spPr>
          <a:ln>
            <a:solidFill>
              <a:srgbClr val="000000"/>
            </a:solidFill>
            <a:miter/>
          </a:ln>
        </p:spPr>
      </p:sp>
      <p:sp>
        <p:nvSpPr>
          <p:cNvPr id="61443"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63490" name="Rectangle 2"/>
          <p:cNvSpPr>
            <a:spLocks noTextEdit="1"/>
          </p:cNvSpPr>
          <p:nvPr>
            <p:ph type="sldImg"/>
          </p:nvPr>
        </p:nvSpPr>
        <p:spPr>
          <a:ln>
            <a:solidFill>
              <a:srgbClr val="000000"/>
            </a:solidFill>
            <a:miter/>
          </a:ln>
        </p:spPr>
      </p:sp>
      <p:sp>
        <p:nvSpPr>
          <p:cNvPr id="63491"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65538" name="Rectangle 2"/>
          <p:cNvSpPr>
            <a:spLocks noTextEdit="1"/>
          </p:cNvSpPr>
          <p:nvPr>
            <p:ph type="sldImg"/>
          </p:nvPr>
        </p:nvSpPr>
        <p:spPr>
          <a:ln>
            <a:solidFill>
              <a:srgbClr val="000000"/>
            </a:solidFill>
            <a:miter/>
          </a:ln>
        </p:spPr>
      </p:sp>
      <p:sp>
        <p:nvSpPr>
          <p:cNvPr id="65539"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67586" name="Rectangle 2"/>
          <p:cNvSpPr>
            <a:spLocks noTextEdit="1"/>
          </p:cNvSpPr>
          <p:nvPr>
            <p:ph type="sldImg"/>
          </p:nvPr>
        </p:nvSpPr>
        <p:spPr>
          <a:ln>
            <a:solidFill>
              <a:srgbClr val="000000"/>
            </a:solidFill>
            <a:miter/>
          </a:ln>
        </p:spPr>
      </p:sp>
      <p:sp>
        <p:nvSpPr>
          <p:cNvPr id="67587"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69634" name="Rectangle 2"/>
          <p:cNvSpPr>
            <a:spLocks noTextEdit="1"/>
          </p:cNvSpPr>
          <p:nvPr>
            <p:ph type="sldImg"/>
          </p:nvPr>
        </p:nvSpPr>
        <p:spPr>
          <a:ln>
            <a:solidFill>
              <a:srgbClr val="000000"/>
            </a:solidFill>
            <a:miter/>
          </a:ln>
        </p:spPr>
      </p:sp>
      <p:sp>
        <p:nvSpPr>
          <p:cNvPr id="69635"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71682" name="Rectangle 2"/>
          <p:cNvSpPr>
            <a:spLocks noTextEdit="1"/>
          </p:cNvSpPr>
          <p:nvPr>
            <p:ph type="sldImg"/>
          </p:nvPr>
        </p:nvSpPr>
        <p:spPr>
          <a:ln>
            <a:solidFill>
              <a:srgbClr val="000000"/>
            </a:solidFill>
            <a:miter/>
          </a:ln>
        </p:spPr>
      </p:sp>
      <p:sp>
        <p:nvSpPr>
          <p:cNvPr id="71683"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73730" name="Rectangle 2"/>
          <p:cNvSpPr>
            <a:spLocks noTextEdit="1"/>
          </p:cNvSpPr>
          <p:nvPr>
            <p:ph type="sldImg"/>
          </p:nvPr>
        </p:nvSpPr>
        <p:spPr>
          <a:ln>
            <a:solidFill>
              <a:srgbClr val="000000"/>
            </a:solidFill>
            <a:miter/>
          </a:ln>
        </p:spPr>
      </p:sp>
      <p:sp>
        <p:nvSpPr>
          <p:cNvPr id="73731"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75778" name="Rectangle 2"/>
          <p:cNvSpPr>
            <a:spLocks noTextEdit="1"/>
          </p:cNvSpPr>
          <p:nvPr>
            <p:ph type="sldImg"/>
          </p:nvPr>
        </p:nvSpPr>
        <p:spPr>
          <a:ln>
            <a:solidFill>
              <a:srgbClr val="000000"/>
            </a:solidFill>
            <a:miter/>
          </a:ln>
        </p:spPr>
      </p:sp>
      <p:sp>
        <p:nvSpPr>
          <p:cNvPr id="75779"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77826" name="Rectangle 2"/>
          <p:cNvSpPr>
            <a:spLocks noTextEdit="1"/>
          </p:cNvSpPr>
          <p:nvPr>
            <p:ph type="sldImg"/>
          </p:nvPr>
        </p:nvSpPr>
        <p:spPr>
          <a:ln>
            <a:solidFill>
              <a:srgbClr val="000000"/>
            </a:solidFill>
            <a:miter/>
          </a:ln>
        </p:spPr>
      </p:sp>
      <p:sp>
        <p:nvSpPr>
          <p:cNvPr id="77827"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79874" name="Rectangle 2"/>
          <p:cNvSpPr>
            <a:spLocks noTextEdit="1"/>
          </p:cNvSpPr>
          <p:nvPr>
            <p:ph type="sldImg"/>
          </p:nvPr>
        </p:nvSpPr>
        <p:spPr>
          <a:ln>
            <a:solidFill>
              <a:srgbClr val="000000"/>
            </a:solidFill>
            <a:miter/>
          </a:ln>
        </p:spPr>
      </p:sp>
      <p:sp>
        <p:nvSpPr>
          <p:cNvPr id="79875"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81922" name="Rectangle 2"/>
          <p:cNvSpPr>
            <a:spLocks noTextEdit="1"/>
          </p:cNvSpPr>
          <p:nvPr>
            <p:ph type="sldImg"/>
          </p:nvPr>
        </p:nvSpPr>
        <p:spPr>
          <a:ln>
            <a:solidFill>
              <a:srgbClr val="000000"/>
            </a:solidFill>
            <a:miter/>
          </a:ln>
        </p:spPr>
      </p:sp>
      <p:sp>
        <p:nvSpPr>
          <p:cNvPr id="81923"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83970" name="Rectangle 2"/>
          <p:cNvSpPr>
            <a:spLocks noTextEdit="1"/>
          </p:cNvSpPr>
          <p:nvPr>
            <p:ph type="sldImg"/>
          </p:nvPr>
        </p:nvSpPr>
        <p:spPr>
          <a:ln>
            <a:solidFill>
              <a:srgbClr val="000000"/>
            </a:solidFill>
            <a:miter/>
          </a:ln>
        </p:spPr>
      </p:sp>
      <p:sp>
        <p:nvSpPr>
          <p:cNvPr id="83971"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86018" name="Rectangle 2"/>
          <p:cNvSpPr>
            <a:spLocks noTextEdit="1"/>
          </p:cNvSpPr>
          <p:nvPr>
            <p:ph type="sldImg"/>
          </p:nvPr>
        </p:nvSpPr>
        <p:spPr>
          <a:ln>
            <a:solidFill>
              <a:srgbClr val="000000"/>
            </a:solidFill>
            <a:miter/>
          </a:ln>
        </p:spPr>
      </p:sp>
      <p:sp>
        <p:nvSpPr>
          <p:cNvPr id="86019"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88066" name="Rectangle 2"/>
          <p:cNvSpPr>
            <a:spLocks noTextEdit="1"/>
          </p:cNvSpPr>
          <p:nvPr>
            <p:ph type="sldImg"/>
          </p:nvPr>
        </p:nvSpPr>
        <p:spPr>
          <a:ln>
            <a:solidFill>
              <a:srgbClr val="000000"/>
            </a:solidFill>
            <a:miter/>
          </a:ln>
        </p:spPr>
      </p:sp>
      <p:sp>
        <p:nvSpPr>
          <p:cNvPr id="88067"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90114" name="Rectangle 2"/>
          <p:cNvSpPr>
            <a:spLocks noTextEdit="1"/>
          </p:cNvSpPr>
          <p:nvPr>
            <p:ph type="sldImg"/>
          </p:nvPr>
        </p:nvSpPr>
        <p:spPr>
          <a:ln>
            <a:solidFill>
              <a:srgbClr val="000000"/>
            </a:solidFill>
            <a:miter/>
          </a:ln>
        </p:spPr>
      </p:sp>
      <p:sp>
        <p:nvSpPr>
          <p:cNvPr id="90115"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92162" name="Rectangle 2"/>
          <p:cNvSpPr>
            <a:spLocks noTextEdit="1"/>
          </p:cNvSpPr>
          <p:nvPr>
            <p:ph type="sldImg"/>
          </p:nvPr>
        </p:nvSpPr>
        <p:spPr>
          <a:ln>
            <a:solidFill>
              <a:srgbClr val="000000"/>
            </a:solidFill>
            <a:miter/>
          </a:ln>
        </p:spPr>
      </p:sp>
      <p:sp>
        <p:nvSpPr>
          <p:cNvPr id="92163"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94210" name="Rectangle 2"/>
          <p:cNvSpPr>
            <a:spLocks noTextEdit="1"/>
          </p:cNvSpPr>
          <p:nvPr>
            <p:ph type="sldImg"/>
          </p:nvPr>
        </p:nvSpPr>
        <p:spPr>
          <a:ln>
            <a:solidFill>
              <a:srgbClr val="000000"/>
            </a:solidFill>
            <a:miter/>
          </a:ln>
        </p:spPr>
      </p:sp>
      <p:sp>
        <p:nvSpPr>
          <p:cNvPr id="94211"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96258" name="Rectangle 2"/>
          <p:cNvSpPr>
            <a:spLocks noTextEdit="1"/>
          </p:cNvSpPr>
          <p:nvPr>
            <p:ph type="sldImg"/>
          </p:nvPr>
        </p:nvSpPr>
        <p:spPr>
          <a:ln>
            <a:solidFill>
              <a:srgbClr val="000000"/>
            </a:solidFill>
            <a:miter/>
          </a:ln>
        </p:spPr>
      </p:sp>
      <p:sp>
        <p:nvSpPr>
          <p:cNvPr id="96259"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98306" name="Rectangle 2"/>
          <p:cNvSpPr>
            <a:spLocks noTextEdit="1"/>
          </p:cNvSpPr>
          <p:nvPr>
            <p:ph type="sldImg"/>
          </p:nvPr>
        </p:nvSpPr>
        <p:spPr>
          <a:ln>
            <a:solidFill>
              <a:srgbClr val="000000"/>
            </a:solidFill>
            <a:miter/>
          </a:ln>
        </p:spPr>
      </p:sp>
      <p:sp>
        <p:nvSpPr>
          <p:cNvPr id="98307"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100354" name="Rectangle 2"/>
          <p:cNvSpPr>
            <a:spLocks noTextEdit="1"/>
          </p:cNvSpPr>
          <p:nvPr>
            <p:ph type="sldImg"/>
          </p:nvPr>
        </p:nvSpPr>
        <p:spPr>
          <a:ln>
            <a:solidFill>
              <a:srgbClr val="000000"/>
            </a:solidFill>
            <a:miter/>
          </a:ln>
        </p:spPr>
      </p:sp>
      <p:sp>
        <p:nvSpPr>
          <p:cNvPr id="100355"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102402" name="Rectangle 2"/>
          <p:cNvSpPr>
            <a:spLocks noTextEdit="1"/>
          </p:cNvSpPr>
          <p:nvPr>
            <p:ph type="sldImg"/>
          </p:nvPr>
        </p:nvSpPr>
        <p:spPr>
          <a:ln>
            <a:solidFill>
              <a:srgbClr val="000000"/>
            </a:solidFill>
            <a:miter/>
          </a:ln>
        </p:spPr>
      </p:sp>
      <p:sp>
        <p:nvSpPr>
          <p:cNvPr id="102403"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104450" name="Rectangle 2"/>
          <p:cNvSpPr>
            <a:spLocks noTextEdit="1"/>
          </p:cNvSpPr>
          <p:nvPr>
            <p:ph type="sldImg"/>
          </p:nvPr>
        </p:nvSpPr>
        <p:spPr>
          <a:ln>
            <a:solidFill>
              <a:srgbClr val="000000"/>
            </a:solidFill>
            <a:miter/>
          </a:ln>
        </p:spPr>
      </p:sp>
      <p:sp>
        <p:nvSpPr>
          <p:cNvPr id="104451"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106498" name="Rectangle 2"/>
          <p:cNvSpPr>
            <a:spLocks noTextEdit="1"/>
          </p:cNvSpPr>
          <p:nvPr>
            <p:ph type="sldImg"/>
          </p:nvPr>
        </p:nvSpPr>
        <p:spPr>
          <a:ln>
            <a:solidFill>
              <a:srgbClr val="000000"/>
            </a:solidFill>
            <a:miter/>
          </a:ln>
        </p:spPr>
      </p:sp>
      <p:sp>
        <p:nvSpPr>
          <p:cNvPr id="106499"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108546" name="Rectangle 2"/>
          <p:cNvSpPr>
            <a:spLocks noTextEdit="1"/>
          </p:cNvSpPr>
          <p:nvPr>
            <p:ph type="sldImg"/>
          </p:nvPr>
        </p:nvSpPr>
        <p:spPr>
          <a:ln>
            <a:solidFill>
              <a:srgbClr val="000000"/>
            </a:solidFill>
            <a:miter/>
          </a:ln>
        </p:spPr>
      </p:sp>
      <p:sp>
        <p:nvSpPr>
          <p:cNvPr id="108547"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110594" name="Rectangle 2"/>
          <p:cNvSpPr>
            <a:spLocks noTextEdit="1"/>
          </p:cNvSpPr>
          <p:nvPr>
            <p:ph type="sldImg"/>
          </p:nvPr>
        </p:nvSpPr>
        <p:spPr>
          <a:ln>
            <a:solidFill>
              <a:srgbClr val="000000"/>
            </a:solidFill>
            <a:miter/>
          </a:ln>
        </p:spPr>
      </p:sp>
      <p:sp>
        <p:nvSpPr>
          <p:cNvPr id="110595"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fld>
            <a:endParaRPr lang="en-US" altLang="zh-CN" sz="1200" dirty="0"/>
          </a:p>
        </p:txBody>
      </p:sp>
      <p:sp>
        <p:nvSpPr>
          <p:cNvPr id="112642" name="Rectangle 2"/>
          <p:cNvSpPr>
            <a:spLocks noTextEdit="1"/>
          </p:cNvSpPr>
          <p:nvPr>
            <p:ph type="sldImg"/>
          </p:nvPr>
        </p:nvSpPr>
        <p:spPr>
          <a:ln>
            <a:solidFill>
              <a:srgbClr val="000000"/>
            </a:solidFill>
            <a:miter/>
          </a:ln>
        </p:spPr>
      </p:sp>
      <p:sp>
        <p:nvSpPr>
          <p:cNvPr id="112643"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dirty="0" smtClean="0"/>
              <a:t>单击此处编辑母版标题样式</a:t>
            </a:r>
            <a:endParaRPr lang="zh-CN" altLang="en-US" strike="noStrike" noProof="1" dirty="0"/>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050" name="AutoShape 7"/>
          <p:cNvSpPr/>
          <p:nvPr/>
        </p:nvSpPr>
        <p:spPr>
          <a:xfrm>
            <a:off x="685800" y="2393950"/>
            <a:ext cx="7772400" cy="109538"/>
          </a:xfrm>
          <a:custGeom>
            <a:avLst/>
            <a:gdLst/>
            <a:ahLst/>
            <a:cxnLst>
              <a:cxn ang="0">
                <a:pos x="0" y="0"/>
              </a:cxn>
              <a:cxn ang="0">
                <a:pos x="2147483647" y="0"/>
              </a:cxn>
              <a:cxn ang="0">
                <a:pos x="2147483647" y="2147483647"/>
              </a:cxn>
              <a:cxn ang="0">
                <a:pos x="0" y="2147483647"/>
              </a:cxn>
              <a:cxn ang="0">
                <a:pos x="0" y="0"/>
              </a:cxn>
              <a:cxn ang="0">
                <a:pos x="2147483647"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cap="flat" cmpd="sng">
            <a:solidFill>
              <a:schemeClr val="accent2"/>
            </a:solidFill>
            <a:prstDash val="solid"/>
            <a:round/>
            <a:headEnd type="none" w="med" len="med"/>
            <a:tailEnd type="none" w="med" len="med"/>
          </a:ln>
        </p:spPr>
        <p:txBody>
          <a:bodyPr/>
          <a:p>
            <a:endParaRPr lang="zh-CN" altLang="en-US"/>
          </a:p>
        </p:txBody>
      </p:sp>
      <p:sp>
        <p:nvSpPr>
          <p:cNvPr id="21506" name="Rectangle 2"/>
          <p:cNvSpPr>
            <a:spLocks noGrp="1" noChangeArrowheads="1"/>
          </p:cNvSpPr>
          <p:nvPr>
            <p:ph type="ctrTitle"/>
          </p:nvPr>
        </p:nvSpPr>
        <p:spPr>
          <a:xfrm>
            <a:off x="685800" y="990600"/>
            <a:ext cx="7772400" cy="1371600"/>
          </a:xfrm>
        </p:spPr>
        <p:txBody>
          <a:bodyPr/>
          <a:lstStyle>
            <a:lvl1pPr>
              <a:defRPr sz="4000"/>
            </a:lvl1pPr>
          </a:lstStyle>
          <a:p>
            <a:pPr fontAlgn="base"/>
            <a:r>
              <a:rPr lang="zh-CN" altLang="en-US" strike="noStrike" noProof="1"/>
              <a:t>单击此处编辑母版标题样式</a:t>
            </a:r>
            <a:endParaRPr lang="zh-CN" altLang="en-US" strike="noStrike" noProof="1"/>
          </a:p>
        </p:txBody>
      </p:sp>
      <p:sp>
        <p:nvSpPr>
          <p:cNvPr id="21507"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vl1pPr>
          </a:lstStyle>
          <a:p>
            <a:pPr fontAlgn="base"/>
            <a:r>
              <a:rPr lang="zh-CN" altLang="en-US" strike="noStrike" noProof="1"/>
              <a:t>单击此处编辑母版副标题样式</a:t>
            </a:r>
            <a:endParaRPr lang="zh-CN" altLang="en-US" strike="noStrike" noProof="1"/>
          </a:p>
        </p:txBody>
      </p:sp>
      <p:sp>
        <p:nvSpPr>
          <p:cNvPr id="1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p>
            <a:pPr algn="r"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p>
        </p:txBody>
      </p:sp>
    </p:spTree>
  </p:cSld>
  <p:clrMapOvr>
    <a:masterClrMapping/>
  </p:clrMapOvr>
  <p:transition advClick="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566738" y="304800"/>
            <a:ext cx="5854700" cy="5715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bg>
      <p:bgPr>
        <a:pattFill prst="ltHorz">
          <a:fgClr>
            <a:schemeClr val="bg2"/>
          </a:fgClr>
          <a:bgClr>
            <a:schemeClr val="bg1"/>
          </a:bgClr>
        </a:pattFill>
        <a:effectLst/>
      </p:bgPr>
    </p:bg>
    <p:spTree>
      <p:nvGrpSpPr>
        <p:cNvPr id="1" name=""/>
        <p:cNvGrpSpPr/>
        <p:nvPr/>
      </p:nvGrpSpPr>
      <p:grpSpPr>
        <a:xfrm>
          <a:off x="0" y="0"/>
          <a:ext cx="0" cy="0"/>
          <a:chOff x="0" y="0"/>
          <a:chExt cx="0" cy="0"/>
        </a:xfrm>
      </p:grpSpPr>
      <p:graphicFrame>
        <p:nvGraphicFramePr>
          <p:cNvPr id="3076" name="Object 1026"/>
          <p:cNvGraphicFramePr>
            <a:graphicFrameLocks noChangeAspect="1"/>
          </p:cNvGraphicFramePr>
          <p:nvPr/>
        </p:nvGraphicFramePr>
        <p:xfrm>
          <a:off x="0" y="0"/>
          <a:ext cx="9144000" cy="1200150"/>
        </p:xfrm>
        <a:graphic>
          <a:graphicData uri="http://schemas.openxmlformats.org/presentationml/2006/ole">
            <mc:AlternateContent xmlns:mc="http://schemas.openxmlformats.org/markup-compatibility/2006">
              <mc:Choice xmlns:v="urn:schemas-microsoft-com:vml" Requires="v">
                <p:oleObj spid="_x0000_s7" name="" r:id="rId2" imgW="9563100" imgH="1600200" progId="">
                  <p:embed/>
                </p:oleObj>
              </mc:Choice>
              <mc:Fallback>
                <p:oleObj name="" r:id="rId2" imgW="9563100" imgH="1600200" progId="">
                  <p:embed/>
                  <p:pic>
                    <p:nvPicPr>
                      <p:cNvPr id="0" name="图片 6"/>
                      <p:cNvPicPr/>
                      <p:nvPr/>
                    </p:nvPicPr>
                    <p:blipFill>
                      <a:blip r:embed="rId3"/>
                      <a:stretch>
                        <a:fillRect/>
                      </a:stretch>
                    </p:blipFill>
                    <p:spPr>
                      <a:xfrm>
                        <a:off x="0" y="0"/>
                        <a:ext cx="9144000" cy="1200150"/>
                      </a:xfrm>
                      <a:prstGeom prst="rect">
                        <a:avLst/>
                      </a:prstGeom>
                      <a:noFill/>
                      <a:ln w="38100">
                        <a:noFill/>
                        <a:miter/>
                      </a:ln>
                    </p:spPr>
                  </p:pic>
                </p:oleObj>
              </mc:Fallback>
            </mc:AlternateContent>
          </a:graphicData>
        </a:graphic>
      </p:graphicFrame>
      <p:sp>
        <p:nvSpPr>
          <p:cNvPr id="3077" name="Freeform 1027"/>
          <p:cNvSpPr/>
          <p:nvPr/>
        </p:nvSpPr>
        <p:spPr>
          <a:xfrm>
            <a:off x="-11112" y="280988"/>
            <a:ext cx="9155112" cy="1620837"/>
          </a:xfrm>
          <a:custGeom>
            <a:avLst/>
            <a:gdLst/>
            <a:ahLst/>
            <a:cxnLst>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Lst>
            <a:pathLst>
              <a:path w="5767" h="1021">
                <a:moveTo>
                  <a:pt x="6" y="109"/>
                </a:moveTo>
                <a:cubicBezTo>
                  <a:pt x="144" y="93"/>
                  <a:pt x="626" y="42"/>
                  <a:pt x="1427" y="46"/>
                </a:cubicBezTo>
                <a:cubicBezTo>
                  <a:pt x="2228" y="50"/>
                  <a:pt x="3321" y="224"/>
                  <a:pt x="4032" y="255"/>
                </a:cubicBezTo>
                <a:cubicBezTo>
                  <a:pt x="4742" y="286"/>
                  <a:pt x="5649" y="91"/>
                  <a:pt x="5767" y="0"/>
                </a:cubicBezTo>
                <a:lnTo>
                  <a:pt x="5767" y="776"/>
                </a:lnTo>
                <a:cubicBezTo>
                  <a:pt x="4948" y="879"/>
                  <a:pt x="4543" y="844"/>
                  <a:pt x="4065" y="831"/>
                </a:cubicBezTo>
                <a:cubicBezTo>
                  <a:pt x="3587" y="818"/>
                  <a:pt x="2973" y="694"/>
                  <a:pt x="1984" y="674"/>
                </a:cubicBezTo>
                <a:cubicBezTo>
                  <a:pt x="995" y="654"/>
                  <a:pt x="28" y="969"/>
                  <a:pt x="14" y="995"/>
                </a:cubicBezTo>
                <a:cubicBezTo>
                  <a:pt x="0" y="1021"/>
                  <a:pt x="6" y="255"/>
                  <a:pt x="6" y="109"/>
                </a:cubicBezTo>
                <a:close/>
              </a:path>
            </a:pathLst>
          </a:custGeom>
          <a:solidFill>
            <a:schemeClr val="accent1">
              <a:alpha val="41176"/>
            </a:schemeClr>
          </a:solidFill>
          <a:ln w="9525">
            <a:noFill/>
          </a:ln>
        </p:spPr>
        <p:txBody>
          <a:bodyPr/>
          <a:p>
            <a:endParaRPr lang="zh-CN" altLang="en-US"/>
          </a:p>
        </p:txBody>
      </p:sp>
      <p:sp>
        <p:nvSpPr>
          <p:cNvPr id="3078" name="Freeform 1028"/>
          <p:cNvSpPr/>
          <p:nvPr/>
        </p:nvSpPr>
        <p:spPr>
          <a:xfrm>
            <a:off x="-20637" y="533400"/>
            <a:ext cx="9161462" cy="1006475"/>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5771" h="634">
                <a:moveTo>
                  <a:pt x="20" y="109"/>
                </a:moveTo>
                <a:cubicBezTo>
                  <a:pt x="26" y="109"/>
                  <a:pt x="645" y="0"/>
                  <a:pt x="1442" y="3"/>
                </a:cubicBezTo>
                <a:cubicBezTo>
                  <a:pt x="2239" y="6"/>
                  <a:pt x="3443" y="123"/>
                  <a:pt x="4150" y="148"/>
                </a:cubicBezTo>
                <a:cubicBezTo>
                  <a:pt x="4858" y="173"/>
                  <a:pt x="5633" y="63"/>
                  <a:pt x="5771" y="37"/>
                </a:cubicBezTo>
                <a:lnTo>
                  <a:pt x="5771" y="557"/>
                </a:lnTo>
                <a:cubicBezTo>
                  <a:pt x="4926" y="634"/>
                  <a:pt x="4422" y="612"/>
                  <a:pt x="3942" y="592"/>
                </a:cubicBezTo>
                <a:cubicBezTo>
                  <a:pt x="3463" y="572"/>
                  <a:pt x="2588" y="450"/>
                  <a:pt x="1839" y="456"/>
                </a:cubicBezTo>
                <a:cubicBezTo>
                  <a:pt x="1182" y="455"/>
                  <a:pt x="0" y="618"/>
                  <a:pt x="6" y="620"/>
                </a:cubicBezTo>
                <a:cubicBezTo>
                  <a:pt x="12" y="621"/>
                  <a:pt x="14" y="109"/>
                  <a:pt x="20" y="109"/>
                </a:cubicBezTo>
                <a:close/>
              </a:path>
            </a:pathLst>
          </a:custGeom>
          <a:solidFill>
            <a:schemeClr val="accent1"/>
          </a:solidFill>
          <a:ln w="9525">
            <a:noFill/>
          </a:ln>
        </p:spPr>
        <p:txBody>
          <a:bodyPr/>
          <a:p>
            <a:endParaRPr lang="zh-CN" altLang="en-US"/>
          </a:p>
        </p:txBody>
      </p:sp>
      <p:grpSp>
        <p:nvGrpSpPr>
          <p:cNvPr id="3079" name="Group 1029"/>
          <p:cNvGrpSpPr/>
          <p:nvPr/>
        </p:nvGrpSpPr>
        <p:grpSpPr>
          <a:xfrm>
            <a:off x="7740650" y="347663"/>
            <a:ext cx="387350" cy="366712"/>
            <a:chOff x="4752" y="1200"/>
            <a:chExt cx="288" cy="288"/>
          </a:xfrm>
        </p:grpSpPr>
        <p:sp>
          <p:nvSpPr>
            <p:cNvPr id="13" name="Oval 1030"/>
            <p:cNvSpPr>
              <a:spLocks noChangeArrowheads="1"/>
            </p:cNvSpPr>
            <p:nvPr/>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4" name="Oval 1031"/>
            <p:cNvSpPr>
              <a:spLocks noChangeArrowheads="1"/>
            </p:cNvSpPr>
            <p:nvPr/>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grpSp>
        <p:nvGrpSpPr>
          <p:cNvPr id="3082" name="Group 1032"/>
          <p:cNvGrpSpPr/>
          <p:nvPr/>
        </p:nvGrpSpPr>
        <p:grpSpPr>
          <a:xfrm>
            <a:off x="8153400" y="53975"/>
            <a:ext cx="609600" cy="592138"/>
            <a:chOff x="4992" y="816"/>
            <a:chExt cx="576" cy="576"/>
          </a:xfrm>
        </p:grpSpPr>
        <p:sp>
          <p:nvSpPr>
            <p:cNvPr id="16" name="Oval 1033"/>
            <p:cNvSpPr>
              <a:spLocks noChangeArrowheads="1"/>
            </p:cNvSpPr>
            <p:nvPr/>
          </p:nvSpPr>
          <p:spPr bwMode="gray">
            <a:xfrm>
              <a:off x="4992" y="816"/>
              <a:ext cx="576" cy="576"/>
            </a:xfrm>
            <a:prstGeom prst="ellipse">
              <a:avLst/>
            </a:prstGeom>
            <a:solidFill>
              <a:schemeClr val="accent1">
                <a:alpha val="52940"/>
              </a:scheme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 name="Oval 1034"/>
            <p:cNvSpPr>
              <a:spLocks noChangeArrowheads="1"/>
            </p:cNvSpPr>
            <p:nvPr/>
          </p:nvSpPr>
          <p:spPr bwMode="gray">
            <a:xfrm>
              <a:off x="4992" y="912"/>
              <a:ext cx="480" cy="385"/>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grpSp>
        <p:nvGrpSpPr>
          <p:cNvPr id="3085" name="Group 1035"/>
          <p:cNvGrpSpPr/>
          <p:nvPr/>
        </p:nvGrpSpPr>
        <p:grpSpPr>
          <a:xfrm>
            <a:off x="171450" y="819150"/>
            <a:ext cx="720725" cy="762000"/>
            <a:chOff x="4992" y="816"/>
            <a:chExt cx="576" cy="576"/>
          </a:xfrm>
        </p:grpSpPr>
        <p:sp>
          <p:nvSpPr>
            <p:cNvPr id="19" name="Oval 1036"/>
            <p:cNvSpPr>
              <a:spLocks noChangeArrowheads="1"/>
            </p:cNvSpPr>
            <p:nvPr/>
          </p:nvSpPr>
          <p:spPr bwMode="gray">
            <a:xfrm>
              <a:off x="4992" y="816"/>
              <a:ext cx="576" cy="576"/>
            </a:xfrm>
            <a:prstGeom prst="ellipse">
              <a:avLst/>
            </a:prstGeom>
            <a:solidFill>
              <a:schemeClr val="tx2">
                <a:alpha val="52940"/>
              </a:scheme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 name="Oval 1037"/>
            <p:cNvSpPr>
              <a:spLocks noChangeArrowheads="1"/>
            </p:cNvSpPr>
            <p:nvPr/>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sp>
        <p:nvSpPr>
          <p:cNvPr id="2" name="标题 1"/>
          <p:cNvSpPr>
            <a:spLocks noGrp="1"/>
          </p:cNvSpPr>
          <p:nvPr>
            <p:ph type="title"/>
          </p:nvPr>
        </p:nvSpPr>
        <p:spPr>
          <a:xfrm>
            <a:off x="1066800" y="533400"/>
            <a:ext cx="7696200" cy="4873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533400" y="1536700"/>
            <a:ext cx="4019550" cy="49403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705350" y="1536700"/>
            <a:ext cx="4019550" cy="23939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705350" y="4083050"/>
            <a:ext cx="4019550" cy="23939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21" name="灯片编号占位符 5"/>
          <p:cNvSpPr>
            <a:spLocks noGrp="1"/>
          </p:cNvSpPr>
          <p:nvPr>
            <p:ph type="sldNum" sz="quarter" idx="4"/>
          </p:nvPr>
        </p:nvSpPr>
        <p:spPr bwMode="auto">
          <a:xfrm>
            <a:off x="4191000" y="6534150"/>
            <a:ext cx="838200" cy="261938"/>
          </a:xfrm>
          <a:prstGeom prst="rect">
            <a:avLst/>
          </a:prstGeom>
          <a:noFill/>
          <a:ln w="9525">
            <a:noFill/>
            <a:miter lim="800000"/>
          </a:ln>
          <a:effectLst/>
        </p:spPr>
        <p:txBody>
          <a:bodyPr vert="horz" wrap="square" lIns="91440" tIns="45720" rIns="91440" bIns="45720" numCol="1" anchor="t" anchorCtr="0" compatLnSpc="1"/>
          <a:p>
            <a:pPr algn="ctr"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p>
        </p:txBody>
      </p:sp>
      <p:sp>
        <p:nvSpPr>
          <p:cNvPr id="22" name="日期占位符 6"/>
          <p:cNvSpPr>
            <a:spLocks noGrp="1"/>
          </p:cNvSpPr>
          <p:nvPr>
            <p:ph type="dt" sz="half" idx="12"/>
          </p:nvPr>
        </p:nvSpPr>
        <p:spPr bwMode="auto">
          <a:xfrm>
            <a:off x="381000" y="6534150"/>
            <a:ext cx="1905000" cy="261938"/>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3"/>
          </p:nvPr>
        </p:nvSpPr>
        <p:spPr>
          <a:xfrm>
            <a:off x="3124200" y="6245225"/>
            <a:ext cx="28956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457200" y="1828800"/>
            <a:ext cx="403860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828800"/>
            <a:ext cx="403860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9" name="Rectangle 15"/>
          <p:cNvSpPr>
            <a:spLocks noGrp="1" noChangeArrowheads="1"/>
          </p:cNvSpPr>
          <p:nvPr>
            <p:ph type="dt" sz="half" idx="12"/>
          </p:nvPr>
        </p:nvSpPr>
        <p:spPr bwMode="auto">
          <a:xfrm>
            <a:off x="609600" y="6245225"/>
            <a:ext cx="19812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 name="Rectangle 16"/>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An Introduction to Database System</a:t>
            </a: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3"/>
          </p:nvPr>
        </p:nvSpPr>
        <p:spPr>
          <a:xfrm>
            <a:off x="6553200" y="6245225"/>
            <a:ext cx="19812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p:sp>
        <p:nvSpPr>
          <p:cNvPr id="1026" name="Rectangle 2"/>
          <p:cNvSpPr>
            <a:spLocks noGrp="1"/>
          </p:cNvSpPr>
          <p:nvPr>
            <p:ph type="title"/>
          </p:nvPr>
        </p:nvSpPr>
        <p:spPr>
          <a:xfrm>
            <a:off x="571500" y="214313"/>
            <a:ext cx="8001000" cy="735012"/>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27" name="Rectangle 3"/>
          <p:cNvSpPr>
            <a:spLocks noGrp="1"/>
          </p:cNvSpPr>
          <p:nvPr>
            <p:ph type="body"/>
          </p:nvPr>
        </p:nvSpPr>
        <p:spPr>
          <a:xfrm>
            <a:off x="566738" y="1143000"/>
            <a:ext cx="8001000" cy="4876800"/>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AutoShape 4"/>
          <p:cNvSpPr/>
          <p:nvPr/>
        </p:nvSpPr>
        <p:spPr>
          <a:xfrm>
            <a:off x="571500" y="1000125"/>
            <a:ext cx="7958138" cy="109538"/>
          </a:xfrm>
          <a:custGeom>
            <a:avLst/>
            <a:gdLst/>
            <a:ahLst/>
            <a:cxnLst>
              <a:cxn ang="0">
                <a:pos x="0" y="0"/>
              </a:cxn>
              <a:cxn ang="0">
                <a:pos x="2147483647" y="0"/>
              </a:cxn>
              <a:cxn ang="0">
                <a:pos x="2147483647" y="2147483647"/>
              </a:cxn>
              <a:cxn ang="0">
                <a:pos x="0" y="2147483647"/>
              </a:cxn>
              <a:cxn ang="0">
                <a:pos x="0" y="0"/>
              </a:cxn>
              <a:cxn ang="0">
                <a:pos x="2147483647" y="0"/>
              </a:cxn>
            </a:cxnLst>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cap="flat" cmpd="sng">
            <a:solidFill>
              <a:schemeClr val="accent2"/>
            </a:solidFill>
            <a:prstDash val="solid"/>
            <a:round/>
            <a:headEnd type="none" w="med" len="med"/>
            <a:tailEnd type="none" w="med" len="med"/>
          </a:ln>
        </p:spPr>
        <p:txBody>
          <a:bodyPr/>
          <a:p>
            <a:endParaRPr lang="zh-CN" altLang="en-US"/>
          </a:p>
        </p:txBody>
      </p:sp>
      <p:sp>
        <p:nvSpPr>
          <p:cNvPr id="1029" name="Line 5"/>
          <p:cNvSpPr/>
          <p:nvPr/>
        </p:nvSpPr>
        <p:spPr>
          <a:xfrm flipV="1">
            <a:off x="609600" y="6172200"/>
            <a:ext cx="7924800" cy="0"/>
          </a:xfrm>
          <a:prstGeom prst="line">
            <a:avLst/>
          </a:prstGeom>
          <a:ln w="3175" cap="flat" cmpd="sng">
            <a:solidFill>
              <a:schemeClr val="accent2"/>
            </a:solidFill>
            <a:prstDash val="solid"/>
            <a:round/>
            <a:headEnd type="none" w="med" len="med"/>
            <a:tailEnd type="none" w="med" len="med"/>
          </a:ln>
        </p:spPr>
      </p:sp>
      <p:sp>
        <p:nvSpPr>
          <p:cNvPr id="20486" name="Rectangle 6"/>
          <p:cNvSpPr>
            <a:spLocks noGrp="1" noChangeArrowheads="1"/>
          </p:cNvSpPr>
          <p:nvPr>
            <p:ph type="dt" sz="half" idx="2"/>
          </p:nvPr>
        </p:nvSpPr>
        <p:spPr bwMode="auto">
          <a:xfrm>
            <a:off x="609600" y="6245225"/>
            <a:ext cx="19812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487" name="Rectangle 7"/>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488" name="Rectangle 8"/>
          <p:cNvSpPr>
            <a:spLocks noGrp="1" noChangeArrowheads="1"/>
          </p:cNvSpPr>
          <p:nvPr>
            <p:ph type="sldNum" sz="quarter" idx="4"/>
          </p:nvPr>
        </p:nvSpPr>
        <p:spPr bwMode="auto">
          <a:xfrm>
            <a:off x="6553200" y="6245225"/>
            <a:ext cx="1981200" cy="47625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advClick="0"/>
  <p:hf sldNum="0" hdr="0" ftr="0" dt="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n"/>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p"/>
        <a:defRPr sz="28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标题 1"/>
          <p:cNvSpPr>
            <a:spLocks noGrp="1"/>
          </p:cNvSpPr>
          <p:nvPr>
            <p:ph type="title"/>
          </p:nvPr>
        </p:nvSpPr>
        <p:spPr>
          <a:ln/>
        </p:spPr>
        <p:txBody>
          <a:bodyPr vert="horz" wrap="square" lIns="91440" tIns="45720" rIns="91440" bIns="45720" anchor="b" anchorCtr="0"/>
          <a:p>
            <a:r>
              <a:rPr lang="zh-CN" altLang="en-US" sz="4000" dirty="0">
                <a:latin typeface="楷体_GB2312" pitchFamily="49" charset="-122"/>
                <a:ea typeface="楷体_GB2312" pitchFamily="49" charset="-122"/>
              </a:rPr>
              <a:t>第四章  数据库安全性</a:t>
            </a:r>
            <a:endParaRPr lang="zh-CN" altLang="en-US" dirty="0"/>
          </a:p>
        </p:txBody>
      </p:sp>
      <p:sp>
        <p:nvSpPr>
          <p:cNvPr id="6146" name="内容占位符 2"/>
          <p:cNvSpPr>
            <a:spLocks noGrp="1"/>
          </p:cNvSpPr>
          <p:nvPr>
            <p:ph idx="1"/>
          </p:nvPr>
        </p:nvSpPr>
        <p:spPr>
          <a:xfrm>
            <a:off x="571500" y="1285875"/>
            <a:ext cx="8001000" cy="4876800"/>
          </a:xfrm>
          <a:ln/>
        </p:spPr>
        <p:txBody>
          <a:bodyPr vert="horz" wrap="square" lIns="91440" tIns="45720" rIns="91440" bIns="45720" anchor="t" anchorCtr="0"/>
          <a:p>
            <a:r>
              <a:rPr lang="en-US" altLang="zh-CN" dirty="0">
                <a:solidFill>
                  <a:srgbClr val="FF0000"/>
                </a:solidFill>
              </a:rPr>
              <a:t>4.1 </a:t>
            </a:r>
            <a:r>
              <a:rPr lang="zh-CN" altLang="en-US" dirty="0">
                <a:solidFill>
                  <a:srgbClr val="FF0000"/>
                </a:solidFill>
              </a:rPr>
              <a:t>数据库安全性概述</a:t>
            </a:r>
            <a:endParaRPr lang="en-US" altLang="zh-CN" dirty="0">
              <a:solidFill>
                <a:srgbClr val="FF0000"/>
              </a:solidFill>
            </a:endParaRPr>
          </a:p>
          <a:p>
            <a:r>
              <a:rPr lang="en-US" altLang="zh-CN" dirty="0"/>
              <a:t>4.2 </a:t>
            </a:r>
            <a:r>
              <a:rPr lang="zh-CN" altLang="en-US" dirty="0"/>
              <a:t>数据库安全性控制</a:t>
            </a:r>
            <a:endParaRPr lang="en-US" altLang="zh-CN" dirty="0"/>
          </a:p>
          <a:p>
            <a:r>
              <a:rPr lang="en-US" altLang="zh-CN" dirty="0"/>
              <a:t>4.3 </a:t>
            </a:r>
            <a:r>
              <a:rPr lang="zh-CN" altLang="en-US" dirty="0"/>
              <a:t>视图机制</a:t>
            </a:r>
            <a:endParaRPr lang="en-US" altLang="zh-CN" dirty="0"/>
          </a:p>
          <a:p>
            <a:r>
              <a:rPr lang="en-US" altLang="zh-CN" dirty="0"/>
              <a:t>4.4 </a:t>
            </a:r>
            <a:r>
              <a:rPr lang="zh-CN" altLang="en-US" dirty="0"/>
              <a:t>审计（</a:t>
            </a:r>
            <a:r>
              <a:rPr lang="en-US" altLang="zh-CN" dirty="0"/>
              <a:t>Audit</a:t>
            </a:r>
            <a:r>
              <a:rPr lang="zh-CN" altLang="en-US" dirty="0"/>
              <a:t>）</a:t>
            </a:r>
            <a:endParaRPr lang="en-US" altLang="zh-CN" dirty="0"/>
          </a:p>
          <a:p>
            <a:r>
              <a:rPr lang="en-US" altLang="zh-CN" dirty="0"/>
              <a:t>4.5 </a:t>
            </a:r>
            <a:r>
              <a:rPr lang="zh-CN" altLang="en-US" dirty="0"/>
              <a:t>数据加密</a:t>
            </a:r>
            <a:endParaRPr lang="en-US" altLang="zh-CN" dirty="0"/>
          </a:p>
          <a:p>
            <a:r>
              <a:rPr lang="en-US" altLang="zh-CN" dirty="0"/>
              <a:t>4.6 </a:t>
            </a:r>
            <a:r>
              <a:rPr lang="zh-CN" altLang="en-US" dirty="0"/>
              <a:t>其他安全性保护</a:t>
            </a:r>
            <a:endParaRPr lang="en-US" altLang="zh-CN" dirty="0"/>
          </a:p>
          <a:p>
            <a:r>
              <a:rPr lang="en-US" altLang="zh-CN" dirty="0"/>
              <a:t>4.7 </a:t>
            </a:r>
            <a:r>
              <a:rPr lang="zh-CN" altLang="en-US" dirty="0"/>
              <a:t>小结</a:t>
            </a:r>
            <a:endParaRPr lang="zh-CN" altLang="en-US" dirty="0"/>
          </a:p>
        </p:txBody>
      </p:sp>
      <p:sp>
        <p:nvSpPr>
          <p:cNvPr id="6147" name="页脚占位符 3"/>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Tree>
  </p:cSld>
  <p:clrMapOvr>
    <a:masterClrMapping/>
  </p:clrMapOvr>
  <p:transition advClick="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7170" name="Rectangle 2"/>
          <p:cNvSpPr>
            <a:spLocks noGrp="1"/>
          </p:cNvSpPr>
          <p:nvPr>
            <p:ph type="title"/>
          </p:nvPr>
        </p:nvSpPr>
        <p:spPr>
          <a:ln/>
        </p:spPr>
        <p:txBody>
          <a:bodyPr vert="horz" wrap="square" lIns="91440" tIns="45720" rIns="91440" bIns="45720" anchor="b" anchorCtr="0"/>
          <a:p>
            <a:pPr eaLnBrk="1" hangingPunct="1"/>
            <a:r>
              <a:rPr lang="en-US" altLang="zh-CN" dirty="0">
                <a:latin typeface="宋体" panose="02010600030101010101" pitchFamily="2" charset="-122"/>
              </a:rPr>
              <a:t> </a:t>
            </a:r>
            <a:r>
              <a:rPr lang="zh-CN" altLang="en-US" dirty="0">
                <a:latin typeface="宋体" panose="02010600030101010101" pitchFamily="2" charset="-122"/>
              </a:rPr>
              <a:t>数据库安全性</a:t>
            </a:r>
            <a:endParaRPr lang="zh-CN" altLang="en-US" dirty="0">
              <a:ea typeface="黑体" panose="02010609060101010101" pitchFamily="49" charset="-122"/>
            </a:endParaRPr>
          </a:p>
        </p:txBody>
      </p:sp>
      <p:sp>
        <p:nvSpPr>
          <p:cNvPr id="7171" name="Rectangle 3"/>
          <p:cNvSpPr>
            <a:spLocks noGrp="1"/>
          </p:cNvSpPr>
          <p:nvPr>
            <p:ph idx="1"/>
          </p:nvPr>
        </p:nvSpPr>
        <p:spPr>
          <a:xfrm>
            <a:off x="642938" y="1285875"/>
            <a:ext cx="8208962" cy="4608513"/>
          </a:xfrm>
          <a:ln/>
        </p:spPr>
        <p:txBody>
          <a:bodyPr vert="horz" wrap="square" lIns="91440" tIns="45720" rIns="91440" bIns="45720" anchor="t" anchorCtr="0"/>
          <a:p>
            <a:pPr algn="just" eaLnBrk="1" hangingPunct="1"/>
            <a:r>
              <a:rPr lang="en-US" altLang="zh-CN" sz="2400" dirty="0"/>
              <a:t> </a:t>
            </a:r>
            <a:r>
              <a:rPr lang="zh-CN" altLang="en-US" dirty="0"/>
              <a:t>问题的提出</a:t>
            </a:r>
            <a:endParaRPr lang="zh-CN" altLang="en-US" dirty="0"/>
          </a:p>
          <a:p>
            <a:pPr lvl="1" indent="-436245" algn="just" eaLnBrk="1" hangingPunct="1"/>
            <a:r>
              <a:rPr lang="zh-CN" altLang="en-US" dirty="0"/>
              <a:t>数据库的一大特点是数据可以</a:t>
            </a:r>
            <a:r>
              <a:rPr lang="zh-CN" altLang="en-US" b="1" dirty="0">
                <a:solidFill>
                  <a:srgbClr val="FF0000"/>
                </a:solidFill>
              </a:rPr>
              <a:t>共享</a:t>
            </a:r>
            <a:endParaRPr lang="zh-CN" altLang="en-US" b="1" dirty="0">
              <a:solidFill>
                <a:srgbClr val="FF0000"/>
              </a:solidFill>
            </a:endParaRPr>
          </a:p>
          <a:p>
            <a:pPr lvl="1" indent="-436245" algn="just" eaLnBrk="1" hangingPunct="1">
              <a:spcBef>
                <a:spcPct val="60000"/>
              </a:spcBef>
            </a:pPr>
            <a:r>
              <a:rPr lang="zh-CN" altLang="en-US" dirty="0"/>
              <a:t>数据共享必然带来数据库的</a:t>
            </a:r>
            <a:r>
              <a:rPr lang="zh-CN" altLang="en-US" dirty="0">
                <a:solidFill>
                  <a:srgbClr val="FF0000"/>
                </a:solidFill>
              </a:rPr>
              <a:t>安全性问题</a:t>
            </a:r>
            <a:endParaRPr lang="zh-CN" altLang="en-US" dirty="0">
              <a:solidFill>
                <a:srgbClr val="FF0000"/>
              </a:solidFill>
            </a:endParaRPr>
          </a:p>
          <a:p>
            <a:pPr lvl="1" indent="-436245" algn="just" eaLnBrk="1" hangingPunct="1">
              <a:spcBef>
                <a:spcPct val="60000"/>
              </a:spcBef>
            </a:pPr>
            <a:r>
              <a:rPr lang="zh-CN" altLang="en-US" dirty="0"/>
              <a:t>数据库系统中的数据共享</a:t>
            </a:r>
            <a:r>
              <a:rPr lang="zh-CN" altLang="en-US" dirty="0">
                <a:solidFill>
                  <a:srgbClr val="FF0000"/>
                </a:solidFill>
              </a:rPr>
              <a:t>不能是无条件的共享</a:t>
            </a:r>
            <a:endParaRPr lang="en-US" altLang="zh-CN" dirty="0">
              <a:solidFill>
                <a:srgbClr val="FF0000"/>
              </a:solidFill>
            </a:endParaRPr>
          </a:p>
          <a:p>
            <a:r>
              <a:rPr lang="zh-CN" altLang="en-US" sz="2800" dirty="0"/>
              <a:t>数据库的</a:t>
            </a:r>
            <a:r>
              <a:rPr lang="zh-CN" altLang="en-US" sz="2800" b="1" dirty="0">
                <a:solidFill>
                  <a:srgbClr val="FF0000"/>
                </a:solidFill>
              </a:rPr>
              <a:t>安全性</a:t>
            </a:r>
            <a:r>
              <a:rPr lang="zh-CN" altLang="en-US" sz="2800" dirty="0"/>
              <a:t>是指保护数据库以防止</a:t>
            </a:r>
            <a:r>
              <a:rPr lang="zh-CN" altLang="en-US" sz="2800" dirty="0">
                <a:solidFill>
                  <a:srgbClr val="FF0000"/>
                </a:solidFill>
              </a:rPr>
              <a:t>不合法</a:t>
            </a:r>
            <a:r>
              <a:rPr lang="zh-CN" altLang="en-US" sz="2800" dirty="0"/>
              <a:t>使用所造成的数据泄露、更改或破坏 。</a:t>
            </a:r>
            <a:endParaRPr lang="en-US" altLang="zh-CN" sz="2800" dirty="0"/>
          </a:p>
          <a:p>
            <a:r>
              <a:rPr lang="zh-CN" altLang="en-US" sz="2800" dirty="0"/>
              <a:t> 系统安全保护措施是否有效是数据库系统主要的</a:t>
            </a:r>
            <a:r>
              <a:rPr lang="zh-CN" altLang="en-US" sz="2800" dirty="0">
                <a:solidFill>
                  <a:srgbClr val="FF0000"/>
                </a:solidFill>
              </a:rPr>
              <a:t>性能指标</a:t>
            </a:r>
            <a:r>
              <a:rPr lang="zh-CN" altLang="en-US" sz="2800" dirty="0"/>
              <a:t>之一。</a:t>
            </a:r>
            <a:endParaRPr lang="zh-CN" altLang="en-US" sz="2800" dirty="0"/>
          </a:p>
          <a:p>
            <a:pPr lvl="1" indent="-436245" algn="just" eaLnBrk="1" hangingPunct="1">
              <a:spcBef>
                <a:spcPct val="60000"/>
              </a:spcBef>
            </a:pPr>
            <a:endParaRPr lang="zh-CN" altLang="en-US" dirty="0"/>
          </a:p>
          <a:p>
            <a:pPr lvl="1" indent="-436245" algn="just" eaLnBrk="1" hangingPunct="1">
              <a:buNone/>
            </a:pPr>
            <a:endParaRPr lang="en-US" altLang="zh-CN" dirty="0"/>
          </a:p>
        </p:txBody>
      </p:sp>
    </p:spTree>
  </p:cSld>
  <p:clrMapOvr>
    <a:masterClrMapping/>
  </p:clrMapOvr>
  <p:transition advClick="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标题 1"/>
          <p:cNvSpPr>
            <a:spLocks noGrp="1"/>
          </p:cNvSpPr>
          <p:nvPr>
            <p:ph type="title"/>
          </p:nvPr>
        </p:nvSpPr>
        <p:spPr>
          <a:ln/>
        </p:spPr>
        <p:txBody>
          <a:bodyPr vert="horz" wrap="square" lIns="91440" tIns="45720" rIns="91440" bIns="45720" anchor="b" anchorCtr="0"/>
          <a:p>
            <a:r>
              <a:rPr lang="en-US" altLang="zh-CN" dirty="0"/>
              <a:t>4.1 </a:t>
            </a:r>
            <a:r>
              <a:rPr lang="zh-CN" altLang="en-US" dirty="0"/>
              <a:t>数据库安全性概述</a:t>
            </a:r>
            <a:endParaRPr lang="zh-CN" altLang="en-US" dirty="0"/>
          </a:p>
        </p:txBody>
      </p:sp>
      <p:sp>
        <p:nvSpPr>
          <p:cNvPr id="9218" name="内容占位符 2"/>
          <p:cNvSpPr>
            <a:spLocks noGrp="1"/>
          </p:cNvSpPr>
          <p:nvPr>
            <p:ph idx="1"/>
          </p:nvPr>
        </p:nvSpPr>
        <p:spPr>
          <a:ln/>
        </p:spPr>
        <p:txBody>
          <a:bodyPr vert="horz" wrap="square" lIns="91440" tIns="45720" rIns="91440" bIns="45720" anchor="t" anchorCtr="0"/>
          <a:p>
            <a:pPr>
              <a:lnSpc>
                <a:spcPct val="150000"/>
              </a:lnSpc>
            </a:pPr>
            <a:r>
              <a:rPr lang="en-US" altLang="zh-CN" dirty="0"/>
              <a:t>4.1.1 </a:t>
            </a:r>
            <a:r>
              <a:rPr lang="zh-CN" altLang="en-US" dirty="0"/>
              <a:t>数据库的不安全因素</a:t>
            </a:r>
            <a:endParaRPr lang="en-US" altLang="zh-CN" dirty="0"/>
          </a:p>
          <a:p>
            <a:pPr>
              <a:lnSpc>
                <a:spcPct val="150000"/>
              </a:lnSpc>
            </a:pPr>
            <a:r>
              <a:rPr lang="en-US" altLang="zh-CN" dirty="0"/>
              <a:t>4.1.2 </a:t>
            </a:r>
            <a:r>
              <a:rPr lang="zh-CN" altLang="en-US" dirty="0"/>
              <a:t>安全标准简介</a:t>
            </a:r>
            <a:endParaRPr lang="zh-CN" altLang="en-US" dirty="0"/>
          </a:p>
        </p:txBody>
      </p:sp>
      <p:sp>
        <p:nvSpPr>
          <p:cNvPr id="9219" name="页脚占位符 3"/>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Tree>
  </p:cSld>
  <p:clrMapOvr>
    <a:masterClrMapping/>
  </p:clrMapOvr>
  <p:transition advClick="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标题 1"/>
          <p:cNvSpPr>
            <a:spLocks noGrp="1"/>
          </p:cNvSpPr>
          <p:nvPr>
            <p:ph type="title"/>
          </p:nvPr>
        </p:nvSpPr>
        <p:spPr>
          <a:ln/>
        </p:spPr>
        <p:txBody>
          <a:bodyPr vert="horz" wrap="square" lIns="91440" tIns="45720" rIns="91440" bIns="45720" anchor="b" anchorCtr="0"/>
          <a:p>
            <a:r>
              <a:rPr lang="zh-CN" altLang="en-US" dirty="0"/>
              <a:t>数据库的不安全因素</a:t>
            </a:r>
            <a:endParaRPr lang="zh-CN" altLang="en-US" dirty="0"/>
          </a:p>
        </p:txBody>
      </p:sp>
      <p:sp>
        <p:nvSpPr>
          <p:cNvPr id="10243" name="内容占位符 2"/>
          <p:cNvSpPr>
            <a:spLocks noGrp="1"/>
          </p:cNvSpPr>
          <p:nvPr>
            <p:ph idx="1"/>
          </p:nvPr>
        </p:nvSpPr>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ts val="1200"/>
              </a:spcAft>
              <a:buClr>
                <a:schemeClr val="accent2"/>
              </a:buClr>
              <a:buSzTx/>
              <a:buFont typeface="Wingdings" panose="05000000000000000000" pitchFamily="2" charset="2"/>
              <a:buChar char="n"/>
              <a:defRPr/>
            </a:pPr>
            <a:r>
              <a:rPr kumimoji="0" lang="en-US" altLang="zh-CN" sz="3000" b="0" i="0" u="none" strike="noStrike" kern="0" cap="none" spc="0" normalizeH="0" baseline="0" noProof="0" dirty="0" smtClean="0">
                <a:ln>
                  <a:noFill/>
                </a:ln>
                <a:solidFill>
                  <a:schemeClr val="tx1"/>
                </a:solidFill>
                <a:effectLst/>
                <a:uLnTx/>
                <a:uFillTx/>
                <a:latin typeface="+mn-lt"/>
                <a:ea typeface="+mn-ea"/>
                <a:cs typeface="+mn-cs"/>
              </a:rPr>
              <a:t>1.</a:t>
            </a:r>
            <a:r>
              <a:rPr kumimoji="0" lang="zh-CN" altLang="en-US" sz="3000" b="0" i="0" u="none" strike="noStrike" kern="0" cap="none" spc="0" normalizeH="0" baseline="0" noProof="0" dirty="0" smtClean="0">
                <a:ln>
                  <a:noFill/>
                </a:ln>
                <a:solidFill>
                  <a:schemeClr val="tx1"/>
                </a:solidFill>
                <a:effectLst/>
                <a:uLnTx/>
                <a:uFillTx/>
                <a:latin typeface="+mn-lt"/>
                <a:ea typeface="+mn-ea"/>
                <a:cs typeface="+mn-cs"/>
              </a:rPr>
              <a:t>非授权用户对数据库的恶意存取和破坏 </a:t>
            </a:r>
            <a:endParaRPr kumimoji="0" lang="en-US" altLang="zh-CN" sz="3000" b="0" i="0" u="none" strike="noStrike" kern="0" cap="none" spc="0" normalizeH="0" baseline="0" noProof="0" dirty="0" smtClean="0">
              <a:ln>
                <a:noFill/>
              </a:ln>
              <a:solidFill>
                <a:schemeClr val="tx1"/>
              </a:solidFill>
              <a:effectLst/>
              <a:uLnTx/>
              <a:uFillTx/>
              <a:latin typeface="+mn-lt"/>
              <a:ea typeface="+mn-ea"/>
              <a:cs typeface="+mn-cs"/>
            </a:endParaRPr>
          </a:p>
          <a:p>
            <a:pPr marL="908050" marR="0" lvl="1" indent="-436880" algn="l" defTabSz="914400" rtl="0" eaLnBrk="0" fontAlgn="base" latinLnBrk="0" hangingPunct="0">
              <a:lnSpc>
                <a:spcPct val="100000"/>
              </a:lnSpc>
              <a:spcBef>
                <a:spcPct val="20000"/>
              </a:spcBef>
              <a:spcAft>
                <a:spcPts val="1200"/>
              </a:spcAft>
              <a:buClr>
                <a:schemeClr val="accent2"/>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mn-lt"/>
                <a:ea typeface="+mn-ea"/>
                <a:cs typeface="+mn-ea"/>
              </a:rPr>
              <a:t>数据库管理系统提供的安全措施主要包括用户身份鉴别、存取控制和视图等技术。</a:t>
            </a: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ea"/>
            </a:endParaRPr>
          </a:p>
          <a:p>
            <a:pPr marL="469900" marR="0" lvl="0" indent="-469900" algn="l" defTabSz="914400" rtl="0" eaLnBrk="0" fontAlgn="base" latinLnBrk="0" hangingPunct="0">
              <a:lnSpc>
                <a:spcPct val="100000"/>
              </a:lnSpc>
              <a:spcBef>
                <a:spcPct val="20000"/>
              </a:spcBef>
              <a:spcAft>
                <a:spcPts val="1200"/>
              </a:spcAft>
              <a:buClr>
                <a:schemeClr val="accent2"/>
              </a:buClr>
              <a:buSzTx/>
              <a:buFont typeface="Wingdings" panose="05000000000000000000" pitchFamily="2" charset="2"/>
              <a:buChar char="n"/>
              <a:defRPr/>
            </a:pPr>
            <a:r>
              <a:rPr kumimoji="0" lang="en-US" altLang="zh-CN" sz="3000" b="0" i="0" u="none" strike="noStrike" kern="0" cap="none" spc="0" normalizeH="0" baseline="0" noProof="0" dirty="0" smtClean="0">
                <a:ln>
                  <a:noFill/>
                </a:ln>
                <a:solidFill>
                  <a:schemeClr val="tx1"/>
                </a:solidFill>
                <a:effectLst/>
                <a:uLnTx/>
                <a:uFillTx/>
                <a:latin typeface="+mn-lt"/>
                <a:ea typeface="+mn-ea"/>
                <a:cs typeface="+mn-cs"/>
              </a:rPr>
              <a:t>2.</a:t>
            </a:r>
            <a:r>
              <a:rPr kumimoji="0" lang="zh-CN" altLang="en-US" sz="3000" b="0" i="0" u="none" strike="noStrike" kern="0" cap="none" spc="0" normalizeH="0" baseline="0" noProof="0" dirty="0" smtClean="0">
                <a:ln>
                  <a:noFill/>
                </a:ln>
                <a:solidFill>
                  <a:schemeClr val="tx1"/>
                </a:solidFill>
                <a:effectLst/>
                <a:uLnTx/>
                <a:uFillTx/>
                <a:latin typeface="+mn-lt"/>
                <a:ea typeface="+mn-ea"/>
                <a:cs typeface="+mn-cs"/>
              </a:rPr>
              <a:t>数据库中重要或敏感的数据被泄露</a:t>
            </a:r>
            <a:endParaRPr kumimoji="0" lang="en-US" altLang="zh-CN" sz="3000" b="0" i="0" u="none" strike="noStrike" kern="0" cap="none" spc="0" normalizeH="0" baseline="0" noProof="0" dirty="0" smtClean="0">
              <a:ln>
                <a:noFill/>
              </a:ln>
              <a:solidFill>
                <a:schemeClr val="tx1"/>
              </a:solidFill>
              <a:effectLst/>
              <a:uLnTx/>
              <a:uFillTx/>
              <a:latin typeface="+mn-lt"/>
              <a:ea typeface="+mn-ea"/>
              <a:cs typeface="+mn-cs"/>
            </a:endParaRPr>
          </a:p>
          <a:p>
            <a:pPr marL="469900" marR="0" lvl="1" indent="-436880" algn="l" defTabSz="914400" rtl="0" eaLnBrk="0" fontAlgn="base" latinLnBrk="0" hangingPunct="0">
              <a:lnSpc>
                <a:spcPct val="100000"/>
              </a:lnSpc>
              <a:spcBef>
                <a:spcPct val="20000"/>
              </a:spcBef>
              <a:spcAft>
                <a:spcPts val="1200"/>
              </a:spcAft>
              <a:buClr>
                <a:schemeClr val="accent2"/>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mn-lt"/>
                <a:ea typeface="+mn-ea"/>
                <a:cs typeface="+mn-ea"/>
              </a:rPr>
              <a:t>强制存取控制、数据加密存储和加密传输等， 安全性要求较高的进行审计日志分析</a:t>
            </a: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ea"/>
            </a:endParaRPr>
          </a:p>
          <a:p>
            <a:pPr marL="469900" marR="0" lvl="0" indent="-469900" algn="l" defTabSz="914400" rtl="0" eaLnBrk="0" fontAlgn="base" latinLnBrk="0" hangingPunct="0">
              <a:lnSpc>
                <a:spcPct val="100000"/>
              </a:lnSpc>
              <a:spcBef>
                <a:spcPct val="20000"/>
              </a:spcBef>
              <a:spcAft>
                <a:spcPts val="1200"/>
              </a:spcAft>
              <a:buClr>
                <a:schemeClr val="accent2"/>
              </a:buClr>
              <a:buSzTx/>
              <a:buFont typeface="Wingdings" panose="05000000000000000000" pitchFamily="2" charset="2"/>
              <a:buChar char="n"/>
              <a:defRPr/>
            </a:pPr>
            <a:r>
              <a:rPr kumimoji="0" lang="en-US" altLang="zh-CN" sz="3000" b="0" i="0" u="none" strike="noStrike" kern="0" cap="none" spc="0" normalizeH="0" baseline="0" noProof="0" dirty="0" smtClean="0">
                <a:ln>
                  <a:noFill/>
                </a:ln>
                <a:solidFill>
                  <a:schemeClr val="tx1"/>
                </a:solidFill>
                <a:effectLst/>
                <a:uLnTx/>
                <a:uFillTx/>
                <a:latin typeface="+mn-lt"/>
                <a:ea typeface="+mn-ea"/>
                <a:cs typeface="+mn-cs"/>
              </a:rPr>
              <a:t>3.</a:t>
            </a:r>
            <a:r>
              <a:rPr kumimoji="0" lang="zh-CN" altLang="en-US" sz="3000" b="0" i="0" u="none" strike="noStrike" kern="0" cap="none" spc="0" normalizeH="0" baseline="0" noProof="0" dirty="0" smtClean="0">
                <a:ln>
                  <a:noFill/>
                </a:ln>
                <a:solidFill>
                  <a:schemeClr val="tx1"/>
                </a:solidFill>
                <a:effectLst/>
                <a:uLnTx/>
                <a:uFillTx/>
                <a:latin typeface="+mn-lt"/>
                <a:ea typeface="+mn-ea"/>
                <a:cs typeface="+mn-cs"/>
              </a:rPr>
              <a:t>安全环境的脆弱性 </a:t>
            </a:r>
            <a:endParaRPr kumimoji="0" lang="en-US" altLang="zh-CN" sz="3000" b="0" i="0" u="none" strike="noStrike" kern="0" cap="none" spc="0" normalizeH="0" baseline="0" noProof="0" dirty="0" smtClean="0">
              <a:ln>
                <a:noFill/>
              </a:ln>
              <a:solidFill>
                <a:schemeClr val="tx1"/>
              </a:solidFill>
              <a:effectLst/>
              <a:uLnTx/>
              <a:uFillTx/>
              <a:latin typeface="+mn-lt"/>
              <a:ea typeface="+mn-ea"/>
              <a:cs typeface="+mn-cs"/>
            </a:endParaRPr>
          </a:p>
          <a:p>
            <a:pPr marL="908050" marR="0" lvl="1" indent="-436880" algn="l" defTabSz="914400" rtl="0" eaLnBrk="0" fontAlgn="base" latinLnBrk="0" hangingPunct="0">
              <a:lnSpc>
                <a:spcPct val="100000"/>
              </a:lnSpc>
              <a:spcBef>
                <a:spcPct val="20000"/>
              </a:spcBef>
              <a:spcAft>
                <a:spcPts val="1200"/>
              </a:spcAft>
              <a:buClr>
                <a:schemeClr val="accent2"/>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mn-lt"/>
                <a:ea typeface="+mn-ea"/>
                <a:cs typeface="+mn-ea"/>
              </a:rPr>
              <a:t>计算机硬件、操作系统、网络系统等的安全性 建立一套可信（</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ea"/>
              </a:rPr>
              <a:t>Trusted</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ea"/>
              </a:rPr>
              <a:t>）计算机系统的概念和标准</a:t>
            </a:r>
            <a:endParaRPr kumimoji="0" lang="zh-CN" altLang="en-US" sz="2400" b="0" i="0" u="none" strike="noStrike" kern="0" cap="none" spc="0" normalizeH="0" baseline="0" noProof="0" dirty="0" smtClean="0">
              <a:ln>
                <a:noFill/>
              </a:ln>
              <a:solidFill>
                <a:schemeClr val="tx1"/>
              </a:solidFill>
              <a:effectLst/>
              <a:uLnTx/>
              <a:uFillTx/>
              <a:latin typeface="+mn-lt"/>
              <a:ea typeface="+mn-ea"/>
              <a:cs typeface="+mn-ea"/>
            </a:endParaRPr>
          </a:p>
        </p:txBody>
      </p:sp>
    </p:spTree>
  </p:cSld>
  <p:clrMapOvr>
    <a:masterClrMapping/>
  </p:clrMapOvr>
  <p:transition advClick="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11266" name="Rectangle 2"/>
          <p:cNvSpPr>
            <a:spLocks noGrp="1"/>
          </p:cNvSpPr>
          <p:nvPr>
            <p:ph type="title"/>
          </p:nvPr>
        </p:nvSpPr>
        <p:spPr>
          <a:ln/>
        </p:spPr>
        <p:txBody>
          <a:bodyPr vert="horz" wrap="square" lIns="91440" tIns="45720" rIns="91440" bIns="45720" anchor="b" anchorCtr="0"/>
          <a:p>
            <a:pPr eaLnBrk="1" hangingPunct="1"/>
            <a:r>
              <a:rPr lang="en-US" altLang="zh-CN" dirty="0"/>
              <a:t>4.1  </a:t>
            </a:r>
            <a:r>
              <a:rPr lang="zh-CN" altLang="en-US" dirty="0"/>
              <a:t>计算机安全性概述</a:t>
            </a:r>
            <a:endParaRPr lang="zh-CN" altLang="en-US" dirty="0"/>
          </a:p>
        </p:txBody>
      </p:sp>
      <p:sp>
        <p:nvSpPr>
          <p:cNvPr id="11267" name="Rectangle 3"/>
          <p:cNvSpPr>
            <a:spLocks noGrp="1"/>
          </p:cNvSpPr>
          <p:nvPr>
            <p:ph idx="1"/>
          </p:nvPr>
        </p:nvSpPr>
        <p:spPr>
          <a:ln/>
        </p:spPr>
        <p:txBody>
          <a:bodyPr vert="horz" wrap="square" lIns="91440" tIns="45720" rIns="91440" bIns="45720" anchor="t" anchorCtr="0"/>
          <a:p>
            <a:pPr eaLnBrk="1" hangingPunct="1">
              <a:lnSpc>
                <a:spcPct val="210000"/>
              </a:lnSpc>
              <a:buNone/>
            </a:pPr>
            <a:r>
              <a:rPr lang="en-US" altLang="zh-CN" b="1" dirty="0"/>
              <a:t>4.1.2  </a:t>
            </a:r>
            <a:r>
              <a:rPr lang="zh-CN" altLang="en-US" b="1" dirty="0"/>
              <a:t>计算机及信息技术安全标准简介</a:t>
            </a:r>
            <a:endParaRPr lang="en-US" altLang="zh-CN" b="1" dirty="0"/>
          </a:p>
          <a:p>
            <a:pPr eaLnBrk="1" hangingPunct="1">
              <a:lnSpc>
                <a:spcPct val="160000"/>
              </a:lnSpc>
            </a:pPr>
            <a:r>
              <a:rPr lang="en-US" altLang="zh-CN" dirty="0"/>
              <a:t>TCSEC</a:t>
            </a:r>
            <a:r>
              <a:rPr lang="zh-CN" altLang="en-US" dirty="0"/>
              <a:t>或</a:t>
            </a:r>
            <a:r>
              <a:rPr lang="en-US" altLang="zh-CN" dirty="0"/>
              <a:t>DoD85</a:t>
            </a:r>
            <a:r>
              <a:rPr lang="zh-CN" altLang="en-US" dirty="0"/>
              <a:t>标准：</a:t>
            </a:r>
            <a:r>
              <a:rPr lang="zh-CN" altLang="en-US" dirty="0">
                <a:solidFill>
                  <a:srgbClr val="FF0000"/>
                </a:solidFill>
              </a:rPr>
              <a:t>美国</a:t>
            </a:r>
            <a:r>
              <a:rPr lang="zh-CN" altLang="en-US" dirty="0"/>
              <a:t>国防部颁布，桔皮书</a:t>
            </a:r>
            <a:endParaRPr lang="zh-CN" altLang="en-US" dirty="0"/>
          </a:p>
          <a:p>
            <a:pPr eaLnBrk="1" hangingPunct="1">
              <a:lnSpc>
                <a:spcPct val="160000"/>
              </a:lnSpc>
            </a:pPr>
            <a:r>
              <a:rPr lang="en-US" altLang="zh-CN" dirty="0"/>
              <a:t>CC</a:t>
            </a:r>
            <a:r>
              <a:rPr lang="zh-CN" altLang="en-US" dirty="0"/>
              <a:t>标准：</a:t>
            </a:r>
            <a:r>
              <a:rPr lang="zh-CN" altLang="en-US" dirty="0">
                <a:solidFill>
                  <a:srgbClr val="FF0000"/>
                </a:solidFill>
              </a:rPr>
              <a:t>国际</a:t>
            </a:r>
            <a:r>
              <a:rPr lang="zh-CN" altLang="en-US" dirty="0"/>
              <a:t>公认的表述信息技术安全性的结构通用准则</a:t>
            </a:r>
            <a:endParaRPr lang="zh-CN" altLang="en-US" dirty="0"/>
          </a:p>
          <a:p>
            <a:pPr eaLnBrk="1" hangingPunct="1">
              <a:lnSpc>
                <a:spcPct val="210000"/>
              </a:lnSpc>
              <a:buNone/>
            </a:pPr>
            <a:endParaRPr lang="zh-CN" altLang="en-US" b="1" dirty="0"/>
          </a:p>
        </p:txBody>
      </p:sp>
    </p:spTree>
  </p:cSld>
  <p:clrMapOvr>
    <a:masterClrMapping/>
  </p:clrMapOvr>
  <p:transition advClick="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标题 1"/>
          <p:cNvSpPr>
            <a:spLocks noGrp="1"/>
          </p:cNvSpPr>
          <p:nvPr>
            <p:ph type="title"/>
          </p:nvPr>
        </p:nvSpPr>
        <p:spPr>
          <a:ln/>
        </p:spPr>
        <p:txBody>
          <a:bodyPr vert="horz" wrap="square" lIns="91440" tIns="45720" rIns="91440" bIns="45720" anchor="b" anchorCtr="0"/>
          <a:p>
            <a:r>
              <a:rPr lang="en-US" altLang="zh-CN" dirty="0"/>
              <a:t>TCSEC/TDI</a:t>
            </a:r>
            <a:r>
              <a:rPr lang="zh-CN" altLang="en-US" dirty="0"/>
              <a:t>安全级别划分</a:t>
            </a:r>
            <a:endParaRPr lang="zh-CN" altLang="en-US" dirty="0"/>
          </a:p>
        </p:txBody>
      </p:sp>
      <p:sp>
        <p:nvSpPr>
          <p:cNvPr id="13314" name="内容占位符 2"/>
          <p:cNvSpPr>
            <a:spLocks noGrp="1"/>
          </p:cNvSpPr>
          <p:nvPr>
            <p:ph idx="1"/>
          </p:nvPr>
        </p:nvSpPr>
        <p:spPr>
          <a:xfrm>
            <a:off x="566738" y="1095375"/>
            <a:ext cx="8001000" cy="5357813"/>
          </a:xfrm>
          <a:ln/>
        </p:spPr>
        <p:txBody>
          <a:bodyPr vert="horz" wrap="square" lIns="91440" tIns="45720" rIns="91440" bIns="45720" anchor="t" anchorCtr="0"/>
          <a:p>
            <a:r>
              <a:rPr lang="en-US" altLang="zh-CN" sz="2800" dirty="0"/>
              <a:t>TCSEC/TDI</a:t>
            </a:r>
            <a:r>
              <a:rPr lang="zh-CN" altLang="en-US" sz="2800" dirty="0"/>
              <a:t>，紫皮书，中定义了数据库管理系统的设计和实现中需要满足的安全级别评估标准。</a:t>
            </a:r>
            <a:endParaRPr lang="en-US" altLang="zh-CN" sz="2800" dirty="0"/>
          </a:p>
          <a:p>
            <a:r>
              <a:rPr lang="zh-CN" altLang="en-US" sz="2800" dirty="0"/>
              <a:t>从四个方面来描述安全性级别划分的指标：安全策略、责任、保证 、文档。</a:t>
            </a:r>
            <a:endParaRPr lang="en-US" altLang="zh-CN" sz="2800" dirty="0"/>
          </a:p>
          <a:p>
            <a:r>
              <a:rPr lang="zh-CN" altLang="en-US" sz="2800" dirty="0"/>
              <a:t>四组（</a:t>
            </a:r>
            <a:r>
              <a:rPr lang="en-US" altLang="zh-CN" sz="2800" dirty="0"/>
              <a:t>division</a:t>
            </a:r>
            <a:r>
              <a:rPr lang="zh-CN" altLang="en-US" sz="2800" dirty="0"/>
              <a:t>）七个等级  </a:t>
            </a:r>
            <a:endParaRPr lang="en-US" altLang="zh-CN" sz="2800" dirty="0"/>
          </a:p>
          <a:p>
            <a:r>
              <a:rPr lang="en-US" altLang="zh-CN" sz="2400" dirty="0"/>
              <a:t>D  </a:t>
            </a:r>
            <a:endParaRPr lang="en-US" altLang="zh-CN" sz="2400" dirty="0"/>
          </a:p>
          <a:p>
            <a:r>
              <a:rPr lang="en-US" altLang="zh-CN" sz="2400" dirty="0"/>
              <a:t>C</a:t>
            </a:r>
            <a:r>
              <a:rPr lang="zh-CN" altLang="en-US" sz="2400" dirty="0"/>
              <a:t>（</a:t>
            </a:r>
            <a:r>
              <a:rPr lang="en-US" altLang="zh-CN" sz="2400" dirty="0"/>
              <a:t>C1</a:t>
            </a:r>
            <a:r>
              <a:rPr lang="zh-CN" altLang="en-US" sz="2400" dirty="0"/>
              <a:t>，</a:t>
            </a:r>
            <a:r>
              <a:rPr lang="en-US" altLang="zh-CN" sz="2400" dirty="0"/>
              <a:t>C2</a:t>
            </a:r>
            <a:r>
              <a:rPr lang="zh-CN" altLang="en-US" sz="2400" dirty="0"/>
              <a:t>）  </a:t>
            </a:r>
            <a:endParaRPr lang="en-US" altLang="zh-CN" sz="2400" dirty="0"/>
          </a:p>
          <a:p>
            <a:r>
              <a:rPr lang="en-US" altLang="zh-CN" sz="2400" dirty="0"/>
              <a:t>B</a:t>
            </a:r>
            <a:r>
              <a:rPr lang="zh-CN" altLang="en-US" sz="2400" dirty="0"/>
              <a:t>（</a:t>
            </a:r>
            <a:r>
              <a:rPr lang="en-US" altLang="zh-CN" sz="2400" dirty="0"/>
              <a:t>B1</a:t>
            </a:r>
            <a:r>
              <a:rPr lang="zh-CN" altLang="en-US" sz="2400" dirty="0"/>
              <a:t>，</a:t>
            </a:r>
            <a:r>
              <a:rPr lang="en-US" altLang="zh-CN" sz="2400" dirty="0"/>
              <a:t>B2</a:t>
            </a:r>
            <a:r>
              <a:rPr lang="zh-CN" altLang="en-US" sz="2400" dirty="0"/>
              <a:t>，</a:t>
            </a:r>
            <a:r>
              <a:rPr lang="en-US" altLang="zh-CN" sz="2400" dirty="0"/>
              <a:t>B3</a:t>
            </a:r>
            <a:r>
              <a:rPr lang="zh-CN" altLang="en-US" sz="2400" dirty="0"/>
              <a:t>）  </a:t>
            </a:r>
            <a:endParaRPr lang="en-US" altLang="zh-CN" sz="2400" dirty="0"/>
          </a:p>
          <a:p>
            <a:r>
              <a:rPr lang="en-US" altLang="zh-CN" sz="2400" dirty="0"/>
              <a:t>A</a:t>
            </a:r>
            <a:r>
              <a:rPr lang="zh-CN" altLang="en-US" sz="2400" dirty="0"/>
              <a:t>（</a:t>
            </a:r>
            <a:r>
              <a:rPr lang="en-US" altLang="zh-CN" sz="2400" dirty="0"/>
              <a:t>A1</a:t>
            </a:r>
            <a:r>
              <a:rPr lang="zh-CN" altLang="en-US" sz="2400" dirty="0"/>
              <a:t>）</a:t>
            </a:r>
            <a:endParaRPr lang="en-US" altLang="zh-CN" sz="2400" dirty="0"/>
          </a:p>
          <a:p>
            <a:r>
              <a:rPr lang="zh-CN" altLang="en-US" sz="2800" dirty="0"/>
              <a:t>按系统可靠或可信程度</a:t>
            </a:r>
            <a:r>
              <a:rPr lang="zh-CN" altLang="en-US" sz="2800" b="1" dirty="0">
                <a:solidFill>
                  <a:srgbClr val="FF0000"/>
                </a:solidFill>
              </a:rPr>
              <a:t>逐渐增高 </a:t>
            </a:r>
            <a:endParaRPr lang="en-US" altLang="zh-CN" sz="2800" b="1" dirty="0">
              <a:solidFill>
                <a:srgbClr val="FF0000"/>
              </a:solidFill>
            </a:endParaRPr>
          </a:p>
        </p:txBody>
      </p:sp>
    </p:spTree>
  </p:cSld>
  <p:clrMapOvr>
    <a:masterClrMapping/>
  </p:clrMapOvr>
  <p:transition advClick="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标题 1"/>
          <p:cNvSpPr>
            <a:spLocks noGrp="1"/>
          </p:cNvSpPr>
          <p:nvPr>
            <p:ph type="title"/>
          </p:nvPr>
        </p:nvSpPr>
        <p:spPr>
          <a:ln/>
        </p:spPr>
        <p:txBody>
          <a:bodyPr vert="horz" wrap="square" lIns="91440" tIns="45720" rIns="91440" bIns="45720" anchor="b" anchorCtr="0"/>
          <a:p>
            <a:r>
              <a:rPr lang="en-US" altLang="zh-CN" dirty="0"/>
              <a:t>CC</a:t>
            </a:r>
            <a:r>
              <a:rPr lang="zh-CN" altLang="en-US" dirty="0"/>
              <a:t>评估保证等级的划分</a:t>
            </a:r>
            <a:endParaRPr lang="zh-CN" altLang="en-US" dirty="0"/>
          </a:p>
        </p:txBody>
      </p:sp>
      <p:sp>
        <p:nvSpPr>
          <p:cNvPr id="14338" name="内容占位符 2"/>
          <p:cNvSpPr>
            <a:spLocks noGrp="1"/>
          </p:cNvSpPr>
          <p:nvPr>
            <p:ph idx="1"/>
          </p:nvPr>
        </p:nvSpPr>
        <p:spPr>
          <a:ln/>
        </p:spPr>
        <p:txBody>
          <a:bodyPr vert="horz" wrap="square" lIns="91440" tIns="45720" rIns="91440" bIns="45720" anchor="t" anchorCtr="0"/>
          <a:p>
            <a:pPr>
              <a:lnSpc>
                <a:spcPct val="150000"/>
              </a:lnSpc>
            </a:pPr>
            <a:r>
              <a:rPr lang="zh-CN" altLang="en-US" dirty="0"/>
              <a:t>评估保证级</a:t>
            </a:r>
            <a:r>
              <a:rPr lang="en-US" altLang="zh-CN" dirty="0"/>
              <a:t>EAL</a:t>
            </a:r>
            <a:endParaRPr lang="en-US" altLang="zh-CN" dirty="0"/>
          </a:p>
          <a:p>
            <a:pPr>
              <a:lnSpc>
                <a:spcPct val="150000"/>
              </a:lnSpc>
            </a:pPr>
            <a:r>
              <a:rPr lang="en-US" altLang="zh-CN" dirty="0"/>
              <a:t>EAL1</a:t>
            </a:r>
            <a:r>
              <a:rPr lang="zh-CN" altLang="en-US" dirty="0"/>
              <a:t>到</a:t>
            </a:r>
            <a:r>
              <a:rPr lang="en-US" altLang="zh-CN" dirty="0"/>
              <a:t>EAL7</a:t>
            </a:r>
            <a:r>
              <a:rPr lang="zh-CN" altLang="en-US" dirty="0"/>
              <a:t>，</a:t>
            </a:r>
            <a:r>
              <a:rPr lang="zh-CN" altLang="en-US" dirty="0">
                <a:solidFill>
                  <a:srgbClr val="FF0000"/>
                </a:solidFill>
              </a:rPr>
              <a:t>逐渐增高</a:t>
            </a:r>
            <a:endParaRPr lang="en-US" altLang="zh-CN" dirty="0">
              <a:solidFill>
                <a:srgbClr val="FF0000"/>
              </a:solidFill>
            </a:endParaRPr>
          </a:p>
          <a:p>
            <a:pPr>
              <a:lnSpc>
                <a:spcPct val="150000"/>
              </a:lnSpc>
            </a:pPr>
            <a:r>
              <a:rPr lang="en-US" altLang="zh-CN" dirty="0"/>
              <a:t>C1</a:t>
            </a:r>
            <a:r>
              <a:rPr lang="zh-CN" altLang="en-US" dirty="0"/>
              <a:t>和</a:t>
            </a:r>
            <a:r>
              <a:rPr lang="en-US" altLang="zh-CN" dirty="0"/>
              <a:t>C2</a:t>
            </a:r>
            <a:r>
              <a:rPr lang="zh-CN" altLang="en-US" dirty="0"/>
              <a:t>相当于</a:t>
            </a:r>
            <a:r>
              <a:rPr lang="en-US" altLang="zh-CN" dirty="0"/>
              <a:t>EAL2</a:t>
            </a:r>
            <a:r>
              <a:rPr lang="zh-CN" altLang="en-US" dirty="0"/>
              <a:t>和</a:t>
            </a:r>
            <a:r>
              <a:rPr lang="en-US" altLang="zh-CN" dirty="0"/>
              <a:t>EAL3</a:t>
            </a:r>
            <a:endParaRPr lang="en-US" altLang="zh-CN" dirty="0"/>
          </a:p>
          <a:p>
            <a:pPr>
              <a:lnSpc>
                <a:spcPct val="150000"/>
              </a:lnSpc>
            </a:pPr>
            <a:r>
              <a:rPr lang="en-US" altLang="zh-CN" dirty="0"/>
              <a:t>B1</a:t>
            </a:r>
            <a:r>
              <a:rPr lang="zh-CN" altLang="en-US" dirty="0"/>
              <a:t>，</a:t>
            </a:r>
            <a:r>
              <a:rPr lang="en-US" altLang="zh-CN" dirty="0"/>
              <a:t>B2</a:t>
            </a:r>
            <a:r>
              <a:rPr lang="zh-CN" altLang="en-US" dirty="0"/>
              <a:t>，</a:t>
            </a:r>
            <a:r>
              <a:rPr lang="en-US" altLang="zh-CN" dirty="0"/>
              <a:t>B3</a:t>
            </a:r>
            <a:r>
              <a:rPr lang="zh-CN" altLang="en-US" dirty="0"/>
              <a:t>相当于</a:t>
            </a:r>
            <a:r>
              <a:rPr lang="en-US" altLang="zh-CN" dirty="0"/>
              <a:t>EAL4 </a:t>
            </a:r>
            <a:r>
              <a:rPr lang="zh-CN" altLang="en-US" dirty="0"/>
              <a:t>、</a:t>
            </a:r>
            <a:r>
              <a:rPr lang="en-US" altLang="zh-CN" dirty="0"/>
              <a:t>EAL5</a:t>
            </a:r>
            <a:r>
              <a:rPr lang="zh-CN" altLang="en-US" dirty="0"/>
              <a:t>和</a:t>
            </a:r>
            <a:r>
              <a:rPr lang="en-US" altLang="zh-CN" dirty="0"/>
              <a:t>EAL5</a:t>
            </a:r>
            <a:endParaRPr lang="en-US" altLang="zh-CN" dirty="0"/>
          </a:p>
          <a:p>
            <a:pPr>
              <a:lnSpc>
                <a:spcPct val="150000"/>
              </a:lnSpc>
            </a:pPr>
            <a:r>
              <a:rPr lang="en-US" altLang="zh-CN" dirty="0"/>
              <a:t>A1</a:t>
            </a:r>
            <a:r>
              <a:rPr lang="zh-CN" altLang="en-US" dirty="0"/>
              <a:t>相当于</a:t>
            </a:r>
            <a:r>
              <a:rPr lang="en-US" altLang="zh-CN" dirty="0"/>
              <a:t>EAL7</a:t>
            </a:r>
            <a:endParaRPr lang="zh-CN" altLang="en-US" dirty="0"/>
          </a:p>
        </p:txBody>
      </p:sp>
    </p:spTree>
  </p:cSld>
  <p:clrMapOvr>
    <a:masterClrMapping/>
  </p:clrMapOvr>
  <p:transition advClick="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15362" name="Rectangle 2"/>
          <p:cNvSpPr>
            <a:spLocks noGrp="1"/>
          </p:cNvSpPr>
          <p:nvPr>
            <p:ph type="title"/>
          </p:nvPr>
        </p:nvSpPr>
        <p:spPr>
          <a:ln/>
        </p:spPr>
        <p:txBody>
          <a:bodyPr vert="horz" wrap="square" lIns="91440" tIns="45720" rIns="91440" bIns="45720" anchor="b" anchorCtr="0"/>
          <a:p>
            <a:pPr eaLnBrk="1" hangingPunct="1"/>
            <a:r>
              <a:rPr lang="zh-CN" altLang="en-US" dirty="0"/>
              <a:t>第四章  数据库安全性</a:t>
            </a:r>
            <a:endParaRPr lang="zh-CN" altLang="en-US" dirty="0"/>
          </a:p>
        </p:txBody>
      </p:sp>
      <p:sp>
        <p:nvSpPr>
          <p:cNvPr id="15363" name="Rectangle 3"/>
          <p:cNvSpPr>
            <a:spLocks noGrp="1"/>
          </p:cNvSpPr>
          <p:nvPr>
            <p:ph idx="1"/>
          </p:nvPr>
        </p:nvSpPr>
        <p:spPr>
          <a:xfrm>
            <a:off x="1143000" y="1214438"/>
            <a:ext cx="6069013" cy="4857750"/>
          </a:xfrm>
          <a:ln/>
        </p:spPr>
        <p:txBody>
          <a:bodyPr vert="horz" wrap="square" lIns="91440" tIns="45720" rIns="91440" bIns="45720" anchor="t" anchorCtr="0"/>
          <a:p>
            <a:pPr algn="just" eaLnBrk="1" hangingPunct="1">
              <a:lnSpc>
                <a:spcPct val="130000"/>
              </a:lnSpc>
              <a:buNone/>
            </a:pPr>
            <a:r>
              <a:rPr lang="en-US" altLang="zh-CN" b="1" dirty="0"/>
              <a:t>4.1  </a:t>
            </a:r>
            <a:r>
              <a:rPr lang="zh-CN" altLang="en-US" b="1" dirty="0"/>
              <a:t>计算机安全性概述</a:t>
            </a:r>
            <a:endParaRPr lang="zh-CN" altLang="en-US" b="1" dirty="0"/>
          </a:p>
          <a:p>
            <a:pPr algn="just" eaLnBrk="1" hangingPunct="1">
              <a:lnSpc>
                <a:spcPct val="130000"/>
              </a:lnSpc>
              <a:buNone/>
            </a:pPr>
            <a:r>
              <a:rPr lang="en-US" altLang="zh-CN" b="1" dirty="0">
                <a:solidFill>
                  <a:srgbClr val="FF0000"/>
                </a:solidFill>
              </a:rPr>
              <a:t>4.2  </a:t>
            </a:r>
            <a:r>
              <a:rPr lang="zh-CN" altLang="en-US" b="1" dirty="0">
                <a:solidFill>
                  <a:srgbClr val="FF0000"/>
                </a:solidFill>
              </a:rPr>
              <a:t>数据库安全性控制</a:t>
            </a:r>
            <a:endParaRPr lang="zh-CN" altLang="en-US" b="1" dirty="0">
              <a:solidFill>
                <a:srgbClr val="FF0000"/>
              </a:solidFill>
            </a:endParaRPr>
          </a:p>
          <a:p>
            <a:pPr algn="just" eaLnBrk="1" hangingPunct="1">
              <a:lnSpc>
                <a:spcPct val="130000"/>
              </a:lnSpc>
              <a:buNone/>
            </a:pPr>
            <a:r>
              <a:rPr lang="en-US" altLang="zh-CN" b="1" dirty="0"/>
              <a:t>4.3  </a:t>
            </a:r>
            <a:r>
              <a:rPr lang="zh-CN" altLang="en-US" b="1" dirty="0"/>
              <a:t>视图机制</a:t>
            </a:r>
            <a:endParaRPr lang="zh-CN" altLang="en-US" b="1" dirty="0"/>
          </a:p>
          <a:p>
            <a:pPr algn="just" eaLnBrk="1" hangingPunct="1">
              <a:lnSpc>
                <a:spcPct val="130000"/>
              </a:lnSpc>
              <a:buNone/>
            </a:pPr>
            <a:r>
              <a:rPr lang="en-US" altLang="zh-CN" b="1" dirty="0"/>
              <a:t>4.4  </a:t>
            </a:r>
            <a:r>
              <a:rPr lang="zh-CN" altLang="en-US" b="1" dirty="0"/>
              <a:t>审计（</a:t>
            </a:r>
            <a:r>
              <a:rPr lang="en-US" altLang="zh-CN" b="1" dirty="0"/>
              <a:t>Audit</a:t>
            </a:r>
            <a:r>
              <a:rPr lang="zh-CN" altLang="en-US" b="1" dirty="0"/>
              <a:t>） </a:t>
            </a:r>
            <a:endParaRPr lang="zh-CN" altLang="en-US" b="1" dirty="0"/>
          </a:p>
          <a:p>
            <a:pPr algn="just" eaLnBrk="1" hangingPunct="1">
              <a:lnSpc>
                <a:spcPct val="130000"/>
              </a:lnSpc>
              <a:buNone/>
            </a:pPr>
            <a:r>
              <a:rPr lang="en-US" altLang="zh-CN" b="1" dirty="0"/>
              <a:t>4.5  </a:t>
            </a:r>
            <a:r>
              <a:rPr lang="zh-CN" altLang="en-US" b="1" dirty="0"/>
              <a:t>数据加密</a:t>
            </a:r>
            <a:endParaRPr lang="zh-CN" altLang="en-US" b="1" dirty="0"/>
          </a:p>
          <a:p>
            <a:pPr algn="just" eaLnBrk="1" hangingPunct="1">
              <a:lnSpc>
                <a:spcPct val="130000"/>
              </a:lnSpc>
              <a:buNone/>
            </a:pPr>
            <a:r>
              <a:rPr lang="en-US" altLang="zh-CN" b="1" dirty="0"/>
              <a:t>4.6  </a:t>
            </a:r>
            <a:r>
              <a:rPr lang="zh-CN" altLang="en-US" b="1" dirty="0"/>
              <a:t>统计数据库安全性</a:t>
            </a:r>
            <a:endParaRPr lang="zh-CN" altLang="en-US" b="1" dirty="0"/>
          </a:p>
          <a:p>
            <a:pPr algn="just" eaLnBrk="1" hangingPunct="1">
              <a:lnSpc>
                <a:spcPct val="130000"/>
              </a:lnSpc>
              <a:buNone/>
            </a:pPr>
            <a:r>
              <a:rPr lang="en-US" altLang="zh-CN" b="1" dirty="0"/>
              <a:t>4.7  </a:t>
            </a:r>
            <a:r>
              <a:rPr lang="zh-CN" altLang="en-US" b="1" dirty="0"/>
              <a:t>小结</a:t>
            </a:r>
            <a:endParaRPr lang="zh-CN" altLang="en-US" b="1" dirty="0"/>
          </a:p>
        </p:txBody>
      </p:sp>
    </p:spTree>
  </p:cSld>
  <p:clrMapOvr>
    <a:masterClrMapping/>
  </p:clrMapOvr>
  <p:transition advClick="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17410" name="Rectangle 2"/>
          <p:cNvSpPr>
            <a:spLocks noGrp="1"/>
          </p:cNvSpPr>
          <p:nvPr>
            <p:ph type="title"/>
          </p:nvPr>
        </p:nvSpPr>
        <p:spPr>
          <a:ln/>
        </p:spPr>
        <p:txBody>
          <a:bodyPr vert="horz" wrap="square" lIns="91440" tIns="45720" rIns="91440" bIns="45720" anchor="b" anchorCtr="0"/>
          <a:p>
            <a:pPr eaLnBrk="1" hangingPunct="1"/>
            <a:r>
              <a:rPr lang="zh-CN" altLang="en-US" dirty="0"/>
              <a:t>数据库安全性控制概述（续）</a:t>
            </a:r>
            <a:endParaRPr lang="zh-CN" altLang="en-US" dirty="0"/>
          </a:p>
        </p:txBody>
      </p:sp>
      <p:sp>
        <p:nvSpPr>
          <p:cNvPr id="17411" name="Rectangle 3"/>
          <p:cNvSpPr>
            <a:spLocks noGrp="1"/>
          </p:cNvSpPr>
          <p:nvPr>
            <p:ph idx="1"/>
          </p:nvPr>
        </p:nvSpPr>
        <p:spPr>
          <a:xfrm>
            <a:off x="539750" y="1916113"/>
            <a:ext cx="7772400" cy="4114800"/>
          </a:xfrm>
          <a:ln/>
        </p:spPr>
        <p:txBody>
          <a:bodyPr vert="horz" wrap="square" lIns="91440" tIns="45720" rIns="91440" bIns="45720" anchor="t" anchorCtr="0"/>
          <a:p>
            <a:pPr lvl="1" indent="-436245" eaLnBrk="1" hangingPunct="1">
              <a:lnSpc>
                <a:spcPct val="90000"/>
              </a:lnSpc>
            </a:pPr>
            <a:r>
              <a:rPr lang="zh-CN" altLang="en-US" dirty="0">
                <a:solidFill>
                  <a:srgbClr val="FF0000"/>
                </a:solidFill>
              </a:rPr>
              <a:t>计算机系统中</a:t>
            </a:r>
            <a:r>
              <a:rPr lang="zh-CN" altLang="en-US" dirty="0"/>
              <a:t>，安全措施是一级一级层层设置</a:t>
            </a:r>
            <a:r>
              <a:rPr lang="zh-CN" altLang="en-US" sz="2000" dirty="0"/>
              <a:t>		</a:t>
            </a:r>
            <a:endParaRPr lang="zh-CN" altLang="en-US" sz="2000" dirty="0"/>
          </a:p>
          <a:p>
            <a:pPr lvl="1" indent="-436245" eaLnBrk="1" hangingPunct="1">
              <a:lnSpc>
                <a:spcPct val="90000"/>
              </a:lnSpc>
              <a:buNone/>
            </a:pPr>
            <a:endParaRPr lang="zh-CN" altLang="en-US" sz="2000" dirty="0"/>
          </a:p>
          <a:p>
            <a:pPr lvl="1" indent="-436245" eaLnBrk="1" hangingPunct="1">
              <a:lnSpc>
                <a:spcPct val="90000"/>
              </a:lnSpc>
              <a:buNone/>
            </a:pPr>
            <a:endParaRPr lang="zh-CN" altLang="en-US" sz="2000" dirty="0"/>
          </a:p>
          <a:p>
            <a:pPr lvl="1" indent="-436245" eaLnBrk="1" hangingPunct="1">
              <a:lnSpc>
                <a:spcPct val="90000"/>
              </a:lnSpc>
              <a:buNone/>
            </a:pPr>
            <a:endParaRPr lang="zh-CN" altLang="en-US" sz="2000" dirty="0"/>
          </a:p>
          <a:p>
            <a:pPr lvl="1" indent="-436245" eaLnBrk="1" hangingPunct="1">
              <a:lnSpc>
                <a:spcPct val="90000"/>
              </a:lnSpc>
              <a:buNone/>
            </a:pPr>
            <a:endParaRPr lang="zh-CN" altLang="en-US" sz="2000" dirty="0"/>
          </a:p>
          <a:p>
            <a:pPr lvl="1" indent="-436245" eaLnBrk="1" hangingPunct="1">
              <a:lnSpc>
                <a:spcPct val="90000"/>
              </a:lnSpc>
              <a:buNone/>
            </a:pPr>
            <a:endParaRPr lang="en-US" altLang="zh-CN" sz="2000" dirty="0"/>
          </a:p>
        </p:txBody>
      </p:sp>
      <p:pic>
        <p:nvPicPr>
          <p:cNvPr id="17412" name="Picture 17" descr="42"/>
          <p:cNvPicPr>
            <a:picLocks noChangeAspect="1"/>
          </p:cNvPicPr>
          <p:nvPr/>
        </p:nvPicPr>
        <p:blipFill>
          <a:blip r:embed="rId1"/>
          <a:stretch>
            <a:fillRect/>
          </a:stretch>
        </p:blipFill>
        <p:spPr>
          <a:xfrm>
            <a:off x="1187450" y="3357563"/>
            <a:ext cx="7058025" cy="836612"/>
          </a:xfrm>
          <a:prstGeom prst="rect">
            <a:avLst/>
          </a:prstGeom>
          <a:noFill/>
          <a:ln w="9525">
            <a:noFill/>
          </a:ln>
        </p:spPr>
      </p:pic>
      <p:sp>
        <p:nvSpPr>
          <p:cNvPr id="17413" name="Rectangle 18"/>
          <p:cNvSpPr/>
          <p:nvPr/>
        </p:nvSpPr>
        <p:spPr>
          <a:xfrm>
            <a:off x="2700338" y="4724400"/>
            <a:ext cx="2787650" cy="396875"/>
          </a:xfrm>
          <a:prstGeom prst="rect">
            <a:avLst/>
          </a:prstGeom>
          <a:noFill/>
          <a:ln w="25400">
            <a:noFill/>
          </a:ln>
        </p:spPr>
        <p:txBody>
          <a:bodyPr wrap="none" anchor="ctr" anchorCtr="0">
            <a:spAutoFit/>
          </a:bodyPr>
          <a:p>
            <a:pPr eaLnBrk="0" hangingPunct="0"/>
            <a:r>
              <a:rPr lang="zh-CN" altLang="en-US" sz="2000" dirty="0">
                <a:latin typeface="Verdana" panose="020B0604030504040204" pitchFamily="34" charset="0"/>
                <a:ea typeface="宋体" panose="02010600030101010101" pitchFamily="2" charset="-122"/>
              </a:rPr>
              <a:t>计算机系统的安全模型 </a:t>
            </a:r>
            <a:endParaRPr lang="zh-CN" altLang="en-US" sz="2000"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457" name="Picture 2"/>
          <p:cNvPicPr>
            <a:picLocks noChangeAspect="1"/>
          </p:cNvPicPr>
          <p:nvPr/>
        </p:nvPicPr>
        <p:blipFill>
          <a:blip r:embed="rId1"/>
          <a:stretch>
            <a:fillRect/>
          </a:stretch>
        </p:blipFill>
        <p:spPr>
          <a:xfrm>
            <a:off x="0" y="1214438"/>
            <a:ext cx="9063038" cy="5643562"/>
          </a:xfrm>
          <a:prstGeom prst="rect">
            <a:avLst/>
          </a:prstGeom>
          <a:noFill/>
          <a:ln w="9525">
            <a:noFill/>
          </a:ln>
        </p:spPr>
      </p:pic>
      <p:sp>
        <p:nvSpPr>
          <p:cNvPr id="19458" name="Rectangle 2"/>
          <p:cNvSpPr txBox="1"/>
          <p:nvPr/>
        </p:nvSpPr>
        <p:spPr>
          <a:xfrm>
            <a:off x="571500" y="214313"/>
            <a:ext cx="8001000" cy="735012"/>
          </a:xfrm>
          <a:prstGeom prst="rect">
            <a:avLst/>
          </a:prstGeom>
          <a:noFill/>
          <a:ln w="9525">
            <a:noFill/>
          </a:ln>
        </p:spPr>
        <p:txBody>
          <a:bodyPr anchor="t" anchorCtr="0"/>
          <a:p>
            <a:pPr>
              <a:buClrTx/>
              <a:buFontTx/>
            </a:pPr>
            <a:r>
              <a:rPr lang="zh-CN" altLang="en-US" sz="3800" dirty="0">
                <a:solidFill>
                  <a:schemeClr val="tx2"/>
                </a:solidFill>
                <a:latin typeface="Verdana" panose="020B0604030504040204" pitchFamily="34" charset="0"/>
                <a:ea typeface="宋体" panose="02010600030101010101" pitchFamily="2" charset="-122"/>
              </a:rPr>
              <a:t>数据库管理系统安全性控制模型</a:t>
            </a:r>
            <a:endParaRPr lang="zh-CN" altLang="en-US" sz="3800" dirty="0">
              <a:solidFill>
                <a:schemeClr val="tx2"/>
              </a:solidFill>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标题 1"/>
          <p:cNvSpPr>
            <a:spLocks noGrp="1"/>
          </p:cNvSpPr>
          <p:nvPr>
            <p:ph type="title"/>
          </p:nvPr>
        </p:nvSpPr>
        <p:spPr>
          <a:ln/>
        </p:spPr>
        <p:txBody>
          <a:bodyPr vert="horz" wrap="square" lIns="91440" tIns="45720" rIns="91440" bIns="45720" anchor="b" anchorCtr="0"/>
          <a:p>
            <a:r>
              <a:rPr lang="zh-CN" altLang="en-US" dirty="0"/>
              <a:t>存取控制流程 </a:t>
            </a:r>
            <a:endParaRPr lang="zh-CN" altLang="en-US" dirty="0"/>
          </a:p>
        </p:txBody>
      </p:sp>
      <p:sp>
        <p:nvSpPr>
          <p:cNvPr id="20482" name="内容占位符 2"/>
          <p:cNvSpPr>
            <a:spLocks noGrp="1"/>
          </p:cNvSpPr>
          <p:nvPr>
            <p:ph idx="1"/>
          </p:nvPr>
        </p:nvSpPr>
        <p:spPr>
          <a:ln/>
        </p:spPr>
        <p:txBody>
          <a:bodyPr vert="horz" wrap="square" lIns="91440" tIns="45720" rIns="91440" bIns="45720" anchor="t" anchorCtr="0"/>
          <a:p>
            <a:pPr>
              <a:spcAft>
                <a:spcPts val="1200"/>
              </a:spcAft>
            </a:pPr>
            <a:r>
              <a:rPr lang="zh-CN" altLang="en-US" sz="2800" dirty="0"/>
              <a:t>首先，数据库管理系统对提出</a:t>
            </a:r>
            <a:r>
              <a:rPr lang="en-US" altLang="zh-CN" sz="2800" dirty="0"/>
              <a:t>SQL</a:t>
            </a:r>
            <a:r>
              <a:rPr lang="zh-CN" altLang="en-US" sz="2800" dirty="0"/>
              <a:t>访问请求的数据库用户进行</a:t>
            </a:r>
            <a:r>
              <a:rPr lang="zh-CN" altLang="en-US" sz="2800" dirty="0">
                <a:solidFill>
                  <a:srgbClr val="FF0000"/>
                </a:solidFill>
              </a:rPr>
              <a:t>身份鉴别</a:t>
            </a:r>
            <a:r>
              <a:rPr lang="zh-CN" altLang="en-US" sz="2800" dirty="0"/>
              <a:t>，防止不可信用户使用系统。 </a:t>
            </a:r>
            <a:endParaRPr lang="en-US" altLang="zh-CN" sz="2800" dirty="0"/>
          </a:p>
          <a:p>
            <a:pPr>
              <a:spcAft>
                <a:spcPts val="1200"/>
              </a:spcAft>
            </a:pPr>
            <a:r>
              <a:rPr lang="zh-CN" altLang="en-US" sz="2800" dirty="0"/>
              <a:t>然后，在</a:t>
            </a:r>
            <a:r>
              <a:rPr lang="en-US" altLang="zh-CN" sz="2800" dirty="0"/>
              <a:t>SQL</a:t>
            </a:r>
            <a:r>
              <a:rPr lang="zh-CN" altLang="en-US" sz="2800" dirty="0"/>
              <a:t>处理层进行</a:t>
            </a:r>
            <a:r>
              <a:rPr lang="zh-CN" altLang="en-US" sz="2800" dirty="0">
                <a:solidFill>
                  <a:srgbClr val="FF0000"/>
                </a:solidFill>
              </a:rPr>
              <a:t>自主存取控制和强制存取控制</a:t>
            </a:r>
            <a:r>
              <a:rPr lang="zh-CN" altLang="en-US" sz="2800" dirty="0"/>
              <a:t>，进一步可以进行推理控制。 </a:t>
            </a:r>
            <a:endParaRPr lang="en-US" altLang="zh-CN" sz="2800" dirty="0"/>
          </a:p>
          <a:p>
            <a:pPr>
              <a:spcAft>
                <a:spcPts val="1200"/>
              </a:spcAft>
            </a:pPr>
            <a:r>
              <a:rPr lang="zh-CN" altLang="en-US" sz="2800" dirty="0"/>
              <a:t>还可以对用户访问行为和系统关键操作进行</a:t>
            </a:r>
            <a:r>
              <a:rPr lang="zh-CN" altLang="en-US" sz="2800" dirty="0">
                <a:solidFill>
                  <a:srgbClr val="FF0000"/>
                </a:solidFill>
              </a:rPr>
              <a:t>审计</a:t>
            </a:r>
            <a:r>
              <a:rPr lang="zh-CN" altLang="en-US" sz="2800" dirty="0"/>
              <a:t>，对异常用户行为进行</a:t>
            </a:r>
            <a:r>
              <a:rPr lang="zh-CN" altLang="en-US" sz="2800" dirty="0">
                <a:solidFill>
                  <a:srgbClr val="FF0000"/>
                </a:solidFill>
              </a:rPr>
              <a:t>简单入侵检测</a:t>
            </a:r>
            <a:r>
              <a:rPr lang="zh-CN" altLang="en-US" sz="2800" dirty="0"/>
              <a:t>。</a:t>
            </a:r>
            <a:endParaRPr lang="en-US" altLang="zh-CN" sz="2800" dirty="0"/>
          </a:p>
          <a:p>
            <a:pPr>
              <a:spcAft>
                <a:spcPts val="1200"/>
              </a:spcAft>
            </a:pPr>
            <a:r>
              <a:rPr lang="zh-CN" altLang="en-US" sz="2800" dirty="0"/>
              <a:t>数据存储层，安全有关的数据，</a:t>
            </a:r>
            <a:r>
              <a:rPr lang="zh-CN" altLang="en-US" sz="2800" dirty="0">
                <a:solidFill>
                  <a:srgbClr val="FF0000"/>
                </a:solidFill>
              </a:rPr>
              <a:t>加密</a:t>
            </a:r>
            <a:r>
              <a:rPr lang="zh-CN" altLang="en-US" sz="2800" dirty="0"/>
              <a:t>功能。</a:t>
            </a:r>
            <a:endParaRPr lang="zh-CN" altLang="en-US" sz="2800" dirty="0"/>
          </a:p>
        </p:txBody>
      </p:sp>
    </p:spTree>
  </p:cSld>
  <p:clrMapOvr>
    <a:masterClrMapping/>
  </p:clrMapOvr>
  <p:transition advClick="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21506" name="Rectangle 2"/>
          <p:cNvSpPr>
            <a:spLocks noGrp="1"/>
          </p:cNvSpPr>
          <p:nvPr>
            <p:ph type="title"/>
          </p:nvPr>
        </p:nvSpPr>
        <p:spPr>
          <a:ln/>
        </p:spPr>
        <p:txBody>
          <a:bodyPr vert="horz" wrap="square" lIns="91440" tIns="45720" rIns="91440" bIns="45720" anchor="b" anchorCtr="0"/>
          <a:p>
            <a:pPr eaLnBrk="1" hangingPunct="1"/>
            <a:r>
              <a:rPr lang="zh-CN" altLang="en-US" dirty="0"/>
              <a:t>数据库安全性控制概述（续）</a:t>
            </a:r>
            <a:endParaRPr lang="zh-CN" altLang="en-US" dirty="0"/>
          </a:p>
        </p:txBody>
      </p:sp>
      <p:sp>
        <p:nvSpPr>
          <p:cNvPr id="21507" name="Rectangle 3"/>
          <p:cNvSpPr>
            <a:spLocks noGrp="1"/>
          </p:cNvSpPr>
          <p:nvPr>
            <p:ph idx="1"/>
          </p:nvPr>
        </p:nvSpPr>
        <p:spPr>
          <a:ln/>
        </p:spPr>
        <p:txBody>
          <a:bodyPr vert="horz" wrap="square" lIns="91440" tIns="45720" rIns="91440" bIns="45720" anchor="t" anchorCtr="0"/>
          <a:p>
            <a:pPr eaLnBrk="1" hangingPunct="1"/>
            <a:r>
              <a:rPr lang="zh-CN" altLang="en-US" dirty="0"/>
              <a:t>数据库安全性控制的常用方法</a:t>
            </a:r>
            <a:endParaRPr lang="zh-CN" altLang="en-US" dirty="0"/>
          </a:p>
          <a:p>
            <a:pPr lvl="1" indent="-436245" eaLnBrk="1" hangingPunct="1">
              <a:lnSpc>
                <a:spcPct val="130000"/>
              </a:lnSpc>
            </a:pPr>
            <a:r>
              <a:rPr lang="zh-CN" altLang="en-US" dirty="0"/>
              <a:t>用户标识和鉴别</a:t>
            </a:r>
            <a:endParaRPr lang="zh-CN" altLang="en-US" dirty="0"/>
          </a:p>
          <a:p>
            <a:pPr lvl="1" indent="-436245" eaLnBrk="1" hangingPunct="1">
              <a:lnSpc>
                <a:spcPct val="130000"/>
              </a:lnSpc>
            </a:pPr>
            <a:r>
              <a:rPr lang="zh-CN" altLang="en-US" dirty="0"/>
              <a:t>存取控制</a:t>
            </a:r>
            <a:endParaRPr lang="zh-CN" altLang="en-US" dirty="0"/>
          </a:p>
          <a:p>
            <a:pPr lvl="1" indent="-436245" eaLnBrk="1" hangingPunct="1">
              <a:lnSpc>
                <a:spcPct val="130000"/>
              </a:lnSpc>
            </a:pPr>
            <a:r>
              <a:rPr lang="zh-CN" altLang="en-US" dirty="0"/>
              <a:t>视图</a:t>
            </a:r>
            <a:endParaRPr lang="zh-CN" altLang="en-US" dirty="0"/>
          </a:p>
          <a:p>
            <a:pPr lvl="1" indent="-436245" eaLnBrk="1" hangingPunct="1">
              <a:lnSpc>
                <a:spcPct val="130000"/>
              </a:lnSpc>
            </a:pPr>
            <a:r>
              <a:rPr lang="zh-CN" altLang="en-US" dirty="0"/>
              <a:t>审计</a:t>
            </a:r>
            <a:endParaRPr lang="zh-CN" altLang="en-US" dirty="0"/>
          </a:p>
          <a:p>
            <a:pPr lvl="1" indent="-436245" eaLnBrk="1" hangingPunct="1">
              <a:lnSpc>
                <a:spcPct val="120000"/>
              </a:lnSpc>
            </a:pPr>
            <a:r>
              <a:rPr lang="zh-CN" altLang="en-US" dirty="0"/>
              <a:t>数据加密</a:t>
            </a:r>
            <a:endParaRPr lang="en-US" altLang="zh-CN" dirty="0"/>
          </a:p>
          <a:p>
            <a:pPr lvl="1" indent="-436245" eaLnBrk="1" hangingPunct="1">
              <a:lnSpc>
                <a:spcPct val="120000"/>
              </a:lnSpc>
            </a:pPr>
            <a:r>
              <a:rPr lang="zh-CN" altLang="en-US" dirty="0"/>
              <a:t>其他安全性保护</a:t>
            </a:r>
            <a:endParaRPr lang="zh-CN" altLang="en-US" dirty="0"/>
          </a:p>
        </p:txBody>
      </p:sp>
    </p:spTree>
  </p:cSld>
  <p:clrMapOvr>
    <a:masterClrMapping/>
  </p:clrMapOvr>
  <p:transition advClick="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23554" name="Rectangle 2"/>
          <p:cNvSpPr>
            <a:spLocks noGrp="1"/>
          </p:cNvSpPr>
          <p:nvPr>
            <p:ph type="title"/>
          </p:nvPr>
        </p:nvSpPr>
        <p:spPr>
          <a:ln/>
        </p:spPr>
        <p:txBody>
          <a:bodyPr vert="horz" wrap="square" lIns="91440" tIns="45720" rIns="91440" bIns="45720" anchor="b" anchorCtr="0"/>
          <a:p>
            <a:pPr eaLnBrk="1" hangingPunct="1"/>
            <a:r>
              <a:rPr lang="en-US" altLang="zh-CN" dirty="0"/>
              <a:t>4.2  </a:t>
            </a:r>
            <a:r>
              <a:rPr lang="zh-CN" altLang="en-US" dirty="0"/>
              <a:t>数据库安全性控制</a:t>
            </a:r>
            <a:endParaRPr lang="zh-CN" altLang="en-US" dirty="0"/>
          </a:p>
        </p:txBody>
      </p:sp>
      <p:sp>
        <p:nvSpPr>
          <p:cNvPr id="23555" name="Rectangle 3"/>
          <p:cNvSpPr>
            <a:spLocks noGrp="1"/>
          </p:cNvSpPr>
          <p:nvPr>
            <p:ph idx="1"/>
          </p:nvPr>
        </p:nvSpPr>
        <p:spPr>
          <a:xfrm>
            <a:off x="785813" y="1285875"/>
            <a:ext cx="7473950" cy="4495800"/>
          </a:xfrm>
          <a:ln/>
        </p:spPr>
        <p:txBody>
          <a:bodyPr vert="horz" wrap="square" lIns="91440" tIns="45720" rIns="91440" bIns="45720" anchor="t" anchorCtr="0"/>
          <a:p>
            <a:pPr eaLnBrk="1" hangingPunct="1">
              <a:lnSpc>
                <a:spcPct val="170000"/>
              </a:lnSpc>
              <a:buNone/>
            </a:pPr>
            <a:r>
              <a:rPr lang="en-US" altLang="zh-CN" sz="2400" b="1" dirty="0">
                <a:solidFill>
                  <a:srgbClr val="3333FF"/>
                </a:solidFill>
              </a:rPr>
              <a:t>4.2.1 </a:t>
            </a:r>
            <a:r>
              <a:rPr lang="zh-CN" altLang="en-US" sz="2400" b="1" dirty="0">
                <a:solidFill>
                  <a:srgbClr val="3333FF"/>
                </a:solidFill>
              </a:rPr>
              <a:t>用户标识与鉴别</a:t>
            </a:r>
            <a:endParaRPr lang="zh-CN" altLang="en-US" sz="2400" b="1" dirty="0">
              <a:solidFill>
                <a:srgbClr val="3333FF"/>
              </a:solidFill>
            </a:endParaRPr>
          </a:p>
          <a:p>
            <a:pPr eaLnBrk="1" hangingPunct="1">
              <a:lnSpc>
                <a:spcPct val="170000"/>
              </a:lnSpc>
              <a:buNone/>
            </a:pPr>
            <a:r>
              <a:rPr lang="en-US" altLang="zh-CN" sz="2400" b="1" dirty="0"/>
              <a:t>4.2.2 </a:t>
            </a:r>
            <a:r>
              <a:rPr lang="zh-CN" altLang="en-US" sz="2400" b="1" dirty="0"/>
              <a:t>存取控制</a:t>
            </a:r>
            <a:endParaRPr lang="zh-CN" altLang="en-US" sz="2400" b="1" dirty="0"/>
          </a:p>
          <a:p>
            <a:pPr eaLnBrk="1" hangingPunct="1">
              <a:lnSpc>
                <a:spcPct val="170000"/>
              </a:lnSpc>
              <a:buNone/>
            </a:pPr>
            <a:r>
              <a:rPr lang="en-US" altLang="zh-CN" sz="2400" b="1" dirty="0"/>
              <a:t>4.2.3 </a:t>
            </a:r>
            <a:r>
              <a:rPr lang="zh-CN" altLang="en-US" sz="2400" b="1" dirty="0"/>
              <a:t>自主存取控制方法</a:t>
            </a:r>
            <a:endParaRPr lang="zh-CN" altLang="en-US" sz="2400" b="1" dirty="0"/>
          </a:p>
          <a:p>
            <a:pPr eaLnBrk="1" hangingPunct="1">
              <a:lnSpc>
                <a:spcPct val="170000"/>
              </a:lnSpc>
              <a:buNone/>
            </a:pPr>
            <a:r>
              <a:rPr lang="en-US" altLang="zh-CN" sz="2400" b="1" dirty="0"/>
              <a:t>4.2.4 </a:t>
            </a:r>
            <a:r>
              <a:rPr lang="zh-CN" altLang="en-US" sz="2400" b="1" dirty="0"/>
              <a:t>授权与回收</a:t>
            </a:r>
            <a:endParaRPr lang="zh-CN" altLang="en-US" sz="2400" b="1" dirty="0"/>
          </a:p>
          <a:p>
            <a:pPr eaLnBrk="1" hangingPunct="1">
              <a:lnSpc>
                <a:spcPct val="170000"/>
              </a:lnSpc>
              <a:buNone/>
            </a:pPr>
            <a:r>
              <a:rPr lang="en-US" altLang="zh-CN" sz="2400" b="1" dirty="0"/>
              <a:t>4.2.5 </a:t>
            </a:r>
            <a:r>
              <a:rPr lang="zh-CN" altLang="en-US" sz="2400" b="1" dirty="0"/>
              <a:t>数据库角色</a:t>
            </a:r>
            <a:endParaRPr lang="zh-CN" altLang="en-US" sz="2400" b="1" dirty="0"/>
          </a:p>
          <a:p>
            <a:pPr eaLnBrk="1" hangingPunct="1">
              <a:lnSpc>
                <a:spcPct val="170000"/>
              </a:lnSpc>
              <a:buNone/>
            </a:pPr>
            <a:r>
              <a:rPr lang="en-US" altLang="zh-CN" sz="2400" b="1" dirty="0"/>
              <a:t>4.2.6 </a:t>
            </a:r>
            <a:r>
              <a:rPr lang="zh-CN" altLang="en-US" sz="2400" b="1" dirty="0"/>
              <a:t>强制存取控制方法</a:t>
            </a:r>
            <a:endParaRPr lang="zh-CN" altLang="en-US" sz="2400" b="1" dirty="0"/>
          </a:p>
        </p:txBody>
      </p:sp>
    </p:spTree>
  </p:cSld>
  <p:clrMapOvr>
    <a:masterClrMapping/>
  </p:clrMapOvr>
  <p:transition advClick="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25602" name="Rectangle 2"/>
          <p:cNvSpPr>
            <a:spLocks noGrp="1"/>
          </p:cNvSpPr>
          <p:nvPr>
            <p:ph type="title"/>
          </p:nvPr>
        </p:nvSpPr>
        <p:spPr>
          <a:ln/>
        </p:spPr>
        <p:txBody>
          <a:bodyPr vert="horz" wrap="square" lIns="91440" tIns="45720" rIns="91440" bIns="45720" anchor="b" anchorCtr="0"/>
          <a:p>
            <a:pPr eaLnBrk="1" hangingPunct="1"/>
            <a:r>
              <a:rPr lang="en-US" altLang="zh-CN" dirty="0"/>
              <a:t>4.2.1  </a:t>
            </a:r>
            <a:r>
              <a:rPr lang="zh-CN" altLang="en-US" dirty="0"/>
              <a:t>用户标识与鉴别</a:t>
            </a:r>
            <a:endParaRPr lang="zh-CN" altLang="en-US" dirty="0"/>
          </a:p>
        </p:txBody>
      </p:sp>
      <p:sp>
        <p:nvSpPr>
          <p:cNvPr id="25603" name="Rectangle 3"/>
          <p:cNvSpPr>
            <a:spLocks noGrp="1"/>
          </p:cNvSpPr>
          <p:nvPr>
            <p:ph idx="1"/>
          </p:nvPr>
        </p:nvSpPr>
        <p:spPr>
          <a:xfrm>
            <a:off x="928688" y="1214438"/>
            <a:ext cx="7772400" cy="4114800"/>
          </a:xfrm>
          <a:ln/>
        </p:spPr>
        <p:txBody>
          <a:bodyPr vert="horz" wrap="square" lIns="91440" tIns="45720" rIns="91440" bIns="45720" anchor="t" anchorCtr="0"/>
          <a:p>
            <a:pPr eaLnBrk="1" hangingPunct="1">
              <a:lnSpc>
                <a:spcPct val="150000"/>
              </a:lnSpc>
            </a:pPr>
            <a:r>
              <a:rPr lang="zh-CN" altLang="en-US" dirty="0"/>
              <a:t>用户标识与鉴别</a:t>
            </a:r>
            <a:endParaRPr lang="en-US" altLang="zh-CN" dirty="0"/>
          </a:p>
          <a:p>
            <a:pPr marL="866775" lvl="2" indent="-394970" eaLnBrk="1" hangingPunct="1">
              <a:lnSpc>
                <a:spcPct val="150000"/>
              </a:lnSpc>
            </a:pPr>
            <a:r>
              <a:rPr lang="zh-CN" altLang="en-US" sz="2400" dirty="0"/>
              <a:t>系统提供的</a:t>
            </a:r>
            <a:r>
              <a:rPr lang="zh-CN" altLang="en-US" sz="2400" b="1" dirty="0">
                <a:solidFill>
                  <a:srgbClr val="FF0000"/>
                </a:solidFill>
              </a:rPr>
              <a:t>最外层</a:t>
            </a:r>
            <a:r>
              <a:rPr lang="zh-CN" altLang="en-US" sz="2400" dirty="0"/>
              <a:t>安全保护措施，用户名和用户标识号</a:t>
            </a:r>
            <a:endParaRPr lang="zh-CN" altLang="en-US" sz="2400" dirty="0"/>
          </a:p>
          <a:p>
            <a:pPr eaLnBrk="1" hangingPunct="1">
              <a:lnSpc>
                <a:spcPct val="150000"/>
              </a:lnSpc>
            </a:pPr>
            <a:r>
              <a:rPr lang="zh-CN" altLang="en-US" dirty="0"/>
              <a:t>多种鉴别方法：静态口令，动态口令，生物特征鉴别，智能卡鉴别等。</a:t>
            </a:r>
            <a:endParaRPr lang="en-US" altLang="zh-CN" dirty="0"/>
          </a:p>
          <a:p>
            <a:pPr eaLnBrk="1" hangingPunct="1">
              <a:lnSpc>
                <a:spcPct val="150000"/>
              </a:lnSpc>
            </a:pPr>
            <a:r>
              <a:rPr lang="zh-CN" altLang="en-US" dirty="0"/>
              <a:t>在一个系统中往往是多种方法结合</a:t>
            </a:r>
            <a:endParaRPr lang="zh-CN" altLang="en-US" dirty="0"/>
          </a:p>
          <a:p>
            <a:pPr eaLnBrk="1" hangingPunct="1">
              <a:lnSpc>
                <a:spcPct val="150000"/>
              </a:lnSpc>
              <a:buNone/>
            </a:pPr>
            <a:r>
              <a:rPr lang="zh-CN" altLang="en-US" dirty="0"/>
              <a:t>  </a:t>
            </a:r>
            <a:endParaRPr lang="zh-CN" altLang="en-US" dirty="0"/>
          </a:p>
        </p:txBody>
      </p:sp>
    </p:spTree>
  </p:cSld>
  <p:clrMapOvr>
    <a:masterClrMapping/>
  </p:clrMapOvr>
  <p:transition advClick="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27650" name="Rectangle 2"/>
          <p:cNvSpPr>
            <a:spLocks noGrp="1"/>
          </p:cNvSpPr>
          <p:nvPr>
            <p:ph type="title"/>
          </p:nvPr>
        </p:nvSpPr>
        <p:spPr>
          <a:ln/>
        </p:spPr>
        <p:txBody>
          <a:bodyPr vert="horz" wrap="square" lIns="91440" tIns="45720" rIns="91440" bIns="45720" anchor="b" anchorCtr="0"/>
          <a:p>
            <a:pPr eaLnBrk="1" hangingPunct="1"/>
            <a:r>
              <a:rPr lang="en-US" altLang="zh-CN" dirty="0"/>
              <a:t>4.2  </a:t>
            </a:r>
            <a:r>
              <a:rPr lang="zh-CN" altLang="en-US" dirty="0"/>
              <a:t>数据库安全性控制</a:t>
            </a:r>
            <a:endParaRPr lang="zh-CN" altLang="en-US" dirty="0"/>
          </a:p>
        </p:txBody>
      </p:sp>
      <p:sp>
        <p:nvSpPr>
          <p:cNvPr id="27651" name="Rectangle 3"/>
          <p:cNvSpPr>
            <a:spLocks noGrp="1"/>
          </p:cNvSpPr>
          <p:nvPr>
            <p:ph idx="1"/>
          </p:nvPr>
        </p:nvSpPr>
        <p:spPr>
          <a:xfrm>
            <a:off x="714375" y="1285875"/>
            <a:ext cx="7581900" cy="4495800"/>
          </a:xfrm>
          <a:ln/>
        </p:spPr>
        <p:txBody>
          <a:bodyPr vert="horz" wrap="square" lIns="91440" tIns="45720" rIns="91440" bIns="45720" anchor="t" anchorCtr="0"/>
          <a:p>
            <a:pPr eaLnBrk="1" hangingPunct="1">
              <a:lnSpc>
                <a:spcPct val="180000"/>
              </a:lnSpc>
              <a:buNone/>
            </a:pPr>
            <a:r>
              <a:rPr lang="en-US" altLang="zh-CN" sz="2400" b="1" dirty="0"/>
              <a:t>4.2.1 </a:t>
            </a:r>
            <a:r>
              <a:rPr lang="zh-CN" altLang="en-US" sz="2400" b="1" dirty="0"/>
              <a:t>用户标识与鉴别</a:t>
            </a:r>
            <a:endParaRPr lang="zh-CN" altLang="en-US" sz="2400" b="1" dirty="0"/>
          </a:p>
          <a:p>
            <a:pPr eaLnBrk="1" hangingPunct="1">
              <a:lnSpc>
                <a:spcPct val="180000"/>
              </a:lnSpc>
              <a:buNone/>
            </a:pPr>
            <a:r>
              <a:rPr lang="en-US" altLang="zh-CN" sz="2400" b="1" dirty="0">
                <a:solidFill>
                  <a:srgbClr val="3333FF"/>
                </a:solidFill>
              </a:rPr>
              <a:t>4.2.2 </a:t>
            </a:r>
            <a:r>
              <a:rPr lang="zh-CN" altLang="en-US" sz="2400" b="1" dirty="0">
                <a:solidFill>
                  <a:srgbClr val="3333FF"/>
                </a:solidFill>
              </a:rPr>
              <a:t>存取控制</a:t>
            </a:r>
            <a:endParaRPr lang="zh-CN" altLang="en-US" sz="2400" b="1" dirty="0">
              <a:solidFill>
                <a:srgbClr val="3333FF"/>
              </a:solidFill>
            </a:endParaRPr>
          </a:p>
          <a:p>
            <a:pPr eaLnBrk="1" hangingPunct="1">
              <a:lnSpc>
                <a:spcPct val="180000"/>
              </a:lnSpc>
              <a:buNone/>
            </a:pPr>
            <a:r>
              <a:rPr lang="en-US" altLang="zh-CN" sz="2400" b="1" dirty="0"/>
              <a:t>4.2.3 </a:t>
            </a:r>
            <a:r>
              <a:rPr lang="zh-CN" altLang="en-US" sz="2400" b="1" dirty="0"/>
              <a:t>自主存取控制方法</a:t>
            </a:r>
            <a:endParaRPr lang="zh-CN" altLang="en-US" sz="2400" b="1" dirty="0"/>
          </a:p>
          <a:p>
            <a:pPr eaLnBrk="1" hangingPunct="1">
              <a:lnSpc>
                <a:spcPct val="180000"/>
              </a:lnSpc>
              <a:buNone/>
            </a:pPr>
            <a:r>
              <a:rPr lang="en-US" altLang="zh-CN" sz="2400" b="1" dirty="0"/>
              <a:t>4.2.4 </a:t>
            </a:r>
            <a:r>
              <a:rPr lang="zh-CN" altLang="en-US" sz="2400" b="1" dirty="0"/>
              <a:t>授权与回收</a:t>
            </a:r>
            <a:endParaRPr lang="zh-CN" altLang="en-US" sz="2400" b="1" dirty="0"/>
          </a:p>
          <a:p>
            <a:pPr eaLnBrk="1" hangingPunct="1">
              <a:lnSpc>
                <a:spcPct val="180000"/>
              </a:lnSpc>
              <a:buNone/>
            </a:pPr>
            <a:r>
              <a:rPr lang="en-US" altLang="zh-CN" sz="2400" b="1" dirty="0"/>
              <a:t>4.2.5 </a:t>
            </a:r>
            <a:r>
              <a:rPr lang="zh-CN" altLang="en-US" sz="2400" b="1" dirty="0"/>
              <a:t>数据库角色</a:t>
            </a:r>
            <a:endParaRPr lang="zh-CN" altLang="en-US" sz="2400" b="1" dirty="0"/>
          </a:p>
          <a:p>
            <a:pPr eaLnBrk="1" hangingPunct="1">
              <a:lnSpc>
                <a:spcPct val="180000"/>
              </a:lnSpc>
              <a:buNone/>
            </a:pPr>
            <a:r>
              <a:rPr lang="en-US" altLang="zh-CN" sz="2400" b="1" dirty="0"/>
              <a:t>4.2.6 </a:t>
            </a:r>
            <a:r>
              <a:rPr lang="zh-CN" altLang="en-US" sz="2400" b="1" dirty="0"/>
              <a:t>强制存取控制方法</a:t>
            </a:r>
            <a:endParaRPr lang="zh-CN" altLang="en-US" sz="2400" b="1" dirty="0"/>
          </a:p>
        </p:txBody>
      </p:sp>
    </p:spTree>
  </p:cSld>
  <p:clrMapOvr>
    <a:masterClrMapping/>
  </p:clrMapOvr>
  <p:transition advClick="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29698" name="Rectangle 2"/>
          <p:cNvSpPr>
            <a:spLocks noGrp="1"/>
          </p:cNvSpPr>
          <p:nvPr>
            <p:ph type="title"/>
          </p:nvPr>
        </p:nvSpPr>
        <p:spPr>
          <a:ln/>
        </p:spPr>
        <p:txBody>
          <a:bodyPr vert="horz" wrap="square" lIns="91440" tIns="45720" rIns="91440" bIns="45720" anchor="b" anchorCtr="0"/>
          <a:p>
            <a:pPr eaLnBrk="1" hangingPunct="1"/>
            <a:r>
              <a:rPr lang="en-US" altLang="zh-CN" dirty="0"/>
              <a:t>4.2.2  </a:t>
            </a:r>
            <a:r>
              <a:rPr lang="zh-CN" altLang="en-US" dirty="0"/>
              <a:t>存取控制</a:t>
            </a:r>
            <a:endParaRPr lang="zh-CN" altLang="en-US" dirty="0"/>
          </a:p>
        </p:txBody>
      </p:sp>
      <p:sp>
        <p:nvSpPr>
          <p:cNvPr id="29699" name="Rectangle 3"/>
          <p:cNvSpPr>
            <a:spLocks noGrp="1"/>
          </p:cNvSpPr>
          <p:nvPr>
            <p:ph idx="1"/>
          </p:nvPr>
        </p:nvSpPr>
        <p:spPr>
          <a:xfrm>
            <a:off x="428625" y="1357313"/>
            <a:ext cx="8507413" cy="4495800"/>
          </a:xfrm>
          <a:ln/>
        </p:spPr>
        <p:txBody>
          <a:bodyPr vert="horz" wrap="square" lIns="91440" tIns="45720" rIns="91440" bIns="45720" anchor="t" anchorCtr="0"/>
          <a:p>
            <a:pPr eaLnBrk="1" hangingPunct="1">
              <a:lnSpc>
                <a:spcPct val="140000"/>
              </a:lnSpc>
            </a:pPr>
            <a:r>
              <a:rPr lang="zh-CN" altLang="en-US" dirty="0"/>
              <a:t>存取控制机制组成：</a:t>
            </a:r>
            <a:r>
              <a:rPr lang="zh-CN" altLang="en-US" sz="3200" b="1" dirty="0">
                <a:solidFill>
                  <a:srgbClr val="FF0000"/>
                </a:solidFill>
                <a:latin typeface="Arial" panose="020B0604020202020204" pitchFamily="34" charset="0"/>
              </a:rPr>
              <a:t>用户权限定义</a:t>
            </a:r>
            <a:r>
              <a:rPr lang="zh-CN" altLang="en-US" sz="3200" dirty="0">
                <a:latin typeface="Arial" panose="020B0604020202020204" pitchFamily="34" charset="0"/>
              </a:rPr>
              <a:t>和</a:t>
            </a:r>
            <a:r>
              <a:rPr lang="zh-CN" altLang="en-US" sz="3200" b="1" dirty="0">
                <a:solidFill>
                  <a:srgbClr val="FF0000"/>
                </a:solidFill>
                <a:latin typeface="Arial" panose="020B0604020202020204" pitchFamily="34" charset="0"/>
              </a:rPr>
              <a:t>合法权检查机制</a:t>
            </a:r>
            <a:r>
              <a:rPr lang="zh-CN" altLang="en-US" sz="3200" dirty="0">
                <a:latin typeface="Arial" panose="020B0604020202020204" pitchFamily="34" charset="0"/>
              </a:rPr>
              <a:t>一起组成了</a:t>
            </a:r>
            <a:r>
              <a:rPr lang="en-US" altLang="zh-CN" sz="3200" dirty="0">
                <a:latin typeface="Arial" panose="020B0604020202020204" pitchFamily="34" charset="0"/>
              </a:rPr>
              <a:t>DBMS</a:t>
            </a:r>
            <a:r>
              <a:rPr lang="zh-CN" altLang="en-US" sz="3200" dirty="0">
                <a:latin typeface="Arial" panose="020B0604020202020204" pitchFamily="34" charset="0"/>
              </a:rPr>
              <a:t>的安全子系统</a:t>
            </a:r>
            <a:endParaRPr lang="zh-CN" altLang="en-US" sz="3200" dirty="0">
              <a:latin typeface="Arial" panose="020B0604020202020204" pitchFamily="34" charset="0"/>
            </a:endParaRPr>
          </a:p>
          <a:p>
            <a:pPr marL="469900" lvl="1" indent="0" eaLnBrk="1" hangingPunct="1">
              <a:lnSpc>
                <a:spcPct val="140000"/>
              </a:lnSpc>
              <a:buNone/>
            </a:pPr>
            <a:r>
              <a:rPr lang="zh-CN" altLang="en-US" b="1" dirty="0">
                <a:solidFill>
                  <a:srgbClr val="FF0000"/>
                </a:solidFill>
              </a:rPr>
              <a:t>（</a:t>
            </a:r>
            <a:r>
              <a:rPr lang="en-US" altLang="zh-CN" b="1" dirty="0">
                <a:solidFill>
                  <a:srgbClr val="FF0000"/>
                </a:solidFill>
              </a:rPr>
              <a:t>1</a:t>
            </a:r>
            <a:r>
              <a:rPr lang="zh-CN" altLang="en-US" b="1" dirty="0">
                <a:solidFill>
                  <a:srgbClr val="FF0000"/>
                </a:solidFill>
              </a:rPr>
              <a:t>）定义用户权限，</a:t>
            </a:r>
            <a:r>
              <a:rPr lang="zh-CN" altLang="en-US" dirty="0"/>
              <a:t>并把用户权限登记到数据字典中</a:t>
            </a:r>
            <a:endParaRPr lang="zh-CN" altLang="en-US" dirty="0"/>
          </a:p>
          <a:p>
            <a:pPr marL="469900" lvl="1" indent="0" eaLnBrk="1" hangingPunct="1">
              <a:lnSpc>
                <a:spcPct val="140000"/>
              </a:lnSpc>
              <a:spcBef>
                <a:spcPct val="60000"/>
              </a:spcBef>
              <a:buNone/>
            </a:pPr>
            <a:r>
              <a:rPr lang="zh-CN" altLang="en-US" b="1" dirty="0">
                <a:solidFill>
                  <a:srgbClr val="FF0000"/>
                </a:solidFill>
              </a:rPr>
              <a:t>（</a:t>
            </a:r>
            <a:r>
              <a:rPr lang="en-US" altLang="zh-CN" b="1" dirty="0">
                <a:solidFill>
                  <a:srgbClr val="FF0000"/>
                </a:solidFill>
              </a:rPr>
              <a:t>2</a:t>
            </a:r>
            <a:r>
              <a:rPr lang="zh-CN" altLang="en-US" b="1" dirty="0">
                <a:solidFill>
                  <a:srgbClr val="FF0000"/>
                </a:solidFill>
              </a:rPr>
              <a:t>）合法权限检查 ，</a:t>
            </a:r>
            <a:r>
              <a:rPr lang="zh-CN" altLang="en-US" b="1" dirty="0"/>
              <a:t>超出权限，将被拒绝。</a:t>
            </a:r>
            <a:endParaRPr lang="zh-CN" altLang="en-US" b="1" dirty="0"/>
          </a:p>
        </p:txBody>
      </p:sp>
      <p:sp>
        <p:nvSpPr>
          <p:cNvPr id="385029" name="Rectangle 5"/>
          <p:cNvSpPr/>
          <p:nvPr/>
        </p:nvSpPr>
        <p:spPr>
          <a:xfrm>
            <a:off x="395288" y="4221163"/>
            <a:ext cx="8507412" cy="1455737"/>
          </a:xfrm>
          <a:prstGeom prst="rect">
            <a:avLst/>
          </a:prstGeom>
          <a:noFill/>
          <a:ln w="9525">
            <a:noFill/>
          </a:ln>
        </p:spPr>
        <p:txBody>
          <a:bodyPr anchor="t" anchorCtr="0"/>
          <a:p>
            <a:pPr marL="342900" indent="-342900" eaLnBrk="0" hangingPunct="0">
              <a:lnSpc>
                <a:spcPct val="140000"/>
              </a:lnSpc>
              <a:spcBef>
                <a:spcPct val="20000"/>
              </a:spcBef>
              <a:buClr>
                <a:schemeClr val="hlink"/>
              </a:buClr>
              <a:buFont typeface="Wingdings" panose="05000000000000000000" pitchFamily="2" charset="2"/>
              <a:buChar char="v"/>
            </a:pPr>
            <a:endParaRPr lang="zh-CN" altLang="en-US" sz="2800" dirty="0">
              <a:latin typeface="Arial" panose="020B060402020202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850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2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31746" name="Rectangle 2"/>
          <p:cNvSpPr>
            <a:spLocks noGrp="1"/>
          </p:cNvSpPr>
          <p:nvPr>
            <p:ph type="title"/>
          </p:nvPr>
        </p:nvSpPr>
        <p:spPr>
          <a:xfrm>
            <a:off x="571500" y="285750"/>
            <a:ext cx="7391400" cy="563563"/>
          </a:xfrm>
          <a:ln/>
        </p:spPr>
        <p:txBody>
          <a:bodyPr vert="horz" wrap="square" lIns="91440" tIns="45720" rIns="91440" bIns="45720" anchor="b" anchorCtr="0"/>
          <a:p>
            <a:pPr eaLnBrk="1" hangingPunct="1"/>
            <a:r>
              <a:rPr lang="zh-CN" altLang="en-US" dirty="0">
                <a:solidFill>
                  <a:schemeClr val="tx1"/>
                </a:solidFill>
              </a:rPr>
              <a:t>存取控制（续）</a:t>
            </a:r>
            <a:endParaRPr lang="zh-CN" altLang="en-US" dirty="0">
              <a:solidFill>
                <a:schemeClr val="tx1"/>
              </a:solidFill>
            </a:endParaRPr>
          </a:p>
        </p:txBody>
      </p:sp>
      <p:sp>
        <p:nvSpPr>
          <p:cNvPr id="387075" name="Rectangle 3"/>
          <p:cNvSpPr>
            <a:spLocks noGrp="1"/>
          </p:cNvSpPr>
          <p:nvPr>
            <p:ph idx="1"/>
          </p:nvPr>
        </p:nvSpPr>
        <p:spPr>
          <a:xfrm>
            <a:off x="71438" y="1071563"/>
            <a:ext cx="8858250" cy="5072062"/>
          </a:xfrm>
          <a:ln/>
        </p:spPr>
        <p:txBody>
          <a:bodyPr vert="horz" wrap="square" lIns="91440" tIns="45720" rIns="91440" bIns="45720" anchor="t" anchorCtr="0"/>
          <a:p>
            <a:pPr lvl="1" indent="-436245" eaLnBrk="1" hangingPunct="1"/>
            <a:r>
              <a:rPr lang="zh-CN" altLang="en-US" b="1" dirty="0">
                <a:solidFill>
                  <a:srgbClr val="0000FF"/>
                </a:solidFill>
              </a:rPr>
              <a:t>自主存取控制</a:t>
            </a:r>
            <a:r>
              <a:rPr lang="zh-CN" altLang="en-US" dirty="0"/>
              <a:t>（</a:t>
            </a:r>
            <a:r>
              <a:rPr lang="en-US" altLang="zh-CN" dirty="0"/>
              <a:t>Discretionary Access Control </a:t>
            </a:r>
            <a:r>
              <a:rPr lang="zh-CN" altLang="en-US" dirty="0"/>
              <a:t>，简称</a:t>
            </a:r>
            <a:r>
              <a:rPr lang="en-US" altLang="zh-CN" dirty="0"/>
              <a:t>DAC</a:t>
            </a:r>
            <a:r>
              <a:rPr lang="zh-CN" altLang="en-US" dirty="0"/>
              <a:t>）</a:t>
            </a:r>
            <a:endParaRPr lang="zh-CN" altLang="en-US" dirty="0"/>
          </a:p>
          <a:p>
            <a:pPr lvl="2" indent="-394970" eaLnBrk="1" hangingPunct="1">
              <a:buClrTx/>
              <a:buFontTx/>
              <a:buNone/>
            </a:pPr>
            <a:r>
              <a:rPr lang="zh-CN" altLang="en-US" sz="2400" dirty="0"/>
              <a:t>用户对不同的数据库对象有不同的存取权限，不同的用户对同一对象也有不同的权限，而且用户还将其拥有的存取权限转授给其它用户；</a:t>
            </a:r>
            <a:endParaRPr lang="en-US" altLang="zh-CN" sz="2400" dirty="0"/>
          </a:p>
          <a:p>
            <a:pPr lvl="2" indent="-394970" eaLnBrk="1" hangingPunct="1">
              <a:buClrTx/>
              <a:buFont typeface="Wingdings" panose="05000000000000000000" pitchFamily="2" charset="2"/>
              <a:buChar char="Ø"/>
            </a:pPr>
            <a:r>
              <a:rPr lang="en-US" altLang="zh-CN" sz="2400" dirty="0"/>
              <a:t>C2</a:t>
            </a:r>
            <a:r>
              <a:rPr lang="zh-CN" altLang="en-US" sz="2400" dirty="0"/>
              <a:t>级，灵活</a:t>
            </a:r>
            <a:endParaRPr lang="zh-CN" altLang="en-US" sz="2400" dirty="0"/>
          </a:p>
          <a:p>
            <a:pPr lvl="1" indent="-436245" eaLnBrk="1" hangingPunct="1"/>
            <a:r>
              <a:rPr lang="zh-CN" altLang="en-US" b="1" dirty="0">
                <a:solidFill>
                  <a:srgbClr val="0000FF"/>
                </a:solidFill>
              </a:rPr>
              <a:t>强制存取控制</a:t>
            </a:r>
            <a:r>
              <a:rPr lang="zh-CN" altLang="en-US" dirty="0"/>
              <a:t>（</a:t>
            </a:r>
            <a:r>
              <a:rPr lang="en-US" altLang="zh-CN" dirty="0"/>
              <a:t>Mandatory Access Control</a:t>
            </a:r>
            <a:r>
              <a:rPr lang="zh-CN" altLang="en-US" dirty="0"/>
              <a:t>，简称 </a:t>
            </a:r>
            <a:r>
              <a:rPr lang="en-US" altLang="zh-CN" dirty="0"/>
              <a:t>MAC</a:t>
            </a:r>
            <a:r>
              <a:rPr lang="zh-CN" altLang="en-US" dirty="0"/>
              <a:t>）</a:t>
            </a:r>
            <a:endParaRPr lang="en-US" altLang="zh-CN" dirty="0"/>
          </a:p>
          <a:p>
            <a:pPr lvl="1" indent="-436245" eaLnBrk="1" hangingPunct="1">
              <a:buNone/>
            </a:pPr>
            <a:r>
              <a:rPr lang="en-US" altLang="zh-CN" dirty="0"/>
              <a:t>   </a:t>
            </a:r>
            <a:r>
              <a:rPr lang="zh-CN" altLang="en-US" sz="2400" dirty="0"/>
              <a:t>每一个数据库对象被标以一定的密级，每一个用户也被授予某一个级别的许可证，对于任意一个对象，只有具有合法许可证的用户才可以存取。</a:t>
            </a:r>
            <a:endParaRPr lang="zh-CN" altLang="en-US" dirty="0"/>
          </a:p>
          <a:p>
            <a:pPr lvl="2" indent="-394970" eaLnBrk="1" hangingPunct="1">
              <a:buClrTx/>
              <a:buFont typeface="Wingdings" panose="05000000000000000000" pitchFamily="2" charset="2"/>
              <a:buChar char="Ø"/>
            </a:pPr>
            <a:r>
              <a:rPr lang="en-US" altLang="zh-CN" dirty="0"/>
              <a:t>B1</a:t>
            </a:r>
            <a:r>
              <a:rPr lang="zh-CN" altLang="en-US" dirty="0"/>
              <a:t>级，严格</a:t>
            </a:r>
            <a:endParaRPr lang="zh-CN" altLang="en-US" dirty="0"/>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7075">
                                            <p:txEl>
                                              <p:charRg st="0" end="4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7075">
                                            <p:txEl>
                                              <p:charRg st="44" end="105"/>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7075">
                                            <p:txEl>
                                              <p:charRg st="105" end="11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7075">
                                            <p:txEl>
                                              <p:charRg st="112" end="15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7075">
                                            <p:txEl>
                                              <p:charRg st="152" end="219"/>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7075">
                                            <p:txEl>
                                              <p:charRg st="219" end="22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07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33794" name="Rectangle 2"/>
          <p:cNvSpPr>
            <a:spLocks noGrp="1"/>
          </p:cNvSpPr>
          <p:nvPr>
            <p:ph type="title"/>
          </p:nvPr>
        </p:nvSpPr>
        <p:spPr>
          <a:ln/>
        </p:spPr>
        <p:txBody>
          <a:bodyPr vert="horz" wrap="square" lIns="91440" tIns="45720" rIns="91440" bIns="45720" anchor="b" anchorCtr="0"/>
          <a:p>
            <a:pPr eaLnBrk="1" hangingPunct="1"/>
            <a:r>
              <a:rPr lang="en-US" altLang="zh-CN" dirty="0"/>
              <a:t>4.2  </a:t>
            </a:r>
            <a:r>
              <a:rPr lang="zh-CN" altLang="en-US" dirty="0"/>
              <a:t>数据库安全性控制</a:t>
            </a:r>
            <a:endParaRPr lang="zh-CN" altLang="en-US" dirty="0"/>
          </a:p>
        </p:txBody>
      </p:sp>
      <p:sp>
        <p:nvSpPr>
          <p:cNvPr id="33795" name="Rectangle 3"/>
          <p:cNvSpPr>
            <a:spLocks noGrp="1"/>
          </p:cNvSpPr>
          <p:nvPr>
            <p:ph idx="1"/>
          </p:nvPr>
        </p:nvSpPr>
        <p:spPr>
          <a:xfrm>
            <a:off x="1285875" y="1285875"/>
            <a:ext cx="6130925" cy="4495800"/>
          </a:xfrm>
          <a:ln/>
        </p:spPr>
        <p:txBody>
          <a:bodyPr vert="horz" wrap="square" lIns="91440" tIns="45720" rIns="91440" bIns="45720" anchor="t" anchorCtr="0"/>
          <a:p>
            <a:pPr eaLnBrk="1" hangingPunct="1">
              <a:lnSpc>
                <a:spcPct val="170000"/>
              </a:lnSpc>
              <a:buNone/>
            </a:pPr>
            <a:r>
              <a:rPr lang="en-US" altLang="zh-CN" sz="2400" b="1" dirty="0"/>
              <a:t>4.2.1 </a:t>
            </a:r>
            <a:r>
              <a:rPr lang="zh-CN" altLang="en-US" sz="2400" b="1" dirty="0"/>
              <a:t>用户标识与鉴别</a:t>
            </a:r>
            <a:endParaRPr lang="zh-CN" altLang="en-US" sz="2400" b="1" dirty="0"/>
          </a:p>
          <a:p>
            <a:pPr eaLnBrk="1" hangingPunct="1">
              <a:lnSpc>
                <a:spcPct val="170000"/>
              </a:lnSpc>
              <a:buNone/>
            </a:pPr>
            <a:r>
              <a:rPr lang="en-US" altLang="zh-CN" sz="2400" b="1" dirty="0"/>
              <a:t>4.2.2 </a:t>
            </a:r>
            <a:r>
              <a:rPr lang="zh-CN" altLang="en-US" sz="2400" b="1" dirty="0"/>
              <a:t>存取控制</a:t>
            </a:r>
            <a:endParaRPr lang="zh-CN" altLang="en-US" sz="2400" b="1" dirty="0"/>
          </a:p>
          <a:p>
            <a:pPr eaLnBrk="1" hangingPunct="1">
              <a:lnSpc>
                <a:spcPct val="170000"/>
              </a:lnSpc>
              <a:buNone/>
            </a:pPr>
            <a:r>
              <a:rPr lang="en-US" altLang="zh-CN" sz="2400" b="1" dirty="0">
                <a:solidFill>
                  <a:srgbClr val="3333FF"/>
                </a:solidFill>
              </a:rPr>
              <a:t>4.2.3 </a:t>
            </a:r>
            <a:r>
              <a:rPr lang="zh-CN" altLang="en-US" sz="2400" b="1" dirty="0">
                <a:solidFill>
                  <a:srgbClr val="3333FF"/>
                </a:solidFill>
              </a:rPr>
              <a:t>自主存取控制方法</a:t>
            </a:r>
            <a:endParaRPr lang="zh-CN" altLang="en-US" sz="2400" b="1" dirty="0">
              <a:solidFill>
                <a:srgbClr val="3333FF"/>
              </a:solidFill>
            </a:endParaRPr>
          </a:p>
          <a:p>
            <a:pPr eaLnBrk="1" hangingPunct="1">
              <a:lnSpc>
                <a:spcPct val="170000"/>
              </a:lnSpc>
              <a:buNone/>
            </a:pPr>
            <a:r>
              <a:rPr lang="en-US" altLang="zh-CN" sz="2400" b="1" dirty="0"/>
              <a:t>4.2.4 </a:t>
            </a:r>
            <a:r>
              <a:rPr lang="zh-CN" altLang="en-US" sz="2400" b="1" dirty="0"/>
              <a:t>授权与回收</a:t>
            </a:r>
            <a:endParaRPr lang="zh-CN" altLang="en-US" sz="2400" b="1" dirty="0"/>
          </a:p>
          <a:p>
            <a:pPr eaLnBrk="1" hangingPunct="1">
              <a:lnSpc>
                <a:spcPct val="170000"/>
              </a:lnSpc>
              <a:buNone/>
            </a:pPr>
            <a:r>
              <a:rPr lang="en-US" altLang="zh-CN" sz="2400" b="1" dirty="0"/>
              <a:t>4.2.5 </a:t>
            </a:r>
            <a:r>
              <a:rPr lang="zh-CN" altLang="en-US" sz="2400" b="1" dirty="0"/>
              <a:t>数据库角色</a:t>
            </a:r>
            <a:endParaRPr lang="zh-CN" altLang="en-US" sz="2400" b="1" dirty="0"/>
          </a:p>
          <a:p>
            <a:pPr eaLnBrk="1" hangingPunct="1">
              <a:lnSpc>
                <a:spcPct val="170000"/>
              </a:lnSpc>
              <a:buNone/>
            </a:pPr>
            <a:r>
              <a:rPr lang="en-US" altLang="zh-CN" sz="2400" b="1" dirty="0"/>
              <a:t>4.2.6 </a:t>
            </a:r>
            <a:r>
              <a:rPr lang="zh-CN" altLang="en-US" sz="2400" b="1" dirty="0"/>
              <a:t>强制存取控制方法</a:t>
            </a:r>
            <a:endParaRPr lang="zh-CN" altLang="en-US" sz="2400" b="1" dirty="0"/>
          </a:p>
        </p:txBody>
      </p:sp>
    </p:spTree>
  </p:cSld>
  <p:clrMapOvr>
    <a:masterClrMapping/>
  </p:clrMapOvr>
  <p:transition advClick="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35842" name="Rectangle 2"/>
          <p:cNvSpPr>
            <a:spLocks noGrp="1"/>
          </p:cNvSpPr>
          <p:nvPr>
            <p:ph type="title"/>
          </p:nvPr>
        </p:nvSpPr>
        <p:spPr>
          <a:ln/>
        </p:spPr>
        <p:txBody>
          <a:bodyPr vert="horz" wrap="square" lIns="91440" tIns="45720" rIns="91440" bIns="45720" anchor="b" anchorCtr="0"/>
          <a:p>
            <a:pPr eaLnBrk="1" hangingPunct="1"/>
            <a:r>
              <a:rPr lang="en-US" altLang="zh-CN" dirty="0"/>
              <a:t>4.2.3  </a:t>
            </a:r>
            <a:r>
              <a:rPr lang="zh-CN" altLang="en-US" dirty="0"/>
              <a:t>自主存取控制方法</a:t>
            </a:r>
            <a:endParaRPr lang="zh-CN" altLang="en-US" dirty="0"/>
          </a:p>
        </p:txBody>
      </p:sp>
      <p:sp>
        <p:nvSpPr>
          <p:cNvPr id="35843" name="Rectangle 3"/>
          <p:cNvSpPr>
            <a:spLocks noGrp="1"/>
          </p:cNvSpPr>
          <p:nvPr>
            <p:ph idx="1"/>
          </p:nvPr>
        </p:nvSpPr>
        <p:spPr>
          <a:xfrm>
            <a:off x="500063" y="1214438"/>
            <a:ext cx="8229600" cy="1008062"/>
          </a:xfrm>
          <a:ln/>
        </p:spPr>
        <p:txBody>
          <a:bodyPr vert="horz" wrap="square" lIns="91440" tIns="45720" rIns="91440" bIns="45720" anchor="t" anchorCtr="0"/>
          <a:p>
            <a:pPr eaLnBrk="1" hangingPunct="1">
              <a:lnSpc>
                <a:spcPct val="150000"/>
              </a:lnSpc>
              <a:spcBef>
                <a:spcPct val="0"/>
              </a:spcBef>
            </a:pPr>
            <a:r>
              <a:rPr lang="zh-CN" altLang="en-US" sz="2400" dirty="0"/>
              <a:t>通过 </a:t>
            </a:r>
            <a:r>
              <a:rPr lang="en-US" altLang="zh-CN" sz="2400" dirty="0"/>
              <a:t>SQL </a:t>
            </a:r>
            <a:r>
              <a:rPr lang="zh-CN" altLang="en-US" sz="2400" dirty="0"/>
              <a:t>的 </a:t>
            </a:r>
            <a:r>
              <a:rPr lang="en-US" altLang="zh-CN" sz="2400" dirty="0">
                <a:solidFill>
                  <a:srgbClr val="FF00FF"/>
                </a:solidFill>
              </a:rPr>
              <a:t>GRANT</a:t>
            </a:r>
            <a:r>
              <a:rPr lang="en-US" altLang="zh-CN" sz="2400" dirty="0"/>
              <a:t> </a:t>
            </a:r>
            <a:r>
              <a:rPr lang="zh-CN" altLang="en-US" sz="2400" dirty="0"/>
              <a:t>语句和 </a:t>
            </a:r>
            <a:r>
              <a:rPr lang="en-US" altLang="zh-CN" sz="2400" dirty="0">
                <a:solidFill>
                  <a:srgbClr val="FF00FF"/>
                </a:solidFill>
              </a:rPr>
              <a:t>REVOKE</a:t>
            </a:r>
            <a:r>
              <a:rPr lang="en-US" altLang="zh-CN" sz="2400" dirty="0"/>
              <a:t> </a:t>
            </a:r>
            <a:r>
              <a:rPr lang="zh-CN" altLang="en-US" sz="2400" dirty="0"/>
              <a:t>语句实现</a:t>
            </a:r>
            <a:endParaRPr lang="zh-CN" altLang="en-US" sz="2400" dirty="0"/>
          </a:p>
        </p:txBody>
      </p:sp>
      <p:sp>
        <p:nvSpPr>
          <p:cNvPr id="391172" name="Rectangle 4"/>
          <p:cNvSpPr/>
          <p:nvPr/>
        </p:nvSpPr>
        <p:spPr>
          <a:xfrm>
            <a:off x="500063" y="1928813"/>
            <a:ext cx="8229600" cy="1930400"/>
          </a:xfrm>
          <a:prstGeom prst="rect">
            <a:avLst/>
          </a:prstGeom>
          <a:noFill/>
          <a:ln w="9525">
            <a:noFill/>
          </a:ln>
        </p:spPr>
        <p:txBody>
          <a:bodyPr anchor="t" anchorCtr="0"/>
          <a:p>
            <a:pPr marL="342900" indent="-342900" eaLnBrk="0" hangingPunct="0">
              <a:lnSpc>
                <a:spcPct val="150000"/>
              </a:lnSpc>
              <a:buClr>
                <a:schemeClr val="hlink"/>
              </a:buClr>
              <a:buFont typeface="Wingdings" panose="05000000000000000000" pitchFamily="2" charset="2"/>
              <a:buChar char="v"/>
            </a:pPr>
            <a:r>
              <a:rPr lang="zh-CN" altLang="en-US" sz="2400" dirty="0">
                <a:latin typeface="Arial" panose="020B0604020202020204" pitchFamily="34" charset="0"/>
                <a:ea typeface="宋体" panose="02010600030101010101" pitchFamily="2" charset="-122"/>
              </a:rPr>
              <a:t>用户权限组成两个要素</a:t>
            </a:r>
            <a:endParaRPr lang="zh-CN" altLang="en-US" sz="2400" dirty="0">
              <a:latin typeface="Arial" panose="020B0604020202020204" pitchFamily="34" charset="0"/>
              <a:ea typeface="宋体" panose="02010600030101010101" pitchFamily="2" charset="-122"/>
            </a:endParaRPr>
          </a:p>
          <a:p>
            <a:pPr marL="1143000" lvl="2" indent="-228600" eaLnBrk="0" hangingPunct="0">
              <a:lnSpc>
                <a:spcPct val="150000"/>
              </a:lnSpc>
              <a:buClr>
                <a:schemeClr val="accent1"/>
              </a:buClr>
              <a:buSzPct val="75000"/>
              <a:buFont typeface="Wingdings" panose="05000000000000000000" pitchFamily="2" charset="2"/>
              <a:buChar char="n"/>
            </a:pPr>
            <a:r>
              <a:rPr lang="zh-CN" altLang="en-US" sz="2400" dirty="0">
                <a:latin typeface="Arial" panose="020B0604020202020204" pitchFamily="34" charset="0"/>
                <a:ea typeface="宋体" panose="02010600030101010101" pitchFamily="2" charset="-122"/>
              </a:rPr>
              <a:t>数据对象</a:t>
            </a:r>
            <a:endParaRPr lang="zh-CN" altLang="en-US" sz="2400" dirty="0">
              <a:latin typeface="Arial" panose="020B0604020202020204" pitchFamily="34" charset="0"/>
              <a:ea typeface="宋体" panose="02010600030101010101" pitchFamily="2" charset="-122"/>
            </a:endParaRPr>
          </a:p>
          <a:p>
            <a:pPr marL="1143000" lvl="2" indent="-228600" eaLnBrk="0" hangingPunct="0">
              <a:lnSpc>
                <a:spcPct val="150000"/>
              </a:lnSpc>
              <a:buClr>
                <a:schemeClr val="accent1"/>
              </a:buClr>
              <a:buSzPct val="75000"/>
              <a:buFont typeface="Wingdings" panose="05000000000000000000" pitchFamily="2" charset="2"/>
              <a:buChar char="n"/>
            </a:pPr>
            <a:r>
              <a:rPr lang="zh-CN" altLang="en-US" sz="2400" dirty="0">
                <a:latin typeface="Arial" panose="020B0604020202020204" pitchFamily="34" charset="0"/>
                <a:ea typeface="宋体" panose="02010600030101010101" pitchFamily="2" charset="-122"/>
              </a:rPr>
              <a:t>操作类型</a:t>
            </a:r>
            <a:endParaRPr lang="zh-CN" altLang="en-US" sz="2400" dirty="0">
              <a:latin typeface="Arial" panose="020B0604020202020204" pitchFamily="34" charset="0"/>
              <a:ea typeface="宋体" panose="02010600030101010101" pitchFamily="2" charset="-122"/>
            </a:endParaRPr>
          </a:p>
        </p:txBody>
      </p:sp>
      <p:sp>
        <p:nvSpPr>
          <p:cNvPr id="391173" name="Rectangle 5"/>
          <p:cNvSpPr/>
          <p:nvPr/>
        </p:nvSpPr>
        <p:spPr>
          <a:xfrm>
            <a:off x="485775" y="3786188"/>
            <a:ext cx="8229600" cy="1368425"/>
          </a:xfrm>
          <a:prstGeom prst="rect">
            <a:avLst/>
          </a:prstGeom>
          <a:noFill/>
          <a:ln w="9525">
            <a:noFill/>
          </a:ln>
        </p:spPr>
        <p:txBody>
          <a:bodyPr anchor="t" anchorCtr="0"/>
          <a:p>
            <a:pPr marL="342900" indent="-342900" eaLnBrk="0" hangingPunct="0">
              <a:lnSpc>
                <a:spcPct val="150000"/>
              </a:lnSpc>
              <a:spcBef>
                <a:spcPct val="20000"/>
              </a:spcBef>
              <a:buClr>
                <a:schemeClr val="hlink"/>
              </a:buClr>
              <a:buFont typeface="Wingdings" panose="05000000000000000000" pitchFamily="2" charset="2"/>
              <a:buChar char="v"/>
            </a:pPr>
            <a:r>
              <a:rPr lang="zh-CN" altLang="en-US" sz="2400" dirty="0">
                <a:latin typeface="Arial" panose="020B0604020202020204" pitchFamily="34" charset="0"/>
                <a:ea typeface="宋体" panose="02010600030101010101" pitchFamily="2" charset="-122"/>
              </a:rPr>
              <a:t>定义用户存取权限：定义用户可以在</a:t>
            </a:r>
            <a:r>
              <a:rPr lang="zh-CN" altLang="en-US" sz="2400" b="1" dirty="0">
                <a:solidFill>
                  <a:srgbClr val="FF0000"/>
                </a:solidFill>
                <a:latin typeface="Arial" panose="020B0604020202020204" pitchFamily="34" charset="0"/>
                <a:ea typeface="宋体" panose="02010600030101010101" pitchFamily="2" charset="-122"/>
              </a:rPr>
              <a:t>哪些数据库对象上</a:t>
            </a:r>
            <a:r>
              <a:rPr lang="zh-CN" altLang="en-US" sz="2400" dirty="0">
                <a:latin typeface="Arial" panose="020B0604020202020204" pitchFamily="34" charset="0"/>
                <a:ea typeface="宋体" panose="02010600030101010101" pitchFamily="2" charset="-122"/>
              </a:rPr>
              <a:t>进行</a:t>
            </a:r>
            <a:r>
              <a:rPr lang="zh-CN" altLang="en-US" sz="2400" b="1" dirty="0">
                <a:solidFill>
                  <a:srgbClr val="FF0000"/>
                </a:solidFill>
                <a:latin typeface="Arial" panose="020B0604020202020204" pitchFamily="34" charset="0"/>
                <a:ea typeface="宋体" panose="02010600030101010101" pitchFamily="2" charset="-122"/>
              </a:rPr>
              <a:t>哪些类型的操作</a:t>
            </a:r>
            <a:endParaRPr lang="zh-CN" altLang="en-US" sz="2400" b="1" dirty="0">
              <a:solidFill>
                <a:srgbClr val="FF0000"/>
              </a:solidFill>
              <a:latin typeface="Arial" panose="020B0604020202020204" pitchFamily="34" charset="0"/>
              <a:ea typeface="宋体" panose="02010600030101010101" pitchFamily="2" charset="-122"/>
            </a:endParaRPr>
          </a:p>
        </p:txBody>
      </p:sp>
      <p:sp>
        <p:nvSpPr>
          <p:cNvPr id="391174" name="Rectangle 6"/>
          <p:cNvSpPr/>
          <p:nvPr/>
        </p:nvSpPr>
        <p:spPr>
          <a:xfrm>
            <a:off x="571500" y="4929188"/>
            <a:ext cx="8229600" cy="1209675"/>
          </a:xfrm>
          <a:prstGeom prst="rect">
            <a:avLst/>
          </a:prstGeom>
          <a:noFill/>
          <a:ln w="9525">
            <a:noFill/>
          </a:ln>
        </p:spPr>
        <p:txBody>
          <a:bodyPr anchor="t" anchorCtr="0"/>
          <a:p>
            <a:pPr marL="342900" indent="-342900" eaLnBrk="0" hangingPunct="0">
              <a:lnSpc>
                <a:spcPct val="150000"/>
              </a:lnSpc>
              <a:spcBef>
                <a:spcPct val="20000"/>
              </a:spcBef>
              <a:buClr>
                <a:schemeClr val="hlink"/>
              </a:buClr>
              <a:buFont typeface="Wingdings" panose="05000000000000000000" pitchFamily="2" charset="2"/>
              <a:buChar char="v"/>
            </a:pPr>
            <a:r>
              <a:rPr lang="zh-CN" altLang="en-US" sz="2400" dirty="0">
                <a:latin typeface="Arial" panose="020B0604020202020204" pitchFamily="34" charset="0"/>
                <a:ea typeface="宋体" panose="02010600030101010101" pitchFamily="2" charset="-122"/>
              </a:rPr>
              <a:t>定义存取权限称为</a:t>
            </a:r>
            <a:r>
              <a:rPr lang="zh-CN" altLang="en-US" sz="2400" b="1" dirty="0">
                <a:solidFill>
                  <a:srgbClr val="0000FF"/>
                </a:solidFill>
                <a:latin typeface="Arial" panose="020B0604020202020204" pitchFamily="34" charset="0"/>
                <a:ea typeface="宋体" panose="02010600030101010101" pitchFamily="2" charset="-122"/>
              </a:rPr>
              <a:t>授权</a:t>
            </a:r>
            <a:endParaRPr lang="en-US" altLang="zh-CN" sz="2400" b="1" dirty="0">
              <a:solidFill>
                <a:srgbClr val="0000FF"/>
              </a:solidFill>
              <a:latin typeface="Arial" panose="020B0604020202020204" pitchFamily="34" charset="0"/>
              <a:ea typeface="宋体" panose="02010600030101010101" pitchFamily="2" charset="-122"/>
            </a:endParaRPr>
          </a:p>
          <a:p>
            <a:pPr marL="342900" indent="-342900" eaLnBrk="0" hangingPunct="0">
              <a:lnSpc>
                <a:spcPct val="150000"/>
              </a:lnSpc>
              <a:spcBef>
                <a:spcPct val="20000"/>
              </a:spcBef>
              <a:buClr>
                <a:schemeClr val="hlink"/>
              </a:buClr>
              <a:buFont typeface="Wingdings" panose="05000000000000000000" pitchFamily="2" charset="2"/>
              <a:buChar char="v"/>
            </a:pPr>
            <a:r>
              <a:rPr lang="zh-CN" altLang="en-US" sz="2400" dirty="0">
                <a:latin typeface="Arial" panose="020B0604020202020204" pitchFamily="34" charset="0"/>
                <a:ea typeface="宋体" panose="02010600030101010101" pitchFamily="2" charset="-122"/>
              </a:rPr>
              <a:t>大型数据库管理系统都支持自主存取控制</a:t>
            </a:r>
            <a:r>
              <a:rPr lang="zh-CN" altLang="en-US" sz="2800" dirty="0">
                <a:latin typeface="Arial" panose="020B0604020202020204" pitchFamily="34" charset="0"/>
                <a:ea typeface="宋体" panose="02010600030101010101" pitchFamily="2" charset="-122"/>
              </a:rPr>
              <a:t> </a:t>
            </a:r>
            <a:endParaRPr lang="zh-CN" altLang="en-US" sz="3600" dirty="0">
              <a:latin typeface="Arial" panose="020B060402020202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11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117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11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72" grpId="0"/>
      <p:bldP spid="391173" grpId="0"/>
      <p:bldP spid="39117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页脚占位符 5"/>
          <p:cNvSpPr>
            <a:spLocks noGrp="1"/>
          </p:cNvSpPr>
          <p:nvPr>
            <p:ph type="ftr" sz="quarter" idx="3"/>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latin typeface="Verdana" panose="020B0604030504040204" pitchFamily="34" charset="0"/>
              </a:rPr>
              <a:t>An Introduction to Database System</a:t>
            </a:r>
            <a:endParaRPr lang="en-US" altLang="zh-CN" sz="1200" dirty="0">
              <a:latin typeface="Verdana" panose="020B0604030504040204" pitchFamily="34" charset="0"/>
            </a:endParaRPr>
          </a:p>
        </p:txBody>
      </p:sp>
      <p:sp>
        <p:nvSpPr>
          <p:cNvPr id="37890" name="Rectangle 2"/>
          <p:cNvSpPr>
            <a:spLocks noGrp="1"/>
          </p:cNvSpPr>
          <p:nvPr>
            <p:ph type="title"/>
          </p:nvPr>
        </p:nvSpPr>
        <p:spPr>
          <a:xfrm>
            <a:off x="642938" y="428625"/>
            <a:ext cx="7391400" cy="563563"/>
          </a:xfrm>
          <a:ln/>
        </p:spPr>
        <p:txBody>
          <a:bodyPr vert="horz" wrap="square" lIns="91440" tIns="45720" rIns="91440" bIns="45720" anchor="b" anchorCtr="0"/>
          <a:p>
            <a:pPr eaLnBrk="1" hangingPunct="1"/>
            <a:r>
              <a:rPr lang="zh-CN" altLang="en-US" dirty="0"/>
              <a:t>自主存取控制方法（续）</a:t>
            </a:r>
            <a:endParaRPr lang="zh-CN" altLang="en-US" dirty="0"/>
          </a:p>
        </p:txBody>
      </p:sp>
      <p:sp>
        <p:nvSpPr>
          <p:cNvPr id="37891" name="Rectangle 3"/>
          <p:cNvSpPr>
            <a:spLocks noGrp="1"/>
          </p:cNvSpPr>
          <p:nvPr>
            <p:ph type="body" sz="half" idx="1"/>
          </p:nvPr>
        </p:nvSpPr>
        <p:spPr>
          <a:xfrm>
            <a:off x="457200" y="1628775"/>
            <a:ext cx="8218488" cy="1960563"/>
          </a:xfrm>
          <a:ln/>
        </p:spPr>
        <p:txBody>
          <a:bodyPr vert="horz" wrap="square" lIns="91440" tIns="45720" rIns="91440" bIns="45720" anchor="t" anchorCtr="0"/>
          <a:p>
            <a:pPr eaLnBrk="1" hangingPunct="1">
              <a:buClr>
                <a:schemeClr val="accent2"/>
              </a:buClr>
              <a:buSzTx/>
              <a:buFont typeface="Wingdings" panose="05000000000000000000" pitchFamily="2" charset="2"/>
            </a:pPr>
            <a:r>
              <a:rPr lang="zh-CN" altLang="en-US" sz="2400" dirty="0"/>
              <a:t>关系数据库系统中存取控制对象 </a:t>
            </a:r>
            <a:endParaRPr lang="zh-CN" altLang="en-US" sz="2400" dirty="0"/>
          </a:p>
        </p:txBody>
      </p:sp>
      <p:graphicFrame>
        <p:nvGraphicFramePr>
          <p:cNvPr id="396539" name="Group 251"/>
          <p:cNvGraphicFramePr>
            <a:graphicFrameLocks noGrp="1"/>
          </p:cNvGraphicFramePr>
          <p:nvPr>
            <p:ph type="tbl" idx="1"/>
          </p:nvPr>
        </p:nvGraphicFramePr>
        <p:xfrm>
          <a:off x="684213" y="2373313"/>
          <a:ext cx="7920038" cy="3286125"/>
        </p:xfrm>
        <a:graphic>
          <a:graphicData uri="http://schemas.openxmlformats.org/drawingml/2006/table">
            <a:tbl>
              <a:tblPr/>
              <a:tblGrid>
                <a:gridCol w="1019175"/>
                <a:gridCol w="1412875"/>
                <a:gridCol w="5487987"/>
              </a:tblGrid>
              <a:tr h="335272">
                <a:tc>
                  <a:txBody>
                    <a:bodyPr/>
                    <a:lstStyle/>
                    <a:p>
                      <a:pPr marL="342900" marR="0" lvl="0" indent="-342900" algn="l"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对象类型</a:t>
                      </a:r>
                      <a:endPar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1"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对象</a:t>
                      </a:r>
                      <a:endParaRPr kumimoji="1"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1"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操 作 类 型</a:t>
                      </a:r>
                      <a:endParaRPr kumimoji="1"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9213">
                <a:tc rowSpan="4">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数据库</a:t>
                      </a:r>
                      <a:endPar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模式</a:t>
                      </a:r>
                      <a:endParaRPr kumimoji="0" lang="zh-CN" altLang="zh-CN"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模式</a:t>
                      </a:r>
                      <a:endPar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CREATE SCHEMA</a:t>
                      </a:r>
                      <a:endPar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8104">
                <a:tc vMerge="1">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基本表</a:t>
                      </a:r>
                      <a:endPar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CREATE TABLE</a:t>
                      </a:r>
                      <a:r>
                        <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a:t>
                      </a:r>
                      <a:r>
                        <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ALTER TABLE</a:t>
                      </a:r>
                      <a:endPar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7626">
                <a:tc vMerge="1">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视图</a:t>
                      </a:r>
                      <a:endPar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CREATE VIEW</a:t>
                      </a:r>
                      <a:endPar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6518">
                <a:tc vMerge="1">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1"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索引</a:t>
                      </a:r>
                      <a:endParaRPr kumimoji="1"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CREATE INDEX</a:t>
                      </a:r>
                      <a:endPar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93663">
                <a:tc rowSpan="3">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数据</a:t>
                      </a:r>
                      <a:endPar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基本表和视图</a:t>
                      </a:r>
                      <a:endPar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SELECT</a:t>
                      </a:r>
                      <a:r>
                        <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a:t>
                      </a:r>
                      <a:r>
                        <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INSERT</a:t>
                      </a:r>
                      <a:r>
                        <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a:t>
                      </a:r>
                      <a:r>
                        <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UPDATE</a:t>
                      </a:r>
                      <a:r>
                        <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a:t>
                      </a:r>
                      <a:r>
                        <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DELETE</a:t>
                      </a:r>
                      <a:r>
                        <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a:t>
                      </a:r>
                      <a:r>
                        <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REFERENCES</a:t>
                      </a:r>
                      <a:r>
                        <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a:t>
                      </a:r>
                      <a:endPar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342900" marR="0" lvl="0" indent="-342900" algn="l"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ALL PRIVILEGES</a:t>
                      </a:r>
                      <a:endPar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9213">
                <a:tc vMerge="1">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属性列</a:t>
                      </a:r>
                      <a:endPar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SELECT</a:t>
                      </a:r>
                      <a:r>
                        <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a:t>
                      </a:r>
                      <a:r>
                        <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INSERT</a:t>
                      </a:r>
                      <a:r>
                        <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a:t>
                      </a:r>
                      <a:r>
                        <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UPDATE</a:t>
                      </a:r>
                      <a:r>
                        <a:rPr kumimoji="1"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 </a:t>
                      </a:r>
                      <a:r>
                        <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REFERENCES</a:t>
                      </a:r>
                      <a:endPar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436518">
                <a:tc vMerge="1">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ALL PRIVILEGES</a:t>
                      </a:r>
                      <a:endPar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7925" name="Rectangle 247"/>
          <p:cNvSpPr/>
          <p:nvPr/>
        </p:nvSpPr>
        <p:spPr>
          <a:xfrm>
            <a:off x="2928938" y="5786438"/>
            <a:ext cx="2222500" cy="366712"/>
          </a:xfrm>
          <a:prstGeom prst="rect">
            <a:avLst/>
          </a:prstGeom>
          <a:noFill/>
          <a:ln w="25400">
            <a:noFill/>
          </a:ln>
        </p:spPr>
        <p:txBody>
          <a:bodyPr wrap="none" anchor="ctr" anchorCtr="0">
            <a:spAutoFit/>
          </a:bodyPr>
          <a:p>
            <a:pPr eaLnBrk="0" hangingPunct="0"/>
            <a:r>
              <a:rPr lang="zh-CN" altLang="en-US" sz="1200" dirty="0">
                <a:latin typeface="Verdana" panose="020B0604030504040204" pitchFamily="34" charset="0"/>
                <a:ea typeface="宋体" panose="02010600030101010101" pitchFamily="2" charset="-122"/>
              </a:rPr>
              <a:t>关系数据库系统中的存取权限</a:t>
            </a:r>
            <a:r>
              <a:rPr lang="zh-CN" altLang="en-US" dirty="0">
                <a:latin typeface="Verdana" panose="020B0604030504040204" pitchFamily="34" charset="0"/>
                <a:ea typeface="宋体" panose="02010600030101010101" pitchFamily="2" charset="-122"/>
              </a:rPr>
              <a:t> </a:t>
            </a:r>
            <a:endParaRPr lang="zh-CN" altLang="en-US" dirty="0">
              <a:latin typeface="Verdana" panose="020B060403050404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65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39938" name="Rectangle 2"/>
          <p:cNvSpPr>
            <a:spLocks noGrp="1"/>
          </p:cNvSpPr>
          <p:nvPr>
            <p:ph type="title"/>
          </p:nvPr>
        </p:nvSpPr>
        <p:spPr>
          <a:ln/>
        </p:spPr>
        <p:txBody>
          <a:bodyPr vert="horz" wrap="square" lIns="91440" tIns="45720" rIns="91440" bIns="45720" anchor="b" anchorCtr="0"/>
          <a:p>
            <a:pPr eaLnBrk="1" hangingPunct="1"/>
            <a:r>
              <a:rPr lang="en-US" altLang="zh-CN" dirty="0"/>
              <a:t>4.2  </a:t>
            </a:r>
            <a:r>
              <a:rPr lang="zh-CN" altLang="en-US" dirty="0"/>
              <a:t>数据库安全性控制</a:t>
            </a:r>
            <a:endParaRPr lang="zh-CN" altLang="en-US" dirty="0"/>
          </a:p>
        </p:txBody>
      </p:sp>
      <p:sp>
        <p:nvSpPr>
          <p:cNvPr id="39939" name="Rectangle 3"/>
          <p:cNvSpPr>
            <a:spLocks noGrp="1"/>
          </p:cNvSpPr>
          <p:nvPr>
            <p:ph idx="1"/>
          </p:nvPr>
        </p:nvSpPr>
        <p:spPr>
          <a:xfrm>
            <a:off x="1071563" y="1357313"/>
            <a:ext cx="6553200" cy="4495800"/>
          </a:xfrm>
          <a:ln/>
        </p:spPr>
        <p:txBody>
          <a:bodyPr vert="horz" wrap="square" lIns="91440" tIns="45720" rIns="91440" bIns="45720" anchor="t" anchorCtr="0"/>
          <a:p>
            <a:pPr eaLnBrk="1" hangingPunct="1">
              <a:lnSpc>
                <a:spcPct val="160000"/>
              </a:lnSpc>
              <a:buNone/>
            </a:pPr>
            <a:r>
              <a:rPr lang="en-US" altLang="zh-CN" sz="2400" b="1" dirty="0"/>
              <a:t>4.2.1 </a:t>
            </a:r>
            <a:r>
              <a:rPr lang="zh-CN" altLang="en-US" sz="2400" b="1" dirty="0"/>
              <a:t>用户标识与鉴别</a:t>
            </a:r>
            <a:endParaRPr lang="zh-CN" altLang="en-US" sz="2400" b="1" dirty="0"/>
          </a:p>
          <a:p>
            <a:pPr eaLnBrk="1" hangingPunct="1">
              <a:lnSpc>
                <a:spcPct val="160000"/>
              </a:lnSpc>
              <a:buNone/>
            </a:pPr>
            <a:r>
              <a:rPr lang="en-US" altLang="zh-CN" sz="2400" b="1" dirty="0"/>
              <a:t>4.2.2 </a:t>
            </a:r>
            <a:r>
              <a:rPr lang="zh-CN" altLang="en-US" sz="2400" b="1" dirty="0"/>
              <a:t>存取控制</a:t>
            </a:r>
            <a:endParaRPr lang="zh-CN" altLang="en-US" sz="2400" b="1" dirty="0"/>
          </a:p>
          <a:p>
            <a:pPr eaLnBrk="1" hangingPunct="1">
              <a:lnSpc>
                <a:spcPct val="160000"/>
              </a:lnSpc>
              <a:buNone/>
            </a:pPr>
            <a:r>
              <a:rPr lang="en-US" altLang="zh-CN" sz="2400" b="1" dirty="0"/>
              <a:t>4.2.3 </a:t>
            </a:r>
            <a:r>
              <a:rPr lang="zh-CN" altLang="en-US" sz="2400" b="1" dirty="0"/>
              <a:t>自主存取控制方法</a:t>
            </a:r>
            <a:endParaRPr lang="zh-CN" altLang="en-US" sz="2400" b="1" dirty="0"/>
          </a:p>
          <a:p>
            <a:pPr eaLnBrk="1" hangingPunct="1">
              <a:lnSpc>
                <a:spcPct val="160000"/>
              </a:lnSpc>
              <a:buNone/>
            </a:pPr>
            <a:r>
              <a:rPr lang="en-US" altLang="zh-CN" sz="2400" b="1" dirty="0">
                <a:solidFill>
                  <a:srgbClr val="3333FF"/>
                </a:solidFill>
              </a:rPr>
              <a:t>4.2.4 </a:t>
            </a:r>
            <a:r>
              <a:rPr lang="zh-CN" altLang="en-US" sz="2400" b="1" dirty="0">
                <a:solidFill>
                  <a:srgbClr val="3333FF"/>
                </a:solidFill>
              </a:rPr>
              <a:t>授权与回收</a:t>
            </a:r>
            <a:endParaRPr lang="zh-CN" altLang="en-US" sz="2400" b="1" dirty="0">
              <a:solidFill>
                <a:srgbClr val="3333FF"/>
              </a:solidFill>
            </a:endParaRPr>
          </a:p>
          <a:p>
            <a:pPr eaLnBrk="1" hangingPunct="1">
              <a:lnSpc>
                <a:spcPct val="160000"/>
              </a:lnSpc>
              <a:buNone/>
            </a:pPr>
            <a:r>
              <a:rPr lang="en-US" altLang="zh-CN" sz="2400" b="1" dirty="0"/>
              <a:t>4.2.5 </a:t>
            </a:r>
            <a:r>
              <a:rPr lang="zh-CN" altLang="en-US" sz="2400" b="1" dirty="0"/>
              <a:t>数据库角色</a:t>
            </a:r>
            <a:endParaRPr lang="zh-CN" altLang="en-US" sz="2400" b="1" dirty="0"/>
          </a:p>
          <a:p>
            <a:pPr eaLnBrk="1" hangingPunct="1">
              <a:lnSpc>
                <a:spcPct val="160000"/>
              </a:lnSpc>
              <a:buNone/>
            </a:pPr>
            <a:r>
              <a:rPr lang="en-US" altLang="zh-CN" sz="2400" b="1" dirty="0"/>
              <a:t>4.2.6 </a:t>
            </a:r>
            <a:r>
              <a:rPr lang="zh-CN" altLang="en-US" sz="2400" b="1" dirty="0"/>
              <a:t>强制存取控制方法</a:t>
            </a:r>
            <a:endParaRPr lang="zh-CN" altLang="en-US" sz="2400" b="1" dirty="0"/>
          </a:p>
        </p:txBody>
      </p:sp>
    </p:spTree>
  </p:cSld>
  <p:clrMapOvr>
    <a:masterClrMapping/>
  </p:clrMapOvr>
  <p:transition advClick="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标题 1"/>
          <p:cNvSpPr>
            <a:spLocks noGrp="1"/>
          </p:cNvSpPr>
          <p:nvPr>
            <p:ph type="title"/>
          </p:nvPr>
        </p:nvSpPr>
        <p:spPr>
          <a:ln/>
        </p:spPr>
        <p:txBody>
          <a:bodyPr vert="horz" wrap="square" lIns="91440" tIns="45720" rIns="91440" bIns="45720" anchor="b" anchorCtr="0"/>
          <a:p>
            <a:r>
              <a:rPr lang="en-US" altLang="zh-CN" dirty="0"/>
              <a:t>MySQL </a:t>
            </a:r>
            <a:r>
              <a:rPr lang="zh-CN" altLang="en-US" dirty="0"/>
              <a:t>登录用户</a:t>
            </a:r>
            <a:endParaRPr lang="zh-CN" altLang="en-US" dirty="0"/>
          </a:p>
        </p:txBody>
      </p:sp>
      <p:sp>
        <p:nvSpPr>
          <p:cNvPr id="26627" name="内容占位符 2"/>
          <p:cNvSpPr>
            <a:spLocks noGrp="1"/>
          </p:cNvSpPr>
          <p:nvPr>
            <p:ph idx="1"/>
          </p:nvPr>
        </p:nvSpPr>
        <p:spPr>
          <a:xfrm>
            <a:off x="566738" y="1143000"/>
            <a:ext cx="8001000" cy="5143500"/>
          </a:xfrm>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创建登录用户</a:t>
            </a:r>
            <a:endParaRPr kumimoji="0" lang="en-US" altLang="zh-CN" sz="28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defRPr/>
            </a:pP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create user </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用户名</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 IDENTIFIED by </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密码</a:t>
            </a:r>
            <a:endParaRPr kumimoji="0" lang="en-US" altLang="zh-CN" sz="28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如：</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create user u1 IDENTIFIED by '123'</a:t>
            </a:r>
            <a:endParaRPr kumimoji="0" lang="en-US" altLang="zh-CN" sz="28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400" b="1" i="0" u="none" strike="noStrike" kern="0" cap="none" spc="0" normalizeH="0" baseline="0" noProof="0" dirty="0" smtClean="0">
                <a:ln>
                  <a:noFill/>
                </a:ln>
                <a:solidFill>
                  <a:srgbClr val="FF0000"/>
                </a:solidFill>
                <a:effectLst/>
                <a:uLnTx/>
                <a:uFillTx/>
                <a:latin typeface="+mn-lt"/>
                <a:ea typeface="+mn-ea"/>
                <a:cs typeface="+mn-cs"/>
              </a:rPr>
              <a:t>普通用户</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登录后只能够链接到数据库服务器上，</a:t>
            </a:r>
            <a:r>
              <a:rPr kumimoji="0" lang="zh-CN" altLang="en-US" sz="2400" b="1" i="0" u="none" strike="noStrike" kern="0" cap="none" spc="0" normalizeH="0" baseline="0" noProof="0" dirty="0" smtClean="0">
                <a:ln>
                  <a:noFill/>
                </a:ln>
                <a:solidFill>
                  <a:srgbClr val="FF0000"/>
                </a:solidFill>
                <a:effectLst/>
                <a:uLnTx/>
                <a:uFillTx/>
                <a:latin typeface="+mn-lt"/>
                <a:ea typeface="+mn-ea"/>
                <a:cs typeface="+mn-cs"/>
              </a:rPr>
              <a:t>不具有访问数据库的权限。</a:t>
            </a: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l"/>
              <a:defRPr/>
            </a:pP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删除登录用户：</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drop user </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用户名</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l"/>
              <a:defRPr/>
            </a:pP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查看当前用户：</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SELECT user()</a:t>
            </a: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l"/>
              <a:defRPr/>
            </a:pP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查看所有用户：</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select </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from </a:t>
            </a:r>
            <a:r>
              <a:rPr kumimoji="0" lang="en-US" altLang="zh-CN" sz="2400" b="0" i="0" u="none" strike="noStrike" kern="0" cap="none" spc="0" normalizeH="0" baseline="0" noProof="0" dirty="0" err="1" smtClean="0">
                <a:ln>
                  <a:noFill/>
                </a:ln>
                <a:solidFill>
                  <a:schemeClr val="tx1"/>
                </a:solidFill>
                <a:effectLst/>
                <a:uLnTx/>
                <a:uFillTx/>
                <a:latin typeface="+mn-lt"/>
                <a:ea typeface="+mn-ea"/>
                <a:cs typeface="+mn-cs"/>
              </a:rPr>
              <a:t>mysql.user</a:t>
            </a:r>
            <a:endParaRPr kumimoji="0" lang="zh-CN" altLang="en-US" sz="2400" b="0" i="0" u="none" strike="noStrike" kern="0" cap="none" spc="0" normalizeH="0" baseline="0" noProof="0" dirty="0" smtClean="0">
              <a:ln>
                <a:noFill/>
              </a:ln>
              <a:solidFill>
                <a:schemeClr val="tx1"/>
              </a:solidFill>
              <a:effectLst/>
              <a:uLnTx/>
              <a:uFillTx/>
              <a:latin typeface="+mn-lt"/>
              <a:ea typeface="+mn-ea"/>
              <a:cs typeface="+mn-cs"/>
            </a:endParaRPr>
          </a:p>
        </p:txBody>
      </p:sp>
      <p:sp>
        <p:nvSpPr>
          <p:cNvPr id="41987" name="页脚占位符 3"/>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Tree>
  </p:cSld>
  <p:clrMapOvr>
    <a:masterClrMapping/>
  </p:clrMapOvr>
  <p:transition advClick="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44034" name="Rectangle 2"/>
          <p:cNvSpPr>
            <a:spLocks noGrp="1"/>
          </p:cNvSpPr>
          <p:nvPr>
            <p:ph type="title"/>
          </p:nvPr>
        </p:nvSpPr>
        <p:spPr>
          <a:ln/>
        </p:spPr>
        <p:txBody>
          <a:bodyPr vert="horz" wrap="square" lIns="91440" tIns="45720" rIns="91440" bIns="45720" anchor="b" anchorCtr="0"/>
          <a:p>
            <a:pPr eaLnBrk="1" hangingPunct="1"/>
            <a:r>
              <a:rPr lang="en-US" altLang="zh-CN" dirty="0"/>
              <a:t>4.2.4 </a:t>
            </a:r>
            <a:r>
              <a:rPr lang="zh-CN" altLang="en-US" dirty="0"/>
              <a:t>授权与回收</a:t>
            </a:r>
            <a:endParaRPr lang="zh-CN" altLang="en-US" dirty="0"/>
          </a:p>
        </p:txBody>
      </p:sp>
      <p:sp>
        <p:nvSpPr>
          <p:cNvPr id="44035" name="Rectangle 3"/>
          <p:cNvSpPr>
            <a:spLocks noGrp="1"/>
          </p:cNvSpPr>
          <p:nvPr>
            <p:ph idx="1"/>
          </p:nvPr>
        </p:nvSpPr>
        <p:spPr>
          <a:xfrm>
            <a:off x="857250" y="1357313"/>
            <a:ext cx="7772400" cy="3157537"/>
          </a:xfrm>
          <a:ln/>
        </p:spPr>
        <p:txBody>
          <a:bodyPr vert="horz" wrap="square" lIns="91440" tIns="45720" rIns="91440" bIns="45720" anchor="t" anchorCtr="0"/>
          <a:p>
            <a:pPr algn="just" eaLnBrk="1" hangingPunct="1">
              <a:lnSpc>
                <a:spcPct val="110000"/>
              </a:lnSpc>
              <a:buNone/>
            </a:pPr>
            <a:r>
              <a:rPr lang="zh-CN" altLang="en-US" b="1" dirty="0"/>
              <a:t>一、</a:t>
            </a:r>
            <a:r>
              <a:rPr lang="en-US" altLang="zh-CN" b="1" dirty="0"/>
              <a:t>GRANT</a:t>
            </a:r>
            <a:endParaRPr lang="en-US" altLang="zh-CN" b="1" dirty="0"/>
          </a:p>
          <a:p>
            <a:pPr algn="just" eaLnBrk="1" hangingPunct="1">
              <a:lnSpc>
                <a:spcPct val="150000"/>
              </a:lnSpc>
            </a:pPr>
            <a:r>
              <a:rPr lang="en-US" altLang="zh-CN" sz="2000" dirty="0"/>
              <a:t>GRANT</a:t>
            </a:r>
            <a:r>
              <a:rPr lang="zh-CN" altLang="en-US" sz="2000" dirty="0"/>
              <a:t>语句的一般格式：</a:t>
            </a:r>
            <a:endParaRPr lang="zh-CN" altLang="en-US" sz="2000" dirty="0"/>
          </a:p>
          <a:p>
            <a:pPr algn="just" eaLnBrk="1" hangingPunct="1">
              <a:lnSpc>
                <a:spcPct val="150000"/>
              </a:lnSpc>
              <a:buNone/>
            </a:pPr>
            <a:r>
              <a:rPr lang="zh-CN" altLang="en-US" sz="2000" dirty="0"/>
              <a:t>       </a:t>
            </a:r>
            <a:r>
              <a:rPr lang="en-US" altLang="zh-CN" sz="2000" dirty="0"/>
              <a:t>GRANT &lt;</a:t>
            </a:r>
            <a:r>
              <a:rPr lang="zh-CN" altLang="en-US" sz="2000" dirty="0"/>
              <a:t>权限</a:t>
            </a:r>
            <a:r>
              <a:rPr lang="en-US" altLang="zh-CN" sz="2000" dirty="0"/>
              <a:t>&gt;[,&lt;</a:t>
            </a:r>
            <a:r>
              <a:rPr lang="zh-CN" altLang="en-US" sz="2000" dirty="0"/>
              <a:t>权限</a:t>
            </a:r>
            <a:r>
              <a:rPr lang="en-US" altLang="zh-CN" sz="2000" dirty="0"/>
              <a:t>&gt;]... </a:t>
            </a:r>
            <a:endParaRPr lang="en-US" altLang="zh-CN" sz="2000" dirty="0"/>
          </a:p>
          <a:p>
            <a:pPr algn="just" eaLnBrk="1" hangingPunct="1">
              <a:lnSpc>
                <a:spcPct val="150000"/>
              </a:lnSpc>
              <a:buNone/>
            </a:pPr>
            <a:r>
              <a:rPr lang="en-US" altLang="zh-CN" sz="2000" dirty="0"/>
              <a:t>       [ON &lt;</a:t>
            </a:r>
            <a:r>
              <a:rPr lang="zh-CN" altLang="en-US" sz="2000" dirty="0"/>
              <a:t>对象类型</a:t>
            </a:r>
            <a:r>
              <a:rPr lang="en-US" altLang="zh-CN" sz="2000" dirty="0"/>
              <a:t>&gt; &lt;</a:t>
            </a:r>
            <a:r>
              <a:rPr lang="zh-CN" altLang="en-US" sz="2000" dirty="0"/>
              <a:t>对象名</a:t>
            </a:r>
            <a:r>
              <a:rPr lang="en-US" altLang="zh-CN" sz="2000" dirty="0"/>
              <a:t>&gt;]</a:t>
            </a:r>
            <a:endParaRPr lang="en-US" altLang="zh-CN" sz="2000" dirty="0"/>
          </a:p>
          <a:p>
            <a:pPr algn="just" eaLnBrk="1" hangingPunct="1">
              <a:lnSpc>
                <a:spcPct val="150000"/>
              </a:lnSpc>
              <a:buNone/>
            </a:pPr>
            <a:r>
              <a:rPr lang="en-US" altLang="zh-CN" sz="2000" dirty="0"/>
              <a:t>       TO &lt;</a:t>
            </a:r>
            <a:r>
              <a:rPr lang="zh-CN" altLang="en-US" sz="2000" dirty="0"/>
              <a:t>用户</a:t>
            </a:r>
            <a:r>
              <a:rPr lang="en-US" altLang="zh-CN" sz="2000" dirty="0"/>
              <a:t>&gt;[,&lt;</a:t>
            </a:r>
            <a:r>
              <a:rPr lang="zh-CN" altLang="en-US" sz="2000" dirty="0"/>
              <a:t>用户</a:t>
            </a:r>
            <a:r>
              <a:rPr lang="en-US" altLang="zh-CN" sz="2000" dirty="0"/>
              <a:t>&gt;]...</a:t>
            </a:r>
            <a:endParaRPr lang="en-US" altLang="zh-CN" sz="2000" dirty="0"/>
          </a:p>
          <a:p>
            <a:pPr algn="just" eaLnBrk="1" hangingPunct="1">
              <a:lnSpc>
                <a:spcPct val="150000"/>
              </a:lnSpc>
              <a:buNone/>
            </a:pPr>
            <a:r>
              <a:rPr lang="en-US" altLang="zh-CN" sz="2000" dirty="0"/>
              <a:t>       </a:t>
            </a:r>
            <a:r>
              <a:rPr lang="en-US" altLang="zh-CN" sz="2000" b="1" dirty="0">
                <a:solidFill>
                  <a:srgbClr val="0000FF"/>
                </a:solidFill>
              </a:rPr>
              <a:t>[WITH GRANT OPTION];</a:t>
            </a:r>
            <a:endParaRPr lang="en-US" altLang="zh-CN" sz="2000" b="1" dirty="0">
              <a:solidFill>
                <a:srgbClr val="0000FF"/>
              </a:solidFill>
            </a:endParaRPr>
          </a:p>
        </p:txBody>
      </p:sp>
    </p:spTree>
  </p:cSld>
  <p:clrMapOvr>
    <a:masterClrMapping/>
  </p:clrMapOvr>
  <p:transition advClick="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46082" name="Rectangle 2"/>
          <p:cNvSpPr>
            <a:spLocks noGrp="1"/>
          </p:cNvSpPr>
          <p:nvPr>
            <p:ph type="title"/>
          </p:nvPr>
        </p:nvSpPr>
        <p:spPr>
          <a:ln/>
        </p:spPr>
        <p:txBody>
          <a:bodyPr vert="horz" wrap="square" lIns="91440" tIns="45720" rIns="91440" bIns="45720" anchor="b" anchorCtr="0"/>
          <a:p>
            <a:pPr eaLnBrk="1" hangingPunct="1"/>
            <a:r>
              <a:rPr lang="en-US" altLang="zh-CN" sz="3200" dirty="0"/>
              <a:t>GRANT</a:t>
            </a:r>
            <a:r>
              <a:rPr lang="zh-CN" altLang="en-US" sz="3200" dirty="0"/>
              <a:t>（续）</a:t>
            </a:r>
            <a:endParaRPr lang="zh-CN" altLang="en-US" sz="3200" dirty="0"/>
          </a:p>
        </p:txBody>
      </p:sp>
      <p:sp>
        <p:nvSpPr>
          <p:cNvPr id="46083" name="Rectangle 3"/>
          <p:cNvSpPr>
            <a:spLocks noGrp="1"/>
          </p:cNvSpPr>
          <p:nvPr>
            <p:ph idx="1"/>
          </p:nvPr>
        </p:nvSpPr>
        <p:spPr>
          <a:xfrm>
            <a:off x="571500" y="1285875"/>
            <a:ext cx="8001000" cy="4876800"/>
          </a:xfrm>
          <a:ln/>
        </p:spPr>
        <p:txBody>
          <a:bodyPr vert="horz" wrap="square" lIns="91440" tIns="45720" rIns="91440" bIns="45720" anchor="t" anchorCtr="0"/>
          <a:p>
            <a:pPr lvl="1" indent="-436245" eaLnBrk="1" hangingPunct="1">
              <a:lnSpc>
                <a:spcPct val="60000"/>
              </a:lnSpc>
              <a:spcBef>
                <a:spcPct val="60000"/>
              </a:spcBef>
            </a:pPr>
            <a:r>
              <a:rPr lang="zh-CN" altLang="en-US" sz="2600" dirty="0"/>
              <a:t>发出</a:t>
            </a:r>
            <a:r>
              <a:rPr lang="en-US" altLang="zh-CN" sz="2600" dirty="0"/>
              <a:t>GRANT</a:t>
            </a:r>
            <a:r>
              <a:rPr lang="zh-CN" altLang="en-US" sz="2600" dirty="0"/>
              <a:t>：</a:t>
            </a:r>
            <a:endParaRPr lang="zh-CN" altLang="en-US" sz="2600" dirty="0"/>
          </a:p>
          <a:p>
            <a:pPr lvl="2" indent="-394970" eaLnBrk="1" hangingPunct="1">
              <a:lnSpc>
                <a:spcPct val="60000"/>
              </a:lnSpc>
              <a:spcBef>
                <a:spcPct val="60000"/>
              </a:spcBef>
              <a:buClrTx/>
              <a:buFont typeface="Wingdings" panose="05000000000000000000" pitchFamily="2" charset="2"/>
              <a:buChar char="Ø"/>
            </a:pPr>
            <a:r>
              <a:rPr lang="en-US" altLang="zh-CN" sz="2400" dirty="0"/>
              <a:t>DBA</a:t>
            </a:r>
            <a:endParaRPr lang="en-US" altLang="zh-CN" sz="2400" dirty="0"/>
          </a:p>
          <a:p>
            <a:pPr lvl="2" indent="-394970" eaLnBrk="1" hangingPunct="1">
              <a:lnSpc>
                <a:spcPct val="60000"/>
              </a:lnSpc>
              <a:spcBef>
                <a:spcPct val="60000"/>
              </a:spcBef>
              <a:buClrTx/>
              <a:buFont typeface="Wingdings" panose="05000000000000000000" pitchFamily="2" charset="2"/>
              <a:buChar char="Ø"/>
            </a:pPr>
            <a:r>
              <a:rPr lang="zh-CN" altLang="en-US" sz="2400" dirty="0"/>
              <a:t>数据库对象创建者（即属主</a:t>
            </a:r>
            <a:r>
              <a:rPr lang="en-US" altLang="zh-CN" sz="2400" dirty="0"/>
              <a:t>Owner</a:t>
            </a:r>
            <a:r>
              <a:rPr lang="zh-CN" altLang="en-US" sz="2400" dirty="0"/>
              <a:t>）</a:t>
            </a:r>
            <a:endParaRPr lang="zh-CN" altLang="en-US" sz="2400" dirty="0"/>
          </a:p>
          <a:p>
            <a:pPr lvl="2" indent="-394970" eaLnBrk="1" hangingPunct="1">
              <a:lnSpc>
                <a:spcPct val="60000"/>
              </a:lnSpc>
              <a:spcBef>
                <a:spcPct val="60000"/>
              </a:spcBef>
              <a:buClrTx/>
              <a:buFont typeface="Wingdings" panose="05000000000000000000" pitchFamily="2" charset="2"/>
              <a:buChar char="Ø"/>
            </a:pPr>
            <a:r>
              <a:rPr lang="zh-CN" altLang="en-US" sz="2400" dirty="0"/>
              <a:t>拥有该权限的用户</a:t>
            </a:r>
            <a:endParaRPr lang="zh-CN" altLang="en-US" sz="2400" dirty="0"/>
          </a:p>
          <a:p>
            <a:pPr lvl="2" indent="-394970" eaLnBrk="1" hangingPunct="1">
              <a:lnSpc>
                <a:spcPct val="60000"/>
              </a:lnSpc>
              <a:spcBef>
                <a:spcPct val="60000"/>
              </a:spcBef>
              <a:buClrTx/>
              <a:buNone/>
            </a:pPr>
            <a:endParaRPr lang="zh-CN" altLang="en-US" sz="2400" dirty="0"/>
          </a:p>
          <a:p>
            <a:pPr lvl="1" indent="-436245" eaLnBrk="1" hangingPunct="1">
              <a:lnSpc>
                <a:spcPct val="60000"/>
              </a:lnSpc>
              <a:spcBef>
                <a:spcPct val="60000"/>
              </a:spcBef>
            </a:pPr>
            <a:r>
              <a:rPr lang="zh-CN" altLang="en-US" sz="2600" dirty="0"/>
              <a:t>按受权限的用户</a:t>
            </a:r>
            <a:r>
              <a:rPr lang="zh-CN" altLang="en-US" sz="2200" dirty="0"/>
              <a:t> </a:t>
            </a:r>
            <a:endParaRPr lang="zh-CN" altLang="en-US" sz="2200" dirty="0"/>
          </a:p>
          <a:p>
            <a:pPr lvl="2" indent="-394970" eaLnBrk="1" hangingPunct="1">
              <a:lnSpc>
                <a:spcPct val="60000"/>
              </a:lnSpc>
              <a:spcBef>
                <a:spcPct val="60000"/>
              </a:spcBef>
              <a:buClrTx/>
              <a:buFont typeface="Wingdings" panose="05000000000000000000" pitchFamily="2" charset="2"/>
              <a:buChar char="Ø"/>
            </a:pPr>
            <a:r>
              <a:rPr lang="zh-CN" altLang="en-US" sz="2600" dirty="0"/>
              <a:t>一个或多个具体用户</a:t>
            </a:r>
            <a:endParaRPr lang="zh-CN" altLang="en-US" sz="2600" dirty="0"/>
          </a:p>
          <a:p>
            <a:pPr lvl="2" indent="-394970" eaLnBrk="1" hangingPunct="1">
              <a:lnSpc>
                <a:spcPct val="60000"/>
              </a:lnSpc>
              <a:spcBef>
                <a:spcPct val="60000"/>
              </a:spcBef>
              <a:buClrTx/>
              <a:buFont typeface="Wingdings" panose="05000000000000000000" pitchFamily="2" charset="2"/>
              <a:buChar char="Ø"/>
            </a:pPr>
            <a:r>
              <a:rPr lang="en-US" altLang="zh-CN" sz="2600" dirty="0"/>
              <a:t>PUBLIC</a:t>
            </a:r>
            <a:r>
              <a:rPr lang="zh-CN" altLang="en-US" sz="2600" dirty="0"/>
              <a:t>（全体用户）  </a:t>
            </a:r>
            <a:endParaRPr lang="zh-CN" altLang="en-US" sz="2600" dirty="0"/>
          </a:p>
          <a:p>
            <a:pPr algn="just" eaLnBrk="1" hangingPunct="1">
              <a:lnSpc>
                <a:spcPct val="110000"/>
              </a:lnSpc>
            </a:pPr>
            <a:endParaRPr lang="zh-CN" altLang="en-US" sz="2600" dirty="0"/>
          </a:p>
          <a:p>
            <a:pPr eaLnBrk="1" hangingPunct="1"/>
            <a:endParaRPr lang="en-US" altLang="zh-CN" dirty="0"/>
          </a:p>
        </p:txBody>
      </p:sp>
    </p:spTree>
  </p:cSld>
  <p:clrMapOvr>
    <a:masterClrMapping/>
  </p:clrMapOvr>
  <p:transition advClick="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48130" name="Rectangle 2"/>
          <p:cNvSpPr>
            <a:spLocks noGrp="1"/>
          </p:cNvSpPr>
          <p:nvPr>
            <p:ph type="title"/>
          </p:nvPr>
        </p:nvSpPr>
        <p:spPr>
          <a:ln/>
        </p:spPr>
        <p:txBody>
          <a:bodyPr vert="horz" wrap="square" lIns="91440" tIns="45720" rIns="91440" bIns="45720" anchor="b" anchorCtr="0"/>
          <a:p>
            <a:pPr eaLnBrk="1" hangingPunct="1"/>
            <a:r>
              <a:rPr lang="en-US" altLang="zh-CN" dirty="0"/>
              <a:t>WITH GRANT OPTION</a:t>
            </a:r>
            <a:r>
              <a:rPr lang="zh-CN" altLang="en-US" dirty="0"/>
              <a:t>子句</a:t>
            </a:r>
            <a:endParaRPr lang="zh-CN" altLang="en-US" dirty="0"/>
          </a:p>
        </p:txBody>
      </p:sp>
      <p:sp>
        <p:nvSpPr>
          <p:cNvPr id="48131" name="Rectangle 3"/>
          <p:cNvSpPr>
            <a:spLocks noGrp="1"/>
          </p:cNvSpPr>
          <p:nvPr>
            <p:ph idx="1"/>
          </p:nvPr>
        </p:nvSpPr>
        <p:spPr>
          <a:xfrm>
            <a:off x="644525" y="1484313"/>
            <a:ext cx="7772400" cy="1455737"/>
          </a:xfrm>
          <a:ln/>
        </p:spPr>
        <p:txBody>
          <a:bodyPr vert="horz" wrap="square" lIns="91440" tIns="45720" rIns="91440" bIns="45720" anchor="t" anchorCtr="0"/>
          <a:p>
            <a:pPr eaLnBrk="1" hangingPunct="1">
              <a:lnSpc>
                <a:spcPct val="120000"/>
              </a:lnSpc>
            </a:pPr>
            <a:r>
              <a:rPr lang="en-US" altLang="zh-CN" sz="2400" b="1" dirty="0">
                <a:solidFill>
                  <a:srgbClr val="0000FF"/>
                </a:solidFill>
              </a:rPr>
              <a:t>WITH GRANT OPTION</a:t>
            </a:r>
            <a:r>
              <a:rPr lang="zh-CN" altLang="en-US" sz="2400" dirty="0"/>
              <a:t>子句</a:t>
            </a:r>
            <a:r>
              <a:rPr lang="en-US" altLang="zh-CN" sz="2400" dirty="0"/>
              <a:t>:</a:t>
            </a:r>
            <a:endParaRPr lang="en-US" altLang="zh-CN" sz="2400" dirty="0"/>
          </a:p>
          <a:p>
            <a:pPr lvl="1" indent="-436245" eaLnBrk="1" hangingPunct="1">
              <a:lnSpc>
                <a:spcPct val="120000"/>
              </a:lnSpc>
            </a:pPr>
            <a:r>
              <a:rPr lang="zh-CN" altLang="en-US" sz="2000" dirty="0"/>
              <a:t>指定：可以</a:t>
            </a:r>
            <a:r>
              <a:rPr lang="zh-CN" altLang="en-US" sz="2000" dirty="0">
                <a:solidFill>
                  <a:srgbClr val="E02920"/>
                </a:solidFill>
              </a:rPr>
              <a:t>再授予</a:t>
            </a:r>
            <a:endParaRPr lang="zh-CN" altLang="en-US" sz="2000" dirty="0">
              <a:solidFill>
                <a:srgbClr val="E02920"/>
              </a:solidFill>
            </a:endParaRPr>
          </a:p>
          <a:p>
            <a:pPr lvl="1" indent="-436245" eaLnBrk="1" hangingPunct="1">
              <a:lnSpc>
                <a:spcPct val="120000"/>
              </a:lnSpc>
            </a:pPr>
            <a:r>
              <a:rPr lang="zh-CN" altLang="en-US" sz="2000" dirty="0"/>
              <a:t>没有指定：</a:t>
            </a:r>
            <a:r>
              <a:rPr lang="zh-CN" altLang="en-US" sz="2000" dirty="0">
                <a:solidFill>
                  <a:srgbClr val="E02920"/>
                </a:solidFill>
              </a:rPr>
              <a:t>不能传播</a:t>
            </a:r>
            <a:endParaRPr lang="zh-CN" altLang="en-US" sz="2000" dirty="0"/>
          </a:p>
        </p:txBody>
      </p:sp>
      <p:pic>
        <p:nvPicPr>
          <p:cNvPr id="524292" name="Picture 4" descr="43"/>
          <p:cNvPicPr>
            <a:picLocks noChangeAspect="1"/>
          </p:cNvPicPr>
          <p:nvPr/>
        </p:nvPicPr>
        <p:blipFill>
          <a:blip r:embed="rId1"/>
          <a:stretch>
            <a:fillRect/>
          </a:stretch>
        </p:blipFill>
        <p:spPr>
          <a:xfrm>
            <a:off x="2484438" y="4437063"/>
            <a:ext cx="3744912" cy="865187"/>
          </a:xfrm>
          <a:prstGeom prst="rect">
            <a:avLst/>
          </a:prstGeom>
          <a:noFill/>
          <a:ln w="9525">
            <a:noFill/>
          </a:ln>
        </p:spPr>
      </p:pic>
      <p:sp>
        <p:nvSpPr>
          <p:cNvPr id="524293" name="Rectangle 5"/>
          <p:cNvSpPr/>
          <p:nvPr/>
        </p:nvSpPr>
        <p:spPr>
          <a:xfrm>
            <a:off x="611188" y="3284538"/>
            <a:ext cx="7772400" cy="792162"/>
          </a:xfrm>
          <a:prstGeom prst="rect">
            <a:avLst/>
          </a:prstGeom>
          <a:noFill/>
          <a:ln w="9525">
            <a:noFill/>
          </a:ln>
        </p:spPr>
        <p:txBody>
          <a:bodyPr anchor="t" anchorCtr="0"/>
          <a:p>
            <a:pPr marL="342900" indent="-342900" eaLnBrk="0" hangingPunct="0">
              <a:lnSpc>
                <a:spcPct val="120000"/>
              </a:lnSpc>
              <a:spcBef>
                <a:spcPct val="20000"/>
              </a:spcBef>
              <a:buClr>
                <a:schemeClr val="hlink"/>
              </a:buClr>
              <a:buFont typeface="Wingdings" panose="05000000000000000000" pitchFamily="2" charset="2"/>
              <a:buChar char="v"/>
            </a:pPr>
            <a:r>
              <a:rPr lang="zh-CN" altLang="en-US" sz="2400" b="1" dirty="0">
                <a:solidFill>
                  <a:srgbClr val="0000FF"/>
                </a:solidFill>
                <a:latin typeface="Arial" panose="020B0604020202020204" pitchFamily="34" charset="0"/>
                <a:ea typeface="宋体" panose="02010600030101010101" pitchFamily="2" charset="-122"/>
              </a:rPr>
              <a:t>不允许循环授权</a:t>
            </a:r>
            <a:endParaRPr lang="zh-CN" altLang="en-US" sz="2400" b="1" dirty="0">
              <a:solidFill>
                <a:srgbClr val="0000FF"/>
              </a:solidFill>
              <a:latin typeface="Arial" panose="020B060402020202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429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42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429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50178" name="Rectangle 2"/>
          <p:cNvSpPr>
            <a:spLocks noGrp="1"/>
          </p:cNvSpPr>
          <p:nvPr>
            <p:ph type="title"/>
          </p:nvPr>
        </p:nvSpPr>
        <p:spPr>
          <a:ln/>
        </p:spPr>
        <p:txBody>
          <a:bodyPr vert="horz" wrap="square" lIns="91440" tIns="45720" rIns="91440" bIns="45720" anchor="b" anchorCtr="0"/>
          <a:p>
            <a:pPr eaLnBrk="1" hangingPunct="1"/>
            <a:r>
              <a:rPr lang="zh-CN" altLang="en-US" dirty="0"/>
              <a:t>授权与回收（续）</a:t>
            </a:r>
            <a:endParaRPr lang="zh-CN" altLang="en-US" dirty="0"/>
          </a:p>
        </p:txBody>
      </p:sp>
      <p:sp>
        <p:nvSpPr>
          <p:cNvPr id="50179" name="Rectangle 3"/>
          <p:cNvSpPr>
            <a:spLocks noGrp="1"/>
          </p:cNvSpPr>
          <p:nvPr>
            <p:ph idx="1"/>
          </p:nvPr>
        </p:nvSpPr>
        <p:spPr>
          <a:xfrm>
            <a:off x="428625" y="1214438"/>
            <a:ext cx="8229600" cy="736600"/>
          </a:xfrm>
          <a:ln/>
        </p:spPr>
        <p:txBody>
          <a:bodyPr vert="horz" wrap="square" lIns="91440" tIns="45720" rIns="91440" bIns="45720" anchor="t" anchorCtr="0"/>
          <a:p>
            <a:pPr algn="just" eaLnBrk="1" hangingPunct="1">
              <a:buNone/>
            </a:pPr>
            <a:r>
              <a:rPr lang="zh-CN" altLang="en-US" b="1" dirty="0"/>
              <a:t>二、</a:t>
            </a:r>
            <a:r>
              <a:rPr lang="en-US" altLang="zh-CN" b="1" dirty="0"/>
              <a:t>REVOKE</a:t>
            </a:r>
            <a:endParaRPr lang="en-US" altLang="zh-CN" b="1" dirty="0"/>
          </a:p>
        </p:txBody>
      </p:sp>
      <p:sp>
        <p:nvSpPr>
          <p:cNvPr id="507908" name="Rectangle 4"/>
          <p:cNvSpPr/>
          <p:nvPr/>
        </p:nvSpPr>
        <p:spPr>
          <a:xfrm>
            <a:off x="500063" y="3000375"/>
            <a:ext cx="8229600" cy="2967038"/>
          </a:xfrm>
          <a:prstGeom prst="rect">
            <a:avLst/>
          </a:prstGeom>
          <a:noFill/>
          <a:ln w="9525">
            <a:noFill/>
          </a:ln>
        </p:spPr>
        <p:txBody>
          <a:bodyPr anchor="t" anchorCtr="0"/>
          <a:p>
            <a:pPr marL="342900" indent="-342900" algn="just" eaLnBrk="0" hangingPunct="0">
              <a:spcBef>
                <a:spcPct val="20000"/>
              </a:spcBef>
              <a:buClr>
                <a:schemeClr val="hlink"/>
              </a:buClr>
              <a:buFont typeface="Wingdings" panose="05000000000000000000" pitchFamily="2" charset="2"/>
              <a:buChar char="v"/>
            </a:pPr>
            <a:r>
              <a:rPr lang="en-US" altLang="zh-CN" sz="2800" dirty="0">
                <a:latin typeface="Arial" panose="020B0604020202020204" pitchFamily="34" charset="0"/>
                <a:ea typeface="宋体" panose="02010600030101010101" pitchFamily="2" charset="-122"/>
              </a:rPr>
              <a:t>REVOKE</a:t>
            </a:r>
            <a:r>
              <a:rPr lang="zh-CN" altLang="en-US" sz="2800" dirty="0">
                <a:latin typeface="Arial" panose="020B0604020202020204" pitchFamily="34" charset="0"/>
                <a:ea typeface="宋体" panose="02010600030101010101" pitchFamily="2" charset="-122"/>
              </a:rPr>
              <a:t>语句的一般格式为：</a:t>
            </a:r>
            <a:endParaRPr lang="zh-CN" altLang="en-US" sz="2800" dirty="0">
              <a:latin typeface="Arial" panose="020B0604020202020204" pitchFamily="34" charset="0"/>
              <a:ea typeface="宋体" panose="02010600030101010101" pitchFamily="2" charset="-122"/>
            </a:endParaRPr>
          </a:p>
          <a:p>
            <a:pPr marL="342900" indent="-342900" algn="just" eaLnBrk="0" hangingPunct="0">
              <a:lnSpc>
                <a:spcPct val="130000"/>
              </a:lnSpc>
              <a:spcBef>
                <a:spcPct val="20000"/>
              </a:spcBef>
              <a:buClr>
                <a:schemeClr val="hlink"/>
              </a:buClr>
              <a:buFont typeface="Wingdings" panose="05000000000000000000" pitchFamily="2" charset="2"/>
            </a:pPr>
            <a:r>
              <a:rPr lang="zh-CN" altLang="en-US" sz="2800" dirty="0">
                <a:latin typeface="Arial" panose="020B0604020202020204" pitchFamily="34" charset="0"/>
                <a:ea typeface="宋体" panose="02010600030101010101" pitchFamily="2" charset="-122"/>
              </a:rPr>
              <a:t>      </a:t>
            </a:r>
            <a:r>
              <a:rPr lang="en-US" altLang="zh-CN" sz="2800" dirty="0">
                <a:latin typeface="Arial" panose="020B0604020202020204" pitchFamily="34" charset="0"/>
                <a:ea typeface="宋体" panose="02010600030101010101" pitchFamily="2" charset="-122"/>
              </a:rPr>
              <a:t>REVOKE &lt;</a:t>
            </a:r>
            <a:r>
              <a:rPr lang="zh-CN" altLang="en-US" sz="2800" dirty="0">
                <a:latin typeface="Arial" panose="020B0604020202020204" pitchFamily="34" charset="0"/>
                <a:ea typeface="宋体" panose="02010600030101010101" pitchFamily="2" charset="-122"/>
              </a:rPr>
              <a:t>权限</a:t>
            </a:r>
            <a:r>
              <a:rPr lang="en-US" altLang="zh-CN" sz="2800" dirty="0">
                <a:latin typeface="Arial" panose="020B0604020202020204" pitchFamily="34" charset="0"/>
                <a:ea typeface="宋体" panose="02010600030101010101" pitchFamily="2" charset="-122"/>
              </a:rPr>
              <a:t>&gt;[,&lt;</a:t>
            </a:r>
            <a:r>
              <a:rPr lang="zh-CN" altLang="en-US" sz="2800" dirty="0">
                <a:latin typeface="Arial" panose="020B0604020202020204" pitchFamily="34" charset="0"/>
                <a:ea typeface="宋体" panose="02010600030101010101" pitchFamily="2" charset="-122"/>
              </a:rPr>
              <a:t>权限</a:t>
            </a:r>
            <a:r>
              <a:rPr lang="en-US" altLang="zh-CN" sz="2800" dirty="0">
                <a:latin typeface="Arial" panose="020B0604020202020204" pitchFamily="34" charset="0"/>
                <a:ea typeface="宋体" panose="02010600030101010101" pitchFamily="2" charset="-122"/>
              </a:rPr>
              <a:t>&gt;]... </a:t>
            </a:r>
            <a:endParaRPr lang="en-US" altLang="zh-CN" sz="2800" dirty="0">
              <a:latin typeface="Arial" panose="020B0604020202020204" pitchFamily="34" charset="0"/>
              <a:ea typeface="宋体" panose="02010600030101010101" pitchFamily="2" charset="-122"/>
            </a:endParaRPr>
          </a:p>
          <a:p>
            <a:pPr marL="342900" indent="-342900" algn="just" eaLnBrk="0" hangingPunct="0">
              <a:lnSpc>
                <a:spcPct val="130000"/>
              </a:lnSpc>
              <a:spcBef>
                <a:spcPct val="20000"/>
              </a:spcBef>
              <a:buClr>
                <a:schemeClr val="hlink"/>
              </a:buClr>
              <a:buFont typeface="Wingdings" panose="05000000000000000000" pitchFamily="2" charset="2"/>
            </a:pPr>
            <a:r>
              <a:rPr lang="en-US" altLang="zh-CN" sz="2800" dirty="0">
                <a:latin typeface="Arial" panose="020B0604020202020204" pitchFamily="34" charset="0"/>
                <a:ea typeface="宋体" panose="02010600030101010101" pitchFamily="2" charset="-122"/>
              </a:rPr>
              <a:t>      [ON &lt;</a:t>
            </a:r>
            <a:r>
              <a:rPr lang="zh-CN" altLang="en-US" sz="2800" dirty="0">
                <a:latin typeface="Arial" panose="020B0604020202020204" pitchFamily="34" charset="0"/>
                <a:ea typeface="宋体" panose="02010600030101010101" pitchFamily="2" charset="-122"/>
              </a:rPr>
              <a:t>对象类型</a:t>
            </a:r>
            <a:r>
              <a:rPr lang="en-US" altLang="zh-CN" sz="2800" dirty="0">
                <a:latin typeface="Arial" panose="020B0604020202020204" pitchFamily="34" charset="0"/>
                <a:ea typeface="宋体" panose="02010600030101010101" pitchFamily="2" charset="-122"/>
              </a:rPr>
              <a:t>&gt; &lt;</a:t>
            </a:r>
            <a:r>
              <a:rPr lang="zh-CN" altLang="en-US" sz="2800" dirty="0">
                <a:latin typeface="Arial" panose="020B0604020202020204" pitchFamily="34" charset="0"/>
                <a:ea typeface="宋体" panose="02010600030101010101" pitchFamily="2" charset="-122"/>
              </a:rPr>
              <a:t>对象名</a:t>
            </a:r>
            <a:r>
              <a:rPr lang="en-US" altLang="zh-CN" sz="2800" dirty="0">
                <a:latin typeface="Arial" panose="020B0604020202020204" pitchFamily="34" charset="0"/>
                <a:ea typeface="宋体" panose="02010600030101010101" pitchFamily="2" charset="-122"/>
              </a:rPr>
              <a:t>&gt;]</a:t>
            </a:r>
            <a:endParaRPr lang="en-US" altLang="zh-CN" sz="2800" dirty="0">
              <a:latin typeface="Arial" panose="020B0604020202020204" pitchFamily="34" charset="0"/>
              <a:ea typeface="宋体" panose="02010600030101010101" pitchFamily="2" charset="-122"/>
            </a:endParaRPr>
          </a:p>
          <a:p>
            <a:pPr marL="342900" indent="-342900" algn="just" eaLnBrk="0" hangingPunct="0">
              <a:lnSpc>
                <a:spcPct val="130000"/>
              </a:lnSpc>
              <a:spcBef>
                <a:spcPct val="20000"/>
              </a:spcBef>
              <a:buClr>
                <a:schemeClr val="hlink"/>
              </a:buClr>
              <a:buFont typeface="Wingdings" panose="05000000000000000000" pitchFamily="2" charset="2"/>
            </a:pPr>
            <a:r>
              <a:rPr lang="en-US" altLang="zh-CN" sz="2800" dirty="0">
                <a:latin typeface="Arial" panose="020B0604020202020204" pitchFamily="34" charset="0"/>
                <a:ea typeface="宋体" panose="02010600030101010101" pitchFamily="2" charset="-122"/>
              </a:rPr>
              <a:t>      FROM &lt;</a:t>
            </a:r>
            <a:r>
              <a:rPr lang="zh-CN" altLang="en-US" sz="2800" dirty="0">
                <a:latin typeface="Arial" panose="020B0604020202020204" pitchFamily="34" charset="0"/>
                <a:ea typeface="宋体" panose="02010600030101010101" pitchFamily="2" charset="-122"/>
              </a:rPr>
              <a:t>用户</a:t>
            </a:r>
            <a:r>
              <a:rPr lang="en-US" altLang="zh-CN" sz="2800" dirty="0">
                <a:latin typeface="Arial" panose="020B0604020202020204" pitchFamily="34" charset="0"/>
                <a:ea typeface="宋体" panose="02010600030101010101" pitchFamily="2" charset="-122"/>
              </a:rPr>
              <a:t>&gt;[,&lt;</a:t>
            </a:r>
            <a:r>
              <a:rPr lang="zh-CN" altLang="en-US" sz="2800" dirty="0">
                <a:latin typeface="Arial" panose="020B0604020202020204" pitchFamily="34" charset="0"/>
                <a:ea typeface="宋体" panose="02010600030101010101" pitchFamily="2" charset="-122"/>
              </a:rPr>
              <a:t>用户</a:t>
            </a:r>
            <a:r>
              <a:rPr lang="en-US" altLang="zh-CN" sz="2800" dirty="0">
                <a:latin typeface="Arial" panose="020B0604020202020204" pitchFamily="34" charset="0"/>
                <a:ea typeface="宋体" panose="02010600030101010101" pitchFamily="2" charset="-122"/>
              </a:rPr>
              <a:t>&gt;]...;[</a:t>
            </a:r>
            <a:r>
              <a:rPr lang="en-US" altLang="zh-CN" sz="2800" dirty="0">
                <a:solidFill>
                  <a:srgbClr val="FF0000"/>
                </a:solidFill>
                <a:latin typeface="Arial" panose="020B0604020202020204" pitchFamily="34" charset="0"/>
                <a:ea typeface="宋体" panose="02010600030101010101" pitchFamily="2" charset="-122"/>
              </a:rPr>
              <a:t>cascade</a:t>
            </a:r>
            <a:r>
              <a:rPr lang="en-US" altLang="zh-CN" sz="2800" dirty="0">
                <a:latin typeface="Arial" panose="020B0604020202020204" pitchFamily="34" charset="0"/>
                <a:ea typeface="宋体" panose="02010600030101010101" pitchFamily="2" charset="-122"/>
              </a:rPr>
              <a:t>/</a:t>
            </a:r>
            <a:r>
              <a:rPr lang="en-US" altLang="zh-CN" sz="2800" dirty="0">
                <a:solidFill>
                  <a:srgbClr val="3333FF"/>
                </a:solidFill>
                <a:latin typeface="Arial" panose="020B0604020202020204" pitchFamily="34" charset="0"/>
                <a:ea typeface="宋体" panose="02010600030101010101" pitchFamily="2" charset="-122"/>
              </a:rPr>
              <a:t>restrict</a:t>
            </a:r>
            <a:r>
              <a:rPr lang="en-US" altLang="zh-CN" sz="2800" dirty="0">
                <a:latin typeface="Arial" panose="020B0604020202020204" pitchFamily="34" charset="0"/>
                <a:ea typeface="宋体" panose="02010600030101010101" pitchFamily="2" charset="-122"/>
              </a:rPr>
              <a:t>]</a:t>
            </a:r>
            <a:endParaRPr lang="en-US" altLang="zh-CN" sz="2800" dirty="0">
              <a:latin typeface="Arial" panose="020B0604020202020204" pitchFamily="34" charset="0"/>
              <a:ea typeface="宋体" panose="02010600030101010101" pitchFamily="2" charset="-122"/>
            </a:endParaRPr>
          </a:p>
          <a:p>
            <a:pPr marL="342900" indent="-342900" algn="just" eaLnBrk="0" hangingPunct="0">
              <a:lnSpc>
                <a:spcPct val="130000"/>
              </a:lnSpc>
              <a:spcBef>
                <a:spcPct val="20000"/>
              </a:spcBef>
              <a:buClr>
                <a:schemeClr val="hlink"/>
              </a:buClr>
              <a:buFont typeface="Wingdings" panose="05000000000000000000" pitchFamily="2" charset="2"/>
            </a:pPr>
            <a:r>
              <a:rPr lang="en-US" altLang="zh-CN" sz="2800" dirty="0">
                <a:solidFill>
                  <a:srgbClr val="FF0000"/>
                </a:solidFill>
                <a:latin typeface="Arial" panose="020B0604020202020204" pitchFamily="34" charset="0"/>
                <a:ea typeface="宋体" panose="02010600030101010101" pitchFamily="2" charset="-122"/>
              </a:rPr>
              <a:t>MySQL</a:t>
            </a:r>
            <a:r>
              <a:rPr lang="zh-CN" altLang="en-US" sz="2800" dirty="0">
                <a:solidFill>
                  <a:srgbClr val="FF0000"/>
                </a:solidFill>
                <a:latin typeface="Arial" panose="020B0604020202020204" pitchFamily="34" charset="0"/>
                <a:ea typeface="宋体" panose="02010600030101010101" pitchFamily="2" charset="-122"/>
              </a:rPr>
              <a:t>中没有</a:t>
            </a:r>
            <a:r>
              <a:rPr lang="en-US" altLang="zh-CN" sz="2800" dirty="0">
                <a:solidFill>
                  <a:srgbClr val="FF0000"/>
                </a:solidFill>
                <a:latin typeface="Arial" panose="020B0604020202020204" pitchFamily="34" charset="0"/>
                <a:ea typeface="宋体" panose="02010600030101010101" pitchFamily="2" charset="-122"/>
              </a:rPr>
              <a:t>cascade</a:t>
            </a:r>
            <a:r>
              <a:rPr lang="zh-CN" altLang="en-US" sz="2800" dirty="0">
                <a:solidFill>
                  <a:srgbClr val="FF0000"/>
                </a:solidFill>
                <a:latin typeface="Arial" panose="020B0604020202020204" pitchFamily="34" charset="0"/>
                <a:ea typeface="宋体" panose="02010600030101010101" pitchFamily="2" charset="-122"/>
              </a:rPr>
              <a:t>选项</a:t>
            </a:r>
            <a:endParaRPr lang="en-US" altLang="zh-CN" sz="2800" dirty="0">
              <a:solidFill>
                <a:srgbClr val="FF0000"/>
              </a:solidFill>
              <a:latin typeface="Arial" panose="020B0604020202020204" pitchFamily="34" charset="0"/>
              <a:ea typeface="宋体" panose="02010600030101010101" pitchFamily="2" charset="-122"/>
            </a:endParaRPr>
          </a:p>
          <a:p>
            <a:pPr marL="342900" indent="-342900" algn="just" eaLnBrk="0" hangingPunct="0">
              <a:lnSpc>
                <a:spcPct val="130000"/>
              </a:lnSpc>
              <a:spcBef>
                <a:spcPct val="20000"/>
              </a:spcBef>
              <a:buClr>
                <a:schemeClr val="hlink"/>
              </a:buClr>
              <a:buFont typeface="Wingdings" panose="05000000000000000000" pitchFamily="2" charset="2"/>
            </a:pPr>
            <a:endParaRPr lang="en-US" altLang="zh-CN" sz="2800" dirty="0">
              <a:latin typeface="Arial" panose="020B0604020202020204" pitchFamily="34" charset="0"/>
              <a:ea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buChar char="v"/>
            </a:pPr>
            <a:endParaRPr lang="en-US" altLang="zh-CN" sz="2800" dirty="0">
              <a:latin typeface="Arial" panose="020B0604020202020204" pitchFamily="34" charset="0"/>
              <a:ea typeface="宋体" panose="02010600030101010101" pitchFamily="2" charset="-122"/>
            </a:endParaRPr>
          </a:p>
        </p:txBody>
      </p:sp>
      <p:sp>
        <p:nvSpPr>
          <p:cNvPr id="507909" name="Rectangle 5"/>
          <p:cNvSpPr/>
          <p:nvPr/>
        </p:nvSpPr>
        <p:spPr>
          <a:xfrm>
            <a:off x="500063" y="1928813"/>
            <a:ext cx="8229600" cy="1008062"/>
          </a:xfrm>
          <a:prstGeom prst="rect">
            <a:avLst/>
          </a:prstGeom>
          <a:noFill/>
          <a:ln w="9525">
            <a:noFill/>
          </a:ln>
        </p:spPr>
        <p:txBody>
          <a:bodyPr anchor="t" anchorCtr="0"/>
          <a:p>
            <a:pPr marL="342900" indent="-342900" algn="just" eaLnBrk="0" hangingPunct="0">
              <a:spcBef>
                <a:spcPct val="20000"/>
              </a:spcBef>
              <a:buClr>
                <a:schemeClr val="hlink"/>
              </a:buClr>
              <a:buFont typeface="Wingdings" panose="05000000000000000000" pitchFamily="2" charset="2"/>
              <a:buChar char="v"/>
            </a:pPr>
            <a:r>
              <a:rPr lang="zh-CN" altLang="en-US" sz="2800" dirty="0">
                <a:latin typeface="Arial" panose="020B0604020202020204" pitchFamily="34" charset="0"/>
                <a:ea typeface="宋体" panose="02010600030101010101" pitchFamily="2" charset="-122"/>
              </a:rPr>
              <a:t>授予的权限可以由</a:t>
            </a:r>
            <a:r>
              <a:rPr lang="en-US" altLang="zh-CN" sz="2800" dirty="0">
                <a:latin typeface="Arial" panose="020B0604020202020204" pitchFamily="34" charset="0"/>
                <a:ea typeface="宋体" panose="02010600030101010101" pitchFamily="2" charset="-122"/>
              </a:rPr>
              <a:t>DBA</a:t>
            </a:r>
            <a:r>
              <a:rPr lang="zh-CN" altLang="en-US" sz="2800" dirty="0">
                <a:latin typeface="Arial" panose="020B0604020202020204" pitchFamily="34" charset="0"/>
                <a:ea typeface="宋体" panose="02010600030101010101" pitchFamily="2" charset="-122"/>
              </a:rPr>
              <a:t>或其他授权者用</a:t>
            </a:r>
            <a:r>
              <a:rPr lang="en-US" altLang="zh-CN" sz="2800" dirty="0">
                <a:latin typeface="Arial" panose="020B0604020202020204" pitchFamily="34" charset="0"/>
                <a:ea typeface="宋体" panose="02010600030101010101" pitchFamily="2" charset="-122"/>
              </a:rPr>
              <a:t>REVOKE</a:t>
            </a:r>
            <a:r>
              <a:rPr lang="zh-CN" altLang="en-US" sz="2800" dirty="0">
                <a:latin typeface="Arial" panose="020B0604020202020204" pitchFamily="34" charset="0"/>
                <a:ea typeface="宋体" panose="02010600030101010101" pitchFamily="2" charset="-122"/>
              </a:rPr>
              <a:t>语句收回</a:t>
            </a:r>
            <a:endParaRPr lang="zh-CN" altLang="en-US" sz="2800" dirty="0">
              <a:latin typeface="Arial" panose="020B060402020202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790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79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7908" grpId="0"/>
      <p:bldP spid="50790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标题 1"/>
          <p:cNvSpPr>
            <a:spLocks noGrp="1"/>
          </p:cNvSpPr>
          <p:nvPr>
            <p:ph type="title"/>
          </p:nvPr>
        </p:nvSpPr>
        <p:spPr>
          <a:ln/>
        </p:spPr>
        <p:txBody>
          <a:bodyPr vert="horz" wrap="square" lIns="91440" tIns="45720" rIns="91440" bIns="45720" anchor="b" anchorCtr="0"/>
          <a:p>
            <a:r>
              <a:rPr lang="en-US" altLang="zh-CN" dirty="0"/>
              <a:t>MySQL</a:t>
            </a:r>
            <a:r>
              <a:rPr lang="zh-CN" altLang="en-US" dirty="0"/>
              <a:t>中的</a:t>
            </a:r>
            <a:r>
              <a:rPr lang="en-US" altLang="zh-CN" dirty="0"/>
              <a:t>grant</a:t>
            </a:r>
            <a:r>
              <a:rPr lang="zh-CN" altLang="en-US" dirty="0"/>
              <a:t>和</a:t>
            </a:r>
            <a:r>
              <a:rPr lang="en-US" altLang="zh-CN" dirty="0"/>
              <a:t>revoke</a:t>
            </a:r>
            <a:endParaRPr lang="zh-CN" altLang="en-US" dirty="0"/>
          </a:p>
        </p:txBody>
      </p:sp>
      <p:sp>
        <p:nvSpPr>
          <p:cNvPr id="52226" name="内容占位符 2"/>
          <p:cNvSpPr>
            <a:spLocks noGrp="1"/>
          </p:cNvSpPr>
          <p:nvPr>
            <p:ph idx="1"/>
          </p:nvPr>
        </p:nvSpPr>
        <p:spPr>
          <a:ln/>
        </p:spPr>
        <p:txBody>
          <a:bodyPr vert="horz" wrap="square" lIns="91440" tIns="45720" rIns="91440" bIns="45720" anchor="t" anchorCtr="0"/>
          <a:p>
            <a:r>
              <a:rPr lang="zh-CN" altLang="en-US" dirty="0"/>
              <a:t>全局级别</a:t>
            </a:r>
            <a:endParaRPr lang="en-US" altLang="zh-CN" dirty="0"/>
          </a:p>
          <a:p>
            <a:r>
              <a:rPr lang="zh-CN" altLang="en-US" dirty="0"/>
              <a:t>数据库级别</a:t>
            </a:r>
            <a:endParaRPr lang="en-US" altLang="zh-CN" dirty="0"/>
          </a:p>
          <a:p>
            <a:r>
              <a:rPr lang="zh-CN" altLang="en-US" dirty="0"/>
              <a:t>表层级</a:t>
            </a:r>
            <a:endParaRPr lang="en-US" altLang="zh-CN" dirty="0"/>
          </a:p>
          <a:p>
            <a:r>
              <a:rPr lang="zh-CN" altLang="en-US" dirty="0"/>
              <a:t>列层级</a:t>
            </a:r>
            <a:endParaRPr lang="zh-CN" altLang="en-US" dirty="0"/>
          </a:p>
        </p:txBody>
      </p:sp>
    </p:spTree>
  </p:cSld>
  <p:clrMapOvr>
    <a:masterClrMapping/>
  </p:clrMapOvr>
  <p:transition advClick="0"/>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53250" name="Rectangle 2"/>
          <p:cNvSpPr>
            <a:spLocks noGrp="1"/>
          </p:cNvSpPr>
          <p:nvPr>
            <p:ph type="title"/>
          </p:nvPr>
        </p:nvSpPr>
        <p:spPr>
          <a:ln/>
        </p:spPr>
        <p:txBody>
          <a:bodyPr vert="horz" wrap="square" lIns="91440" tIns="45720" rIns="91440" bIns="45720" anchor="b" anchorCtr="0"/>
          <a:p>
            <a:pPr eaLnBrk="1" hangingPunct="1"/>
            <a:r>
              <a:rPr lang="zh-CN" altLang="en-US" dirty="0"/>
              <a:t>例题：授权</a:t>
            </a:r>
            <a:endParaRPr lang="zh-CN" altLang="en-US" dirty="0"/>
          </a:p>
        </p:txBody>
      </p:sp>
      <p:sp>
        <p:nvSpPr>
          <p:cNvPr id="53251" name="Rectangle 3"/>
          <p:cNvSpPr>
            <a:spLocks noGrp="1"/>
          </p:cNvSpPr>
          <p:nvPr>
            <p:ph idx="1"/>
          </p:nvPr>
        </p:nvSpPr>
        <p:spPr>
          <a:xfrm>
            <a:off x="611188" y="2509838"/>
            <a:ext cx="8229600" cy="3511550"/>
          </a:xfrm>
          <a:ln/>
        </p:spPr>
        <p:txBody>
          <a:bodyPr vert="horz" wrap="square" lIns="91440" tIns="45720" rIns="91440" bIns="45720" anchor="t" anchorCtr="0"/>
          <a:p>
            <a:pPr marL="0" indent="0" algn="just" eaLnBrk="1" hangingPunct="1">
              <a:lnSpc>
                <a:spcPct val="120000"/>
              </a:lnSpc>
              <a:buNone/>
            </a:pPr>
            <a:r>
              <a:rPr lang="en-US" altLang="zh-CN" sz="3200" dirty="0"/>
              <a:t>1.grant all on *.* to u1</a:t>
            </a:r>
            <a:endParaRPr lang="en-US" altLang="zh-CN" sz="3200" dirty="0"/>
          </a:p>
          <a:p>
            <a:pPr marL="0" indent="0" algn="just" eaLnBrk="1" hangingPunct="1">
              <a:lnSpc>
                <a:spcPct val="120000"/>
              </a:lnSpc>
              <a:buNone/>
            </a:pPr>
            <a:r>
              <a:rPr lang="en-US" altLang="zh-CN" sz="3200" dirty="0"/>
              <a:t>2.grant all on educ.student to u3</a:t>
            </a:r>
            <a:endParaRPr lang="en-US" altLang="zh-CN" sz="3200" dirty="0"/>
          </a:p>
          <a:p>
            <a:pPr marL="0" indent="0" algn="just" eaLnBrk="1" hangingPunct="1">
              <a:lnSpc>
                <a:spcPct val="120000"/>
              </a:lnSpc>
              <a:buNone/>
            </a:pPr>
            <a:r>
              <a:rPr lang="en-US" altLang="zh-CN" sz="3200" dirty="0"/>
              <a:t>3.grant select  on educ.student to u4</a:t>
            </a:r>
            <a:endParaRPr lang="en-US" altLang="zh-CN" sz="3200" dirty="0"/>
          </a:p>
          <a:p>
            <a:pPr marL="0" indent="0" algn="just" eaLnBrk="1" hangingPunct="1">
              <a:lnSpc>
                <a:spcPct val="120000"/>
              </a:lnSpc>
              <a:buNone/>
            </a:pPr>
            <a:r>
              <a:rPr lang="zh-CN" altLang="en-US" sz="3200" dirty="0"/>
              <a:t>查看权限：</a:t>
            </a:r>
            <a:r>
              <a:rPr lang="en-US" altLang="zh-CN" sz="3200" dirty="0"/>
              <a:t>show GRANTS for </a:t>
            </a:r>
            <a:r>
              <a:rPr lang="zh-CN" altLang="en-US" sz="3200" dirty="0"/>
              <a:t>用户名</a:t>
            </a:r>
            <a:endParaRPr lang="en-US" altLang="zh-CN" sz="3200" dirty="0"/>
          </a:p>
        </p:txBody>
      </p:sp>
      <p:sp>
        <p:nvSpPr>
          <p:cNvPr id="53252" name="Rectangle 3"/>
          <p:cNvSpPr txBox="1"/>
          <p:nvPr/>
        </p:nvSpPr>
        <p:spPr>
          <a:xfrm>
            <a:off x="539750" y="1125538"/>
            <a:ext cx="8229600" cy="1079500"/>
          </a:xfrm>
          <a:prstGeom prst="rect">
            <a:avLst/>
          </a:prstGeom>
          <a:noFill/>
          <a:ln w="9525">
            <a:noFill/>
          </a:ln>
        </p:spPr>
        <p:txBody>
          <a:bodyPr anchor="t" anchorCtr="0"/>
          <a:p>
            <a:pPr algn="just">
              <a:lnSpc>
                <a:spcPct val="90000"/>
              </a:lnSpc>
              <a:spcBef>
                <a:spcPct val="20000"/>
              </a:spcBef>
              <a:buClr>
                <a:schemeClr val="accent2"/>
              </a:buClr>
              <a:buFont typeface="Wingdings" panose="05000000000000000000" pitchFamily="2" charset="2"/>
            </a:pPr>
            <a:r>
              <a:rPr lang="en-US" altLang="zh-CN" sz="3200" dirty="0">
                <a:latin typeface="Verdana" panose="020B0604030504040204" pitchFamily="34" charset="0"/>
                <a:ea typeface="宋体" panose="02010600030101010101" pitchFamily="2" charset="-122"/>
              </a:rPr>
              <a:t>Select * from mysql.user</a:t>
            </a:r>
            <a:endParaRPr lang="en-US" altLang="zh-CN" sz="3200" dirty="0">
              <a:latin typeface="Verdana" panose="020B0604030504040204" pitchFamily="34" charset="0"/>
              <a:ea typeface="宋体" panose="02010600030101010101" pitchFamily="2" charset="-122"/>
            </a:endParaRPr>
          </a:p>
          <a:p>
            <a:pPr algn="just">
              <a:lnSpc>
                <a:spcPct val="90000"/>
              </a:lnSpc>
              <a:spcBef>
                <a:spcPct val="20000"/>
              </a:spcBef>
              <a:buClr>
                <a:schemeClr val="accent2"/>
              </a:buClr>
              <a:buFont typeface="Wingdings" panose="05000000000000000000" pitchFamily="2" charset="2"/>
            </a:pPr>
            <a:r>
              <a:rPr lang="zh-CN" altLang="en-US" sz="3200" dirty="0">
                <a:latin typeface="Verdana" panose="020B0604030504040204" pitchFamily="34" charset="0"/>
                <a:ea typeface="宋体" panose="02010600030101010101" pitchFamily="2" charset="-122"/>
              </a:rPr>
              <a:t>用户有：</a:t>
            </a:r>
            <a:r>
              <a:rPr lang="en-US" altLang="zh-CN" sz="3200" dirty="0">
                <a:latin typeface="Verdana" panose="020B0604030504040204" pitchFamily="34" charset="0"/>
                <a:ea typeface="宋体" panose="02010600030101010101" pitchFamily="2" charset="-122"/>
              </a:rPr>
              <a:t>u1</a:t>
            </a:r>
            <a:r>
              <a:rPr lang="zh-CN" altLang="en-US" sz="3200" dirty="0">
                <a:latin typeface="Verdana" panose="020B0604030504040204" pitchFamily="34" charset="0"/>
                <a:ea typeface="宋体" panose="02010600030101010101" pitchFamily="2" charset="-122"/>
              </a:rPr>
              <a:t>，</a:t>
            </a:r>
            <a:r>
              <a:rPr lang="en-US" altLang="zh-CN" sz="3200" dirty="0">
                <a:latin typeface="Verdana" panose="020B0604030504040204" pitchFamily="34" charset="0"/>
                <a:ea typeface="宋体" panose="02010600030101010101" pitchFamily="2" charset="-122"/>
              </a:rPr>
              <a:t>u2</a:t>
            </a:r>
            <a:r>
              <a:rPr lang="zh-CN" altLang="en-US" sz="3200" dirty="0">
                <a:latin typeface="Verdana" panose="020B0604030504040204" pitchFamily="34" charset="0"/>
                <a:ea typeface="宋体" panose="02010600030101010101" pitchFamily="2" charset="-122"/>
              </a:rPr>
              <a:t>，</a:t>
            </a:r>
            <a:r>
              <a:rPr lang="en-US" altLang="zh-CN" sz="3200" dirty="0">
                <a:latin typeface="Verdana" panose="020B0604030504040204" pitchFamily="34" charset="0"/>
                <a:ea typeface="宋体" panose="02010600030101010101" pitchFamily="2" charset="-122"/>
              </a:rPr>
              <a:t>u3</a:t>
            </a:r>
            <a:r>
              <a:rPr lang="zh-CN" altLang="en-US" sz="3200" dirty="0">
                <a:latin typeface="Verdana" panose="020B0604030504040204" pitchFamily="34" charset="0"/>
                <a:ea typeface="宋体" panose="02010600030101010101" pitchFamily="2" charset="-122"/>
              </a:rPr>
              <a:t>，</a:t>
            </a:r>
            <a:r>
              <a:rPr lang="en-US" altLang="zh-CN" sz="3200" dirty="0">
                <a:latin typeface="Verdana" panose="020B0604030504040204" pitchFamily="34" charset="0"/>
                <a:ea typeface="宋体" panose="02010600030101010101" pitchFamily="2" charset="-122"/>
              </a:rPr>
              <a:t>u4</a:t>
            </a:r>
            <a:r>
              <a:rPr lang="zh-CN" altLang="en-US" sz="3200" dirty="0">
                <a:latin typeface="Verdana" panose="020B0604030504040204" pitchFamily="34" charset="0"/>
                <a:ea typeface="宋体" panose="02010600030101010101" pitchFamily="2" charset="-122"/>
              </a:rPr>
              <a:t>，</a:t>
            </a:r>
            <a:r>
              <a:rPr lang="en-US" altLang="zh-CN" sz="3200" dirty="0">
                <a:latin typeface="Verdana" panose="020B0604030504040204" pitchFamily="34" charset="0"/>
                <a:ea typeface="宋体" panose="02010600030101010101" pitchFamily="2" charset="-122"/>
              </a:rPr>
              <a:t>u5</a:t>
            </a:r>
            <a:r>
              <a:rPr lang="zh-CN" altLang="en-US" sz="3200" dirty="0">
                <a:latin typeface="Verdana" panose="020B0604030504040204" pitchFamily="34" charset="0"/>
                <a:ea typeface="宋体" panose="02010600030101010101" pitchFamily="2" charset="-122"/>
              </a:rPr>
              <a:t>，</a:t>
            </a:r>
            <a:r>
              <a:rPr lang="en-US" altLang="zh-CN" sz="3200" dirty="0">
                <a:latin typeface="Verdana" panose="020B0604030504040204" pitchFamily="34" charset="0"/>
                <a:ea typeface="宋体" panose="02010600030101010101" pitchFamily="2" charset="-122"/>
              </a:rPr>
              <a:t>u6</a:t>
            </a:r>
            <a:endParaRPr lang="en-US" altLang="zh-CN" sz="3200"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标题 1"/>
          <p:cNvSpPr>
            <a:spLocks noGrp="1"/>
          </p:cNvSpPr>
          <p:nvPr>
            <p:ph type="title"/>
          </p:nvPr>
        </p:nvSpPr>
        <p:spPr>
          <a:ln/>
        </p:spPr>
        <p:txBody>
          <a:bodyPr vert="horz" wrap="square" lIns="91440" tIns="45720" rIns="91440" bIns="45720" anchor="b" anchorCtr="0"/>
          <a:p>
            <a:r>
              <a:rPr lang="zh-CN" altLang="en-US" dirty="0"/>
              <a:t>回收</a:t>
            </a:r>
            <a:endParaRPr lang="zh-CN" altLang="en-US" dirty="0"/>
          </a:p>
        </p:txBody>
      </p:sp>
      <p:sp>
        <p:nvSpPr>
          <p:cNvPr id="3" name="内容占位符 2"/>
          <p:cNvSpPr>
            <a:spLocks noGrp="1"/>
          </p:cNvSpPr>
          <p:nvPr>
            <p:ph idx="1"/>
          </p:nvPr>
        </p:nvSpPr>
        <p:spPr/>
        <p:txBody>
          <a:bodyPr vert="horz" wrap="square" lIns="91440" tIns="45720" rIns="91440" bIns="45720" numCol="1" anchor="t" anchorCtr="0" compatLnSpc="1"/>
          <a:lstStyle/>
          <a:p>
            <a:pPr marL="0" marR="0" lvl="0" indent="0" algn="just" defTabSz="914400" rtl="0" eaLnBrk="1" fontAlgn="base" latinLnBrk="0" hangingPunct="1">
              <a:lnSpc>
                <a:spcPct val="120000"/>
              </a:lnSpc>
              <a:spcBef>
                <a:spcPct val="20000"/>
              </a:spcBef>
              <a:spcAft>
                <a:spcPct val="0"/>
              </a:spcAft>
              <a:buClr>
                <a:schemeClr val="accent2"/>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1.Revoke  all on *.* from u1</a:t>
            </a:r>
            <a:endParaRPr kumimoji="0" lang="en-US" altLang="zh-CN" sz="28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120000"/>
              </a:lnSpc>
              <a:spcBef>
                <a:spcPct val="20000"/>
              </a:spcBef>
              <a:spcAft>
                <a:spcPct val="0"/>
              </a:spcAft>
              <a:buClr>
                <a:schemeClr val="accent2"/>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2. Revoke all on </a:t>
            </a:r>
            <a:r>
              <a:rPr kumimoji="0" lang="en-US" altLang="zh-CN" sz="2800" b="0" i="0" u="none" strike="noStrike" kern="0" cap="none" spc="0" normalizeH="0" baseline="0" noProof="0" dirty="0" err="1" smtClean="0">
                <a:ln>
                  <a:noFill/>
                </a:ln>
                <a:solidFill>
                  <a:schemeClr val="tx1"/>
                </a:solidFill>
                <a:effectLst/>
                <a:uLnTx/>
                <a:uFillTx/>
                <a:latin typeface="+mn-lt"/>
                <a:ea typeface="+mn-ea"/>
                <a:cs typeface="+mn-cs"/>
              </a:rPr>
              <a:t>educ.student</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 from u3</a:t>
            </a:r>
            <a:endParaRPr kumimoji="0" lang="en-US" altLang="zh-CN" sz="28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120000"/>
              </a:lnSpc>
              <a:spcBef>
                <a:spcPct val="20000"/>
              </a:spcBef>
              <a:spcAft>
                <a:spcPct val="0"/>
              </a:spcAft>
              <a:buClr>
                <a:schemeClr val="accent2"/>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3. Revoke  select  on </a:t>
            </a:r>
            <a:r>
              <a:rPr kumimoji="0" lang="en-US" altLang="zh-CN" sz="2800" b="0" i="0" u="none" strike="noStrike" kern="0" cap="none" spc="0" normalizeH="0" baseline="0" noProof="0" dirty="0" err="1" smtClean="0">
                <a:ln>
                  <a:noFill/>
                </a:ln>
                <a:solidFill>
                  <a:schemeClr val="tx1"/>
                </a:solidFill>
                <a:effectLst/>
                <a:uLnTx/>
                <a:uFillTx/>
                <a:latin typeface="+mn-lt"/>
                <a:ea typeface="+mn-ea"/>
                <a:cs typeface="+mn-cs"/>
              </a:rPr>
              <a:t>educ.student</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 from u4</a:t>
            </a:r>
            <a:endParaRPr kumimoji="0" lang="en-US" altLang="zh-CN" sz="28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125000"/>
              </a:lnSpc>
              <a:spcBef>
                <a:spcPts val="0"/>
              </a:spcBef>
              <a:spcAft>
                <a:spcPct val="0"/>
              </a:spcAft>
              <a:buClr>
                <a:schemeClr val="hlink"/>
              </a:buClr>
              <a:buSzTx/>
              <a:buFont typeface="Wingdings" panose="05000000000000000000" pitchFamily="2" charset="2"/>
              <a:buNone/>
              <a:defRPr/>
            </a:pPr>
            <a:r>
              <a:rPr lang="en-US" altLang="zh-CN" sz="2800" kern="1200" noProof="0" dirty="0">
                <a:ln>
                  <a:noFill/>
                </a:ln>
                <a:effectLst/>
                <a:uLnTx/>
                <a:uFillTx/>
                <a:sym typeface="+mn-ea"/>
              </a:rPr>
              <a:t>4</a:t>
            </a:r>
            <a:r>
              <a:rPr lang="en-US" altLang="zh-CN" sz="2800" kern="1200" noProof="0" dirty="0">
                <a:ln>
                  <a:noFill/>
                </a:ln>
                <a:effectLst/>
                <a:uLnTx/>
                <a:uFillTx/>
                <a:latin typeface="宋体" panose="02010600030101010101" pitchFamily="2" charset="-122"/>
                <a:ea typeface="宋体" panose="02010600030101010101" pitchFamily="2" charset="-122"/>
                <a:sym typeface="+mn-ea"/>
              </a:rPr>
              <a:t>.</a:t>
            </a:r>
            <a:r>
              <a:rPr lang="zh-CN" altLang="en-US" sz="2800" kern="1200" noProof="0" dirty="0">
                <a:ln>
                  <a:noFill/>
                </a:ln>
                <a:effectLst/>
                <a:uLnTx/>
                <a:uFillTx/>
                <a:latin typeface="宋体" panose="02010600030101010101" pitchFamily="2" charset="-122"/>
                <a:ea typeface="宋体" panose="02010600030101010101" pitchFamily="2" charset="-122"/>
                <a:sym typeface="+mn-ea"/>
              </a:rPr>
              <a:t>把查询</a:t>
            </a:r>
            <a:r>
              <a:rPr lang="en-US" altLang="zh-CN" sz="2800" kern="1200" noProof="0" dirty="0">
                <a:ln>
                  <a:noFill/>
                </a:ln>
                <a:effectLst/>
                <a:uLnTx/>
                <a:uFillTx/>
                <a:latin typeface="宋体" panose="02010600030101010101" pitchFamily="2" charset="-122"/>
                <a:ea typeface="宋体" panose="02010600030101010101" pitchFamily="2" charset="-122"/>
                <a:sym typeface="+mn-ea"/>
              </a:rPr>
              <a:t>course</a:t>
            </a:r>
            <a:r>
              <a:rPr lang="zh-CN" altLang="en-US" sz="2800" kern="1200" noProof="0" dirty="0">
                <a:ln>
                  <a:noFill/>
                </a:ln>
                <a:effectLst/>
                <a:uLnTx/>
                <a:uFillTx/>
                <a:latin typeface="宋体" panose="02010600030101010101" pitchFamily="2" charset="-122"/>
                <a:ea typeface="宋体" panose="02010600030101010101" pitchFamily="2" charset="-122"/>
                <a:sym typeface="+mn-ea"/>
              </a:rPr>
              <a:t>表和修改</a:t>
            </a:r>
            <a:r>
              <a:rPr lang="en-US" altLang="zh-CN" sz="2800" kern="1200" noProof="0" dirty="0">
                <a:ln>
                  <a:noFill/>
                </a:ln>
                <a:effectLst/>
                <a:uLnTx/>
                <a:uFillTx/>
                <a:latin typeface="宋体" panose="02010600030101010101" pitchFamily="2" charset="-122"/>
                <a:ea typeface="宋体" panose="02010600030101010101" pitchFamily="2" charset="-122"/>
                <a:sym typeface="+mn-ea"/>
              </a:rPr>
              <a:t>course</a:t>
            </a:r>
            <a:r>
              <a:rPr lang="zh-CN" altLang="en-US" sz="2800" kern="1200" noProof="0" dirty="0">
                <a:ln>
                  <a:noFill/>
                </a:ln>
                <a:effectLst/>
                <a:uLnTx/>
                <a:uFillTx/>
                <a:latin typeface="宋体" panose="02010600030101010101" pitchFamily="2" charset="-122"/>
                <a:ea typeface="宋体" panose="02010600030101010101" pitchFamily="2" charset="-122"/>
                <a:sym typeface="+mn-ea"/>
              </a:rPr>
              <a:t>表中的</a:t>
            </a:r>
            <a:r>
              <a:rPr lang="en-US" altLang="zh-CN" sz="2800" kern="1200" noProof="0" dirty="0" err="1">
                <a:ln>
                  <a:noFill/>
                </a:ln>
                <a:effectLst/>
                <a:uLnTx/>
                <a:uFillTx/>
                <a:latin typeface="宋体" panose="02010600030101010101" pitchFamily="2" charset="-122"/>
                <a:ea typeface="宋体" panose="02010600030101010101" pitchFamily="2" charset="-122"/>
                <a:sym typeface="+mn-ea"/>
              </a:rPr>
              <a:t>cname</a:t>
            </a:r>
            <a:r>
              <a:rPr lang="zh-CN" altLang="en-US" sz="2800" kern="1200" noProof="0" dirty="0">
                <a:ln>
                  <a:noFill/>
                </a:ln>
                <a:effectLst/>
                <a:uLnTx/>
                <a:uFillTx/>
                <a:latin typeface="宋体" panose="02010600030101010101" pitchFamily="2" charset="-122"/>
                <a:ea typeface="宋体" panose="02010600030101010101" pitchFamily="2" charset="-122"/>
                <a:sym typeface="+mn-ea"/>
              </a:rPr>
              <a:t>的权限授给用户</a:t>
            </a:r>
            <a:r>
              <a:rPr lang="en-US" altLang="zh-CN" sz="2800" kern="1200" noProof="0" dirty="0">
                <a:ln>
                  <a:noFill/>
                </a:ln>
                <a:effectLst/>
                <a:uLnTx/>
                <a:uFillTx/>
                <a:latin typeface="宋体" panose="02010600030101010101" pitchFamily="2" charset="-122"/>
                <a:ea typeface="宋体" panose="02010600030101010101" pitchFamily="2" charset="-122"/>
                <a:sym typeface="+mn-ea"/>
              </a:rPr>
              <a:t>u4</a:t>
            </a:r>
            <a:endParaRPr kumimoji="0" lang="en-US" altLang="zh-CN" sz="28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0" fontAlgn="base" latinLnBrk="0" hangingPunct="0">
              <a:lnSpc>
                <a:spcPct val="125000"/>
              </a:lnSpc>
              <a:spcBef>
                <a:spcPts val="0"/>
              </a:spcBef>
              <a:spcAft>
                <a:spcPct val="0"/>
              </a:spcAft>
              <a:buClr>
                <a:schemeClr val="hlink"/>
              </a:buClr>
              <a:buSzTx/>
              <a:buFontTx/>
              <a:buNone/>
              <a:defRPr/>
            </a:pPr>
            <a:r>
              <a:rPr lang="en-US" altLang="zh-CN" sz="2800" kern="1200" noProof="0" dirty="0">
                <a:ln>
                  <a:noFill/>
                </a:ln>
                <a:effectLst/>
                <a:uLnTx/>
                <a:uFillTx/>
                <a:sym typeface="+mn-ea"/>
              </a:rPr>
              <a:t>  grant SELECT  on </a:t>
            </a:r>
            <a:r>
              <a:rPr lang="en-US" altLang="zh-CN" sz="2800" kern="1200" noProof="0" dirty="0" err="1">
                <a:ln>
                  <a:noFill/>
                </a:ln>
                <a:effectLst/>
                <a:uLnTx/>
                <a:uFillTx/>
                <a:sym typeface="+mn-ea"/>
              </a:rPr>
              <a:t>educ.course</a:t>
            </a:r>
            <a:r>
              <a:rPr lang="en-US" altLang="zh-CN" sz="2800" kern="1200" noProof="0" dirty="0">
                <a:ln>
                  <a:noFill/>
                </a:ln>
                <a:effectLst/>
                <a:uLnTx/>
                <a:uFillTx/>
                <a:sym typeface="+mn-ea"/>
              </a:rPr>
              <a:t> to u4 </a:t>
            </a:r>
            <a:endParaRPr kumimoji="0" lang="en-US" altLang="zh-CN" sz="2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125000"/>
              </a:lnSpc>
              <a:spcBef>
                <a:spcPts val="0"/>
              </a:spcBef>
              <a:spcAft>
                <a:spcPct val="0"/>
              </a:spcAft>
              <a:buClr>
                <a:schemeClr val="hlink"/>
              </a:buClr>
              <a:buSzTx/>
              <a:buFont typeface="Wingdings" panose="05000000000000000000" pitchFamily="2" charset="2"/>
              <a:buNone/>
              <a:defRPr/>
            </a:pPr>
            <a:r>
              <a:rPr lang="en-US" altLang="zh-CN" sz="2800" kern="1200" noProof="0" dirty="0">
                <a:ln>
                  <a:noFill/>
                </a:ln>
                <a:effectLst/>
                <a:uLnTx/>
                <a:uFillTx/>
                <a:sym typeface="+mn-ea"/>
              </a:rPr>
              <a:t>  grant UPDATE(</a:t>
            </a:r>
            <a:r>
              <a:rPr lang="en-US" altLang="zh-CN" sz="2800" kern="1200" noProof="0" dirty="0" err="1">
                <a:ln>
                  <a:noFill/>
                </a:ln>
                <a:effectLst/>
                <a:uLnTx/>
                <a:uFillTx/>
                <a:sym typeface="+mn-ea"/>
              </a:rPr>
              <a:t>cname</a:t>
            </a:r>
            <a:r>
              <a:rPr lang="en-US" altLang="zh-CN" sz="2800" kern="1200" noProof="0" dirty="0">
                <a:ln>
                  <a:noFill/>
                </a:ln>
                <a:effectLst/>
                <a:uLnTx/>
                <a:uFillTx/>
                <a:sym typeface="+mn-ea"/>
              </a:rPr>
              <a:t>)  on </a:t>
            </a:r>
            <a:r>
              <a:rPr lang="en-US" altLang="zh-CN" sz="2800" kern="1200" noProof="0" dirty="0" err="1">
                <a:ln>
                  <a:noFill/>
                </a:ln>
                <a:effectLst/>
                <a:uLnTx/>
                <a:uFillTx/>
                <a:sym typeface="+mn-ea"/>
              </a:rPr>
              <a:t>educ.course</a:t>
            </a:r>
            <a:r>
              <a:rPr lang="en-US" altLang="zh-CN" sz="2800" kern="1200" noProof="0" dirty="0">
                <a:ln>
                  <a:noFill/>
                </a:ln>
                <a:effectLst/>
                <a:uLnTx/>
                <a:uFillTx/>
                <a:sym typeface="+mn-ea"/>
              </a:rPr>
              <a:t> to u4</a:t>
            </a:r>
            <a:endParaRPr kumimoji="0" lang="en-US" altLang="zh-CN" sz="2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120000"/>
              </a:lnSpc>
              <a:spcBef>
                <a:spcPct val="20000"/>
              </a:spcBef>
              <a:spcAft>
                <a:spcPct val="0"/>
              </a:spcAft>
              <a:buClr>
                <a:schemeClr val="accent2"/>
              </a:buClr>
              <a:buSzTx/>
              <a:buFont typeface="Wingdings" panose="05000000000000000000" pitchFamily="2" charset="2"/>
              <a:buNone/>
              <a:defRPr/>
            </a:pPr>
            <a:endParaRPr kumimoji="0" lang="en-US" altLang="zh-CN" sz="28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defRPr/>
            </a:pPr>
            <a:endParaRPr kumimoji="0" lang="zh-CN" altLang="en-US" sz="30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advClick="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56322" name="Rectangle 2"/>
          <p:cNvSpPr>
            <a:spLocks noGrp="1"/>
          </p:cNvSpPr>
          <p:nvPr>
            <p:ph type="title"/>
          </p:nvPr>
        </p:nvSpPr>
        <p:spPr>
          <a:ln/>
        </p:spPr>
        <p:txBody>
          <a:bodyPr vert="horz" wrap="square" lIns="91440" tIns="45720" rIns="91440" bIns="45720" anchor="b" anchorCtr="0"/>
          <a:p>
            <a:pPr eaLnBrk="1" hangingPunct="1"/>
            <a:r>
              <a:rPr lang="zh-CN" altLang="en-US" dirty="0"/>
              <a:t>例题（续）授权</a:t>
            </a:r>
            <a:endParaRPr lang="zh-CN" altLang="en-US" dirty="0"/>
          </a:p>
        </p:txBody>
      </p:sp>
      <p:sp>
        <p:nvSpPr>
          <p:cNvPr id="501764" name="Rectangle 4"/>
          <p:cNvSpPr>
            <a:spLocks noChangeArrowheads="1"/>
          </p:cNvSpPr>
          <p:nvPr/>
        </p:nvSpPr>
        <p:spPr bwMode="auto">
          <a:xfrm>
            <a:off x="557213" y="1341438"/>
            <a:ext cx="8148638" cy="453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0" fontAlgn="base" latinLnBrk="0" hangingPunct="0">
              <a:lnSpc>
                <a:spcPct val="125000"/>
              </a:lnSpc>
              <a:spcBef>
                <a:spcPts val="0"/>
              </a:spcBef>
              <a:spcAft>
                <a:spcPct val="0"/>
              </a:spcAft>
              <a:buClr>
                <a:schemeClr val="hlink"/>
              </a:buClr>
              <a:buSzTx/>
              <a:buFont typeface="Wingdings" panose="05000000000000000000" pitchFamily="2" charset="2"/>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5.</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把在</a:t>
            </a:r>
            <a:r>
              <a:rPr kumimoji="0" lang="en-US" altLang="zh-CN" sz="2400" b="0" i="0" u="none" strike="noStrike" kern="1200" cap="none" spc="0" normalizeH="0" baseline="0" noProof="0" dirty="0" err="1">
                <a:ln>
                  <a:noFill/>
                </a:ln>
                <a:solidFill>
                  <a:schemeClr val="tx1"/>
                </a:solidFill>
                <a:effectLst/>
                <a:uLnTx/>
                <a:uFillTx/>
                <a:latin typeface="+mn-lt"/>
                <a:ea typeface="+mn-ea"/>
                <a:cs typeface="+mn-cs"/>
              </a:rPr>
              <a:t>sc</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表中插入的权限授予给</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u4</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125000"/>
              </a:lnSpc>
              <a:spcBef>
                <a:spcPts val="0"/>
              </a:spcBef>
              <a:spcAft>
                <a:spcPct val="0"/>
              </a:spcAft>
              <a:buClr>
                <a:schemeClr val="hlink"/>
              </a:buClr>
              <a:buSzTx/>
              <a:buFont typeface="Wingdings" panose="05000000000000000000" pitchFamily="2" charset="2"/>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grant insert  on educ.sc to u4</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125000"/>
              </a:lnSpc>
              <a:spcBef>
                <a:spcPts val="0"/>
              </a:spcBef>
              <a:spcAft>
                <a:spcPct val="0"/>
              </a:spcAft>
              <a:buClr>
                <a:schemeClr val="hlink"/>
              </a:buClr>
              <a:buSzTx/>
              <a:buFont typeface="Wingdings" panose="05000000000000000000" pitchFamily="2" charset="2"/>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grant SELECT  on educ.sc to u4</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125000"/>
              </a:lnSpc>
              <a:spcBef>
                <a:spcPts val="0"/>
              </a:spcBef>
              <a:spcAft>
                <a:spcPct val="0"/>
              </a:spcAft>
              <a:buClr>
                <a:schemeClr val="hlink"/>
              </a:buClr>
              <a:buSzTx/>
              <a:buFont typeface="Wingdings" panose="05000000000000000000" pitchFamily="2" charset="2"/>
              <a:buNone/>
              <a:defRPr/>
            </a:pPr>
            <a:endParaRPr lang="en-US" altLang="zh-CN" sz="2400" noProof="0" dirty="0">
              <a:ln>
                <a:noFill/>
              </a:ln>
              <a:effectLst/>
              <a:uLnTx/>
              <a:uFillTx/>
              <a:latin typeface="+mn-lt"/>
              <a:ea typeface="+mn-ea"/>
              <a:sym typeface="+mn-ea"/>
            </a:endParaRPr>
          </a:p>
          <a:p>
            <a:pPr marL="0" marR="0" lvl="0" indent="0" algn="just" defTabSz="914400" rtl="0" eaLnBrk="0" fontAlgn="base" latinLnBrk="0" hangingPunct="0">
              <a:lnSpc>
                <a:spcPct val="125000"/>
              </a:lnSpc>
              <a:spcBef>
                <a:spcPts val="0"/>
              </a:spcBef>
              <a:spcAft>
                <a:spcPct val="0"/>
              </a:spcAft>
              <a:buClr>
                <a:schemeClr val="hlink"/>
              </a:buClr>
              <a:buSzTx/>
              <a:buFont typeface="Wingdings" panose="05000000000000000000" pitchFamily="2" charset="2"/>
              <a:buNone/>
              <a:defRPr/>
            </a:pPr>
            <a:r>
              <a:rPr lang="en-US" altLang="zh-CN" sz="2400" noProof="0" dirty="0">
                <a:ln>
                  <a:noFill/>
                </a:ln>
                <a:effectLst/>
                <a:uLnTx/>
                <a:uFillTx/>
                <a:latin typeface="+mn-lt"/>
                <a:ea typeface="+mn-ea"/>
                <a:sym typeface="+mn-ea"/>
              </a:rPr>
              <a:t>6.</a:t>
            </a:r>
            <a:r>
              <a:rPr lang="zh-CN" altLang="en-US" sz="2400" noProof="0" dirty="0">
                <a:ln>
                  <a:noFill/>
                </a:ln>
                <a:effectLst/>
                <a:uLnTx/>
                <a:uFillTx/>
                <a:latin typeface="+mn-lt"/>
                <a:ea typeface="+mn-ea"/>
                <a:sym typeface="+mn-ea"/>
              </a:rPr>
              <a:t>把在</a:t>
            </a:r>
            <a:r>
              <a:rPr lang="en-US" altLang="zh-CN" sz="2400" noProof="0" dirty="0" err="1">
                <a:ln>
                  <a:noFill/>
                </a:ln>
                <a:effectLst/>
                <a:uLnTx/>
                <a:uFillTx/>
                <a:latin typeface="+mn-lt"/>
                <a:ea typeface="+mn-ea"/>
                <a:sym typeface="+mn-ea"/>
              </a:rPr>
              <a:t>sc</a:t>
            </a:r>
            <a:r>
              <a:rPr lang="zh-CN" altLang="en-US" sz="2400" noProof="0" dirty="0">
                <a:ln>
                  <a:noFill/>
                </a:ln>
                <a:effectLst/>
                <a:uLnTx/>
                <a:uFillTx/>
                <a:latin typeface="+mn-lt"/>
                <a:ea typeface="+mn-ea"/>
                <a:sym typeface="+mn-ea"/>
              </a:rPr>
              <a:t>表中删除记录的权限授予给</a:t>
            </a:r>
            <a:r>
              <a:rPr lang="en-US" altLang="zh-CN" sz="2400" noProof="0" dirty="0">
                <a:ln>
                  <a:noFill/>
                </a:ln>
                <a:effectLst/>
                <a:uLnTx/>
                <a:uFillTx/>
                <a:latin typeface="+mn-lt"/>
                <a:ea typeface="+mn-ea"/>
                <a:sym typeface="+mn-ea"/>
              </a:rPr>
              <a:t>u4</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125000"/>
              </a:lnSpc>
              <a:spcBef>
                <a:spcPts val="0"/>
              </a:spcBef>
              <a:spcAft>
                <a:spcPct val="0"/>
              </a:spcAft>
              <a:buClr>
                <a:schemeClr val="hlink"/>
              </a:buClr>
              <a:buSzTx/>
              <a:buFont typeface="Wingdings" panose="05000000000000000000" pitchFamily="2" charset="2"/>
              <a:buNone/>
              <a:defRPr/>
            </a:pPr>
            <a:r>
              <a:rPr lang="en-US" altLang="zh-CN" sz="2400" noProof="0" dirty="0">
                <a:ln>
                  <a:noFill/>
                </a:ln>
                <a:effectLst/>
                <a:uLnTx/>
                <a:uFillTx/>
                <a:latin typeface="+mn-lt"/>
                <a:ea typeface="+mn-ea"/>
                <a:sym typeface="+mn-ea"/>
              </a:rPr>
              <a:t>grant delete  on educ.sc to u4</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125000"/>
              </a:lnSpc>
              <a:spcBef>
                <a:spcPts val="0"/>
              </a:spcBef>
              <a:spcAft>
                <a:spcPct val="0"/>
              </a:spcAft>
              <a:buClr>
                <a:schemeClr val="hlink"/>
              </a:buClr>
              <a:buSzTx/>
              <a:buFont typeface="Wingdings" panose="05000000000000000000" pitchFamily="2" charset="2"/>
              <a:buNone/>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125000"/>
              </a:lnSpc>
              <a:spcBef>
                <a:spcPts val="0"/>
              </a:spcBef>
              <a:spcAft>
                <a:spcPct val="0"/>
              </a:spcAft>
              <a:buClr>
                <a:schemeClr val="hlink"/>
              </a:buClr>
              <a:buSzTx/>
              <a:buFont typeface="Wingdings" panose="05000000000000000000" pitchFamily="2" charset="2"/>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cs"/>
              </a:rPr>
              <a:t>回收：</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grant   to  </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换成 </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revoke   from </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125000"/>
              </a:lnSpc>
              <a:spcBef>
                <a:spcPts val="0"/>
              </a:spcBef>
              <a:spcAft>
                <a:spcPct val="0"/>
              </a:spcAft>
              <a:buClr>
                <a:schemeClr val="hlink"/>
              </a:buClr>
              <a:buSzTx/>
              <a:buFont typeface="Wingdings" panose="05000000000000000000" pitchFamily="2" charset="2"/>
              <a:buNone/>
              <a:defRPr/>
            </a:pPr>
            <a:endParaRPr kumimoji="0" lang="en-US" altLang="zh-CN" sz="28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764">
                                            <p:txEl>
                                              <p:charRg st="121" end="14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1764">
                                            <p:txEl>
                                              <p:charRg st="140" end="17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1764">
                                            <p:txEl>
                                              <p:charRg st="173" end="20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01764">
                                            <p:txEl>
                                              <p:char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01764">
                                            <p:txEl>
                                              <p:char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01764">
                                            <p:txEl>
                                              <p:charRg st="207" end="24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64"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Rectangle 2"/>
          <p:cNvSpPr>
            <a:spLocks noGrp="1"/>
          </p:cNvSpPr>
          <p:nvPr>
            <p:ph type="title"/>
          </p:nvPr>
        </p:nvSpPr>
        <p:spPr>
          <a:ln/>
        </p:spPr>
        <p:txBody>
          <a:bodyPr vert="horz" wrap="square" lIns="91440" tIns="45720" rIns="91440" bIns="45720" anchor="b" anchorCtr="0"/>
          <a:p>
            <a:pPr eaLnBrk="1" hangingPunct="1"/>
            <a:r>
              <a:rPr lang="zh-CN" altLang="en-US" dirty="0"/>
              <a:t>例题（续）授权</a:t>
            </a:r>
            <a:endParaRPr lang="zh-CN" altLang="en-US" dirty="0"/>
          </a:p>
        </p:txBody>
      </p:sp>
      <p:sp>
        <p:nvSpPr>
          <p:cNvPr id="36867" name="Rectangle 3"/>
          <p:cNvSpPr>
            <a:spLocks noGrp="1" noChangeArrowheads="1"/>
          </p:cNvSpPr>
          <p:nvPr>
            <p:ph idx="1"/>
          </p:nvPr>
        </p:nvSpPr>
        <p:spPr>
          <a:xfrm>
            <a:off x="539750" y="1166813"/>
            <a:ext cx="7772400" cy="4854575"/>
          </a:xfrm>
        </p:spPr>
        <p:txBody>
          <a:bodyPr vert="horz" wrap="square" lIns="91440" tIns="45720" rIns="91440" bIns="45720" numCol="1" anchor="t" anchorCtr="0" compatLnSpc="1"/>
          <a:lstStyle/>
          <a:p>
            <a:pPr marL="0" marR="0" lvl="0" indent="0" algn="just" defTabSz="914400" rtl="0" eaLnBrk="0" fontAlgn="base" latinLnBrk="0" hangingPunct="0">
              <a:lnSpc>
                <a:spcPct val="125000"/>
              </a:lnSpc>
              <a:spcBef>
                <a:spcPts val="0"/>
              </a:spcBef>
              <a:spcAft>
                <a:spcPct val="0"/>
              </a:spcAft>
              <a:buClr>
                <a:schemeClr val="hlink"/>
              </a:buClr>
              <a:buSzTx/>
              <a:buFont typeface="Wingdings" panose="05000000000000000000" pitchFamily="2" charset="2"/>
              <a:buNone/>
              <a:defRPr/>
            </a:pPr>
            <a:r>
              <a:rPr kumimoji="0" lang="en-US" altLang="zh-CN" sz="2400" b="0" i="0" u="none" strike="noStrike" kern="1200" cap="none" spc="0" normalizeH="0" baseline="0" noProof="0" dirty="0" smtClean="0">
                <a:ln>
                  <a:noFill/>
                </a:ln>
                <a:solidFill>
                  <a:schemeClr val="tx1"/>
                </a:solidFill>
                <a:effectLst/>
                <a:uLnTx/>
                <a:uFillTx/>
                <a:latin typeface="+mn-lt"/>
                <a:ea typeface="+mn-ea"/>
                <a:cs typeface="+mn-cs"/>
              </a:rPr>
              <a:t>7</a:t>
            </a:r>
            <a:r>
              <a:rPr kumimoji="0" lang="en-US" altLang="zh-CN" sz="2400" b="0" i="0" u="none" strike="noStrike" kern="0" cap="none" spc="0" normalizeH="0" baseline="0" noProof="0" dirty="0" smtClean="0">
                <a:ln>
                  <a:noFill/>
                </a:ln>
                <a:solidFill>
                  <a:schemeClr val="tx1"/>
                </a:solidFill>
                <a:effectLst/>
                <a:uLnTx/>
                <a:uFillTx/>
                <a:latin typeface="宋体" panose="02010600030101010101" pitchFamily="2" charset="-122"/>
                <a:ea typeface="+mn-ea"/>
                <a:cs typeface="+mn-cs"/>
              </a:rPr>
              <a:t>.</a:t>
            </a:r>
            <a:r>
              <a:rPr kumimoji="0" lang="zh-CN" altLang="en-US" sz="2400" b="0" i="0" u="none" strike="noStrike" kern="0" cap="none" spc="0" normalizeH="0" baseline="0" noProof="0" dirty="0" smtClean="0">
                <a:ln>
                  <a:noFill/>
                </a:ln>
                <a:solidFill>
                  <a:schemeClr val="tx1"/>
                </a:solidFill>
                <a:effectLst/>
                <a:uLnTx/>
                <a:uFillTx/>
                <a:latin typeface="宋体" panose="02010600030101010101" pitchFamily="2" charset="-122"/>
                <a:ea typeface="+mn-ea"/>
                <a:cs typeface="+mn-cs"/>
              </a:rPr>
              <a:t>把对表</a:t>
            </a:r>
            <a:r>
              <a:rPr kumimoji="0" lang="en-US" altLang="zh-CN" sz="2400" b="0" i="0" u="none" strike="noStrike" kern="0" cap="none" spc="0" normalizeH="0" baseline="0" noProof="0" dirty="0" smtClean="0">
                <a:ln>
                  <a:noFill/>
                </a:ln>
                <a:solidFill>
                  <a:schemeClr val="tx1"/>
                </a:solidFill>
                <a:effectLst/>
                <a:uLnTx/>
                <a:uFillTx/>
                <a:latin typeface="宋体" panose="02010600030101010101" pitchFamily="2" charset="-122"/>
                <a:ea typeface="+mn-ea"/>
                <a:cs typeface="+mn-cs"/>
              </a:rPr>
              <a:t>SC</a:t>
            </a:r>
            <a:r>
              <a:rPr kumimoji="0" lang="zh-CN" altLang="en-US" sz="2400" b="0" i="0" u="none" strike="noStrike" kern="0" cap="none" spc="0" normalizeH="0" baseline="0" noProof="0" dirty="0" smtClean="0">
                <a:ln>
                  <a:noFill/>
                </a:ln>
                <a:solidFill>
                  <a:schemeClr val="tx1"/>
                </a:solidFill>
                <a:effectLst/>
                <a:uLnTx/>
                <a:uFillTx/>
                <a:latin typeface="宋体" panose="02010600030101010101" pitchFamily="2" charset="-122"/>
                <a:ea typeface="+mn-ea"/>
                <a:cs typeface="+mn-cs"/>
              </a:rPr>
              <a:t>的</a:t>
            </a:r>
            <a:r>
              <a:rPr kumimoji="0" lang="en-US" altLang="zh-CN" sz="2400" b="0" i="0" u="none" strike="noStrike" kern="0" cap="none" spc="0" normalizeH="0" baseline="0" noProof="0" dirty="0" smtClean="0">
                <a:ln>
                  <a:noFill/>
                </a:ln>
                <a:solidFill>
                  <a:schemeClr val="tx1"/>
                </a:solidFill>
                <a:effectLst/>
                <a:uLnTx/>
                <a:uFillTx/>
                <a:latin typeface="宋体" panose="02010600030101010101" pitchFamily="2" charset="-122"/>
                <a:ea typeface="+mn-ea"/>
                <a:cs typeface="+mn-cs"/>
              </a:rPr>
              <a:t>select</a:t>
            </a:r>
            <a:r>
              <a:rPr kumimoji="0" lang="zh-CN" altLang="en-US" sz="2400" b="0" i="0" u="none" strike="noStrike" kern="0" cap="none" spc="0" normalizeH="0" baseline="0" noProof="0" dirty="0" smtClean="0">
                <a:ln>
                  <a:noFill/>
                </a:ln>
                <a:solidFill>
                  <a:schemeClr val="tx1"/>
                </a:solidFill>
                <a:effectLst/>
                <a:uLnTx/>
                <a:uFillTx/>
                <a:latin typeface="宋体" panose="02010600030101010101" pitchFamily="2" charset="-122"/>
                <a:ea typeface="+mn-ea"/>
                <a:cs typeface="+mn-cs"/>
              </a:rPr>
              <a:t>权限授予</a:t>
            </a:r>
            <a:r>
              <a:rPr kumimoji="0" lang="en-US" altLang="zh-CN" sz="2400" b="0" i="0" u="none" strike="noStrike" kern="0" cap="none" spc="0" normalizeH="0" baseline="0" noProof="0" dirty="0" smtClean="0">
                <a:ln>
                  <a:noFill/>
                </a:ln>
                <a:solidFill>
                  <a:schemeClr val="tx1"/>
                </a:solidFill>
                <a:effectLst/>
                <a:uLnTx/>
                <a:uFillTx/>
                <a:latin typeface="宋体" panose="02010600030101010101" pitchFamily="2" charset="-122"/>
                <a:ea typeface="+mn-ea"/>
                <a:cs typeface="+mn-cs"/>
              </a:rPr>
              <a:t>u5</a:t>
            </a:r>
            <a:r>
              <a:rPr kumimoji="0" lang="zh-CN" altLang="en-US" sz="2400" b="0" i="0" u="none" strike="noStrike" kern="0" cap="none" spc="0" normalizeH="0" baseline="0" noProof="0" dirty="0" smtClean="0">
                <a:ln>
                  <a:noFill/>
                </a:ln>
                <a:solidFill>
                  <a:schemeClr val="tx1"/>
                </a:solidFill>
                <a:effectLst/>
                <a:uLnTx/>
                <a:uFillTx/>
                <a:latin typeface="宋体" panose="02010600030101010101" pitchFamily="2" charset="-122"/>
                <a:ea typeface="+mn-ea"/>
                <a:cs typeface="+mn-cs"/>
              </a:rPr>
              <a:t>用户，并允许他再将此权限授予其他用户</a:t>
            </a:r>
            <a:r>
              <a:rPr kumimoji="0" lang="en-US" altLang="zh-CN" sz="2400" b="0" i="0" u="none" strike="noStrike" kern="0" cap="none" spc="0" normalizeH="0" baseline="0" noProof="0" dirty="0" smtClean="0">
                <a:ln>
                  <a:noFill/>
                </a:ln>
                <a:solidFill>
                  <a:schemeClr val="tx1"/>
                </a:solidFill>
                <a:effectLst/>
                <a:uLnTx/>
                <a:uFillTx/>
                <a:latin typeface="宋体" panose="02010600030101010101" pitchFamily="2" charset="-122"/>
                <a:ea typeface="+mn-ea"/>
                <a:cs typeface="+mn-cs"/>
              </a:rPr>
              <a:t>,</a:t>
            </a:r>
            <a:r>
              <a:rPr kumimoji="0" lang="zh-CN" altLang="en-US" sz="2400" b="0" i="0" u="none" strike="noStrike" kern="0" cap="none" spc="0" normalizeH="0" baseline="0" noProof="0" dirty="0" smtClean="0">
                <a:ln>
                  <a:noFill/>
                </a:ln>
                <a:solidFill>
                  <a:schemeClr val="tx1"/>
                </a:solidFill>
                <a:effectLst/>
                <a:uLnTx/>
                <a:uFillTx/>
                <a:latin typeface="宋体" panose="02010600030101010101" pitchFamily="2" charset="-122"/>
                <a:ea typeface="+mn-ea"/>
                <a:cs typeface="+mn-cs"/>
              </a:rPr>
              <a:t>用</a:t>
            </a:r>
            <a:r>
              <a:rPr kumimoji="0" lang="en-US" altLang="zh-CN" sz="24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u5</a:t>
            </a:r>
            <a:r>
              <a:rPr kumimoji="0" lang="zh-CN" altLang="en-US" sz="24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的身份，把对表</a:t>
            </a:r>
            <a:r>
              <a:rPr kumimoji="0" lang="en-US" altLang="zh-CN" sz="24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SC</a:t>
            </a:r>
            <a:r>
              <a:rPr kumimoji="0" lang="zh-CN" altLang="en-US" sz="24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的</a:t>
            </a:r>
            <a:r>
              <a:rPr kumimoji="0" lang="en-US" altLang="zh-CN" sz="24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select</a:t>
            </a:r>
            <a:r>
              <a:rPr kumimoji="0" lang="zh-CN" altLang="en-US" sz="24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权限授予</a:t>
            </a:r>
            <a:r>
              <a:rPr kumimoji="0" lang="en-US" altLang="zh-CN" sz="24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u6</a:t>
            </a:r>
            <a:r>
              <a:rPr kumimoji="0" lang="zh-CN" altLang="en-US" sz="24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用户，不允许他再将此权限授予其他</a:t>
            </a:r>
            <a:r>
              <a:rPr kumimoji="0" lang="zh-CN" altLang="en-US" sz="2400" b="0" i="0" u="none" strike="noStrike" kern="0" cap="none" spc="0" normalizeH="0" baseline="0" noProof="0" dirty="0" smtClean="0">
                <a:ln>
                  <a:noFill/>
                </a:ln>
                <a:solidFill>
                  <a:schemeClr val="tx1"/>
                </a:solidFill>
                <a:effectLst/>
                <a:uLnTx/>
                <a:uFillTx/>
                <a:latin typeface="宋体" panose="02010600030101010101" pitchFamily="2" charset="-122"/>
                <a:ea typeface="+mn-ea"/>
                <a:cs typeface="+mn-cs"/>
              </a:rPr>
              <a:t>用户。</a:t>
            </a:r>
            <a:endParaRPr kumimoji="0" lang="en-US" altLang="zh-CN" sz="2400" b="0" i="0" u="none" strike="noStrike" kern="0" cap="none" spc="0" normalizeH="0" baseline="0" noProof="0" dirty="0" smtClean="0">
              <a:ln>
                <a:noFill/>
              </a:ln>
              <a:solidFill>
                <a:schemeClr val="tx1"/>
              </a:solidFill>
              <a:effectLst/>
              <a:uLnTx/>
              <a:uFillTx/>
              <a:latin typeface="宋体" panose="02010600030101010101" pitchFamily="2" charset="-122"/>
              <a:ea typeface="+mn-ea"/>
              <a:cs typeface="+mn-cs"/>
            </a:endParaRPr>
          </a:p>
          <a:p>
            <a:pPr marL="0" marR="0" lvl="0" indent="0" algn="just" defTabSz="914400" rtl="0" eaLnBrk="0" fontAlgn="base" latinLnBrk="0" hangingPunct="0">
              <a:lnSpc>
                <a:spcPct val="125000"/>
              </a:lnSpc>
              <a:spcBef>
                <a:spcPts val="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20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125000"/>
              </a:lnSpc>
              <a:spcBef>
                <a:spcPts val="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uLnTx/>
                <a:uFillTx/>
                <a:latin typeface="+mn-lt"/>
                <a:ea typeface="+mn-ea"/>
                <a:cs typeface="+mn-cs"/>
              </a:rPr>
              <a:t>grant </a:t>
            </a:r>
            <a:r>
              <a:rPr kumimoji="0" lang="en-US" altLang="zh-CN" sz="2000" b="0" i="0" u="none" strike="noStrike" kern="0" cap="none" spc="0" normalizeH="0" baseline="0" noProof="0" dirty="0">
                <a:ln>
                  <a:noFill/>
                </a:ln>
                <a:solidFill>
                  <a:schemeClr val="tx1"/>
                </a:solidFill>
                <a:effectLst/>
                <a:uLnTx/>
                <a:uFillTx/>
                <a:latin typeface="+mn-lt"/>
                <a:ea typeface="+mn-ea"/>
                <a:cs typeface="+mn-cs"/>
              </a:rPr>
              <a:t>SELECT  on </a:t>
            </a:r>
            <a:r>
              <a:rPr kumimoji="0" lang="en-US" altLang="zh-CN" sz="2000" b="0" i="0" u="none" strike="noStrike" kern="0" cap="none" spc="0" normalizeH="0" baseline="0" noProof="0" dirty="0" smtClean="0">
                <a:ln>
                  <a:noFill/>
                </a:ln>
                <a:solidFill>
                  <a:schemeClr val="tx1"/>
                </a:solidFill>
                <a:effectLst/>
                <a:uLnTx/>
                <a:uFillTx/>
                <a:latin typeface="+mn-lt"/>
                <a:ea typeface="+mn-ea"/>
                <a:cs typeface="+mn-cs"/>
              </a:rPr>
              <a:t>educ.sc </a:t>
            </a:r>
            <a:r>
              <a:rPr kumimoji="0" lang="en-US" altLang="zh-CN" sz="2000" b="0" i="0" u="none" strike="noStrike" kern="0" cap="none" spc="0" normalizeH="0" baseline="0" noProof="0" dirty="0">
                <a:ln>
                  <a:noFill/>
                </a:ln>
                <a:solidFill>
                  <a:schemeClr val="tx1"/>
                </a:solidFill>
                <a:effectLst/>
                <a:uLnTx/>
                <a:uFillTx/>
                <a:latin typeface="+mn-lt"/>
                <a:ea typeface="+mn-ea"/>
                <a:cs typeface="+mn-cs"/>
              </a:rPr>
              <a:t>to u5 with GRANT option </a:t>
            </a:r>
            <a:endParaRPr kumimoji="0" lang="en-US" altLang="zh-CN" sz="20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125000"/>
              </a:lnSpc>
              <a:spcBef>
                <a:spcPts val="0"/>
              </a:spcBef>
              <a:spcAft>
                <a:spcPct val="0"/>
              </a:spcAft>
              <a:buClr>
                <a:schemeClr val="hlink"/>
              </a:buClr>
              <a:buSzTx/>
              <a:buFont typeface="Wingdings" panose="05000000000000000000" pitchFamily="2" charset="2"/>
              <a:buNone/>
              <a:defRPr/>
            </a:pPr>
            <a:r>
              <a:rPr kumimoji="0" lang="zh-CN" altLang="en-US" sz="2000" b="0" i="0" u="none" strike="noStrike" kern="0" cap="none" spc="0" normalizeH="0" baseline="0" noProof="0" dirty="0" smtClean="0">
                <a:ln>
                  <a:noFill/>
                </a:ln>
                <a:solidFill>
                  <a:schemeClr val="tx1"/>
                </a:solidFill>
                <a:effectLst/>
                <a:uLnTx/>
                <a:uFillTx/>
                <a:latin typeface="+mn-lt"/>
                <a:ea typeface="+mn-ea"/>
                <a:cs typeface="+mn-cs"/>
              </a:rPr>
              <a:t>切换成</a:t>
            </a:r>
            <a:r>
              <a:rPr kumimoji="0" lang="en-US" altLang="zh-CN" sz="2000" b="0" i="0" u="none" strike="noStrike" kern="0" cap="none" spc="0" normalizeH="0" baseline="0" noProof="0" dirty="0" smtClean="0">
                <a:ln>
                  <a:noFill/>
                </a:ln>
                <a:solidFill>
                  <a:schemeClr val="tx1"/>
                </a:solidFill>
                <a:effectLst/>
                <a:uLnTx/>
                <a:uFillTx/>
                <a:latin typeface="+mn-lt"/>
                <a:ea typeface="+mn-ea"/>
                <a:cs typeface="+mn-cs"/>
              </a:rPr>
              <a:t>u5</a:t>
            </a:r>
            <a:r>
              <a:rPr kumimoji="0" lang="zh-CN" altLang="en-US" sz="2000" b="0" i="0" u="none" strike="noStrike" kern="0" cap="none" spc="0" normalizeH="0" baseline="0" noProof="0" dirty="0" smtClean="0">
                <a:ln>
                  <a:noFill/>
                </a:ln>
                <a:solidFill>
                  <a:schemeClr val="tx1"/>
                </a:solidFill>
                <a:effectLst/>
                <a:uLnTx/>
                <a:uFillTx/>
                <a:latin typeface="+mn-lt"/>
                <a:ea typeface="+mn-ea"/>
                <a:cs typeface="+mn-cs"/>
              </a:rPr>
              <a:t>执行下面代码：</a:t>
            </a:r>
            <a:endParaRPr kumimoji="0" lang="en-US" altLang="zh-CN" sz="2000" b="0" i="0" u="none" strike="noStrike" kern="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125000"/>
              </a:lnSpc>
              <a:spcBef>
                <a:spcPts val="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uLnTx/>
                <a:uFillTx/>
                <a:latin typeface="+mn-lt"/>
                <a:ea typeface="+mn-ea"/>
                <a:cs typeface="+mn-cs"/>
              </a:rPr>
              <a:t>grant </a:t>
            </a:r>
            <a:r>
              <a:rPr kumimoji="0" lang="en-US" altLang="zh-CN" sz="2000" b="0" i="0" u="none" strike="noStrike" kern="0" cap="none" spc="0" normalizeH="0" baseline="0" noProof="0" dirty="0">
                <a:ln>
                  <a:noFill/>
                </a:ln>
                <a:solidFill>
                  <a:schemeClr val="tx1"/>
                </a:solidFill>
                <a:effectLst/>
                <a:uLnTx/>
                <a:uFillTx/>
                <a:latin typeface="+mn-lt"/>
                <a:ea typeface="+mn-ea"/>
                <a:cs typeface="+mn-cs"/>
              </a:rPr>
              <a:t>SELECT  on </a:t>
            </a:r>
            <a:r>
              <a:rPr kumimoji="0" lang="en-US" altLang="zh-CN" sz="2000" b="0" i="0" u="none" strike="noStrike" kern="0" cap="none" spc="0" normalizeH="0" baseline="0" noProof="0" dirty="0" smtClean="0">
                <a:ln>
                  <a:noFill/>
                </a:ln>
                <a:solidFill>
                  <a:schemeClr val="tx1"/>
                </a:solidFill>
                <a:effectLst/>
                <a:uLnTx/>
                <a:uFillTx/>
                <a:latin typeface="+mn-lt"/>
                <a:ea typeface="+mn-ea"/>
                <a:cs typeface="+mn-cs"/>
              </a:rPr>
              <a:t>educ.sc </a:t>
            </a:r>
            <a:r>
              <a:rPr kumimoji="0" lang="en-US" altLang="zh-CN" sz="2000" b="0" i="0" u="none" strike="noStrike" kern="0" cap="none" spc="0" normalizeH="0" baseline="0" noProof="0" dirty="0">
                <a:ln>
                  <a:noFill/>
                </a:ln>
                <a:solidFill>
                  <a:schemeClr val="tx1"/>
                </a:solidFill>
                <a:effectLst/>
                <a:uLnTx/>
                <a:uFillTx/>
                <a:latin typeface="+mn-lt"/>
                <a:ea typeface="+mn-ea"/>
                <a:cs typeface="+mn-cs"/>
              </a:rPr>
              <a:t>to </a:t>
            </a:r>
            <a:r>
              <a:rPr kumimoji="0" lang="en-US" altLang="zh-CN" sz="2000" b="0" i="0" u="none" strike="noStrike" kern="0" cap="none" spc="0" normalizeH="0" baseline="0" noProof="0" dirty="0" smtClean="0">
                <a:ln>
                  <a:noFill/>
                </a:ln>
                <a:solidFill>
                  <a:schemeClr val="tx1"/>
                </a:solidFill>
                <a:effectLst/>
                <a:uLnTx/>
                <a:uFillTx/>
                <a:latin typeface="+mn-lt"/>
                <a:ea typeface="+mn-ea"/>
                <a:cs typeface="+mn-cs"/>
              </a:rPr>
              <a:t>u6</a:t>
            </a:r>
            <a:endParaRPr kumimoji="0" lang="en-US" altLang="zh-CN" sz="20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125000"/>
              </a:lnSpc>
              <a:spcBef>
                <a:spcPts val="0"/>
              </a:spcBef>
              <a:spcAft>
                <a:spcPct val="0"/>
              </a:spcAft>
              <a:buClr>
                <a:schemeClr val="hlink"/>
              </a:buClr>
              <a:buSzTx/>
              <a:buFont typeface="Wingdings" panose="05000000000000000000" pitchFamily="2" charset="2"/>
              <a:buNone/>
              <a:defRPr/>
            </a:pPr>
            <a:endParaRPr kumimoji="0" lang="en-US" altLang="zh-CN" sz="2000" b="0" i="0" u="none" strike="noStrike" kern="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125000"/>
              </a:lnSpc>
              <a:spcBef>
                <a:spcPts val="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uLnTx/>
                <a:uFillTx/>
                <a:latin typeface="+mn-lt"/>
                <a:ea typeface="+mn-ea"/>
                <a:cs typeface="+mn-cs"/>
              </a:rPr>
              <a:t>8.</a:t>
            </a:r>
            <a:r>
              <a:rPr kumimoji="0" lang="zh-CN" altLang="en-US" sz="2000" b="0" i="0" u="none" strike="noStrike" kern="0" cap="none" spc="0" normalizeH="0" baseline="0" noProof="0" dirty="0" smtClean="0">
                <a:ln>
                  <a:noFill/>
                </a:ln>
                <a:solidFill>
                  <a:schemeClr val="tx1"/>
                </a:solidFill>
                <a:effectLst/>
                <a:uLnTx/>
                <a:uFillTx/>
                <a:latin typeface="+mn-lt"/>
                <a:ea typeface="+mn-ea"/>
                <a:cs typeface="+mn-cs"/>
              </a:rPr>
              <a:t>回收上一题中的权限</a:t>
            </a:r>
            <a:endParaRPr kumimoji="0" lang="zh-CN" altLang="en-US" sz="2000" b="0" i="0" u="none" strike="noStrike" kern="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125000"/>
              </a:lnSpc>
              <a:spcBef>
                <a:spcPts val="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revoke </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SELECT  on educ.sc </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from u5</a:t>
            </a: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125000"/>
              </a:lnSpc>
              <a:spcBef>
                <a:spcPts val="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revoke </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SELECT  on educ.sc from </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u6</a:t>
            </a: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125000"/>
              </a:lnSpc>
              <a:spcBef>
                <a:spcPts val="0"/>
              </a:spcBef>
              <a:spcAft>
                <a:spcPct val="0"/>
              </a:spcAft>
              <a:buClr>
                <a:schemeClr val="hlink"/>
              </a:buClr>
              <a:buSzTx/>
              <a:buFont typeface="Wingdings" panose="05000000000000000000" pitchFamily="2" charset="2"/>
              <a:buNone/>
              <a:defRPr/>
            </a:pP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125000"/>
              </a:lnSpc>
              <a:spcBef>
                <a:spcPts val="0"/>
              </a:spcBef>
              <a:spcAft>
                <a:spcPct val="0"/>
              </a:spcAft>
              <a:buClr>
                <a:schemeClr val="hlink"/>
              </a:buClr>
              <a:buSzTx/>
              <a:buFont typeface="Wingdings" panose="05000000000000000000" pitchFamily="2" charset="2"/>
              <a:buNone/>
              <a:defRPr/>
            </a:pPr>
            <a:endParaRPr kumimoji="0" lang="en-US" altLang="zh-CN" sz="28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7">
                                            <p:txEl>
                                              <p:charRg st="0" end="8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867">
                                            <p:txEl>
                                              <p:charRg st="84" end="8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867">
                                            <p:txEl>
                                              <p:charRg st="89" end="13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867">
                                            <p:txEl>
                                              <p:charRg st="139" end="15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867">
                                            <p:txEl>
                                              <p:charRg st="152" end="18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6867">
                                            <p:txEl>
                                              <p:charRg st="184" end="19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867">
                                            <p:txEl>
                                              <p:charRg st="196" end="23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6867">
                                            <p:txEl>
                                              <p:charRg st="230" end="26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60418" name="Rectangle 2"/>
          <p:cNvSpPr>
            <a:spLocks noGrp="1"/>
          </p:cNvSpPr>
          <p:nvPr>
            <p:ph type="title"/>
          </p:nvPr>
        </p:nvSpPr>
        <p:spPr>
          <a:xfrm>
            <a:off x="642938" y="214313"/>
            <a:ext cx="7772400" cy="738187"/>
          </a:xfrm>
          <a:ln/>
        </p:spPr>
        <p:txBody>
          <a:bodyPr vert="horz" wrap="square" lIns="91440" tIns="45720" rIns="91440" bIns="45720" anchor="b" anchorCtr="0"/>
          <a:p>
            <a:pPr eaLnBrk="1" hangingPunct="1"/>
            <a:r>
              <a:rPr lang="zh-CN" altLang="en-US" dirty="0"/>
              <a:t>小结</a:t>
            </a:r>
            <a:r>
              <a:rPr lang="en-US" altLang="zh-CN" dirty="0"/>
              <a:t>:</a:t>
            </a:r>
            <a:r>
              <a:rPr lang="en-US" altLang="zh-CN" dirty="0">
                <a:latin typeface="宋体" panose="02010600030101010101" pitchFamily="2" charset="-122"/>
              </a:rPr>
              <a:t>SQL</a:t>
            </a:r>
            <a:r>
              <a:rPr lang="zh-CN" altLang="en-US" dirty="0">
                <a:latin typeface="宋体" panose="02010600030101010101" pitchFamily="2" charset="-122"/>
              </a:rPr>
              <a:t>灵活的授权机制</a:t>
            </a:r>
            <a:endParaRPr lang="zh-CN" altLang="en-US" dirty="0"/>
          </a:p>
        </p:txBody>
      </p:sp>
      <p:sp>
        <p:nvSpPr>
          <p:cNvPr id="60419" name="Rectangle 3"/>
          <p:cNvSpPr>
            <a:spLocks noGrp="1"/>
          </p:cNvSpPr>
          <p:nvPr>
            <p:ph idx="1"/>
          </p:nvPr>
        </p:nvSpPr>
        <p:spPr>
          <a:xfrm>
            <a:off x="827088" y="1690688"/>
            <a:ext cx="7772400" cy="4114800"/>
          </a:xfrm>
          <a:ln/>
        </p:spPr>
        <p:txBody>
          <a:bodyPr vert="horz" wrap="square" lIns="91440" tIns="45720" rIns="91440" bIns="45720" anchor="t" anchorCtr="0"/>
          <a:p>
            <a:pPr eaLnBrk="1" hangingPunct="1">
              <a:lnSpc>
                <a:spcPct val="150000"/>
              </a:lnSpc>
            </a:pPr>
            <a:r>
              <a:rPr lang="en-US" altLang="zh-CN" sz="2200" dirty="0"/>
              <a:t>DBA</a:t>
            </a:r>
            <a:r>
              <a:rPr lang="zh-CN" altLang="en-US" sz="2200" dirty="0"/>
              <a:t>：拥有所有对象的所有权限</a:t>
            </a:r>
            <a:endParaRPr lang="zh-CN" altLang="en-US" sz="2200" dirty="0"/>
          </a:p>
          <a:p>
            <a:pPr lvl="1" indent="-436245" eaLnBrk="1" hangingPunct="1">
              <a:lnSpc>
                <a:spcPct val="150000"/>
              </a:lnSpc>
            </a:pPr>
            <a:r>
              <a:rPr lang="zh-CN" altLang="en-US" sz="2000" dirty="0"/>
              <a:t>不同的权限授予不同的用户</a:t>
            </a:r>
            <a:endParaRPr lang="zh-CN" altLang="en-US" sz="2000" dirty="0"/>
          </a:p>
          <a:p>
            <a:pPr algn="just" eaLnBrk="1" hangingPunct="1">
              <a:lnSpc>
                <a:spcPct val="150000"/>
              </a:lnSpc>
            </a:pPr>
            <a:r>
              <a:rPr lang="zh-CN" altLang="en-US" sz="2200" dirty="0"/>
              <a:t>用户：拥有自己建立的对象的全部的操作权限</a:t>
            </a:r>
            <a:endParaRPr lang="zh-CN" altLang="en-US" sz="2200" dirty="0"/>
          </a:p>
          <a:p>
            <a:pPr lvl="1" indent="-436245" algn="just" eaLnBrk="1" hangingPunct="1">
              <a:lnSpc>
                <a:spcPct val="150000"/>
              </a:lnSpc>
            </a:pPr>
            <a:r>
              <a:rPr lang="en-US" altLang="zh-CN" sz="2000" dirty="0"/>
              <a:t>GRANT</a:t>
            </a:r>
            <a:r>
              <a:rPr lang="zh-CN" altLang="en-US" sz="2000" dirty="0"/>
              <a:t>：授予其他用户</a:t>
            </a:r>
            <a:endParaRPr lang="zh-CN" altLang="en-US" sz="2000" dirty="0"/>
          </a:p>
          <a:p>
            <a:pPr algn="just" eaLnBrk="1" hangingPunct="1">
              <a:lnSpc>
                <a:spcPct val="150000"/>
              </a:lnSpc>
            </a:pPr>
            <a:r>
              <a:rPr lang="zh-CN" altLang="en-US" sz="2200" dirty="0"/>
              <a:t>被授权的用户</a:t>
            </a:r>
            <a:endParaRPr lang="zh-CN" altLang="en-US" sz="2200" dirty="0"/>
          </a:p>
          <a:p>
            <a:pPr lvl="1" indent="-436245" algn="just" eaLnBrk="1" hangingPunct="1">
              <a:lnSpc>
                <a:spcPct val="150000"/>
              </a:lnSpc>
            </a:pPr>
            <a:r>
              <a:rPr lang="zh-CN" altLang="en-US" sz="2000" dirty="0"/>
              <a:t>“继续授权”许可：再授予</a:t>
            </a:r>
            <a:endParaRPr lang="zh-CN" altLang="en-US" sz="2000" dirty="0"/>
          </a:p>
          <a:p>
            <a:pPr eaLnBrk="1" hangingPunct="1">
              <a:lnSpc>
                <a:spcPct val="150000"/>
              </a:lnSpc>
            </a:pPr>
            <a:r>
              <a:rPr lang="zh-CN" altLang="en-US" sz="2200" dirty="0"/>
              <a:t>所有授予出去的权力在必要时又都可用</a:t>
            </a:r>
            <a:r>
              <a:rPr lang="en-US" altLang="zh-CN" sz="2200" dirty="0"/>
              <a:t>REVOKE</a:t>
            </a:r>
            <a:r>
              <a:rPr lang="zh-CN" altLang="en-US" sz="2200" dirty="0"/>
              <a:t>语句收回</a:t>
            </a:r>
            <a:endParaRPr lang="zh-CN" altLang="en-US" sz="2200" dirty="0"/>
          </a:p>
        </p:txBody>
      </p:sp>
    </p:spTree>
  </p:cSld>
  <p:clrMapOvr>
    <a:masterClrMapping/>
  </p:clrMapOvr>
  <p:transition advClick="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62466" name="Rectangle 2"/>
          <p:cNvSpPr>
            <a:spLocks noGrp="1"/>
          </p:cNvSpPr>
          <p:nvPr>
            <p:ph type="title"/>
          </p:nvPr>
        </p:nvSpPr>
        <p:spPr>
          <a:ln/>
        </p:spPr>
        <p:txBody>
          <a:bodyPr vert="horz" wrap="square" lIns="91440" tIns="45720" rIns="91440" bIns="45720" anchor="b" anchorCtr="0"/>
          <a:p>
            <a:pPr eaLnBrk="1" hangingPunct="1"/>
            <a:r>
              <a:rPr lang="en-US" altLang="zh-CN" dirty="0"/>
              <a:t>4.2  </a:t>
            </a:r>
            <a:r>
              <a:rPr lang="zh-CN" altLang="en-US" dirty="0"/>
              <a:t>数据库安全性控制</a:t>
            </a:r>
            <a:endParaRPr lang="zh-CN" altLang="en-US" dirty="0"/>
          </a:p>
        </p:txBody>
      </p:sp>
      <p:sp>
        <p:nvSpPr>
          <p:cNvPr id="62467" name="Rectangle 3"/>
          <p:cNvSpPr>
            <a:spLocks noGrp="1"/>
          </p:cNvSpPr>
          <p:nvPr>
            <p:ph idx="1"/>
          </p:nvPr>
        </p:nvSpPr>
        <p:spPr>
          <a:xfrm>
            <a:off x="500063" y="1285875"/>
            <a:ext cx="8229600" cy="4495800"/>
          </a:xfrm>
          <a:ln/>
        </p:spPr>
        <p:txBody>
          <a:bodyPr vert="horz" wrap="square" lIns="91440" tIns="45720" rIns="91440" bIns="45720" anchor="t" anchorCtr="0"/>
          <a:p>
            <a:pPr eaLnBrk="1" hangingPunct="1">
              <a:lnSpc>
                <a:spcPct val="160000"/>
              </a:lnSpc>
              <a:buNone/>
            </a:pPr>
            <a:r>
              <a:rPr lang="en-US" altLang="zh-CN" sz="2400" b="1" dirty="0"/>
              <a:t>4.2.1 </a:t>
            </a:r>
            <a:r>
              <a:rPr lang="zh-CN" altLang="en-US" sz="2400" b="1" dirty="0"/>
              <a:t>用户标识与鉴别</a:t>
            </a:r>
            <a:endParaRPr lang="zh-CN" altLang="en-US" sz="2400" b="1" dirty="0"/>
          </a:p>
          <a:p>
            <a:pPr eaLnBrk="1" hangingPunct="1">
              <a:lnSpc>
                <a:spcPct val="160000"/>
              </a:lnSpc>
              <a:buNone/>
            </a:pPr>
            <a:r>
              <a:rPr lang="en-US" altLang="zh-CN" sz="2400" b="1" dirty="0"/>
              <a:t>4.2.2 </a:t>
            </a:r>
            <a:r>
              <a:rPr lang="zh-CN" altLang="en-US" sz="2400" b="1" dirty="0"/>
              <a:t>存取控制</a:t>
            </a:r>
            <a:endParaRPr lang="zh-CN" altLang="en-US" sz="2400" b="1" dirty="0"/>
          </a:p>
          <a:p>
            <a:pPr eaLnBrk="1" hangingPunct="1">
              <a:lnSpc>
                <a:spcPct val="160000"/>
              </a:lnSpc>
              <a:buNone/>
            </a:pPr>
            <a:r>
              <a:rPr lang="en-US" altLang="zh-CN" sz="2400" b="1" dirty="0"/>
              <a:t>4.2.3 </a:t>
            </a:r>
            <a:r>
              <a:rPr lang="zh-CN" altLang="en-US" sz="2400" b="1" dirty="0"/>
              <a:t>自主存取控制方法</a:t>
            </a:r>
            <a:endParaRPr lang="zh-CN" altLang="en-US" sz="2400" b="1" dirty="0"/>
          </a:p>
          <a:p>
            <a:pPr eaLnBrk="1" hangingPunct="1">
              <a:lnSpc>
                <a:spcPct val="160000"/>
              </a:lnSpc>
              <a:buNone/>
            </a:pPr>
            <a:r>
              <a:rPr lang="en-US" altLang="zh-CN" sz="2400" b="1" dirty="0"/>
              <a:t>4.2.4 </a:t>
            </a:r>
            <a:r>
              <a:rPr lang="zh-CN" altLang="en-US" sz="2400" b="1" dirty="0"/>
              <a:t>授权与回收</a:t>
            </a:r>
            <a:endParaRPr lang="zh-CN" altLang="en-US" sz="2400" b="1" dirty="0"/>
          </a:p>
          <a:p>
            <a:pPr eaLnBrk="1" hangingPunct="1">
              <a:lnSpc>
                <a:spcPct val="160000"/>
              </a:lnSpc>
              <a:buNone/>
            </a:pPr>
            <a:r>
              <a:rPr lang="en-US" altLang="zh-CN" sz="2400" b="1" dirty="0">
                <a:solidFill>
                  <a:srgbClr val="3333FF"/>
                </a:solidFill>
              </a:rPr>
              <a:t>4.2.5 </a:t>
            </a:r>
            <a:r>
              <a:rPr lang="zh-CN" altLang="en-US" sz="2400" b="1" dirty="0">
                <a:solidFill>
                  <a:srgbClr val="3333FF"/>
                </a:solidFill>
              </a:rPr>
              <a:t>数据库角色</a:t>
            </a:r>
            <a:endParaRPr lang="zh-CN" altLang="en-US" sz="2400" b="1" dirty="0">
              <a:solidFill>
                <a:srgbClr val="3333FF"/>
              </a:solidFill>
            </a:endParaRPr>
          </a:p>
          <a:p>
            <a:pPr eaLnBrk="1" hangingPunct="1">
              <a:lnSpc>
                <a:spcPct val="160000"/>
              </a:lnSpc>
              <a:buNone/>
            </a:pPr>
            <a:r>
              <a:rPr lang="en-US" altLang="zh-CN" sz="2400" b="1" dirty="0"/>
              <a:t>4.2.6 </a:t>
            </a:r>
            <a:r>
              <a:rPr lang="zh-CN" altLang="en-US" sz="2400" b="1" dirty="0"/>
              <a:t>强制存取控制方法</a:t>
            </a:r>
            <a:endParaRPr lang="zh-CN" altLang="en-US" sz="2400" b="1" dirty="0"/>
          </a:p>
        </p:txBody>
      </p:sp>
    </p:spTree>
  </p:cSld>
  <p:clrMapOvr>
    <a:masterClrMapping/>
  </p:clrMapOvr>
  <p:transition advClick="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64514" name="Rectangle 2"/>
          <p:cNvSpPr>
            <a:spLocks noGrp="1"/>
          </p:cNvSpPr>
          <p:nvPr>
            <p:ph type="title"/>
          </p:nvPr>
        </p:nvSpPr>
        <p:spPr>
          <a:ln/>
        </p:spPr>
        <p:txBody>
          <a:bodyPr vert="horz" wrap="square" lIns="91440" tIns="45720" rIns="91440" bIns="45720" anchor="b" anchorCtr="0"/>
          <a:p>
            <a:pPr eaLnBrk="1" hangingPunct="1"/>
            <a:r>
              <a:rPr lang="en-US" altLang="zh-CN" dirty="0"/>
              <a:t>4.2.5 </a:t>
            </a:r>
            <a:r>
              <a:rPr lang="zh-CN" altLang="en-US" dirty="0"/>
              <a:t>数据库角色</a:t>
            </a:r>
            <a:endParaRPr lang="zh-CN" altLang="en-US" dirty="0"/>
          </a:p>
        </p:txBody>
      </p:sp>
      <p:sp>
        <p:nvSpPr>
          <p:cNvPr id="64515" name="Rectangle 3"/>
          <p:cNvSpPr>
            <a:spLocks noGrp="1"/>
          </p:cNvSpPr>
          <p:nvPr>
            <p:ph idx="1"/>
          </p:nvPr>
        </p:nvSpPr>
        <p:spPr>
          <a:xfrm>
            <a:off x="285750" y="999490"/>
            <a:ext cx="8281988" cy="5165725"/>
          </a:xfrm>
          <a:ln/>
        </p:spPr>
        <p:txBody>
          <a:bodyPr vert="horz" wrap="square" lIns="91440" tIns="45720" rIns="91440" bIns="45720" anchor="t" anchorCtr="0"/>
          <a:p>
            <a:pPr eaLnBrk="1" hangingPunct="1">
              <a:lnSpc>
                <a:spcPct val="150000"/>
              </a:lnSpc>
            </a:pPr>
            <a:r>
              <a:rPr lang="zh-CN" altLang="en-US" dirty="0"/>
              <a:t>数据库角色：被命名的一组与数据库操作相关的权限</a:t>
            </a:r>
            <a:endParaRPr lang="zh-CN" altLang="en-US" dirty="0"/>
          </a:p>
          <a:p>
            <a:pPr lvl="1" indent="-436245" eaLnBrk="1" hangingPunct="1">
              <a:lnSpc>
                <a:spcPct val="200000"/>
              </a:lnSpc>
            </a:pPr>
            <a:r>
              <a:rPr lang="zh-CN" altLang="en-US" dirty="0"/>
              <a:t>角色是</a:t>
            </a:r>
            <a:r>
              <a:rPr lang="zh-CN" altLang="en-US" b="1" dirty="0">
                <a:solidFill>
                  <a:srgbClr val="FF0000"/>
                </a:solidFill>
              </a:rPr>
              <a:t>权限的集合 </a:t>
            </a:r>
            <a:endParaRPr lang="zh-CN" altLang="en-US" b="1" dirty="0">
              <a:solidFill>
                <a:srgbClr val="FF0000"/>
              </a:solidFill>
            </a:endParaRPr>
          </a:p>
          <a:p>
            <a:pPr lvl="1" indent="-436245" eaLnBrk="1" hangingPunct="1">
              <a:lnSpc>
                <a:spcPct val="200000"/>
              </a:lnSpc>
            </a:pPr>
            <a:r>
              <a:rPr lang="zh-CN" altLang="en-US" dirty="0"/>
              <a:t>可以为一组具有相同权限的用户创建一个角色</a:t>
            </a:r>
            <a:endParaRPr lang="zh-CN" altLang="en-US" dirty="0"/>
          </a:p>
          <a:p>
            <a:pPr lvl="1" indent="-436245" eaLnBrk="1" hangingPunct="1">
              <a:lnSpc>
                <a:spcPct val="200000"/>
              </a:lnSpc>
            </a:pPr>
            <a:r>
              <a:rPr lang="zh-CN" altLang="en-US" dirty="0"/>
              <a:t>简化授权的过程</a:t>
            </a:r>
            <a:endParaRPr lang="en-US" altLang="zh-CN" dirty="0"/>
          </a:p>
          <a:p>
            <a:pPr lvl="1" indent="-436245" eaLnBrk="1" hangingPunct="1">
              <a:lnSpc>
                <a:spcPct val="200000"/>
              </a:lnSpc>
            </a:pPr>
            <a:r>
              <a:rPr lang="en-US" altLang="zh-CN" dirty="0"/>
              <a:t>MySQL</a:t>
            </a:r>
            <a:r>
              <a:rPr lang="zh-CN" altLang="en-US" dirty="0"/>
              <a:t>中低版本不支持角色</a:t>
            </a:r>
            <a:endParaRPr lang="zh-CN" altLang="en-US" dirty="0"/>
          </a:p>
        </p:txBody>
      </p:sp>
    </p:spTree>
  </p:cSld>
  <p:clrMapOvr>
    <a:masterClrMapping/>
  </p:clrMapOvr>
  <p:transition advClick="0"/>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66562" name="Rectangle 2"/>
          <p:cNvSpPr>
            <a:spLocks noGrp="1"/>
          </p:cNvSpPr>
          <p:nvPr>
            <p:ph type="title"/>
          </p:nvPr>
        </p:nvSpPr>
        <p:spPr>
          <a:ln/>
        </p:spPr>
        <p:txBody>
          <a:bodyPr vert="horz" wrap="square" lIns="91440" tIns="45720" rIns="91440" bIns="45720" anchor="b" anchorCtr="0"/>
          <a:p>
            <a:pPr eaLnBrk="1" hangingPunct="1"/>
            <a:r>
              <a:rPr lang="zh-CN" altLang="en-US" dirty="0"/>
              <a:t>数据库角色（续）</a:t>
            </a:r>
            <a:endParaRPr lang="zh-CN" altLang="en-US" dirty="0"/>
          </a:p>
        </p:txBody>
      </p:sp>
      <p:sp>
        <p:nvSpPr>
          <p:cNvPr id="66563" name="Rectangle 3"/>
          <p:cNvSpPr>
            <a:spLocks noGrp="1"/>
          </p:cNvSpPr>
          <p:nvPr>
            <p:ph idx="1"/>
          </p:nvPr>
        </p:nvSpPr>
        <p:spPr>
          <a:xfrm>
            <a:off x="428625" y="1285875"/>
            <a:ext cx="8424863" cy="720725"/>
          </a:xfrm>
          <a:ln/>
        </p:spPr>
        <p:txBody>
          <a:bodyPr vert="horz" wrap="square" lIns="91440" tIns="45720" rIns="91440" bIns="45720" anchor="t" anchorCtr="0"/>
          <a:p>
            <a:pPr lvl="1" indent="-436245" eaLnBrk="1" hangingPunct="1">
              <a:lnSpc>
                <a:spcPct val="120000"/>
              </a:lnSpc>
              <a:buNone/>
            </a:pPr>
            <a:r>
              <a:rPr lang="en-US" altLang="zh-CN" sz="2600" dirty="0"/>
              <a:t>[</a:t>
            </a:r>
            <a:r>
              <a:rPr lang="zh-CN" altLang="en-US" sz="2600" dirty="0"/>
              <a:t>例</a:t>
            </a:r>
            <a:r>
              <a:rPr lang="en-US" altLang="zh-CN" sz="2600" dirty="0"/>
              <a:t>]</a:t>
            </a:r>
            <a:r>
              <a:rPr lang="zh-CN" altLang="en-US" sz="2600" dirty="0"/>
              <a:t>　通过角色来实现将一组权限授予一个用户。</a:t>
            </a:r>
            <a:endParaRPr lang="zh-CN" altLang="en-US" sz="2600" dirty="0"/>
          </a:p>
        </p:txBody>
      </p:sp>
      <p:sp>
        <p:nvSpPr>
          <p:cNvPr id="518148" name="Rectangle 4"/>
          <p:cNvSpPr/>
          <p:nvPr/>
        </p:nvSpPr>
        <p:spPr>
          <a:xfrm>
            <a:off x="428625" y="1928813"/>
            <a:ext cx="8424863" cy="4214812"/>
          </a:xfrm>
          <a:prstGeom prst="rect">
            <a:avLst/>
          </a:prstGeom>
          <a:noFill/>
          <a:ln w="9525">
            <a:noFill/>
          </a:ln>
        </p:spPr>
        <p:txBody>
          <a:bodyPr anchor="t" anchorCtr="0"/>
          <a:p>
            <a:pPr marL="742950" lvl="1" indent="-285750" eaLnBrk="0" hangingPunct="0">
              <a:lnSpc>
                <a:spcPct val="120000"/>
              </a:lnSpc>
              <a:spcBef>
                <a:spcPct val="20000"/>
              </a:spcBef>
              <a:buClr>
                <a:schemeClr val="accent1"/>
              </a:buClr>
              <a:buFont typeface="Wingdings" panose="05000000000000000000" pitchFamily="2" charset="2"/>
            </a:pPr>
            <a:r>
              <a:rPr lang="zh-CN" altLang="en-US" sz="2200" dirty="0">
                <a:latin typeface="Arial" panose="020B0604020202020204" pitchFamily="34" charset="0"/>
                <a:ea typeface="宋体" panose="02010600030101010101" pitchFamily="2" charset="-122"/>
              </a:rPr>
              <a:t>步骤如下：</a:t>
            </a:r>
            <a:endParaRPr lang="zh-CN" altLang="en-US" sz="2200" dirty="0">
              <a:latin typeface="Arial" panose="020B0604020202020204" pitchFamily="34" charset="0"/>
              <a:ea typeface="宋体" panose="02010600030101010101" pitchFamily="2" charset="-122"/>
            </a:endParaRPr>
          </a:p>
          <a:p>
            <a:pPr marL="742950" lvl="1" indent="-285750" eaLnBrk="0" hangingPunct="0">
              <a:lnSpc>
                <a:spcPct val="120000"/>
              </a:lnSpc>
              <a:spcBef>
                <a:spcPct val="20000"/>
              </a:spcBef>
              <a:buClr>
                <a:schemeClr val="accent1"/>
              </a:buClr>
              <a:buFont typeface="Wingdings" panose="05000000000000000000" pitchFamily="2" charset="2"/>
            </a:pPr>
            <a:r>
              <a:rPr lang="en-US" altLang="zh-CN" sz="2200" dirty="0">
                <a:latin typeface="Arial" panose="020B0604020202020204" pitchFamily="34" charset="0"/>
                <a:ea typeface="宋体" panose="02010600030101010101" pitchFamily="2" charset="-122"/>
              </a:rPr>
              <a:t>1. </a:t>
            </a:r>
            <a:r>
              <a:rPr lang="zh-CN" altLang="en-US" sz="2200" dirty="0">
                <a:latin typeface="Arial" panose="020B0604020202020204" pitchFamily="34" charset="0"/>
                <a:ea typeface="宋体" panose="02010600030101010101" pitchFamily="2" charset="-122"/>
              </a:rPr>
              <a:t>首先创建一个角色 </a:t>
            </a:r>
            <a:r>
              <a:rPr lang="en-US" altLang="zh-CN" sz="2200" dirty="0">
                <a:latin typeface="Arial" panose="020B0604020202020204" pitchFamily="34" charset="0"/>
                <a:ea typeface="宋体" panose="02010600030101010101" pitchFamily="2" charset="-122"/>
              </a:rPr>
              <a:t>R1</a:t>
            </a:r>
            <a:endParaRPr lang="en-US" altLang="zh-CN" sz="2200" dirty="0">
              <a:latin typeface="Arial" panose="020B0604020202020204" pitchFamily="34" charset="0"/>
              <a:ea typeface="宋体" panose="02010600030101010101" pitchFamily="2" charset="-122"/>
            </a:endParaRPr>
          </a:p>
          <a:p>
            <a:pPr marL="742950" lvl="1" indent="-285750" eaLnBrk="0" hangingPunct="0">
              <a:lnSpc>
                <a:spcPct val="120000"/>
              </a:lnSpc>
              <a:spcBef>
                <a:spcPct val="20000"/>
              </a:spcBef>
              <a:buClr>
                <a:schemeClr val="accent1"/>
              </a:buClr>
              <a:buFont typeface="Wingdings" panose="05000000000000000000" pitchFamily="2" charset="2"/>
            </a:pPr>
            <a:r>
              <a:rPr lang="en-US" altLang="zh-CN" sz="2200" dirty="0">
                <a:latin typeface="Arial" panose="020B0604020202020204" pitchFamily="34" charset="0"/>
                <a:ea typeface="宋体" panose="02010600030101010101" pitchFamily="2" charset="-122"/>
              </a:rPr>
              <a:t>   CREATE  ROLE  ‘R1’;</a:t>
            </a:r>
            <a:endParaRPr lang="zh-CN" altLang="en-US" sz="2200" dirty="0">
              <a:latin typeface="Arial" panose="020B0604020202020204" pitchFamily="34" charset="0"/>
              <a:ea typeface="宋体" panose="02010600030101010101" pitchFamily="2" charset="-122"/>
            </a:endParaRPr>
          </a:p>
          <a:p>
            <a:pPr marL="742950" lvl="1" indent="-285750" eaLnBrk="0" hangingPunct="0">
              <a:lnSpc>
                <a:spcPct val="120000"/>
              </a:lnSpc>
              <a:spcBef>
                <a:spcPct val="20000"/>
              </a:spcBef>
              <a:buClr>
                <a:schemeClr val="accent1"/>
              </a:buClr>
              <a:buFont typeface="Wingdings" panose="05000000000000000000" pitchFamily="2" charset="2"/>
            </a:pPr>
            <a:r>
              <a:rPr lang="en-US" altLang="zh-CN" sz="2200" dirty="0">
                <a:latin typeface="Arial" panose="020B0604020202020204" pitchFamily="34" charset="0"/>
                <a:ea typeface="宋体" panose="02010600030101010101" pitchFamily="2" charset="-122"/>
              </a:rPr>
              <a:t>2. </a:t>
            </a:r>
            <a:r>
              <a:rPr lang="zh-CN" altLang="en-US" sz="2200" dirty="0">
                <a:latin typeface="Arial" panose="020B0604020202020204" pitchFamily="34" charset="0"/>
                <a:ea typeface="宋体" panose="02010600030101010101" pitchFamily="2" charset="-122"/>
              </a:rPr>
              <a:t>然后使用</a:t>
            </a:r>
            <a:r>
              <a:rPr lang="en-US" altLang="zh-CN" sz="2200" dirty="0">
                <a:latin typeface="Arial" panose="020B0604020202020204" pitchFamily="34" charset="0"/>
                <a:ea typeface="宋体" panose="02010600030101010101" pitchFamily="2" charset="-122"/>
              </a:rPr>
              <a:t>GRANT</a:t>
            </a:r>
            <a:r>
              <a:rPr lang="zh-CN" altLang="en-US" sz="2200" dirty="0">
                <a:latin typeface="Arial" panose="020B0604020202020204" pitchFamily="34" charset="0"/>
                <a:ea typeface="宋体" panose="02010600030101010101" pitchFamily="2" charset="-122"/>
              </a:rPr>
              <a:t>语句，使角色</a:t>
            </a:r>
            <a:r>
              <a:rPr lang="en-US" altLang="zh-CN" sz="2200" dirty="0">
                <a:latin typeface="Arial" panose="020B0604020202020204" pitchFamily="34" charset="0"/>
                <a:ea typeface="宋体" panose="02010600030101010101" pitchFamily="2" charset="-122"/>
              </a:rPr>
              <a:t>R1</a:t>
            </a:r>
            <a:r>
              <a:rPr lang="zh-CN" altLang="en-US" sz="2200" dirty="0">
                <a:latin typeface="Arial" panose="020B0604020202020204" pitchFamily="34" charset="0"/>
                <a:ea typeface="宋体" panose="02010600030101010101" pitchFamily="2" charset="-122"/>
              </a:rPr>
              <a:t>拥有</a:t>
            </a:r>
            <a:r>
              <a:rPr lang="en-US" altLang="zh-CN" sz="2200" dirty="0">
                <a:latin typeface="Arial" panose="020B0604020202020204" pitchFamily="34" charset="0"/>
                <a:ea typeface="宋体" panose="02010600030101010101" pitchFamily="2" charset="-122"/>
              </a:rPr>
              <a:t>Student</a:t>
            </a:r>
            <a:r>
              <a:rPr lang="zh-CN" altLang="en-US" sz="2200" dirty="0">
                <a:latin typeface="Arial" panose="020B0604020202020204" pitchFamily="34" charset="0"/>
                <a:ea typeface="宋体" panose="02010600030101010101" pitchFamily="2" charset="-122"/>
              </a:rPr>
              <a:t>表的</a:t>
            </a:r>
            <a:r>
              <a:rPr lang="en-US" altLang="zh-CN" sz="2200" dirty="0">
                <a:latin typeface="Arial" panose="020B0604020202020204" pitchFamily="34" charset="0"/>
                <a:ea typeface="宋体" panose="02010600030101010101" pitchFamily="2" charset="-122"/>
              </a:rPr>
              <a:t>SELECT</a:t>
            </a:r>
            <a:r>
              <a:rPr lang="zh-CN" altLang="en-US" sz="2200" dirty="0">
                <a:latin typeface="Arial" panose="020B0604020202020204" pitchFamily="34" charset="0"/>
                <a:ea typeface="宋体" panose="02010600030101010101" pitchFamily="2" charset="-122"/>
              </a:rPr>
              <a:t>、</a:t>
            </a:r>
            <a:r>
              <a:rPr lang="en-US" altLang="zh-CN" sz="2200" dirty="0">
                <a:latin typeface="Arial" panose="020B0604020202020204" pitchFamily="34" charset="0"/>
                <a:ea typeface="宋体" panose="02010600030101010101" pitchFamily="2" charset="-122"/>
              </a:rPr>
              <a:t>INSERT</a:t>
            </a:r>
            <a:r>
              <a:rPr lang="zh-CN" altLang="en-US" sz="2200" dirty="0">
                <a:latin typeface="Arial" panose="020B0604020202020204" pitchFamily="34" charset="0"/>
                <a:ea typeface="宋体" panose="02010600030101010101" pitchFamily="2" charset="-122"/>
              </a:rPr>
              <a:t>权限</a:t>
            </a:r>
            <a:endParaRPr lang="zh-CN" altLang="en-US" sz="2200" dirty="0">
              <a:latin typeface="Arial" panose="020B0604020202020204" pitchFamily="34" charset="0"/>
              <a:ea typeface="宋体" panose="02010600030101010101" pitchFamily="2" charset="-122"/>
            </a:endParaRPr>
          </a:p>
          <a:p>
            <a:pPr marL="742950" lvl="1" indent="-285750" eaLnBrk="0" hangingPunct="0">
              <a:lnSpc>
                <a:spcPct val="210000"/>
              </a:lnSpc>
              <a:spcBef>
                <a:spcPts val="100"/>
              </a:spcBef>
              <a:buClr>
                <a:schemeClr val="accent1"/>
              </a:buClr>
              <a:buFont typeface="Wingdings" panose="05000000000000000000" pitchFamily="2" charset="2"/>
            </a:pPr>
            <a:r>
              <a:rPr lang="zh-CN" altLang="en-US" sz="2200" dirty="0">
                <a:latin typeface="Arial" panose="020B0604020202020204" pitchFamily="34" charset="0"/>
                <a:ea typeface="宋体" panose="02010600030101010101" pitchFamily="2" charset="-122"/>
              </a:rPr>
              <a:t>    </a:t>
            </a:r>
            <a:r>
              <a:rPr lang="en-US" altLang="zh-CN" sz="2200" dirty="0">
                <a:latin typeface="Arial" panose="020B0604020202020204" pitchFamily="34" charset="0"/>
                <a:ea typeface="宋体" panose="02010600030101010101" pitchFamily="2" charset="-122"/>
              </a:rPr>
              <a:t>GRANT SELECT,INSERT </a:t>
            </a:r>
            <a:endParaRPr lang="en-US" altLang="zh-CN" sz="2200" dirty="0">
              <a:latin typeface="Arial" panose="020B0604020202020204" pitchFamily="34" charset="0"/>
              <a:ea typeface="宋体" panose="02010600030101010101" pitchFamily="2" charset="-122"/>
            </a:endParaRPr>
          </a:p>
          <a:p>
            <a:pPr marL="742950" lvl="1" indent="-285750" eaLnBrk="0" hangingPunct="0">
              <a:lnSpc>
                <a:spcPct val="120000"/>
              </a:lnSpc>
              <a:spcBef>
                <a:spcPts val="100"/>
              </a:spcBef>
              <a:buClr>
                <a:schemeClr val="accent1"/>
              </a:buClr>
              <a:buFont typeface="Wingdings" panose="05000000000000000000" pitchFamily="2" charset="2"/>
            </a:pPr>
            <a:r>
              <a:rPr lang="en-US" altLang="zh-CN" sz="2200" dirty="0">
                <a:latin typeface="Arial" panose="020B0604020202020204" pitchFamily="34" charset="0"/>
                <a:ea typeface="宋体" panose="02010600030101010101" pitchFamily="2" charset="-122"/>
              </a:rPr>
              <a:t>    ON EDUC.student    TO ‘R1’;</a:t>
            </a:r>
            <a:endParaRPr lang="en-US" altLang="zh-CN" sz="2200" dirty="0">
              <a:latin typeface="Arial" panose="020B0604020202020204" pitchFamily="34" charset="0"/>
              <a:ea typeface="宋体" panose="02010600030101010101" pitchFamily="2" charset="-122"/>
            </a:endParaRPr>
          </a:p>
          <a:p>
            <a:pPr marL="742950" lvl="1" indent="-285750" eaLnBrk="0" hangingPunct="0">
              <a:lnSpc>
                <a:spcPct val="120000"/>
              </a:lnSpc>
              <a:spcBef>
                <a:spcPts val="100"/>
              </a:spcBef>
              <a:buClr>
                <a:schemeClr val="accent1"/>
              </a:buClr>
            </a:pPr>
            <a:r>
              <a:rPr lang="zh-CN" altLang="en-US" sz="2400" b="1" dirty="0">
                <a:latin typeface="Verdana" panose="020B0604030504040204" pitchFamily="34" charset="0"/>
                <a:ea typeface="宋体" panose="02010600030101010101" pitchFamily="2" charset="-122"/>
              </a:rPr>
              <a:t>显示权限：</a:t>
            </a:r>
            <a:r>
              <a:rPr lang="en-US" altLang="zh-CN" sz="2400" b="1" dirty="0">
                <a:latin typeface="Verdana" panose="020B0604030504040204" pitchFamily="34" charset="0"/>
                <a:ea typeface="宋体" panose="02010600030101010101" pitchFamily="2" charset="-122"/>
              </a:rPr>
              <a:t>SHOW</a:t>
            </a:r>
            <a:r>
              <a:rPr lang="en-US" altLang="zh-CN" sz="2400" dirty="0">
                <a:latin typeface="Verdana" panose="020B0604030504040204" pitchFamily="34" charset="0"/>
                <a:ea typeface="宋体" panose="02010600030101010101" pitchFamily="2" charset="-122"/>
              </a:rPr>
              <a:t> </a:t>
            </a:r>
            <a:r>
              <a:rPr lang="en-US" altLang="zh-CN" sz="2400" b="1" dirty="0">
                <a:latin typeface="Verdana" panose="020B0604030504040204" pitchFamily="34" charset="0"/>
                <a:ea typeface="宋体" panose="02010600030101010101" pitchFamily="2" charset="-122"/>
              </a:rPr>
              <a:t>GRANTS</a:t>
            </a:r>
            <a:r>
              <a:rPr lang="en-US" altLang="zh-CN" sz="2400" dirty="0">
                <a:latin typeface="Verdana" panose="020B0604030504040204" pitchFamily="34" charset="0"/>
                <a:ea typeface="宋体" panose="02010600030101010101" pitchFamily="2" charset="-122"/>
              </a:rPr>
              <a:t> </a:t>
            </a:r>
            <a:r>
              <a:rPr lang="en-US" altLang="zh-CN" sz="2400" b="1" dirty="0">
                <a:latin typeface="Verdana" panose="020B0604030504040204" pitchFamily="34" charset="0"/>
                <a:ea typeface="宋体" panose="02010600030101010101" pitchFamily="2" charset="-122"/>
              </a:rPr>
              <a:t>FOR</a:t>
            </a:r>
            <a:r>
              <a:rPr lang="en-US" altLang="zh-CN" sz="2400" dirty="0">
                <a:latin typeface="Verdana" panose="020B0604030504040204" pitchFamily="34" charset="0"/>
                <a:ea typeface="宋体" panose="02010600030101010101" pitchFamily="2" charset="-122"/>
              </a:rPr>
              <a:t> R1</a:t>
            </a:r>
            <a:endParaRPr lang="en-US" altLang="zh-CN" sz="2400" dirty="0">
              <a:latin typeface="Verdana" panose="020B0604030504040204" pitchFamily="34" charset="0"/>
              <a:ea typeface="宋体" panose="02010600030101010101" pitchFamily="2" charset="-122"/>
            </a:endParaRPr>
          </a:p>
          <a:p>
            <a:pPr marL="742950" lvl="1" indent="-285750" eaLnBrk="0" hangingPunct="0">
              <a:lnSpc>
                <a:spcPct val="120000"/>
              </a:lnSpc>
              <a:spcBef>
                <a:spcPts val="100"/>
              </a:spcBef>
              <a:buClr>
                <a:schemeClr val="accent1"/>
              </a:buClr>
              <a:buFont typeface="Wingdings" panose="05000000000000000000" pitchFamily="2" charset="2"/>
            </a:pPr>
            <a:endParaRPr lang="zh-CN" altLang="en-US" sz="2200" dirty="0">
              <a:latin typeface="Arial" panose="020B060402020202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8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14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68610" name="Rectangle 2"/>
          <p:cNvSpPr>
            <a:spLocks noGrp="1"/>
          </p:cNvSpPr>
          <p:nvPr>
            <p:ph type="title"/>
          </p:nvPr>
        </p:nvSpPr>
        <p:spPr>
          <a:ln/>
        </p:spPr>
        <p:txBody>
          <a:bodyPr vert="horz" wrap="square" lIns="91440" tIns="45720" rIns="91440" bIns="45720" anchor="b" anchorCtr="0"/>
          <a:p>
            <a:pPr eaLnBrk="1" hangingPunct="1"/>
            <a:r>
              <a:rPr lang="zh-CN" altLang="en-US" dirty="0"/>
              <a:t>数据库角色（续）</a:t>
            </a:r>
            <a:endParaRPr lang="zh-CN" altLang="en-US" dirty="0"/>
          </a:p>
        </p:txBody>
      </p:sp>
      <p:sp>
        <p:nvSpPr>
          <p:cNvPr id="68611" name="Rectangle 3"/>
          <p:cNvSpPr>
            <a:spLocks noGrp="1"/>
          </p:cNvSpPr>
          <p:nvPr>
            <p:ph idx="1"/>
          </p:nvPr>
        </p:nvSpPr>
        <p:spPr>
          <a:xfrm>
            <a:off x="428625" y="1428750"/>
            <a:ext cx="8362950" cy="4495800"/>
          </a:xfrm>
          <a:ln/>
        </p:spPr>
        <p:txBody>
          <a:bodyPr vert="horz" wrap="square" lIns="91440" tIns="45720" rIns="91440" bIns="45720" anchor="t" anchorCtr="0"/>
          <a:p>
            <a:pPr lvl="1" indent="-436245" eaLnBrk="1" hangingPunct="1">
              <a:lnSpc>
                <a:spcPct val="130000"/>
              </a:lnSpc>
              <a:buNone/>
            </a:pPr>
            <a:r>
              <a:rPr lang="en-US" altLang="zh-CN" dirty="0"/>
              <a:t>3. </a:t>
            </a:r>
            <a:r>
              <a:rPr lang="zh-CN" altLang="en-US" dirty="0"/>
              <a:t>将这个角色授予</a:t>
            </a:r>
            <a:r>
              <a:rPr lang="en-US" altLang="zh-CN" dirty="0"/>
              <a:t>u1</a:t>
            </a:r>
            <a:r>
              <a:rPr lang="zh-CN" altLang="en-US" dirty="0"/>
              <a:t>，</a:t>
            </a:r>
            <a:r>
              <a:rPr lang="en-US" altLang="zh-CN" dirty="0"/>
              <a:t>u2</a:t>
            </a:r>
            <a:r>
              <a:rPr lang="zh-CN" altLang="en-US" dirty="0"/>
              <a:t>，</a:t>
            </a:r>
            <a:r>
              <a:rPr lang="en-US" altLang="zh-CN" dirty="0"/>
              <a:t>u3</a:t>
            </a:r>
            <a:r>
              <a:rPr lang="zh-CN" altLang="en-US" dirty="0"/>
              <a:t>。使他们具有角色</a:t>
            </a:r>
            <a:r>
              <a:rPr lang="en-US" altLang="zh-CN" dirty="0"/>
              <a:t>R1</a:t>
            </a:r>
            <a:r>
              <a:rPr lang="zh-CN" altLang="en-US" dirty="0"/>
              <a:t>所包含的全部权限</a:t>
            </a:r>
            <a:endParaRPr lang="en-US" altLang="zh-CN" dirty="0"/>
          </a:p>
          <a:p>
            <a:pPr lvl="1" indent="-436245" eaLnBrk="1" hangingPunct="1">
              <a:lnSpc>
                <a:spcPct val="130000"/>
              </a:lnSpc>
              <a:buNone/>
            </a:pPr>
            <a:r>
              <a:rPr lang="en-US" altLang="zh-CN" sz="2000" dirty="0"/>
              <a:t>GRANT 'R1' TO u1</a:t>
            </a:r>
            <a:endParaRPr lang="en-US" altLang="zh-CN" sz="2000" dirty="0"/>
          </a:p>
          <a:p>
            <a:pPr lvl="1" indent="-436245" eaLnBrk="1" hangingPunct="1">
              <a:lnSpc>
                <a:spcPct val="130000"/>
              </a:lnSpc>
              <a:buNone/>
            </a:pPr>
            <a:r>
              <a:rPr lang="en-US" altLang="zh-CN" sz="2000" dirty="0"/>
              <a:t>GRANT 'R1' TO u2</a:t>
            </a:r>
            <a:endParaRPr lang="en-US" altLang="zh-CN" sz="2000" dirty="0"/>
          </a:p>
          <a:p>
            <a:pPr lvl="1" indent="-436245" eaLnBrk="1" hangingPunct="1">
              <a:lnSpc>
                <a:spcPct val="130000"/>
              </a:lnSpc>
              <a:buNone/>
            </a:pPr>
            <a:r>
              <a:rPr lang="en-US" altLang="zh-CN" sz="2000" dirty="0"/>
              <a:t>GRANT 'R1' TO u3</a:t>
            </a:r>
            <a:endParaRPr lang="en-US" altLang="zh-CN" sz="2000" dirty="0"/>
          </a:p>
          <a:p>
            <a:pPr lvl="1" indent="-436245" eaLnBrk="1" hangingPunct="1">
              <a:lnSpc>
                <a:spcPct val="130000"/>
              </a:lnSpc>
              <a:buNone/>
            </a:pPr>
            <a:r>
              <a:rPr lang="en-US" altLang="zh-CN" sz="2000" b="1" dirty="0"/>
              <a:t>SET</a:t>
            </a:r>
            <a:r>
              <a:rPr lang="en-US" altLang="zh-CN" sz="2000" dirty="0"/>
              <a:t> </a:t>
            </a:r>
            <a:r>
              <a:rPr lang="en-US" altLang="zh-CN" sz="2000" b="1" dirty="0"/>
              <a:t>DEFAULT</a:t>
            </a:r>
            <a:r>
              <a:rPr lang="en-US" altLang="zh-CN" sz="2000" dirty="0"/>
              <a:t> ROLE R1 </a:t>
            </a:r>
            <a:r>
              <a:rPr lang="en-US" altLang="zh-CN" sz="2000" b="1" dirty="0"/>
              <a:t>TO</a:t>
            </a:r>
            <a:r>
              <a:rPr lang="en-US" altLang="zh-CN" sz="2000" dirty="0"/>
              <a:t> u1  --</a:t>
            </a:r>
            <a:r>
              <a:rPr lang="zh-CN" altLang="en-US" sz="2000" dirty="0"/>
              <a:t>启用角色</a:t>
            </a:r>
            <a:endParaRPr lang="en-US" altLang="zh-CN" sz="2000" dirty="0"/>
          </a:p>
          <a:p>
            <a:pPr lvl="1" indent="-436245" eaLnBrk="1" hangingPunct="1">
              <a:lnSpc>
                <a:spcPct val="130000"/>
              </a:lnSpc>
              <a:buNone/>
            </a:pPr>
            <a:r>
              <a:rPr lang="zh-CN" altLang="en-US" sz="2000" dirty="0"/>
              <a:t>用</a:t>
            </a:r>
            <a:r>
              <a:rPr lang="en-US" altLang="zh-CN" sz="2000" dirty="0"/>
              <a:t>u1</a:t>
            </a:r>
            <a:r>
              <a:rPr lang="zh-CN" altLang="en-US" sz="2000" dirty="0"/>
              <a:t>重新登录，</a:t>
            </a:r>
            <a:r>
              <a:rPr lang="en-US" altLang="zh-CN" sz="2000" dirty="0"/>
              <a:t>u1</a:t>
            </a:r>
            <a:r>
              <a:rPr lang="zh-CN" altLang="en-US" sz="2000" dirty="0"/>
              <a:t>就有了刚才的权限</a:t>
            </a:r>
            <a:endParaRPr lang="en-US" altLang="zh-CN" sz="2000" dirty="0"/>
          </a:p>
          <a:p>
            <a:pPr lvl="1" indent="-436245" eaLnBrk="1" hangingPunct="1">
              <a:lnSpc>
                <a:spcPct val="130000"/>
              </a:lnSpc>
              <a:buNone/>
            </a:pPr>
            <a:r>
              <a:rPr lang="en-US" altLang="zh-CN" dirty="0"/>
              <a:t>4. </a:t>
            </a:r>
            <a:r>
              <a:rPr lang="zh-CN" altLang="en-US" dirty="0"/>
              <a:t>可以一次性通过</a:t>
            </a:r>
            <a:r>
              <a:rPr lang="en-US" altLang="zh-CN" dirty="0"/>
              <a:t>R1</a:t>
            </a:r>
            <a:r>
              <a:rPr lang="zh-CN" altLang="en-US" dirty="0"/>
              <a:t>来回收</a:t>
            </a:r>
            <a:r>
              <a:rPr lang="en-US" altLang="zh-CN" dirty="0"/>
              <a:t>u1</a:t>
            </a:r>
            <a:r>
              <a:rPr lang="zh-CN" altLang="en-US" dirty="0"/>
              <a:t>的这些权限</a:t>
            </a:r>
            <a:endParaRPr lang="en-US" altLang="zh-CN" dirty="0"/>
          </a:p>
          <a:p>
            <a:pPr marL="0" indent="0">
              <a:buNone/>
            </a:pPr>
            <a:r>
              <a:rPr lang="en-US" altLang="zh-CN" sz="2000" b="1" dirty="0"/>
              <a:t>      REVOKE</a:t>
            </a:r>
            <a:r>
              <a:rPr lang="en-US" altLang="zh-CN" sz="2000" dirty="0"/>
              <a:t>  'R1' </a:t>
            </a:r>
            <a:r>
              <a:rPr lang="en-US" altLang="zh-CN" sz="2000" b="1" dirty="0"/>
              <a:t>FROM</a:t>
            </a:r>
            <a:r>
              <a:rPr lang="en-US" altLang="zh-CN" sz="2000" dirty="0"/>
              <a:t>  u1</a:t>
            </a:r>
            <a:endParaRPr lang="en-US" altLang="zh-CN" sz="2000" dirty="0"/>
          </a:p>
        </p:txBody>
      </p:sp>
    </p:spTree>
  </p:cSld>
  <p:clrMapOvr>
    <a:masterClrMapping/>
  </p:clrMapOvr>
  <p:transition advClick="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70658" name="Rectangle 2"/>
          <p:cNvSpPr>
            <a:spLocks noGrp="1"/>
          </p:cNvSpPr>
          <p:nvPr>
            <p:ph type="title"/>
          </p:nvPr>
        </p:nvSpPr>
        <p:spPr>
          <a:ln/>
        </p:spPr>
        <p:txBody>
          <a:bodyPr vert="horz" wrap="square" lIns="91440" tIns="45720" rIns="91440" bIns="45720" anchor="b" anchorCtr="0"/>
          <a:p>
            <a:pPr eaLnBrk="1" hangingPunct="1"/>
            <a:r>
              <a:rPr lang="zh-CN" altLang="en-US" dirty="0"/>
              <a:t>数据库角色（续）</a:t>
            </a:r>
            <a:endParaRPr lang="zh-CN" altLang="en-US" dirty="0"/>
          </a:p>
        </p:txBody>
      </p:sp>
      <p:sp>
        <p:nvSpPr>
          <p:cNvPr id="70659" name="Rectangle 3"/>
          <p:cNvSpPr>
            <a:spLocks noGrp="1"/>
          </p:cNvSpPr>
          <p:nvPr>
            <p:ph idx="1"/>
          </p:nvPr>
        </p:nvSpPr>
        <p:spPr>
          <a:xfrm>
            <a:off x="500063" y="1293813"/>
            <a:ext cx="8229600" cy="1714500"/>
          </a:xfrm>
          <a:ln/>
        </p:spPr>
        <p:txBody>
          <a:bodyPr vert="horz" wrap="square" lIns="91440" tIns="45720" rIns="91440" bIns="45720" anchor="t" anchorCtr="0"/>
          <a:p>
            <a:pPr lvl="1" indent="-436245" eaLnBrk="1" hangingPunct="1">
              <a:buNone/>
            </a:pPr>
            <a:r>
              <a:rPr lang="en-US" altLang="zh-CN" dirty="0"/>
              <a:t>[</a:t>
            </a:r>
            <a:r>
              <a:rPr lang="zh-CN" altLang="en-US" dirty="0"/>
              <a:t>例</a:t>
            </a:r>
            <a:r>
              <a:rPr lang="en-US" altLang="zh-CN" dirty="0"/>
              <a:t>]</a:t>
            </a:r>
            <a:r>
              <a:rPr lang="zh-CN" altLang="en-US" dirty="0"/>
              <a:t>　角色的权限修改</a:t>
            </a:r>
            <a:endParaRPr lang="zh-CN" altLang="en-US" dirty="0"/>
          </a:p>
          <a:p>
            <a:pPr lvl="1" indent="-436245" eaLnBrk="1" hangingPunct="1">
              <a:lnSpc>
                <a:spcPct val="120000"/>
              </a:lnSpc>
              <a:buNone/>
            </a:pPr>
            <a:r>
              <a:rPr lang="en-US" altLang="zh-CN" dirty="0"/>
              <a:t>GRANT DELETE     ON  course      TO R1</a:t>
            </a:r>
            <a:endParaRPr lang="en-US" altLang="zh-CN" dirty="0"/>
          </a:p>
          <a:p>
            <a:pPr lvl="1" indent="-436245" eaLnBrk="1" hangingPunct="1">
              <a:lnSpc>
                <a:spcPct val="120000"/>
              </a:lnSpc>
              <a:buNone/>
            </a:pPr>
            <a:r>
              <a:rPr lang="zh-CN" altLang="en-US" dirty="0"/>
              <a:t>在原来的权限的基础上增加一个</a:t>
            </a:r>
            <a:r>
              <a:rPr lang="en-US" altLang="zh-CN" dirty="0"/>
              <a:t>delete</a:t>
            </a:r>
            <a:r>
              <a:rPr lang="zh-CN" altLang="en-US" dirty="0"/>
              <a:t>权限</a:t>
            </a:r>
            <a:endParaRPr lang="en-US" altLang="zh-CN" dirty="0"/>
          </a:p>
        </p:txBody>
      </p:sp>
      <p:sp>
        <p:nvSpPr>
          <p:cNvPr id="520196" name="Rectangle 4"/>
          <p:cNvSpPr/>
          <p:nvPr/>
        </p:nvSpPr>
        <p:spPr>
          <a:xfrm>
            <a:off x="500063" y="3079750"/>
            <a:ext cx="8229600" cy="1357313"/>
          </a:xfrm>
          <a:prstGeom prst="rect">
            <a:avLst/>
          </a:prstGeom>
          <a:noFill/>
          <a:ln w="9525">
            <a:noFill/>
          </a:ln>
        </p:spPr>
        <p:txBody>
          <a:bodyPr anchor="t" anchorCtr="0"/>
          <a:p>
            <a:pPr marL="742950" lvl="1" indent="-285750" eaLnBrk="0" hangingPunct="0">
              <a:lnSpc>
                <a:spcPct val="125000"/>
              </a:lnSpc>
              <a:spcBef>
                <a:spcPct val="20000"/>
              </a:spcBef>
              <a:buClr>
                <a:schemeClr val="accent1"/>
              </a:buClr>
              <a:buFont typeface="Wingdings" panose="05000000000000000000" pitchFamily="2" charset="2"/>
            </a:pPr>
            <a:r>
              <a:rPr lang="en-US" altLang="zh-CN" sz="2800" dirty="0">
                <a:latin typeface="Arial" panose="020B0604020202020204" pitchFamily="34" charset="0"/>
                <a:ea typeface="宋体" panose="02010600030101010101" pitchFamily="2" charset="-122"/>
              </a:rPr>
              <a:t>[</a:t>
            </a:r>
            <a:r>
              <a:rPr lang="zh-CN" altLang="en-US" sz="2800" dirty="0">
                <a:latin typeface="Arial" panose="020B0604020202020204" pitchFamily="34" charset="0"/>
                <a:ea typeface="宋体" panose="02010600030101010101" pitchFamily="2" charset="-122"/>
              </a:rPr>
              <a:t>例</a:t>
            </a:r>
            <a:r>
              <a:rPr lang="en-US" altLang="zh-CN" sz="2800" dirty="0">
                <a:latin typeface="Arial" panose="020B0604020202020204" pitchFamily="34" charset="0"/>
                <a:ea typeface="宋体" panose="02010600030101010101" pitchFamily="2" charset="-122"/>
              </a:rPr>
              <a:t>]</a:t>
            </a:r>
            <a:r>
              <a:rPr lang="zh-CN" altLang="en-US" sz="2800" dirty="0">
                <a:latin typeface="Arial" panose="020B0604020202020204" pitchFamily="34" charset="0"/>
                <a:ea typeface="宋体" panose="02010600030101010101" pitchFamily="2" charset="-122"/>
              </a:rPr>
              <a:t>　收回角色的某个权限</a:t>
            </a:r>
            <a:endParaRPr lang="zh-CN" altLang="en-US" sz="2800" dirty="0">
              <a:latin typeface="Arial" panose="020B0604020202020204" pitchFamily="34" charset="0"/>
              <a:ea typeface="宋体" panose="02010600030101010101" pitchFamily="2" charset="-122"/>
            </a:endParaRPr>
          </a:p>
          <a:p>
            <a:pPr marL="742950" lvl="1" indent="-285750" eaLnBrk="0" hangingPunct="0">
              <a:lnSpc>
                <a:spcPct val="125000"/>
              </a:lnSpc>
              <a:spcBef>
                <a:spcPct val="20000"/>
              </a:spcBef>
              <a:buClr>
                <a:schemeClr val="accent1"/>
              </a:buClr>
              <a:buFont typeface="Wingdings" panose="05000000000000000000" pitchFamily="2" charset="2"/>
            </a:pPr>
            <a:r>
              <a:rPr lang="en-US" altLang="zh-CN" sz="2800" dirty="0">
                <a:latin typeface="Arial" panose="020B0604020202020204" pitchFamily="34" charset="0"/>
                <a:ea typeface="宋体" panose="02010600030101010101" pitchFamily="2" charset="-122"/>
              </a:rPr>
              <a:t>REVOKE SELECT     ON course    FROM  R1</a:t>
            </a:r>
            <a:r>
              <a:rPr lang="zh-CN" altLang="en-US" sz="2800" dirty="0">
                <a:latin typeface="Arial" panose="020B0604020202020204" pitchFamily="34" charset="0"/>
                <a:ea typeface="宋体" panose="02010600030101010101" pitchFamily="2" charset="-122"/>
              </a:rPr>
              <a:t>   </a:t>
            </a:r>
            <a:endParaRPr lang="zh-CN" altLang="en-US" sz="2800" dirty="0">
              <a:latin typeface="Arial" panose="020B060402020202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01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019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72706" name="Rectangle 2"/>
          <p:cNvSpPr>
            <a:spLocks noGrp="1"/>
          </p:cNvSpPr>
          <p:nvPr>
            <p:ph type="title"/>
          </p:nvPr>
        </p:nvSpPr>
        <p:spPr>
          <a:ln/>
        </p:spPr>
        <p:txBody>
          <a:bodyPr vert="horz" wrap="square" lIns="91440" tIns="45720" rIns="91440" bIns="45720" anchor="b" anchorCtr="0"/>
          <a:p>
            <a:pPr eaLnBrk="1" hangingPunct="1"/>
            <a:r>
              <a:rPr lang="zh-CN" altLang="en-US" dirty="0"/>
              <a:t>自主存取控制缺点</a:t>
            </a:r>
            <a:endParaRPr lang="zh-CN" altLang="en-US" dirty="0"/>
          </a:p>
        </p:txBody>
      </p:sp>
      <p:sp>
        <p:nvSpPr>
          <p:cNvPr id="72707" name="Rectangle 3"/>
          <p:cNvSpPr>
            <a:spLocks noGrp="1"/>
          </p:cNvSpPr>
          <p:nvPr>
            <p:ph idx="1"/>
          </p:nvPr>
        </p:nvSpPr>
        <p:spPr>
          <a:xfrm>
            <a:off x="714375" y="1357313"/>
            <a:ext cx="7772400" cy="4114800"/>
          </a:xfrm>
          <a:ln/>
        </p:spPr>
        <p:txBody>
          <a:bodyPr vert="horz" wrap="square" lIns="91440" tIns="45720" rIns="91440" bIns="45720" anchor="t" anchorCtr="0"/>
          <a:p>
            <a:pPr eaLnBrk="1" hangingPunct="1">
              <a:lnSpc>
                <a:spcPct val="160000"/>
              </a:lnSpc>
            </a:pPr>
            <a:r>
              <a:rPr lang="zh-CN" altLang="en-US" sz="2400" dirty="0"/>
              <a:t>可能存在数据的“无意泄露”</a:t>
            </a:r>
            <a:endParaRPr lang="zh-CN" altLang="en-US" sz="2400" dirty="0"/>
          </a:p>
          <a:p>
            <a:pPr eaLnBrk="1" hangingPunct="1">
              <a:lnSpc>
                <a:spcPct val="160000"/>
              </a:lnSpc>
            </a:pPr>
            <a:r>
              <a:rPr lang="zh-CN" altLang="en-US" sz="2400" dirty="0"/>
              <a:t>原因：这种机制仅仅通过对数据的存取权限来进行安全控制，而</a:t>
            </a:r>
            <a:r>
              <a:rPr lang="zh-CN" altLang="en-US" sz="2400" dirty="0">
                <a:solidFill>
                  <a:srgbClr val="FF0000"/>
                </a:solidFill>
              </a:rPr>
              <a:t>数据本身并无安全性标记</a:t>
            </a:r>
            <a:endParaRPr lang="zh-CN" altLang="en-US" sz="2400" dirty="0">
              <a:solidFill>
                <a:srgbClr val="FF0000"/>
              </a:solidFill>
            </a:endParaRPr>
          </a:p>
          <a:p>
            <a:pPr eaLnBrk="1" hangingPunct="1">
              <a:lnSpc>
                <a:spcPct val="160000"/>
              </a:lnSpc>
            </a:pPr>
            <a:r>
              <a:rPr lang="zh-CN" altLang="en-US" sz="2400" dirty="0"/>
              <a:t>解决：对系统控制下的所有主客体实施强制存取控制策略</a:t>
            </a:r>
            <a:endParaRPr lang="zh-CN" altLang="en-US" sz="2400" dirty="0"/>
          </a:p>
          <a:p>
            <a:pPr lvl="2" indent="-394970" eaLnBrk="1" hangingPunct="1">
              <a:spcBef>
                <a:spcPct val="60000"/>
              </a:spcBef>
              <a:buClrTx/>
              <a:buFontTx/>
              <a:buNone/>
            </a:pPr>
            <a:r>
              <a:rPr lang="zh-CN" altLang="en-US" sz="2600" dirty="0"/>
              <a:t>    </a:t>
            </a:r>
            <a:endParaRPr lang="zh-CN" altLang="en-US" sz="2600" dirty="0"/>
          </a:p>
        </p:txBody>
      </p:sp>
    </p:spTree>
  </p:cSld>
  <p:clrMapOvr>
    <a:masterClrMapping/>
  </p:clrMapOvr>
  <p:transition advClick="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74754" name="Rectangle 2"/>
          <p:cNvSpPr>
            <a:spLocks noGrp="1"/>
          </p:cNvSpPr>
          <p:nvPr>
            <p:ph type="title"/>
          </p:nvPr>
        </p:nvSpPr>
        <p:spPr>
          <a:ln/>
        </p:spPr>
        <p:txBody>
          <a:bodyPr vert="horz" wrap="square" lIns="91440" tIns="45720" rIns="91440" bIns="45720" anchor="b" anchorCtr="0"/>
          <a:p>
            <a:pPr eaLnBrk="1" hangingPunct="1"/>
            <a:r>
              <a:rPr lang="en-US" altLang="zh-CN" dirty="0"/>
              <a:t>4.2.6  </a:t>
            </a:r>
            <a:r>
              <a:rPr lang="zh-CN" altLang="en-US" dirty="0"/>
              <a:t>强制存取控制方法（了解）</a:t>
            </a:r>
            <a:endParaRPr lang="zh-CN" altLang="en-US" dirty="0"/>
          </a:p>
        </p:txBody>
      </p:sp>
      <p:sp>
        <p:nvSpPr>
          <p:cNvPr id="74755" name="Rectangle 3"/>
          <p:cNvSpPr>
            <a:spLocks noGrp="1"/>
          </p:cNvSpPr>
          <p:nvPr>
            <p:ph idx="1"/>
          </p:nvPr>
        </p:nvSpPr>
        <p:spPr>
          <a:ln/>
        </p:spPr>
        <p:txBody>
          <a:bodyPr vert="horz" wrap="square" lIns="91440" tIns="45720" rIns="91440" bIns="45720" anchor="t" anchorCtr="0"/>
          <a:p>
            <a:pPr eaLnBrk="1" hangingPunct="1">
              <a:lnSpc>
                <a:spcPct val="90000"/>
              </a:lnSpc>
            </a:pPr>
            <a:r>
              <a:rPr lang="zh-CN" altLang="en-US" dirty="0"/>
              <a:t>强制存取控制（</a:t>
            </a:r>
            <a:r>
              <a:rPr lang="en-US" altLang="zh-CN" dirty="0"/>
              <a:t>MAC)</a:t>
            </a:r>
            <a:endParaRPr lang="en-US" altLang="zh-CN" dirty="0"/>
          </a:p>
          <a:p>
            <a:pPr lvl="1" indent="-436245" eaLnBrk="1" hangingPunct="1">
              <a:lnSpc>
                <a:spcPct val="130000"/>
              </a:lnSpc>
            </a:pPr>
            <a:r>
              <a:rPr lang="zh-CN" altLang="en-US" dirty="0"/>
              <a:t>保证</a:t>
            </a:r>
            <a:r>
              <a:rPr lang="zh-CN" altLang="en-US" dirty="0">
                <a:solidFill>
                  <a:srgbClr val="FF0000"/>
                </a:solidFill>
              </a:rPr>
              <a:t>更高程度</a:t>
            </a:r>
            <a:r>
              <a:rPr lang="zh-CN" altLang="en-US" dirty="0"/>
              <a:t>的安全性</a:t>
            </a:r>
            <a:endParaRPr lang="zh-CN" altLang="en-US" dirty="0"/>
          </a:p>
          <a:p>
            <a:pPr lvl="1" indent="-436245" eaLnBrk="1" hangingPunct="1">
              <a:lnSpc>
                <a:spcPct val="130000"/>
              </a:lnSpc>
              <a:spcBef>
                <a:spcPct val="50000"/>
              </a:spcBef>
            </a:pPr>
            <a:r>
              <a:rPr lang="zh-CN" altLang="en-US" dirty="0"/>
              <a:t>用户能不能直接感知或进行控制</a:t>
            </a:r>
            <a:endParaRPr lang="zh-CN" altLang="en-US" dirty="0"/>
          </a:p>
          <a:p>
            <a:pPr lvl="1" indent="-436245" eaLnBrk="1" hangingPunct="1">
              <a:lnSpc>
                <a:spcPct val="130000"/>
              </a:lnSpc>
              <a:spcBef>
                <a:spcPct val="50000"/>
              </a:spcBef>
            </a:pPr>
            <a:r>
              <a:rPr lang="zh-CN" altLang="en-US" dirty="0"/>
              <a:t>适用于对数据有严格而固定密级分类的部门</a:t>
            </a:r>
            <a:endParaRPr lang="zh-CN" altLang="en-US" dirty="0"/>
          </a:p>
          <a:p>
            <a:pPr lvl="2" indent="-394970" eaLnBrk="1" hangingPunct="1">
              <a:lnSpc>
                <a:spcPct val="130000"/>
              </a:lnSpc>
              <a:buClrTx/>
              <a:buFont typeface="Wingdings" panose="05000000000000000000" pitchFamily="2" charset="2"/>
              <a:buChar char="Ø"/>
            </a:pPr>
            <a:r>
              <a:rPr lang="zh-CN" altLang="en-US" sz="2600" dirty="0"/>
              <a:t> </a:t>
            </a:r>
            <a:r>
              <a:rPr lang="zh-CN" altLang="en-US" dirty="0"/>
              <a:t>军事部门</a:t>
            </a:r>
            <a:endParaRPr lang="zh-CN" altLang="en-US" dirty="0"/>
          </a:p>
          <a:p>
            <a:pPr lvl="2" indent="-394970" eaLnBrk="1" hangingPunct="1">
              <a:lnSpc>
                <a:spcPct val="130000"/>
              </a:lnSpc>
              <a:buClrTx/>
              <a:buFont typeface="Wingdings" panose="05000000000000000000" pitchFamily="2" charset="2"/>
              <a:buChar char="Ø"/>
            </a:pPr>
            <a:r>
              <a:rPr lang="zh-CN" altLang="en-US" dirty="0"/>
              <a:t> 政府部门</a:t>
            </a:r>
            <a:endParaRPr lang="en-US" altLang="zh-CN" dirty="0"/>
          </a:p>
          <a:p>
            <a:pPr lvl="2" indent="-394970" eaLnBrk="1" hangingPunct="1">
              <a:lnSpc>
                <a:spcPct val="130000"/>
              </a:lnSpc>
              <a:buClrTx/>
              <a:buFont typeface="Wingdings" panose="05000000000000000000" pitchFamily="2" charset="2"/>
              <a:buChar char="Ø"/>
            </a:pPr>
            <a:r>
              <a:rPr lang="zh-CN" altLang="en-US" dirty="0"/>
              <a:t>强制访问控制对专用的或简单的系统是有效的，但对通用、大型系统并不那么有效。</a:t>
            </a:r>
            <a:endParaRPr lang="zh-CN" altLang="en-US" dirty="0"/>
          </a:p>
        </p:txBody>
      </p:sp>
    </p:spTree>
  </p:cSld>
  <p:clrMapOvr>
    <a:masterClrMapping/>
  </p:clrMapOvr>
  <p:transition advClick="0"/>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76802" name="Rectangle 2"/>
          <p:cNvSpPr>
            <a:spLocks noGrp="1"/>
          </p:cNvSpPr>
          <p:nvPr>
            <p:ph type="title"/>
          </p:nvPr>
        </p:nvSpPr>
        <p:spPr>
          <a:ln/>
        </p:spPr>
        <p:txBody>
          <a:bodyPr vert="horz" wrap="square" lIns="91440" tIns="45720" rIns="91440" bIns="45720" anchor="b" anchorCtr="0"/>
          <a:p>
            <a:pPr eaLnBrk="1" hangingPunct="1"/>
            <a:r>
              <a:rPr lang="zh-CN" altLang="en-US" dirty="0"/>
              <a:t>强制存取控制方法（续）</a:t>
            </a:r>
            <a:endParaRPr lang="zh-CN" altLang="en-US" dirty="0"/>
          </a:p>
        </p:txBody>
      </p:sp>
      <p:sp>
        <p:nvSpPr>
          <p:cNvPr id="76803" name="Rectangle 3"/>
          <p:cNvSpPr>
            <a:spLocks noGrp="1"/>
          </p:cNvSpPr>
          <p:nvPr>
            <p:ph idx="1"/>
          </p:nvPr>
        </p:nvSpPr>
        <p:spPr>
          <a:xfrm>
            <a:off x="500063" y="1428750"/>
            <a:ext cx="8229600" cy="1571625"/>
          </a:xfrm>
          <a:ln/>
        </p:spPr>
        <p:txBody>
          <a:bodyPr vert="horz" wrap="square" lIns="91440" tIns="45720" rIns="91440" bIns="45720" anchor="t" anchorCtr="0"/>
          <a:p>
            <a:pPr eaLnBrk="1" hangingPunct="1"/>
            <a:r>
              <a:rPr lang="zh-CN" altLang="en-US" b="1" dirty="0">
                <a:solidFill>
                  <a:srgbClr val="FF0000"/>
                </a:solidFill>
              </a:rPr>
              <a:t>主体</a:t>
            </a:r>
            <a:r>
              <a:rPr lang="zh-CN" altLang="en-US" dirty="0"/>
              <a:t>是系统中的活动实体</a:t>
            </a:r>
            <a:endParaRPr lang="zh-CN" altLang="en-US" dirty="0"/>
          </a:p>
          <a:p>
            <a:pPr lvl="1" indent="-436245" eaLnBrk="1" hangingPunct="1">
              <a:buFont typeface="Wingdings" panose="05000000000000000000" pitchFamily="2" charset="2"/>
              <a:buChar char="Ø"/>
            </a:pPr>
            <a:r>
              <a:rPr lang="zh-CN" altLang="en-US" dirty="0"/>
              <a:t> </a:t>
            </a:r>
            <a:r>
              <a:rPr lang="en-US" altLang="zh-CN" dirty="0"/>
              <a:t>DBMS</a:t>
            </a:r>
            <a:r>
              <a:rPr lang="zh-CN" altLang="en-US" dirty="0"/>
              <a:t>所管理的实际用户</a:t>
            </a:r>
            <a:endParaRPr lang="zh-CN" altLang="en-US" dirty="0"/>
          </a:p>
          <a:p>
            <a:pPr lvl="1" indent="-436245" eaLnBrk="1" hangingPunct="1">
              <a:buFont typeface="Wingdings" panose="05000000000000000000" pitchFamily="2" charset="2"/>
              <a:buChar char="Ø"/>
            </a:pPr>
            <a:r>
              <a:rPr lang="zh-CN" altLang="en-US" dirty="0"/>
              <a:t> 代表用户的各进程</a:t>
            </a:r>
            <a:endParaRPr lang="zh-CN" altLang="en-US" dirty="0"/>
          </a:p>
        </p:txBody>
      </p:sp>
      <p:sp>
        <p:nvSpPr>
          <p:cNvPr id="406532" name="Rectangle 4"/>
          <p:cNvSpPr/>
          <p:nvPr/>
        </p:nvSpPr>
        <p:spPr>
          <a:xfrm>
            <a:off x="468313" y="3357563"/>
            <a:ext cx="8229600" cy="2519362"/>
          </a:xfrm>
          <a:prstGeom prst="rect">
            <a:avLst/>
          </a:prstGeom>
          <a:noFill/>
          <a:ln w="9525">
            <a:noFill/>
          </a:ln>
        </p:spPr>
        <p:txBody>
          <a:bodyPr anchor="t" anchorCtr="0"/>
          <a:p>
            <a:pPr marL="342900" indent="-342900" eaLnBrk="0" hangingPunct="0">
              <a:spcBef>
                <a:spcPct val="20000"/>
              </a:spcBef>
              <a:buClr>
                <a:schemeClr val="hlink"/>
              </a:buClr>
              <a:buFont typeface="Wingdings" panose="05000000000000000000" pitchFamily="2" charset="2"/>
              <a:buChar char="v"/>
            </a:pPr>
            <a:r>
              <a:rPr lang="zh-CN" altLang="en-US" sz="2800" b="1" dirty="0">
                <a:solidFill>
                  <a:srgbClr val="FF0000"/>
                </a:solidFill>
                <a:latin typeface="Arial" panose="020B0604020202020204" pitchFamily="34" charset="0"/>
                <a:ea typeface="宋体" panose="02010600030101010101" pitchFamily="2" charset="-122"/>
              </a:rPr>
              <a:t>客体</a:t>
            </a:r>
            <a:r>
              <a:rPr lang="zh-CN" altLang="en-US" sz="2800" dirty="0">
                <a:latin typeface="Arial" panose="020B0604020202020204" pitchFamily="34" charset="0"/>
                <a:ea typeface="宋体" panose="02010600030101010101" pitchFamily="2" charset="-122"/>
              </a:rPr>
              <a:t>是系统中的被动实体，是受主体操纵的</a:t>
            </a:r>
            <a:endParaRPr lang="zh-CN" altLang="en-US" sz="2800" dirty="0">
              <a:latin typeface="Arial" panose="020B0604020202020204" pitchFamily="34" charset="0"/>
              <a:ea typeface="宋体" panose="02010600030101010101" pitchFamily="2" charset="-122"/>
            </a:endParaRPr>
          </a:p>
          <a:p>
            <a:pPr marL="742950" lvl="1" indent="-285750" eaLnBrk="0" hangingPunct="0">
              <a:spcBef>
                <a:spcPct val="20000"/>
              </a:spcBef>
              <a:buClr>
                <a:schemeClr val="accent1"/>
              </a:buClr>
              <a:buFont typeface="Wingdings" panose="05000000000000000000" pitchFamily="2" charset="2"/>
              <a:buChar char="Ø"/>
            </a:pPr>
            <a:r>
              <a:rPr lang="zh-CN" altLang="en-US" sz="2400" dirty="0">
                <a:latin typeface="Arial" panose="020B0604020202020204" pitchFamily="34" charset="0"/>
                <a:ea typeface="宋体" panose="02010600030101010101" pitchFamily="2" charset="-122"/>
              </a:rPr>
              <a:t> 文件</a:t>
            </a:r>
            <a:endParaRPr lang="zh-CN" altLang="en-US" sz="2400" dirty="0">
              <a:latin typeface="Arial" panose="020B0604020202020204" pitchFamily="34" charset="0"/>
              <a:ea typeface="宋体" panose="02010600030101010101" pitchFamily="2" charset="-122"/>
            </a:endParaRPr>
          </a:p>
          <a:p>
            <a:pPr marL="742950" lvl="1" indent="-285750" eaLnBrk="0" hangingPunct="0">
              <a:spcBef>
                <a:spcPct val="20000"/>
              </a:spcBef>
              <a:buClr>
                <a:schemeClr val="accent1"/>
              </a:buClr>
              <a:buFont typeface="Wingdings" panose="05000000000000000000" pitchFamily="2" charset="2"/>
              <a:buChar char="Ø"/>
            </a:pPr>
            <a:r>
              <a:rPr lang="zh-CN" altLang="en-US" sz="2400" dirty="0">
                <a:latin typeface="Arial" panose="020B0604020202020204" pitchFamily="34" charset="0"/>
                <a:ea typeface="宋体" panose="02010600030101010101" pitchFamily="2" charset="-122"/>
              </a:rPr>
              <a:t> 基表</a:t>
            </a:r>
            <a:endParaRPr lang="zh-CN" altLang="en-US" sz="2400" dirty="0">
              <a:latin typeface="Arial" panose="020B0604020202020204" pitchFamily="34" charset="0"/>
              <a:ea typeface="宋体" panose="02010600030101010101" pitchFamily="2" charset="-122"/>
            </a:endParaRPr>
          </a:p>
          <a:p>
            <a:pPr marL="742950" lvl="1" indent="-285750" eaLnBrk="0" hangingPunct="0">
              <a:spcBef>
                <a:spcPct val="20000"/>
              </a:spcBef>
              <a:buClr>
                <a:schemeClr val="accent1"/>
              </a:buClr>
              <a:buFont typeface="Wingdings" panose="05000000000000000000" pitchFamily="2" charset="2"/>
              <a:buChar char="Ø"/>
            </a:pPr>
            <a:r>
              <a:rPr lang="zh-CN" altLang="en-US" sz="2400" dirty="0">
                <a:latin typeface="Arial" panose="020B0604020202020204" pitchFamily="34" charset="0"/>
                <a:ea typeface="宋体" panose="02010600030101010101" pitchFamily="2" charset="-122"/>
              </a:rPr>
              <a:t> 索引</a:t>
            </a:r>
            <a:endParaRPr lang="zh-CN" altLang="en-US" sz="2400" dirty="0">
              <a:latin typeface="Arial" panose="020B0604020202020204" pitchFamily="34" charset="0"/>
              <a:ea typeface="宋体" panose="02010600030101010101" pitchFamily="2" charset="-122"/>
            </a:endParaRPr>
          </a:p>
          <a:p>
            <a:pPr marL="742950" lvl="1" indent="-285750" eaLnBrk="0" hangingPunct="0">
              <a:spcBef>
                <a:spcPct val="20000"/>
              </a:spcBef>
              <a:buClr>
                <a:schemeClr val="accent1"/>
              </a:buClr>
              <a:buFont typeface="Wingdings" panose="05000000000000000000" pitchFamily="2" charset="2"/>
              <a:buChar char="Ø"/>
            </a:pPr>
            <a:r>
              <a:rPr lang="zh-CN" altLang="en-US" sz="2400" dirty="0">
                <a:latin typeface="Arial" panose="020B0604020202020204" pitchFamily="34" charset="0"/>
                <a:ea typeface="宋体" panose="02010600030101010101" pitchFamily="2" charset="-122"/>
              </a:rPr>
              <a:t> 视图</a:t>
            </a:r>
            <a:endParaRPr lang="zh-CN" altLang="en-US" sz="2400" dirty="0">
              <a:latin typeface="Arial" panose="020B060402020202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65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53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78850" name="Rectangle 2"/>
          <p:cNvSpPr>
            <a:spLocks noGrp="1"/>
          </p:cNvSpPr>
          <p:nvPr>
            <p:ph type="title"/>
          </p:nvPr>
        </p:nvSpPr>
        <p:spPr>
          <a:ln/>
        </p:spPr>
        <p:txBody>
          <a:bodyPr vert="horz" wrap="square" lIns="91440" tIns="45720" rIns="91440" bIns="45720" anchor="b" anchorCtr="0"/>
          <a:p>
            <a:pPr eaLnBrk="1" hangingPunct="1"/>
            <a:r>
              <a:rPr lang="zh-CN" altLang="en-US" dirty="0"/>
              <a:t>强制存取控制方法（续）</a:t>
            </a:r>
            <a:endParaRPr lang="zh-CN" altLang="en-US" dirty="0"/>
          </a:p>
        </p:txBody>
      </p:sp>
      <p:sp>
        <p:nvSpPr>
          <p:cNvPr id="78851" name="Rectangle 3"/>
          <p:cNvSpPr>
            <a:spLocks noGrp="1"/>
          </p:cNvSpPr>
          <p:nvPr>
            <p:ph idx="1"/>
          </p:nvPr>
        </p:nvSpPr>
        <p:spPr>
          <a:ln/>
        </p:spPr>
        <p:txBody>
          <a:bodyPr vert="horz" wrap="square" lIns="91440" tIns="45720" rIns="91440" bIns="45720" anchor="t" anchorCtr="0"/>
          <a:p>
            <a:pPr eaLnBrk="1" hangingPunct="1">
              <a:lnSpc>
                <a:spcPct val="90000"/>
              </a:lnSpc>
            </a:pPr>
            <a:r>
              <a:rPr lang="zh-CN" altLang="en-US" sz="2400" dirty="0"/>
              <a:t>敏感度标记（</a:t>
            </a:r>
            <a:r>
              <a:rPr lang="en-US" altLang="zh-CN" sz="2400" dirty="0"/>
              <a:t>Label</a:t>
            </a:r>
            <a:r>
              <a:rPr lang="zh-CN" altLang="en-US" sz="2400" dirty="0"/>
              <a:t>）</a:t>
            </a:r>
            <a:endParaRPr lang="zh-CN" altLang="en-US" sz="2400" dirty="0"/>
          </a:p>
          <a:p>
            <a:pPr lvl="1" indent="-436245" eaLnBrk="1" hangingPunct="1">
              <a:lnSpc>
                <a:spcPct val="110000"/>
              </a:lnSpc>
            </a:pPr>
            <a:r>
              <a:rPr lang="zh-CN" altLang="en-US" sz="2000" dirty="0"/>
              <a:t>绝密（</a:t>
            </a:r>
            <a:r>
              <a:rPr lang="en-US" altLang="zh-CN" sz="2000" dirty="0"/>
              <a:t>Top Secret</a:t>
            </a:r>
            <a:r>
              <a:rPr lang="zh-CN" altLang="en-US" sz="2000" dirty="0"/>
              <a:t>）</a:t>
            </a:r>
            <a:r>
              <a:rPr lang="en-US" altLang="zh-CN" sz="2000" dirty="0"/>
              <a:t>TS</a:t>
            </a:r>
            <a:endParaRPr lang="zh-CN" altLang="en-US" sz="2000" dirty="0"/>
          </a:p>
          <a:p>
            <a:pPr lvl="1" indent="-436245" eaLnBrk="1" hangingPunct="1">
              <a:lnSpc>
                <a:spcPct val="110000"/>
              </a:lnSpc>
            </a:pPr>
            <a:r>
              <a:rPr lang="zh-CN" altLang="en-US" sz="2000" dirty="0"/>
              <a:t>机密（</a:t>
            </a:r>
            <a:r>
              <a:rPr lang="en-US" altLang="zh-CN" sz="2000" dirty="0"/>
              <a:t>Secret</a:t>
            </a:r>
            <a:r>
              <a:rPr lang="zh-CN" altLang="en-US" sz="2000" dirty="0"/>
              <a:t>） </a:t>
            </a:r>
            <a:r>
              <a:rPr lang="en-US" altLang="zh-CN" sz="2000" dirty="0"/>
              <a:t>S</a:t>
            </a:r>
            <a:endParaRPr lang="zh-CN" altLang="en-US" sz="2000" dirty="0"/>
          </a:p>
          <a:p>
            <a:pPr lvl="1" indent="-436245" eaLnBrk="1" hangingPunct="1">
              <a:lnSpc>
                <a:spcPct val="110000"/>
              </a:lnSpc>
            </a:pPr>
            <a:r>
              <a:rPr lang="zh-CN" altLang="en-US" sz="2000" dirty="0"/>
              <a:t>可信（</a:t>
            </a:r>
            <a:r>
              <a:rPr lang="en-US" altLang="zh-CN" sz="2000" dirty="0"/>
              <a:t>Confidential</a:t>
            </a:r>
            <a:r>
              <a:rPr lang="zh-CN" altLang="en-US" sz="2000" dirty="0"/>
              <a:t>）</a:t>
            </a:r>
            <a:r>
              <a:rPr lang="en-US" altLang="zh-CN" sz="2000" dirty="0"/>
              <a:t>C</a:t>
            </a:r>
            <a:endParaRPr lang="zh-CN" altLang="en-US" sz="2000" dirty="0"/>
          </a:p>
          <a:p>
            <a:pPr lvl="1" indent="-436245" eaLnBrk="1" hangingPunct="1">
              <a:lnSpc>
                <a:spcPct val="110000"/>
              </a:lnSpc>
            </a:pPr>
            <a:r>
              <a:rPr lang="zh-CN" altLang="en-US" sz="2000" dirty="0"/>
              <a:t>公开（</a:t>
            </a:r>
            <a:r>
              <a:rPr lang="en-US" altLang="zh-CN" sz="2000" dirty="0"/>
              <a:t>Public</a:t>
            </a:r>
            <a:r>
              <a:rPr lang="zh-CN" altLang="en-US" sz="2000" dirty="0"/>
              <a:t>）</a:t>
            </a:r>
            <a:r>
              <a:rPr lang="en-US" altLang="zh-CN" sz="2000" dirty="0"/>
              <a:t>P</a:t>
            </a:r>
            <a:endParaRPr lang="en-US" altLang="zh-CN" sz="2000" dirty="0"/>
          </a:p>
          <a:p>
            <a:pPr lvl="1" indent="-436245" eaLnBrk="1" hangingPunct="1">
              <a:lnSpc>
                <a:spcPct val="110000"/>
              </a:lnSpc>
            </a:pPr>
            <a:r>
              <a:rPr lang="en-US" altLang="zh-CN" sz="2000" dirty="0"/>
              <a:t>TS&gt;=S&gt;=C&gt;=P</a:t>
            </a:r>
            <a:endParaRPr lang="zh-CN" altLang="en-US" sz="2000" dirty="0"/>
          </a:p>
          <a:p>
            <a:pPr eaLnBrk="1" hangingPunct="1">
              <a:lnSpc>
                <a:spcPct val="120000"/>
              </a:lnSpc>
              <a:spcBef>
                <a:spcPct val="60000"/>
              </a:spcBef>
            </a:pPr>
            <a:r>
              <a:rPr lang="zh-CN" altLang="en-US" sz="2400" dirty="0"/>
              <a:t>主体的敏感度标记称为</a:t>
            </a:r>
            <a:r>
              <a:rPr lang="zh-CN" altLang="en-US" sz="2400" b="1" dirty="0">
                <a:solidFill>
                  <a:srgbClr val="FF0000"/>
                </a:solidFill>
              </a:rPr>
              <a:t>许可证级别</a:t>
            </a:r>
            <a:r>
              <a:rPr lang="zh-CN" altLang="en-US" sz="2400" dirty="0"/>
              <a:t>（</a:t>
            </a:r>
            <a:r>
              <a:rPr lang="en-US" altLang="zh-CN" sz="2400" dirty="0"/>
              <a:t>Clearance Level</a:t>
            </a:r>
            <a:r>
              <a:rPr lang="zh-CN" altLang="en-US" sz="2400" dirty="0"/>
              <a:t>）</a:t>
            </a:r>
            <a:endParaRPr lang="zh-CN" altLang="en-US" sz="2400" dirty="0"/>
          </a:p>
          <a:p>
            <a:pPr eaLnBrk="1" hangingPunct="1">
              <a:lnSpc>
                <a:spcPct val="120000"/>
              </a:lnSpc>
              <a:spcBef>
                <a:spcPct val="60000"/>
              </a:spcBef>
            </a:pPr>
            <a:r>
              <a:rPr lang="zh-CN" altLang="en-US" sz="2400" dirty="0"/>
              <a:t>客体的敏感度标记称为</a:t>
            </a:r>
            <a:r>
              <a:rPr lang="zh-CN" altLang="en-US" sz="2400" b="1" dirty="0">
                <a:solidFill>
                  <a:srgbClr val="FF0000"/>
                </a:solidFill>
              </a:rPr>
              <a:t>密级</a:t>
            </a:r>
            <a:r>
              <a:rPr lang="zh-CN" altLang="en-US" sz="2400" dirty="0"/>
              <a:t>（</a:t>
            </a:r>
            <a:r>
              <a:rPr lang="en-US" altLang="zh-CN" sz="2400" dirty="0"/>
              <a:t>Classification Level</a:t>
            </a:r>
            <a:r>
              <a:rPr lang="zh-CN" altLang="en-US" sz="2400" dirty="0"/>
              <a:t>）</a:t>
            </a:r>
            <a:endParaRPr lang="zh-CN" altLang="en-US" sz="2400" dirty="0"/>
          </a:p>
        </p:txBody>
      </p:sp>
    </p:spTree>
  </p:cSld>
  <p:clrMapOvr>
    <a:masterClrMapping/>
  </p:clrMapOvr>
  <p:transition advClick="0"/>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80898" name="Rectangle 2"/>
          <p:cNvSpPr>
            <a:spLocks noGrp="1"/>
          </p:cNvSpPr>
          <p:nvPr>
            <p:ph type="title"/>
          </p:nvPr>
        </p:nvSpPr>
        <p:spPr>
          <a:ln/>
        </p:spPr>
        <p:txBody>
          <a:bodyPr vert="horz" wrap="square" lIns="91440" tIns="45720" rIns="91440" bIns="45720" anchor="b" anchorCtr="0"/>
          <a:p>
            <a:pPr eaLnBrk="1" hangingPunct="1"/>
            <a:r>
              <a:rPr lang="zh-CN" altLang="en-US" dirty="0"/>
              <a:t>强制存取控制方法（续）</a:t>
            </a:r>
            <a:endParaRPr lang="zh-CN" altLang="en-US" dirty="0"/>
          </a:p>
        </p:txBody>
      </p:sp>
      <p:sp>
        <p:nvSpPr>
          <p:cNvPr id="80899" name="Rectangle 3"/>
          <p:cNvSpPr>
            <a:spLocks noGrp="1"/>
          </p:cNvSpPr>
          <p:nvPr>
            <p:ph idx="1"/>
          </p:nvPr>
        </p:nvSpPr>
        <p:spPr>
          <a:xfrm>
            <a:off x="566738" y="1143000"/>
            <a:ext cx="8001000" cy="5094288"/>
          </a:xfrm>
          <a:ln/>
        </p:spPr>
        <p:txBody>
          <a:bodyPr vert="horz" wrap="square" lIns="91440" tIns="45720" rIns="91440" bIns="45720" anchor="t" anchorCtr="0"/>
          <a:p>
            <a:pPr eaLnBrk="1" hangingPunct="1">
              <a:lnSpc>
                <a:spcPct val="110000"/>
              </a:lnSpc>
            </a:pPr>
            <a:r>
              <a:rPr lang="en-US" altLang="zh-CN" dirty="0"/>
              <a:t> </a:t>
            </a:r>
            <a:r>
              <a:rPr lang="zh-CN" altLang="en-US" dirty="0"/>
              <a:t>强制存取控制规则</a:t>
            </a:r>
            <a:endParaRPr lang="zh-CN" altLang="en-US" dirty="0"/>
          </a:p>
          <a:p>
            <a:pPr lvl="1" indent="-436245" eaLnBrk="1" hangingPunct="1">
              <a:lnSpc>
                <a:spcPct val="110000"/>
              </a:lnSpc>
              <a:spcBef>
                <a:spcPct val="60000"/>
              </a:spcBef>
              <a:buNone/>
            </a:pPr>
            <a:r>
              <a:rPr lang="zh-CN" altLang="en-US" sz="2400" dirty="0"/>
              <a:t> </a:t>
            </a:r>
            <a:r>
              <a:rPr lang="en-US" altLang="zh-CN" sz="2400" dirty="0"/>
              <a:t>(1)</a:t>
            </a:r>
            <a:r>
              <a:rPr lang="zh-CN" altLang="en-US" sz="2400" dirty="0"/>
              <a:t>仅当主体的许可证级别</a:t>
            </a:r>
            <a:r>
              <a:rPr lang="zh-CN" altLang="en-US" sz="2400" b="1" dirty="0"/>
              <a:t>大于或等于</a:t>
            </a:r>
            <a:r>
              <a:rPr lang="zh-CN" altLang="en-US" sz="2400" dirty="0"/>
              <a:t>客体的密级时，该主体才能</a:t>
            </a:r>
            <a:r>
              <a:rPr lang="zh-CN" altLang="en-US" sz="2400" b="1" dirty="0">
                <a:solidFill>
                  <a:srgbClr val="FF0000"/>
                </a:solidFill>
              </a:rPr>
              <a:t>读</a:t>
            </a:r>
            <a:r>
              <a:rPr lang="zh-CN" altLang="en-US" sz="2400" dirty="0"/>
              <a:t>取相应的客体</a:t>
            </a:r>
            <a:endParaRPr lang="zh-CN" altLang="en-US" sz="2400" dirty="0"/>
          </a:p>
          <a:p>
            <a:pPr lvl="1" indent="-436245" eaLnBrk="1" hangingPunct="1">
              <a:lnSpc>
                <a:spcPct val="110000"/>
              </a:lnSpc>
              <a:spcBef>
                <a:spcPct val="60000"/>
              </a:spcBef>
              <a:buNone/>
            </a:pPr>
            <a:r>
              <a:rPr lang="zh-CN" altLang="en-US" sz="2400" dirty="0"/>
              <a:t> </a:t>
            </a:r>
            <a:r>
              <a:rPr lang="en-US" altLang="zh-CN" sz="2400" dirty="0"/>
              <a:t>(2)</a:t>
            </a:r>
            <a:r>
              <a:rPr lang="zh-CN" altLang="en-US" sz="2400" dirty="0"/>
              <a:t>仅当主体的许可证级别小于或</a:t>
            </a:r>
            <a:r>
              <a:rPr lang="zh-CN" altLang="en-US" sz="2400" b="1" dirty="0"/>
              <a:t>等于</a:t>
            </a:r>
            <a:r>
              <a:rPr lang="zh-CN" altLang="en-US" sz="2400" dirty="0"/>
              <a:t>客体的密级时，该主体才能</a:t>
            </a:r>
            <a:r>
              <a:rPr lang="zh-CN" altLang="en-US" sz="2400" b="1" dirty="0">
                <a:solidFill>
                  <a:srgbClr val="FF0000"/>
                </a:solidFill>
              </a:rPr>
              <a:t>写</a:t>
            </a:r>
            <a:r>
              <a:rPr lang="zh-CN" altLang="en-US" sz="2400" dirty="0"/>
              <a:t>相应的客体</a:t>
            </a:r>
            <a:endParaRPr lang="en-US" altLang="zh-CN" sz="2400" dirty="0"/>
          </a:p>
          <a:p>
            <a:pPr lvl="1" indent="-436245" eaLnBrk="1" hangingPunct="1">
              <a:lnSpc>
                <a:spcPct val="110000"/>
              </a:lnSpc>
              <a:spcBef>
                <a:spcPct val="60000"/>
              </a:spcBef>
              <a:buNone/>
            </a:pPr>
            <a:endParaRPr lang="en-US" altLang="zh-CN" sz="2400" dirty="0"/>
          </a:p>
          <a:p>
            <a:pPr lvl="1" indent="-436245" eaLnBrk="1" hangingPunct="1">
              <a:buNone/>
            </a:pPr>
            <a:endParaRPr lang="en-US" altLang="zh-CN" sz="2400" dirty="0"/>
          </a:p>
        </p:txBody>
      </p:sp>
    </p:spTree>
  </p:cSld>
  <p:clrMapOvr>
    <a:masterClrMapping/>
  </p:clrMapOvr>
  <p:transition advClick="0"/>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82946" name="Rectangle 2"/>
          <p:cNvSpPr>
            <a:spLocks noGrp="1"/>
          </p:cNvSpPr>
          <p:nvPr>
            <p:ph type="title"/>
          </p:nvPr>
        </p:nvSpPr>
        <p:spPr>
          <a:ln/>
        </p:spPr>
        <p:txBody>
          <a:bodyPr vert="horz" wrap="square" lIns="91440" tIns="45720" rIns="91440" bIns="45720" anchor="b" anchorCtr="0"/>
          <a:p>
            <a:pPr eaLnBrk="1" hangingPunct="1"/>
            <a:r>
              <a:rPr lang="en-US" altLang="zh-CN" sz="4000" dirty="0"/>
              <a:t>MAC</a:t>
            </a:r>
            <a:r>
              <a:rPr lang="zh-CN" altLang="en-US" sz="4000" dirty="0"/>
              <a:t>与</a:t>
            </a:r>
            <a:r>
              <a:rPr lang="en-US" altLang="zh-CN" sz="4000" dirty="0"/>
              <a:t>DAC</a:t>
            </a:r>
            <a:endParaRPr lang="en-US" altLang="zh-CN" dirty="0"/>
          </a:p>
        </p:txBody>
      </p:sp>
      <p:sp>
        <p:nvSpPr>
          <p:cNvPr id="82947" name="Rectangle 3"/>
          <p:cNvSpPr>
            <a:spLocks noGrp="1"/>
          </p:cNvSpPr>
          <p:nvPr>
            <p:ph idx="1"/>
          </p:nvPr>
        </p:nvSpPr>
        <p:spPr>
          <a:ln/>
        </p:spPr>
        <p:txBody>
          <a:bodyPr vert="horz" wrap="square" lIns="91440" tIns="45720" rIns="91440" bIns="45720" anchor="t" anchorCtr="0"/>
          <a:p>
            <a:pPr eaLnBrk="1" hangingPunct="1">
              <a:lnSpc>
                <a:spcPct val="190000"/>
              </a:lnSpc>
            </a:pPr>
            <a:r>
              <a:rPr lang="en-US" altLang="zh-CN" sz="2800" dirty="0"/>
              <a:t>DAC</a:t>
            </a:r>
            <a:r>
              <a:rPr lang="zh-CN" altLang="en-US" sz="2800" dirty="0"/>
              <a:t>与</a:t>
            </a:r>
            <a:r>
              <a:rPr lang="en-US" altLang="zh-CN" sz="2800" dirty="0"/>
              <a:t>MAC</a:t>
            </a:r>
            <a:r>
              <a:rPr lang="zh-CN" altLang="en-US" sz="2800" dirty="0"/>
              <a:t>共同构成</a:t>
            </a:r>
            <a:r>
              <a:rPr lang="en-US" altLang="zh-CN" sz="2800" dirty="0"/>
              <a:t>DBMS</a:t>
            </a:r>
            <a:r>
              <a:rPr lang="zh-CN" altLang="en-US" sz="2800" dirty="0"/>
              <a:t>的安全机制</a:t>
            </a:r>
            <a:endParaRPr lang="zh-CN" altLang="en-US" sz="2800" dirty="0"/>
          </a:p>
          <a:p>
            <a:pPr eaLnBrk="1" hangingPunct="1">
              <a:lnSpc>
                <a:spcPct val="190000"/>
              </a:lnSpc>
            </a:pPr>
            <a:r>
              <a:rPr lang="zh-CN" altLang="en-US" sz="2800" dirty="0"/>
              <a:t>实现</a:t>
            </a:r>
            <a:r>
              <a:rPr lang="en-US" altLang="zh-CN" sz="2800" dirty="0"/>
              <a:t>MAC</a:t>
            </a:r>
            <a:r>
              <a:rPr lang="zh-CN" altLang="en-US" sz="2800" dirty="0"/>
              <a:t>时要首先实现</a:t>
            </a:r>
            <a:r>
              <a:rPr lang="en-US" altLang="zh-CN" sz="2800" dirty="0"/>
              <a:t>DAC</a:t>
            </a:r>
            <a:endParaRPr lang="en-US" altLang="zh-CN" sz="2800" dirty="0"/>
          </a:p>
          <a:p>
            <a:pPr lvl="1" indent="-436245" eaLnBrk="1" hangingPunct="1">
              <a:lnSpc>
                <a:spcPct val="190000"/>
              </a:lnSpc>
              <a:spcBef>
                <a:spcPct val="30000"/>
              </a:spcBef>
            </a:pPr>
            <a:r>
              <a:rPr lang="zh-CN" altLang="en-US" sz="2400" dirty="0"/>
              <a:t>较高安全性级别提供的安全保护要</a:t>
            </a:r>
            <a:r>
              <a:rPr lang="zh-CN" altLang="en-US" sz="2400" b="1" dirty="0">
                <a:solidFill>
                  <a:srgbClr val="FF0000"/>
                </a:solidFill>
              </a:rPr>
              <a:t>包含</a:t>
            </a:r>
            <a:r>
              <a:rPr lang="zh-CN" altLang="en-US" sz="2400" dirty="0"/>
              <a:t>较低级别的所有保护</a:t>
            </a:r>
            <a:endParaRPr lang="zh-CN" altLang="en-US" sz="2400" dirty="0"/>
          </a:p>
        </p:txBody>
      </p:sp>
    </p:spTree>
  </p:cSld>
  <p:clrMapOvr>
    <a:masterClrMapping/>
  </p:clrMapOvr>
  <p:transition advClick="0"/>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84994" name="Rectangle 2"/>
          <p:cNvSpPr>
            <a:spLocks noGrp="1"/>
          </p:cNvSpPr>
          <p:nvPr>
            <p:ph type="title"/>
          </p:nvPr>
        </p:nvSpPr>
        <p:spPr>
          <a:ln/>
        </p:spPr>
        <p:txBody>
          <a:bodyPr vert="horz" wrap="square" lIns="91440" tIns="45720" rIns="91440" bIns="45720" anchor="b" anchorCtr="0"/>
          <a:p>
            <a:pPr eaLnBrk="1" hangingPunct="1"/>
            <a:r>
              <a:rPr lang="zh-CN" altLang="en-US" dirty="0"/>
              <a:t>强制存取控制方法（续）</a:t>
            </a:r>
            <a:endParaRPr lang="zh-CN" altLang="en-US" dirty="0"/>
          </a:p>
        </p:txBody>
      </p:sp>
      <p:sp>
        <p:nvSpPr>
          <p:cNvPr id="84995" name="Rectangle 3"/>
          <p:cNvSpPr>
            <a:spLocks noGrp="1"/>
          </p:cNvSpPr>
          <p:nvPr>
            <p:ph idx="1"/>
          </p:nvPr>
        </p:nvSpPr>
        <p:spPr>
          <a:xfrm>
            <a:off x="468313" y="1557338"/>
            <a:ext cx="7772400" cy="4114800"/>
          </a:xfrm>
          <a:ln/>
        </p:spPr>
        <p:txBody>
          <a:bodyPr vert="horz" wrap="square" lIns="91440" tIns="45720" rIns="91440" bIns="45720" anchor="t" anchorCtr="0"/>
          <a:p>
            <a:pPr lvl="1" indent="-436245" algn="just" eaLnBrk="1" hangingPunct="1">
              <a:buNone/>
            </a:pPr>
            <a:r>
              <a:rPr lang="en-US" altLang="zh-CN" dirty="0"/>
              <a:t>DAC + MAC</a:t>
            </a:r>
            <a:r>
              <a:rPr lang="zh-CN" altLang="en-US" dirty="0"/>
              <a:t>安全检查示意图</a:t>
            </a:r>
            <a:endParaRPr lang="zh-CN" altLang="en-US" dirty="0"/>
          </a:p>
          <a:p>
            <a:pPr lvl="1" indent="-436245" algn="just" eaLnBrk="1" hangingPunct="1">
              <a:spcBef>
                <a:spcPct val="50000"/>
              </a:spcBef>
              <a:buNone/>
            </a:pPr>
            <a:r>
              <a:rPr lang="zh-CN" altLang="en-US" dirty="0"/>
              <a:t>                </a:t>
            </a:r>
            <a:r>
              <a:rPr lang="en-US" altLang="zh-CN" dirty="0"/>
              <a:t>SQL</a:t>
            </a:r>
            <a:r>
              <a:rPr lang="zh-CN" altLang="en-US" dirty="0"/>
              <a:t>语法分析 </a:t>
            </a:r>
            <a:r>
              <a:rPr lang="en-US" altLang="zh-CN" dirty="0"/>
              <a:t>&amp; </a:t>
            </a:r>
            <a:r>
              <a:rPr lang="zh-CN" altLang="en-US" dirty="0"/>
              <a:t>语义检查</a:t>
            </a:r>
            <a:endParaRPr lang="zh-CN" altLang="en-US" dirty="0"/>
          </a:p>
          <a:p>
            <a:pPr lvl="1" indent="-436245" algn="just" eaLnBrk="1" hangingPunct="1">
              <a:buNone/>
            </a:pPr>
            <a:r>
              <a:rPr lang="zh-CN" altLang="en-US" dirty="0"/>
              <a:t> </a:t>
            </a:r>
            <a:endParaRPr lang="zh-CN" altLang="en-US" dirty="0"/>
          </a:p>
          <a:p>
            <a:pPr lvl="1" indent="-436245" algn="just" eaLnBrk="1" hangingPunct="1">
              <a:buNone/>
            </a:pPr>
            <a:r>
              <a:rPr lang="zh-CN" altLang="en-US" dirty="0"/>
              <a:t>                      </a:t>
            </a:r>
            <a:r>
              <a:rPr lang="en-US" altLang="zh-CN" sz="2000" dirty="0"/>
              <a:t>DAC </a:t>
            </a:r>
            <a:r>
              <a:rPr lang="zh-CN" altLang="en-US" sz="2000" dirty="0"/>
              <a:t>检 查</a:t>
            </a:r>
            <a:endParaRPr lang="zh-CN" altLang="en-US" dirty="0"/>
          </a:p>
          <a:p>
            <a:pPr lvl="1" indent="-436245" algn="just" eaLnBrk="1" hangingPunct="1">
              <a:buNone/>
            </a:pPr>
            <a:r>
              <a:rPr lang="zh-CN" altLang="en-US" dirty="0"/>
              <a:t>   安全检查 </a:t>
            </a:r>
            <a:endParaRPr lang="zh-CN" altLang="en-US" dirty="0"/>
          </a:p>
          <a:p>
            <a:pPr lvl="1" indent="-436245" algn="just" eaLnBrk="1" hangingPunct="1">
              <a:buNone/>
            </a:pPr>
            <a:r>
              <a:rPr lang="zh-CN" altLang="en-US" dirty="0"/>
              <a:t>                      </a:t>
            </a:r>
            <a:r>
              <a:rPr lang="en-US" altLang="zh-CN" sz="2000" dirty="0"/>
              <a:t>MAC </a:t>
            </a:r>
            <a:r>
              <a:rPr lang="zh-CN" altLang="en-US" sz="2000" dirty="0"/>
              <a:t>检 查</a:t>
            </a:r>
            <a:endParaRPr lang="zh-CN" altLang="en-US" dirty="0"/>
          </a:p>
          <a:p>
            <a:pPr lvl="1" indent="-436245" algn="just" eaLnBrk="1" hangingPunct="1">
              <a:buNone/>
            </a:pPr>
            <a:r>
              <a:rPr lang="zh-CN" altLang="en-US" dirty="0"/>
              <a:t>                             </a:t>
            </a:r>
            <a:endParaRPr lang="zh-CN" altLang="en-US" dirty="0"/>
          </a:p>
          <a:p>
            <a:pPr lvl="1" indent="-436245" algn="just" eaLnBrk="1" hangingPunct="1">
              <a:buNone/>
            </a:pPr>
            <a:r>
              <a:rPr lang="zh-CN" altLang="en-US" dirty="0"/>
              <a:t>                          </a:t>
            </a:r>
            <a:endParaRPr lang="zh-CN" altLang="en-US" dirty="0"/>
          </a:p>
        </p:txBody>
      </p:sp>
      <p:sp>
        <p:nvSpPr>
          <p:cNvPr id="84996" name="Line 5"/>
          <p:cNvSpPr/>
          <p:nvPr/>
        </p:nvSpPr>
        <p:spPr>
          <a:xfrm>
            <a:off x="4140200" y="4752975"/>
            <a:ext cx="0" cy="533400"/>
          </a:xfrm>
          <a:prstGeom prst="line">
            <a:avLst/>
          </a:prstGeom>
          <a:ln w="28575" cap="flat" cmpd="sng">
            <a:solidFill>
              <a:schemeClr val="tx1"/>
            </a:solidFill>
            <a:prstDash val="solid"/>
            <a:round/>
            <a:headEnd type="none" w="med" len="med"/>
            <a:tailEnd type="triangle" w="med" len="med"/>
          </a:ln>
        </p:spPr>
      </p:sp>
      <p:sp>
        <p:nvSpPr>
          <p:cNvPr id="84997" name="Line 6"/>
          <p:cNvSpPr/>
          <p:nvPr/>
        </p:nvSpPr>
        <p:spPr>
          <a:xfrm>
            <a:off x="4140200" y="3752850"/>
            <a:ext cx="0" cy="533400"/>
          </a:xfrm>
          <a:prstGeom prst="line">
            <a:avLst/>
          </a:prstGeom>
          <a:ln w="28575" cap="flat" cmpd="sng">
            <a:solidFill>
              <a:schemeClr val="tx1"/>
            </a:solidFill>
            <a:prstDash val="solid"/>
            <a:round/>
            <a:headEnd type="none" w="med" len="med"/>
            <a:tailEnd type="triangle" w="med" len="med"/>
          </a:ln>
        </p:spPr>
      </p:sp>
      <p:sp>
        <p:nvSpPr>
          <p:cNvPr id="84998" name="Rectangle 7"/>
          <p:cNvSpPr/>
          <p:nvPr/>
        </p:nvSpPr>
        <p:spPr>
          <a:xfrm>
            <a:off x="3143250" y="3201988"/>
            <a:ext cx="2084388" cy="1512887"/>
          </a:xfrm>
          <a:prstGeom prst="rect">
            <a:avLst/>
          </a:prstGeom>
          <a:noFill/>
          <a:ln w="28575" cap="flat" cmpd="sng">
            <a:solidFill>
              <a:schemeClr val="tx1"/>
            </a:solidFill>
            <a:prstDash val="solid"/>
            <a:miter/>
            <a:headEnd type="none" w="med" len="med"/>
            <a:tailEnd type="none" w="med" len="med"/>
          </a:ln>
        </p:spPr>
        <p:txBody>
          <a:bodyPr wrap="none" lIns="90000" tIns="46800" rIns="90000" bIns="46800" anchor="ctr" anchorCtr="0"/>
          <a:p>
            <a:pPr eaLnBrk="0" hangingPunct="0"/>
            <a:endParaRPr lang="zh-CN" altLang="en-US" dirty="0">
              <a:latin typeface="Verdana" panose="020B0604030504040204" pitchFamily="34" charset="0"/>
              <a:ea typeface="宋体" panose="02010600030101010101" pitchFamily="2" charset="-122"/>
            </a:endParaRPr>
          </a:p>
        </p:txBody>
      </p:sp>
      <p:sp>
        <p:nvSpPr>
          <p:cNvPr id="84999" name="Line 8"/>
          <p:cNvSpPr/>
          <p:nvPr/>
        </p:nvSpPr>
        <p:spPr>
          <a:xfrm>
            <a:off x="4140200" y="2762250"/>
            <a:ext cx="0" cy="381000"/>
          </a:xfrm>
          <a:prstGeom prst="line">
            <a:avLst/>
          </a:prstGeom>
          <a:ln w="28575" cap="flat" cmpd="sng">
            <a:solidFill>
              <a:schemeClr val="tx1"/>
            </a:solidFill>
            <a:prstDash val="solid"/>
            <a:round/>
            <a:headEnd type="none" w="med" len="med"/>
            <a:tailEnd type="triangle" w="med" len="med"/>
          </a:ln>
        </p:spPr>
      </p:sp>
      <p:sp>
        <p:nvSpPr>
          <p:cNvPr id="85000" name="Rectangle 9"/>
          <p:cNvSpPr/>
          <p:nvPr/>
        </p:nvSpPr>
        <p:spPr>
          <a:xfrm>
            <a:off x="785813" y="5429250"/>
            <a:ext cx="7561262" cy="701675"/>
          </a:xfrm>
          <a:prstGeom prst="rect">
            <a:avLst/>
          </a:prstGeom>
          <a:noFill/>
          <a:ln w="25400">
            <a:noFill/>
          </a:ln>
        </p:spPr>
        <p:txBody>
          <a:bodyPr anchor="t" anchorCtr="0">
            <a:spAutoFit/>
          </a:bodyPr>
          <a:p>
            <a:pPr marL="342900" indent="-342900" eaLnBrk="0" hangingPunct="0">
              <a:spcBef>
                <a:spcPct val="60000"/>
              </a:spcBef>
              <a:buClr>
                <a:schemeClr val="hlink"/>
              </a:buClr>
              <a:buFont typeface="Wingdings" panose="05000000000000000000" pitchFamily="2" charset="2"/>
              <a:buChar char="v"/>
            </a:pPr>
            <a:r>
              <a:rPr lang="zh-CN" altLang="en-US" sz="2000" dirty="0">
                <a:latin typeface="Verdana" panose="020B0604030504040204" pitchFamily="34" charset="0"/>
                <a:ea typeface="宋体" panose="02010600030101010101" pitchFamily="2" charset="-122"/>
              </a:rPr>
              <a:t>先进行</a:t>
            </a:r>
            <a:r>
              <a:rPr lang="en-US" altLang="zh-CN" sz="2000" dirty="0">
                <a:latin typeface="Verdana" panose="020B0604030504040204" pitchFamily="34" charset="0"/>
                <a:ea typeface="宋体" panose="02010600030101010101" pitchFamily="2" charset="-122"/>
              </a:rPr>
              <a:t>DAC</a:t>
            </a:r>
            <a:r>
              <a:rPr lang="zh-CN" altLang="en-US" sz="2000" dirty="0">
                <a:latin typeface="Verdana" panose="020B0604030504040204" pitchFamily="34" charset="0"/>
                <a:ea typeface="宋体" panose="02010600030101010101" pitchFamily="2" charset="-122"/>
              </a:rPr>
              <a:t>检查，通过</a:t>
            </a:r>
            <a:r>
              <a:rPr lang="en-US" altLang="zh-CN" sz="2000" dirty="0">
                <a:latin typeface="Verdana" panose="020B0604030504040204" pitchFamily="34" charset="0"/>
                <a:ea typeface="宋体" panose="02010600030101010101" pitchFamily="2" charset="-122"/>
              </a:rPr>
              <a:t>DAC</a:t>
            </a:r>
            <a:r>
              <a:rPr lang="zh-CN" altLang="en-US" sz="2000" dirty="0">
                <a:latin typeface="Verdana" panose="020B0604030504040204" pitchFamily="34" charset="0"/>
                <a:ea typeface="宋体" panose="02010600030101010101" pitchFamily="2" charset="-122"/>
              </a:rPr>
              <a:t>检查的数据对象再由系统进行</a:t>
            </a:r>
            <a:r>
              <a:rPr lang="en-US" altLang="zh-CN" sz="2000" dirty="0">
                <a:latin typeface="Verdana" panose="020B0604030504040204" pitchFamily="34" charset="0"/>
                <a:ea typeface="宋体" panose="02010600030101010101" pitchFamily="2" charset="-122"/>
              </a:rPr>
              <a:t>MAC</a:t>
            </a:r>
            <a:r>
              <a:rPr lang="zh-CN" altLang="en-US" sz="2000" dirty="0">
                <a:latin typeface="Verdana" panose="020B0604030504040204" pitchFamily="34" charset="0"/>
                <a:ea typeface="宋体" panose="02010600030101010101" pitchFamily="2" charset="-122"/>
              </a:rPr>
              <a:t>检查，只有通过</a:t>
            </a:r>
            <a:r>
              <a:rPr lang="en-US" altLang="zh-CN" sz="2000" dirty="0">
                <a:latin typeface="Verdana" panose="020B0604030504040204" pitchFamily="34" charset="0"/>
                <a:ea typeface="宋体" panose="02010600030101010101" pitchFamily="2" charset="-122"/>
              </a:rPr>
              <a:t>MAC</a:t>
            </a:r>
            <a:r>
              <a:rPr lang="zh-CN" altLang="en-US" sz="2000" dirty="0">
                <a:latin typeface="Verdana" panose="020B0604030504040204" pitchFamily="34" charset="0"/>
                <a:ea typeface="宋体" panose="02010600030101010101" pitchFamily="2" charset="-122"/>
              </a:rPr>
              <a:t>检查的数据对象方可存取。</a:t>
            </a:r>
            <a:endParaRPr lang="zh-CN" altLang="en-US" sz="2000"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87042" name="Rectangle 2"/>
          <p:cNvSpPr>
            <a:spLocks noGrp="1"/>
          </p:cNvSpPr>
          <p:nvPr>
            <p:ph type="title"/>
          </p:nvPr>
        </p:nvSpPr>
        <p:spPr>
          <a:ln/>
        </p:spPr>
        <p:txBody>
          <a:bodyPr vert="horz" wrap="square" lIns="91440" tIns="45720" rIns="91440" bIns="45720" anchor="b" anchorCtr="0"/>
          <a:p>
            <a:pPr eaLnBrk="1" hangingPunct="1"/>
            <a:r>
              <a:rPr lang="zh-CN" altLang="en-US" dirty="0"/>
              <a:t>第四章  数据库安全性</a:t>
            </a:r>
            <a:endParaRPr lang="zh-CN" altLang="en-US" dirty="0"/>
          </a:p>
        </p:txBody>
      </p:sp>
      <p:sp>
        <p:nvSpPr>
          <p:cNvPr id="87043" name="Rectangle 3"/>
          <p:cNvSpPr>
            <a:spLocks noGrp="1"/>
          </p:cNvSpPr>
          <p:nvPr>
            <p:ph idx="1"/>
          </p:nvPr>
        </p:nvSpPr>
        <p:spPr>
          <a:xfrm>
            <a:off x="714375" y="1214438"/>
            <a:ext cx="7921625" cy="4857750"/>
          </a:xfrm>
          <a:ln/>
        </p:spPr>
        <p:txBody>
          <a:bodyPr vert="horz" wrap="square" lIns="91440" tIns="45720" rIns="91440" bIns="45720" anchor="t" anchorCtr="0"/>
          <a:p>
            <a:pPr algn="just" eaLnBrk="1" hangingPunct="1">
              <a:lnSpc>
                <a:spcPct val="130000"/>
              </a:lnSpc>
              <a:buNone/>
            </a:pPr>
            <a:r>
              <a:rPr lang="en-US" altLang="zh-CN" b="1" dirty="0"/>
              <a:t>4.1  </a:t>
            </a:r>
            <a:r>
              <a:rPr lang="zh-CN" altLang="en-US" b="1" dirty="0"/>
              <a:t>计算机安全性概述</a:t>
            </a:r>
            <a:endParaRPr lang="zh-CN" altLang="en-US" b="1" dirty="0"/>
          </a:p>
          <a:p>
            <a:pPr algn="just" eaLnBrk="1" hangingPunct="1">
              <a:lnSpc>
                <a:spcPct val="130000"/>
              </a:lnSpc>
              <a:buNone/>
            </a:pPr>
            <a:r>
              <a:rPr lang="en-US" altLang="zh-CN" b="1" dirty="0"/>
              <a:t>4.2  </a:t>
            </a:r>
            <a:r>
              <a:rPr lang="zh-CN" altLang="en-US" b="1" dirty="0"/>
              <a:t>数据库安全性控制</a:t>
            </a:r>
            <a:endParaRPr lang="zh-CN" altLang="en-US" b="1" dirty="0"/>
          </a:p>
          <a:p>
            <a:pPr algn="just" eaLnBrk="1" hangingPunct="1">
              <a:lnSpc>
                <a:spcPct val="130000"/>
              </a:lnSpc>
              <a:buNone/>
            </a:pPr>
            <a:r>
              <a:rPr lang="en-US" altLang="zh-CN" b="1" dirty="0">
                <a:solidFill>
                  <a:srgbClr val="FF0000"/>
                </a:solidFill>
              </a:rPr>
              <a:t>4.3 </a:t>
            </a:r>
            <a:r>
              <a:rPr lang="en-US" altLang="zh-CN" b="1" dirty="0">
                <a:solidFill>
                  <a:schemeClr val="tx2"/>
                </a:solidFill>
              </a:rPr>
              <a:t> </a:t>
            </a:r>
            <a:r>
              <a:rPr lang="zh-CN" altLang="en-US" b="1" dirty="0">
                <a:solidFill>
                  <a:srgbClr val="FF0000"/>
                </a:solidFill>
              </a:rPr>
              <a:t>视图机制</a:t>
            </a:r>
            <a:endParaRPr lang="zh-CN" altLang="en-US" b="1" dirty="0">
              <a:solidFill>
                <a:srgbClr val="FF0000"/>
              </a:solidFill>
            </a:endParaRPr>
          </a:p>
          <a:p>
            <a:pPr algn="just" eaLnBrk="1" hangingPunct="1">
              <a:lnSpc>
                <a:spcPct val="130000"/>
              </a:lnSpc>
              <a:buNone/>
            </a:pPr>
            <a:r>
              <a:rPr lang="en-US" altLang="zh-CN" b="1" dirty="0"/>
              <a:t>4.4  </a:t>
            </a:r>
            <a:r>
              <a:rPr lang="zh-CN" altLang="en-US" b="1" dirty="0"/>
              <a:t>审计（</a:t>
            </a:r>
            <a:r>
              <a:rPr lang="en-US" altLang="zh-CN" b="1" dirty="0"/>
              <a:t>Audit</a:t>
            </a:r>
            <a:r>
              <a:rPr lang="zh-CN" altLang="en-US" b="1" dirty="0"/>
              <a:t>） </a:t>
            </a:r>
            <a:endParaRPr lang="zh-CN" altLang="en-US" b="1" dirty="0"/>
          </a:p>
          <a:p>
            <a:pPr algn="just" eaLnBrk="1" hangingPunct="1">
              <a:lnSpc>
                <a:spcPct val="130000"/>
              </a:lnSpc>
              <a:buNone/>
            </a:pPr>
            <a:r>
              <a:rPr lang="en-US" altLang="zh-CN" b="1" dirty="0"/>
              <a:t>4.5  </a:t>
            </a:r>
            <a:r>
              <a:rPr lang="zh-CN" altLang="en-US" b="1" dirty="0"/>
              <a:t>数据加密</a:t>
            </a:r>
            <a:endParaRPr lang="zh-CN" altLang="en-US" b="1" dirty="0"/>
          </a:p>
          <a:p>
            <a:pPr algn="just" eaLnBrk="1" hangingPunct="1">
              <a:lnSpc>
                <a:spcPct val="130000"/>
              </a:lnSpc>
              <a:buNone/>
            </a:pPr>
            <a:r>
              <a:rPr lang="en-US" altLang="zh-CN" b="1" dirty="0"/>
              <a:t>4.6  </a:t>
            </a:r>
            <a:r>
              <a:rPr lang="zh-CN" altLang="en-US" b="1" dirty="0"/>
              <a:t>统计数据库安全性</a:t>
            </a:r>
            <a:endParaRPr lang="zh-CN" altLang="en-US" b="1" dirty="0"/>
          </a:p>
          <a:p>
            <a:pPr algn="just" eaLnBrk="1" hangingPunct="1">
              <a:lnSpc>
                <a:spcPct val="130000"/>
              </a:lnSpc>
              <a:buNone/>
            </a:pPr>
            <a:r>
              <a:rPr lang="en-US" altLang="zh-CN" b="1" dirty="0"/>
              <a:t>4.7  </a:t>
            </a:r>
            <a:r>
              <a:rPr lang="zh-CN" altLang="en-US" b="1" dirty="0"/>
              <a:t>小结</a:t>
            </a:r>
            <a:endParaRPr lang="zh-CN" altLang="en-US" b="1" dirty="0"/>
          </a:p>
        </p:txBody>
      </p:sp>
    </p:spTree>
  </p:cSld>
  <p:clrMapOvr>
    <a:masterClrMapping/>
  </p:clrMapOvr>
  <p:transition advClick="0"/>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89090" name="Rectangle 2"/>
          <p:cNvSpPr>
            <a:spLocks noGrp="1"/>
          </p:cNvSpPr>
          <p:nvPr>
            <p:ph type="title"/>
          </p:nvPr>
        </p:nvSpPr>
        <p:spPr>
          <a:ln/>
        </p:spPr>
        <p:txBody>
          <a:bodyPr vert="horz" wrap="square" lIns="91440" tIns="45720" rIns="91440" bIns="45720" anchor="b" anchorCtr="0"/>
          <a:p>
            <a:pPr eaLnBrk="1" hangingPunct="1"/>
            <a:r>
              <a:rPr lang="en-US" altLang="zh-CN" dirty="0"/>
              <a:t>4.3  </a:t>
            </a:r>
            <a:r>
              <a:rPr lang="zh-CN" altLang="en-US" dirty="0"/>
              <a:t>视图机制</a:t>
            </a:r>
            <a:endParaRPr lang="zh-CN" altLang="en-US" dirty="0"/>
          </a:p>
        </p:txBody>
      </p:sp>
      <p:sp>
        <p:nvSpPr>
          <p:cNvPr id="89091" name="Rectangle 3"/>
          <p:cNvSpPr>
            <a:spLocks noGrp="1"/>
          </p:cNvSpPr>
          <p:nvPr>
            <p:ph idx="1"/>
          </p:nvPr>
        </p:nvSpPr>
        <p:spPr>
          <a:ln/>
        </p:spPr>
        <p:txBody>
          <a:bodyPr vert="horz" wrap="square" lIns="91440" tIns="45720" rIns="91440" bIns="45720" anchor="t" anchorCtr="0"/>
          <a:p>
            <a:pPr eaLnBrk="1" hangingPunct="1">
              <a:lnSpc>
                <a:spcPct val="150000"/>
              </a:lnSpc>
            </a:pPr>
            <a:r>
              <a:rPr lang="zh-CN" altLang="en-US" dirty="0"/>
              <a:t>把要保密的数据对无权存取这些数据的用户隐藏起来，对数据提供一定程度的安全保护</a:t>
            </a:r>
            <a:r>
              <a:rPr lang="zh-CN" altLang="en-US" sz="3200" dirty="0"/>
              <a:t> </a:t>
            </a:r>
            <a:endParaRPr lang="zh-CN" altLang="en-US" dirty="0"/>
          </a:p>
          <a:p>
            <a:pPr lvl="1" indent="-436245" eaLnBrk="1" hangingPunct="1">
              <a:lnSpc>
                <a:spcPct val="200000"/>
              </a:lnSpc>
            </a:pPr>
            <a:r>
              <a:rPr lang="zh-CN" altLang="en-US" dirty="0"/>
              <a:t>主要功能是提供数据独立性，无法完全满足要求</a:t>
            </a:r>
            <a:endParaRPr lang="zh-CN" altLang="en-US" dirty="0"/>
          </a:p>
          <a:p>
            <a:pPr lvl="1" indent="-436245" eaLnBrk="1" hangingPunct="1">
              <a:lnSpc>
                <a:spcPct val="200000"/>
              </a:lnSpc>
            </a:pPr>
            <a:r>
              <a:rPr lang="zh-CN" altLang="en-US" dirty="0"/>
              <a:t>间接实现了支持存取谓词的用户权限定义</a:t>
            </a:r>
            <a:endParaRPr lang="zh-CN" altLang="en-US" dirty="0"/>
          </a:p>
        </p:txBody>
      </p:sp>
    </p:spTree>
  </p:cSld>
  <p:clrMapOvr>
    <a:masterClrMapping/>
  </p:clrMapOvr>
  <p:transition advClick="0"/>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91138" name="Rectangle 2"/>
          <p:cNvSpPr>
            <a:spLocks noGrp="1"/>
          </p:cNvSpPr>
          <p:nvPr>
            <p:ph type="title"/>
          </p:nvPr>
        </p:nvSpPr>
        <p:spPr>
          <a:ln/>
        </p:spPr>
        <p:txBody>
          <a:bodyPr vert="horz" wrap="square" lIns="91440" tIns="45720" rIns="91440" bIns="45720" anchor="b" anchorCtr="0"/>
          <a:p>
            <a:pPr eaLnBrk="1" hangingPunct="1"/>
            <a:r>
              <a:rPr lang="zh-CN" altLang="en-US" dirty="0"/>
              <a:t>视图机制（续）</a:t>
            </a:r>
            <a:endParaRPr lang="zh-CN" altLang="en-US" dirty="0"/>
          </a:p>
        </p:txBody>
      </p:sp>
      <p:sp>
        <p:nvSpPr>
          <p:cNvPr id="91139" name="Rectangle 3"/>
          <p:cNvSpPr>
            <a:spLocks noGrp="1"/>
          </p:cNvSpPr>
          <p:nvPr>
            <p:ph idx="1"/>
          </p:nvPr>
        </p:nvSpPr>
        <p:spPr>
          <a:xfrm>
            <a:off x="500063" y="1143000"/>
            <a:ext cx="8229600" cy="2357438"/>
          </a:xfrm>
          <a:ln/>
        </p:spPr>
        <p:txBody>
          <a:bodyPr vert="horz" wrap="square" lIns="91440" tIns="45720" rIns="91440" bIns="45720" anchor="t" anchorCtr="0"/>
          <a:p>
            <a:pPr eaLnBrk="1" hangingPunct="1">
              <a:lnSpc>
                <a:spcPct val="160000"/>
              </a:lnSpc>
              <a:buNone/>
            </a:pPr>
            <a:r>
              <a:rPr lang="en-US" altLang="zh-CN" sz="2400" dirty="0"/>
              <a:t>[</a:t>
            </a:r>
            <a:r>
              <a:rPr lang="zh-CN" altLang="en-US" sz="2400" dirty="0"/>
              <a:t>例</a:t>
            </a:r>
            <a:r>
              <a:rPr lang="en-US" altLang="zh-CN" sz="2400" dirty="0"/>
              <a:t>14]</a:t>
            </a:r>
            <a:r>
              <a:rPr lang="zh-CN" altLang="en-US" sz="2400" dirty="0"/>
              <a:t>建立计算机系学生的视图，把对该视图的</a:t>
            </a:r>
            <a:r>
              <a:rPr lang="en-US" altLang="zh-CN" sz="2400" dirty="0"/>
              <a:t>SELECT</a:t>
            </a:r>
            <a:r>
              <a:rPr lang="zh-CN" altLang="en-US" sz="2400" dirty="0"/>
              <a:t>权限授于王平，王平只能检索计算机系学生的信息，把该视图上的所有操作权限授于张明，张明也只具有修改计算机系学生的权限。 </a:t>
            </a:r>
            <a:endParaRPr lang="zh-CN" altLang="en-US" sz="2900" dirty="0"/>
          </a:p>
        </p:txBody>
      </p:sp>
      <p:sp>
        <p:nvSpPr>
          <p:cNvPr id="419844" name="Rectangle 4"/>
          <p:cNvSpPr/>
          <p:nvPr/>
        </p:nvSpPr>
        <p:spPr>
          <a:xfrm>
            <a:off x="571500" y="3429000"/>
            <a:ext cx="8229600" cy="2786063"/>
          </a:xfrm>
          <a:prstGeom prst="rect">
            <a:avLst/>
          </a:prstGeom>
          <a:noFill/>
          <a:ln w="9525">
            <a:noFill/>
          </a:ln>
        </p:spPr>
        <p:txBody>
          <a:bodyPr anchor="t" anchorCtr="0"/>
          <a:p>
            <a:pPr marL="342900" indent="-342900" eaLnBrk="0" hangingPunct="0">
              <a:lnSpc>
                <a:spcPct val="160000"/>
              </a:lnSpc>
              <a:spcBef>
                <a:spcPct val="20000"/>
              </a:spcBef>
              <a:buClr>
                <a:schemeClr val="hlink"/>
              </a:buClr>
              <a:buFont typeface="Wingdings" panose="05000000000000000000" pitchFamily="2" charset="2"/>
            </a:pPr>
            <a:r>
              <a:rPr lang="zh-CN" altLang="en-US" sz="2000" dirty="0">
                <a:latin typeface="Arial" panose="020B0604020202020204" pitchFamily="34" charset="0"/>
                <a:ea typeface="宋体" panose="02010600030101010101" pitchFamily="2" charset="-122"/>
              </a:rPr>
              <a:t>先建立计算机系学生的视图</a:t>
            </a:r>
            <a:r>
              <a:rPr lang="en-US" altLang="zh-CN" sz="2000" dirty="0">
                <a:latin typeface="Arial" panose="020B0604020202020204" pitchFamily="34" charset="0"/>
                <a:ea typeface="宋体" panose="02010600030101010101" pitchFamily="2" charset="-122"/>
              </a:rPr>
              <a:t>CS_Student</a:t>
            </a:r>
            <a:endParaRPr lang="en-US" altLang="zh-CN" sz="2000" dirty="0">
              <a:latin typeface="Arial" panose="020B0604020202020204" pitchFamily="34" charset="0"/>
              <a:ea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pPr>
            <a:r>
              <a:rPr lang="en-US" altLang="zh-CN" sz="2400" dirty="0">
                <a:latin typeface="Arial" panose="020B0604020202020204" pitchFamily="34" charset="0"/>
                <a:ea typeface="宋体" panose="02010600030101010101" pitchFamily="2" charset="-122"/>
              </a:rPr>
              <a:t>              </a:t>
            </a:r>
            <a:r>
              <a:rPr lang="en-US" altLang="zh-CN" sz="2000" dirty="0">
                <a:latin typeface="Arial" panose="020B0604020202020204" pitchFamily="34" charset="0"/>
                <a:ea typeface="宋体" panose="02010600030101010101" pitchFamily="2" charset="-122"/>
              </a:rPr>
              <a:t>CREATE VIEW CS_Student</a:t>
            </a:r>
            <a:endParaRPr lang="en-US" altLang="zh-CN" sz="2000" dirty="0">
              <a:latin typeface="Arial" panose="020B0604020202020204" pitchFamily="34" charset="0"/>
              <a:ea typeface="宋体" panose="02010600030101010101" pitchFamily="2" charset="-122"/>
            </a:endParaRPr>
          </a:p>
          <a:p>
            <a:pPr marL="1143000" lvl="2" indent="-228600" eaLnBrk="0" hangingPunct="0">
              <a:spcBef>
                <a:spcPct val="20000"/>
              </a:spcBef>
            </a:pPr>
            <a:r>
              <a:rPr lang="en-US" altLang="zh-CN" sz="2000" dirty="0">
                <a:latin typeface="Arial" panose="020B0604020202020204" pitchFamily="34" charset="0"/>
                <a:ea typeface="宋体" panose="02010600030101010101" pitchFamily="2" charset="-122"/>
              </a:rPr>
              <a:t>    AS </a:t>
            </a:r>
            <a:endParaRPr lang="en-US" altLang="zh-CN" sz="2000" dirty="0">
              <a:latin typeface="Arial" panose="020B0604020202020204" pitchFamily="34" charset="0"/>
              <a:ea typeface="宋体" panose="02010600030101010101" pitchFamily="2" charset="-122"/>
            </a:endParaRPr>
          </a:p>
          <a:p>
            <a:pPr marL="1143000" lvl="2" indent="-228600" eaLnBrk="0" hangingPunct="0"/>
            <a:r>
              <a:rPr lang="en-US" altLang="zh-CN" sz="2000" dirty="0">
                <a:latin typeface="Arial" panose="020B0604020202020204" pitchFamily="34" charset="0"/>
                <a:ea typeface="宋体" panose="02010600030101010101" pitchFamily="2" charset="-122"/>
              </a:rPr>
              <a:t>    SELECT  *</a:t>
            </a:r>
            <a:endParaRPr lang="en-US" altLang="zh-CN" sz="2000" baseline="-16000" dirty="0">
              <a:latin typeface="Arial" panose="020B0604020202020204" pitchFamily="34" charset="0"/>
              <a:ea typeface="宋体" panose="02010600030101010101" pitchFamily="2" charset="-122"/>
            </a:endParaRPr>
          </a:p>
          <a:p>
            <a:pPr marL="1143000" lvl="2" indent="-228600" eaLnBrk="0" hangingPunct="0">
              <a:spcBef>
                <a:spcPct val="20000"/>
              </a:spcBef>
            </a:pPr>
            <a:r>
              <a:rPr lang="en-US" altLang="zh-CN" sz="2000" dirty="0">
                <a:latin typeface="Arial" panose="020B0604020202020204" pitchFamily="34" charset="0"/>
                <a:ea typeface="宋体" panose="02010600030101010101" pitchFamily="2" charset="-122"/>
              </a:rPr>
              <a:t>    FROM   Student</a:t>
            </a:r>
            <a:endParaRPr lang="en-US" altLang="zh-CN" sz="2000" dirty="0">
              <a:latin typeface="Arial" panose="020B0604020202020204" pitchFamily="34" charset="0"/>
              <a:ea typeface="宋体" panose="02010600030101010101" pitchFamily="2" charset="-122"/>
            </a:endParaRPr>
          </a:p>
          <a:p>
            <a:pPr marL="1143000" lvl="2" indent="-228600" eaLnBrk="0" hangingPunct="0">
              <a:spcBef>
                <a:spcPct val="20000"/>
              </a:spcBef>
            </a:pPr>
            <a:r>
              <a:rPr lang="en-US" altLang="zh-CN" sz="2000" dirty="0">
                <a:latin typeface="Arial" panose="020B0604020202020204" pitchFamily="34" charset="0"/>
                <a:ea typeface="宋体" panose="02010600030101010101" pitchFamily="2" charset="-122"/>
              </a:rPr>
              <a:t>    WHERE  Sdept='CS'</a:t>
            </a:r>
            <a:r>
              <a:rPr lang="zh-CN" altLang="en-US" sz="2000" dirty="0">
                <a:latin typeface="Arial" panose="020B0604020202020204" pitchFamily="34" charset="0"/>
                <a:ea typeface="宋体" panose="02010600030101010101" pitchFamily="2" charset="-122"/>
              </a:rPr>
              <a:t>；</a:t>
            </a:r>
            <a:endParaRPr lang="en-US" altLang="zh-CN" sz="2000" dirty="0">
              <a:latin typeface="Arial" panose="020B0604020202020204" pitchFamily="34" charset="0"/>
              <a:ea typeface="宋体" panose="02010600030101010101" pitchFamily="2" charset="-122"/>
            </a:endParaRPr>
          </a:p>
          <a:p>
            <a:pPr marL="1143000" lvl="2" indent="-228600" eaLnBrk="0" hangingPunct="0">
              <a:spcBef>
                <a:spcPct val="20000"/>
              </a:spcBef>
            </a:pPr>
            <a:r>
              <a:rPr lang="en-US" altLang="zh-CN" sz="2000" dirty="0">
                <a:latin typeface="Verdana" panose="020B0604030504040204" pitchFamily="34" charset="0"/>
                <a:ea typeface="宋体" panose="02010600030101010101" pitchFamily="2" charset="-122"/>
              </a:rPr>
              <a:t>   WITH CHECK OPTION</a:t>
            </a:r>
            <a:endParaRPr lang="zh-CN" altLang="en-US" sz="2000" dirty="0">
              <a:latin typeface="Arial" panose="020B060402020202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4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93186" name="Rectangle 2"/>
          <p:cNvSpPr>
            <a:spLocks noGrp="1"/>
          </p:cNvSpPr>
          <p:nvPr>
            <p:ph type="title"/>
          </p:nvPr>
        </p:nvSpPr>
        <p:spPr>
          <a:ln/>
        </p:spPr>
        <p:txBody>
          <a:bodyPr vert="horz" wrap="square" lIns="91440" tIns="45720" rIns="91440" bIns="45720" anchor="b" anchorCtr="0"/>
          <a:p>
            <a:pPr eaLnBrk="1" hangingPunct="1"/>
            <a:r>
              <a:rPr lang="zh-CN" altLang="en-US" dirty="0"/>
              <a:t>视图机制（续）</a:t>
            </a:r>
            <a:endParaRPr lang="zh-CN" altLang="en-US" dirty="0"/>
          </a:p>
        </p:txBody>
      </p:sp>
      <p:sp>
        <p:nvSpPr>
          <p:cNvPr id="93187" name="Rectangle 3"/>
          <p:cNvSpPr>
            <a:spLocks noGrp="1"/>
          </p:cNvSpPr>
          <p:nvPr>
            <p:ph idx="1"/>
          </p:nvPr>
        </p:nvSpPr>
        <p:spPr>
          <a:xfrm>
            <a:off x="468313" y="1484313"/>
            <a:ext cx="8229600" cy="2536825"/>
          </a:xfrm>
          <a:ln/>
        </p:spPr>
        <p:txBody>
          <a:bodyPr vert="horz" wrap="square" lIns="91440" tIns="45720" rIns="91440" bIns="45720" anchor="t" anchorCtr="0"/>
          <a:p>
            <a:pPr lvl="2" indent="-394970" eaLnBrk="1" hangingPunct="1">
              <a:lnSpc>
                <a:spcPct val="200000"/>
              </a:lnSpc>
              <a:buClrTx/>
              <a:buFontTx/>
              <a:buNone/>
            </a:pPr>
            <a:r>
              <a:rPr lang="zh-CN" altLang="en-US" sz="2400" dirty="0"/>
              <a:t>在视图上进一步定义存取权限</a:t>
            </a:r>
            <a:endParaRPr lang="zh-CN" altLang="en-US" sz="2400" dirty="0"/>
          </a:p>
          <a:p>
            <a:pPr lvl="2" indent="-394970" eaLnBrk="1" hangingPunct="1">
              <a:lnSpc>
                <a:spcPct val="120000"/>
              </a:lnSpc>
              <a:buClrTx/>
              <a:buFontTx/>
              <a:buNone/>
            </a:pPr>
            <a:r>
              <a:rPr lang="zh-CN" altLang="en-US" sz="2400" dirty="0"/>
              <a:t>     </a:t>
            </a:r>
            <a:r>
              <a:rPr lang="en-US" altLang="zh-CN" sz="2400" dirty="0"/>
              <a:t>GRANT  SELECT</a:t>
            </a:r>
            <a:endParaRPr lang="en-US" altLang="zh-CN" sz="2400" dirty="0"/>
          </a:p>
          <a:p>
            <a:pPr lvl="2" indent="-394970" eaLnBrk="1" hangingPunct="1">
              <a:lnSpc>
                <a:spcPct val="120000"/>
              </a:lnSpc>
              <a:buClrTx/>
              <a:buFontTx/>
              <a:buNone/>
            </a:pPr>
            <a:r>
              <a:rPr lang="en-US" altLang="zh-CN" sz="2400" dirty="0"/>
              <a:t>     ON  CS_Student  </a:t>
            </a:r>
            <a:endParaRPr lang="en-US" altLang="zh-CN" sz="2400" dirty="0"/>
          </a:p>
          <a:p>
            <a:pPr lvl="2" indent="-394970" eaLnBrk="1" hangingPunct="1">
              <a:lnSpc>
                <a:spcPct val="120000"/>
              </a:lnSpc>
              <a:buClrTx/>
              <a:buFontTx/>
              <a:buNone/>
            </a:pPr>
            <a:r>
              <a:rPr lang="en-US" altLang="zh-CN" sz="2400" dirty="0"/>
              <a:t>     TO </a:t>
            </a:r>
            <a:r>
              <a:rPr lang="zh-CN" altLang="en-US" sz="2400" dirty="0"/>
              <a:t>王平 ；</a:t>
            </a:r>
            <a:endParaRPr lang="zh-CN" altLang="en-US" sz="2400" dirty="0"/>
          </a:p>
        </p:txBody>
      </p:sp>
      <p:sp>
        <p:nvSpPr>
          <p:cNvPr id="420868" name="Rectangle 4"/>
          <p:cNvSpPr/>
          <p:nvPr/>
        </p:nvSpPr>
        <p:spPr>
          <a:xfrm>
            <a:off x="395288" y="3860800"/>
            <a:ext cx="8229600" cy="1854200"/>
          </a:xfrm>
          <a:prstGeom prst="rect">
            <a:avLst/>
          </a:prstGeom>
          <a:noFill/>
          <a:ln w="9525">
            <a:noFill/>
          </a:ln>
        </p:spPr>
        <p:txBody>
          <a:bodyPr anchor="t" anchorCtr="0"/>
          <a:p>
            <a:pPr marL="1143000" lvl="2" indent="-228600" eaLnBrk="0" hangingPunct="0">
              <a:lnSpc>
                <a:spcPct val="200000"/>
              </a:lnSpc>
              <a:spcBef>
                <a:spcPct val="20000"/>
              </a:spcBef>
            </a:pPr>
            <a:r>
              <a:rPr lang="en-US" altLang="zh-CN" sz="2400" dirty="0">
                <a:latin typeface="Arial" panose="020B0604020202020204" pitchFamily="34" charset="0"/>
                <a:ea typeface="宋体" panose="02010600030101010101" pitchFamily="2" charset="-122"/>
              </a:rPr>
              <a:t>     GRANT </a:t>
            </a:r>
            <a:r>
              <a:rPr lang="en-US" altLang="zh-CN" sz="2400" dirty="0">
                <a:solidFill>
                  <a:srgbClr val="FF0000"/>
                </a:solidFill>
                <a:latin typeface="Arial" panose="020B0604020202020204" pitchFamily="34" charset="0"/>
                <a:ea typeface="宋体" panose="02010600030101010101" pitchFamily="2" charset="-122"/>
              </a:rPr>
              <a:t>ALL</a:t>
            </a:r>
            <a:endParaRPr lang="en-US" altLang="zh-CN" sz="2400" dirty="0">
              <a:solidFill>
                <a:srgbClr val="FF0000"/>
              </a:solidFill>
              <a:latin typeface="Arial" panose="020B0604020202020204" pitchFamily="34" charset="0"/>
              <a:ea typeface="宋体" panose="02010600030101010101" pitchFamily="2" charset="-122"/>
            </a:endParaRPr>
          </a:p>
          <a:p>
            <a:pPr marL="1143000" lvl="2" indent="-228600" eaLnBrk="0" hangingPunct="0">
              <a:spcBef>
                <a:spcPct val="20000"/>
              </a:spcBef>
            </a:pPr>
            <a:r>
              <a:rPr lang="en-US" altLang="zh-CN" sz="2400" dirty="0">
                <a:latin typeface="Arial" panose="020B0604020202020204" pitchFamily="34" charset="0"/>
                <a:ea typeface="宋体" panose="02010600030101010101" pitchFamily="2" charset="-122"/>
              </a:rPr>
              <a:t>     ON  CS_Student  </a:t>
            </a:r>
            <a:endParaRPr lang="en-US" altLang="zh-CN" sz="2400" dirty="0">
              <a:latin typeface="Arial" panose="020B0604020202020204" pitchFamily="34" charset="0"/>
              <a:ea typeface="宋体" panose="02010600030101010101" pitchFamily="2" charset="-122"/>
            </a:endParaRPr>
          </a:p>
          <a:p>
            <a:pPr marL="1143000" lvl="2" indent="-228600" eaLnBrk="0" hangingPunct="0">
              <a:spcBef>
                <a:spcPct val="20000"/>
              </a:spcBef>
            </a:pPr>
            <a:r>
              <a:rPr lang="en-US" altLang="zh-CN" sz="2400" dirty="0">
                <a:latin typeface="Arial" panose="020B0604020202020204" pitchFamily="34" charset="0"/>
                <a:ea typeface="宋体" panose="02010600030101010101" pitchFamily="2" charset="-122"/>
              </a:rPr>
              <a:t>     TO  </a:t>
            </a:r>
            <a:r>
              <a:rPr lang="zh-CN" altLang="en-US" sz="2400" dirty="0">
                <a:latin typeface="Arial" panose="020B0604020202020204" pitchFamily="34" charset="0"/>
                <a:ea typeface="宋体" panose="02010600030101010101" pitchFamily="2" charset="-122"/>
              </a:rPr>
              <a:t>张明； </a:t>
            </a:r>
            <a:endParaRPr lang="zh-CN" altLang="en-US" sz="2400" dirty="0">
              <a:latin typeface="Arial" panose="020B060402020202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08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86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95234" name="Rectangle 2"/>
          <p:cNvSpPr>
            <a:spLocks noGrp="1"/>
          </p:cNvSpPr>
          <p:nvPr>
            <p:ph type="title"/>
          </p:nvPr>
        </p:nvSpPr>
        <p:spPr>
          <a:ln/>
        </p:spPr>
        <p:txBody>
          <a:bodyPr vert="horz" wrap="square" lIns="91440" tIns="45720" rIns="91440" bIns="45720" anchor="b" anchorCtr="0"/>
          <a:p>
            <a:pPr eaLnBrk="1" hangingPunct="1"/>
            <a:r>
              <a:rPr lang="en-US" altLang="zh-CN" dirty="0"/>
              <a:t>4.2  </a:t>
            </a:r>
            <a:r>
              <a:rPr lang="zh-CN" altLang="en-US" dirty="0"/>
              <a:t>数据库安全性控制</a:t>
            </a:r>
            <a:endParaRPr lang="zh-CN" altLang="en-US" dirty="0"/>
          </a:p>
        </p:txBody>
      </p:sp>
      <p:sp>
        <p:nvSpPr>
          <p:cNvPr id="95235" name="Rectangle 3"/>
          <p:cNvSpPr>
            <a:spLocks noGrp="1"/>
          </p:cNvSpPr>
          <p:nvPr>
            <p:ph idx="1"/>
          </p:nvPr>
        </p:nvSpPr>
        <p:spPr>
          <a:xfrm>
            <a:off x="642938" y="1214438"/>
            <a:ext cx="8229600" cy="4786312"/>
          </a:xfrm>
          <a:ln/>
        </p:spPr>
        <p:txBody>
          <a:bodyPr vert="horz" wrap="square" lIns="91440" tIns="45720" rIns="91440" bIns="45720" anchor="t" anchorCtr="0"/>
          <a:p>
            <a:pPr algn="just" eaLnBrk="1" hangingPunct="1">
              <a:lnSpc>
                <a:spcPct val="130000"/>
              </a:lnSpc>
              <a:buNone/>
            </a:pPr>
            <a:r>
              <a:rPr lang="en-US" altLang="zh-CN" b="1" dirty="0"/>
              <a:t>4.1  </a:t>
            </a:r>
            <a:r>
              <a:rPr lang="zh-CN" altLang="en-US" b="1" dirty="0"/>
              <a:t>计算机安全性概述</a:t>
            </a:r>
            <a:endParaRPr lang="zh-CN" altLang="en-US" b="1" dirty="0"/>
          </a:p>
          <a:p>
            <a:pPr algn="just" eaLnBrk="1" hangingPunct="1">
              <a:lnSpc>
                <a:spcPct val="130000"/>
              </a:lnSpc>
              <a:buNone/>
            </a:pPr>
            <a:r>
              <a:rPr lang="en-US" altLang="zh-CN" b="1" dirty="0"/>
              <a:t>4.2  </a:t>
            </a:r>
            <a:r>
              <a:rPr lang="zh-CN" altLang="en-US" b="1" dirty="0"/>
              <a:t>数据库安全性控制</a:t>
            </a:r>
            <a:endParaRPr lang="zh-CN" altLang="en-US" b="1" dirty="0"/>
          </a:p>
          <a:p>
            <a:pPr algn="just" eaLnBrk="1" hangingPunct="1">
              <a:lnSpc>
                <a:spcPct val="130000"/>
              </a:lnSpc>
              <a:buNone/>
            </a:pPr>
            <a:r>
              <a:rPr lang="en-US" altLang="zh-CN" b="1" dirty="0"/>
              <a:t>4.3  </a:t>
            </a:r>
            <a:r>
              <a:rPr lang="zh-CN" altLang="en-US" b="1" dirty="0"/>
              <a:t>视图机制</a:t>
            </a:r>
            <a:endParaRPr lang="zh-CN" altLang="en-US" b="1" dirty="0"/>
          </a:p>
          <a:p>
            <a:pPr algn="just" eaLnBrk="1" hangingPunct="1">
              <a:lnSpc>
                <a:spcPct val="130000"/>
              </a:lnSpc>
              <a:buNone/>
            </a:pPr>
            <a:r>
              <a:rPr lang="en-US" altLang="zh-CN" b="1" dirty="0">
                <a:solidFill>
                  <a:srgbClr val="FF0000"/>
                </a:solidFill>
              </a:rPr>
              <a:t>4.4  </a:t>
            </a:r>
            <a:r>
              <a:rPr lang="zh-CN" altLang="en-US" b="1" dirty="0">
                <a:solidFill>
                  <a:srgbClr val="FF0000"/>
                </a:solidFill>
              </a:rPr>
              <a:t>审计（</a:t>
            </a:r>
            <a:r>
              <a:rPr lang="en-US" altLang="zh-CN" b="1" dirty="0">
                <a:solidFill>
                  <a:srgbClr val="FF0000"/>
                </a:solidFill>
              </a:rPr>
              <a:t>Audit</a:t>
            </a:r>
            <a:r>
              <a:rPr lang="zh-CN" altLang="en-US" b="1" dirty="0">
                <a:solidFill>
                  <a:srgbClr val="FF0000"/>
                </a:solidFill>
              </a:rPr>
              <a:t>） </a:t>
            </a:r>
            <a:endParaRPr lang="zh-CN" altLang="en-US" b="1" dirty="0">
              <a:solidFill>
                <a:srgbClr val="FF0000"/>
              </a:solidFill>
            </a:endParaRPr>
          </a:p>
          <a:p>
            <a:pPr algn="just" eaLnBrk="1" hangingPunct="1">
              <a:lnSpc>
                <a:spcPct val="130000"/>
              </a:lnSpc>
              <a:buNone/>
            </a:pPr>
            <a:r>
              <a:rPr lang="en-US" altLang="zh-CN" b="1" dirty="0"/>
              <a:t>4.5  </a:t>
            </a:r>
            <a:r>
              <a:rPr lang="zh-CN" altLang="en-US" b="1" dirty="0"/>
              <a:t>数据加密</a:t>
            </a:r>
            <a:endParaRPr lang="zh-CN" altLang="en-US" b="1" dirty="0"/>
          </a:p>
          <a:p>
            <a:pPr algn="just" eaLnBrk="1" hangingPunct="1">
              <a:lnSpc>
                <a:spcPct val="130000"/>
              </a:lnSpc>
              <a:buNone/>
            </a:pPr>
            <a:r>
              <a:rPr lang="en-US" altLang="zh-CN" b="1" dirty="0"/>
              <a:t>4.6  </a:t>
            </a:r>
            <a:r>
              <a:rPr lang="zh-CN" altLang="en-US" b="1" dirty="0"/>
              <a:t>统计数据库安全性</a:t>
            </a:r>
            <a:endParaRPr lang="zh-CN" altLang="en-US" b="1" dirty="0"/>
          </a:p>
          <a:p>
            <a:pPr algn="just" eaLnBrk="1" hangingPunct="1">
              <a:lnSpc>
                <a:spcPct val="130000"/>
              </a:lnSpc>
              <a:buNone/>
            </a:pPr>
            <a:r>
              <a:rPr lang="en-US" altLang="zh-CN" b="1" dirty="0"/>
              <a:t>4.7  </a:t>
            </a:r>
            <a:r>
              <a:rPr lang="zh-CN" altLang="en-US" b="1" dirty="0"/>
              <a:t>小结</a:t>
            </a:r>
            <a:endParaRPr lang="zh-CN" altLang="en-US" b="1" dirty="0"/>
          </a:p>
          <a:p>
            <a:pPr eaLnBrk="1" hangingPunct="1">
              <a:buNone/>
            </a:pPr>
            <a:endParaRPr lang="en-US" altLang="zh-CN" b="1" dirty="0"/>
          </a:p>
        </p:txBody>
      </p:sp>
    </p:spTree>
  </p:cSld>
  <p:clrMapOvr>
    <a:masterClrMapping/>
  </p:clrMapOvr>
  <p:transition advClick="0"/>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Rectangle 2"/>
          <p:cNvSpPr>
            <a:spLocks noGrp="1"/>
          </p:cNvSpPr>
          <p:nvPr>
            <p:ph type="title"/>
          </p:nvPr>
        </p:nvSpPr>
        <p:spPr>
          <a:ln/>
        </p:spPr>
        <p:txBody>
          <a:bodyPr vert="horz" wrap="square" lIns="91440" tIns="45720" rIns="91440" bIns="45720" anchor="b" anchorCtr="0"/>
          <a:p>
            <a:pPr eaLnBrk="1" hangingPunct="1"/>
            <a:r>
              <a:rPr lang="en-US" altLang="zh-CN" dirty="0"/>
              <a:t>4.4  </a:t>
            </a:r>
            <a:r>
              <a:rPr lang="zh-CN" altLang="en-US" dirty="0"/>
              <a:t>审计</a:t>
            </a:r>
            <a:endParaRPr lang="zh-CN" altLang="en-US" dirty="0"/>
          </a:p>
        </p:txBody>
      </p:sp>
      <p:sp>
        <p:nvSpPr>
          <p:cNvPr id="97282" name="Rectangle 3"/>
          <p:cNvSpPr>
            <a:spLocks noGrp="1"/>
          </p:cNvSpPr>
          <p:nvPr>
            <p:ph idx="1"/>
          </p:nvPr>
        </p:nvSpPr>
        <p:spPr>
          <a:xfrm>
            <a:off x="566738" y="1052513"/>
            <a:ext cx="8001000" cy="5167312"/>
          </a:xfrm>
          <a:ln/>
        </p:spPr>
        <p:txBody>
          <a:bodyPr vert="horz" wrap="square" lIns="91440" tIns="45720" rIns="91440" bIns="45720" anchor="t" anchorCtr="0"/>
          <a:p>
            <a:pPr eaLnBrk="1" hangingPunct="1">
              <a:lnSpc>
                <a:spcPct val="90000"/>
              </a:lnSpc>
            </a:pPr>
            <a:r>
              <a:rPr lang="zh-CN" altLang="en-US" sz="2800" dirty="0"/>
              <a:t>什么是审计</a:t>
            </a:r>
            <a:endParaRPr lang="en-US" altLang="zh-CN" sz="2800" dirty="0"/>
          </a:p>
          <a:p>
            <a:pPr eaLnBrk="1" hangingPunct="1">
              <a:lnSpc>
                <a:spcPct val="90000"/>
              </a:lnSpc>
            </a:pPr>
            <a:r>
              <a:rPr lang="zh-CN" altLang="en-US" sz="2800" dirty="0"/>
              <a:t>任何系统的安全保护都不是完美的</a:t>
            </a:r>
            <a:endParaRPr lang="zh-CN" altLang="en-US" sz="2800" dirty="0"/>
          </a:p>
          <a:p>
            <a:pPr lvl="1" indent="-436245" eaLnBrk="1" hangingPunct="1">
              <a:spcBef>
                <a:spcPct val="60000"/>
              </a:spcBef>
            </a:pPr>
            <a:r>
              <a:rPr lang="zh-CN" altLang="en-US" sz="2400" dirty="0">
                <a:solidFill>
                  <a:srgbClr val="FF0000"/>
                </a:solidFill>
              </a:rPr>
              <a:t>审计日志</a:t>
            </a:r>
            <a:r>
              <a:rPr lang="zh-CN" altLang="en-US" sz="2400" dirty="0"/>
              <a:t>（</a:t>
            </a:r>
            <a:r>
              <a:rPr lang="en-US" altLang="zh-CN" sz="2400" dirty="0"/>
              <a:t>Audit Log</a:t>
            </a:r>
            <a:r>
              <a:rPr lang="zh-CN" altLang="en-US" sz="2400" dirty="0"/>
              <a:t>）</a:t>
            </a:r>
            <a:endParaRPr lang="zh-CN" altLang="en-US" sz="2400" dirty="0"/>
          </a:p>
          <a:p>
            <a:pPr lvl="1" indent="-436245" eaLnBrk="1" hangingPunct="1">
              <a:spcBef>
                <a:spcPct val="60000"/>
              </a:spcBef>
              <a:buNone/>
            </a:pPr>
            <a:r>
              <a:rPr lang="zh-CN" altLang="en-US" sz="2400" dirty="0"/>
              <a:t>将用户对数据库的所有操作记录在上面。但是，</a:t>
            </a:r>
            <a:r>
              <a:rPr lang="zh-CN" altLang="en-US" sz="2400" dirty="0">
                <a:solidFill>
                  <a:srgbClr val="FF0000"/>
                </a:solidFill>
              </a:rPr>
              <a:t>费时间，费空间</a:t>
            </a:r>
            <a:r>
              <a:rPr lang="zh-CN" altLang="en-US" sz="2400" dirty="0"/>
              <a:t>。</a:t>
            </a:r>
            <a:endParaRPr lang="zh-CN" altLang="en-US" sz="2400" dirty="0"/>
          </a:p>
          <a:p>
            <a:pPr lvl="1" indent="-436245" eaLnBrk="1" hangingPunct="1">
              <a:spcBef>
                <a:spcPct val="60000"/>
              </a:spcBef>
            </a:pPr>
            <a:r>
              <a:rPr lang="en-US" altLang="zh-CN" sz="2400" dirty="0"/>
              <a:t>DBA</a:t>
            </a:r>
            <a:r>
              <a:rPr lang="zh-CN" altLang="en-US" sz="2400" dirty="0"/>
              <a:t>利用审计日志：找出非法存取数据的人、时间和内容</a:t>
            </a:r>
            <a:endParaRPr lang="zh-CN" altLang="en-US" sz="2400" dirty="0"/>
          </a:p>
          <a:p>
            <a:pPr lvl="1" indent="-436245" eaLnBrk="1" hangingPunct="1">
              <a:spcBef>
                <a:spcPct val="60000"/>
              </a:spcBef>
            </a:pPr>
            <a:r>
              <a:rPr lang="en-US" altLang="zh-CN" sz="2400" dirty="0"/>
              <a:t>C2</a:t>
            </a:r>
            <a:r>
              <a:rPr lang="zh-CN" altLang="en-US" sz="2400" dirty="0"/>
              <a:t>以上安全级别的</a:t>
            </a:r>
            <a:r>
              <a:rPr lang="en-US" altLang="zh-CN" sz="2400" dirty="0"/>
              <a:t>DBMS</a:t>
            </a:r>
            <a:r>
              <a:rPr lang="zh-CN" altLang="en-US" sz="2400" dirty="0"/>
              <a:t>必须具有。</a:t>
            </a:r>
            <a:endParaRPr lang="en-US" altLang="zh-CN" sz="2400" dirty="0"/>
          </a:p>
          <a:p>
            <a:pPr lvl="1" indent="-436245" eaLnBrk="1" hangingPunct="1">
              <a:spcBef>
                <a:spcPct val="60000"/>
              </a:spcBef>
            </a:pPr>
            <a:r>
              <a:rPr lang="zh-CN" altLang="en-US" sz="2400" dirty="0"/>
              <a:t>审计功能通常用于</a:t>
            </a:r>
            <a:r>
              <a:rPr lang="zh-CN" altLang="en-US" sz="2400" dirty="0">
                <a:solidFill>
                  <a:srgbClr val="FF0000"/>
                </a:solidFill>
              </a:rPr>
              <a:t>安全性要求较高</a:t>
            </a:r>
            <a:r>
              <a:rPr lang="zh-CN" altLang="en-US" sz="2400" dirty="0"/>
              <a:t>的部门。</a:t>
            </a:r>
            <a:endParaRPr lang="en-US" altLang="zh-CN" sz="2400" dirty="0"/>
          </a:p>
          <a:p>
            <a:pPr lvl="1" indent="-436245" eaLnBrk="1" hangingPunct="1">
              <a:spcBef>
                <a:spcPct val="60000"/>
              </a:spcBef>
            </a:pPr>
            <a:r>
              <a:rPr lang="zh-CN" altLang="en-US" sz="2400" dirty="0"/>
              <a:t>提供了一种</a:t>
            </a:r>
            <a:r>
              <a:rPr lang="zh-CN" altLang="en-US" sz="2400" b="1" dirty="0">
                <a:solidFill>
                  <a:srgbClr val="FF0000"/>
                </a:solidFill>
              </a:rPr>
              <a:t>事后检查</a:t>
            </a:r>
            <a:r>
              <a:rPr lang="zh-CN" altLang="en-US" sz="2400" dirty="0"/>
              <a:t>的安全机制，以后</a:t>
            </a:r>
            <a:r>
              <a:rPr lang="zh-CN" altLang="en-US" sz="2400" b="1" dirty="0">
                <a:solidFill>
                  <a:srgbClr val="FF0000"/>
                </a:solidFill>
              </a:rPr>
              <a:t>加以防范</a:t>
            </a:r>
            <a:r>
              <a:rPr lang="zh-CN" altLang="en-US" sz="2400" dirty="0"/>
              <a:t>。</a:t>
            </a:r>
            <a:endParaRPr lang="zh-CN" altLang="en-US" sz="2400" dirty="0"/>
          </a:p>
        </p:txBody>
      </p:sp>
    </p:spTree>
  </p:cSld>
  <p:clrMapOvr>
    <a:masterClrMapping/>
  </p:clrMapOvr>
  <p:transition advClick="0"/>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99330" name="Rectangle 2"/>
          <p:cNvSpPr>
            <a:spLocks noGrp="1"/>
          </p:cNvSpPr>
          <p:nvPr>
            <p:ph type="title"/>
          </p:nvPr>
        </p:nvSpPr>
        <p:spPr>
          <a:ln/>
        </p:spPr>
        <p:txBody>
          <a:bodyPr vert="horz" wrap="square" lIns="91440" tIns="45720" rIns="91440" bIns="45720" anchor="b" anchorCtr="0"/>
          <a:p>
            <a:pPr eaLnBrk="1" hangingPunct="1"/>
            <a:r>
              <a:rPr lang="zh-CN" altLang="en-US" dirty="0"/>
              <a:t>审计（续）</a:t>
            </a:r>
            <a:endParaRPr lang="zh-CN" altLang="en-US" dirty="0"/>
          </a:p>
        </p:txBody>
      </p:sp>
      <p:sp>
        <p:nvSpPr>
          <p:cNvPr id="99331" name="Rectangle 3"/>
          <p:cNvSpPr>
            <a:spLocks noGrp="1"/>
          </p:cNvSpPr>
          <p:nvPr>
            <p:ph idx="1"/>
          </p:nvPr>
        </p:nvSpPr>
        <p:spPr>
          <a:ln/>
        </p:spPr>
        <p:txBody>
          <a:bodyPr vert="horz" wrap="square" lIns="91440" tIns="45720" rIns="91440" bIns="45720" anchor="t" anchorCtr="0"/>
          <a:p>
            <a:pPr eaLnBrk="1" hangingPunct="1">
              <a:lnSpc>
                <a:spcPct val="170000"/>
              </a:lnSpc>
            </a:pPr>
            <a:r>
              <a:rPr lang="en-US" altLang="zh-CN" dirty="0"/>
              <a:t>AUDIT</a:t>
            </a:r>
            <a:r>
              <a:rPr lang="zh-CN" altLang="en-US" dirty="0"/>
              <a:t>语句：设置审计功能 </a:t>
            </a:r>
            <a:endParaRPr lang="zh-CN" altLang="en-US" dirty="0"/>
          </a:p>
          <a:p>
            <a:pPr eaLnBrk="1" hangingPunct="1">
              <a:lnSpc>
                <a:spcPct val="170000"/>
              </a:lnSpc>
            </a:pPr>
            <a:endParaRPr lang="zh-CN" altLang="en-US" dirty="0"/>
          </a:p>
          <a:p>
            <a:pPr eaLnBrk="1" hangingPunct="1">
              <a:lnSpc>
                <a:spcPct val="170000"/>
              </a:lnSpc>
            </a:pPr>
            <a:r>
              <a:rPr lang="en-US" altLang="zh-CN" dirty="0"/>
              <a:t>NOAUDIT</a:t>
            </a:r>
            <a:r>
              <a:rPr lang="zh-CN" altLang="en-US" dirty="0"/>
              <a:t>语句：取消审计功能 </a:t>
            </a:r>
            <a:endParaRPr lang="zh-CN" altLang="en-US" dirty="0"/>
          </a:p>
        </p:txBody>
      </p:sp>
    </p:spTree>
  </p:cSld>
  <p:clrMapOvr>
    <a:masterClrMapping/>
  </p:clrMapOvr>
  <p:transition advClick="0"/>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101378" name="Rectangle 2"/>
          <p:cNvSpPr>
            <a:spLocks noGrp="1"/>
          </p:cNvSpPr>
          <p:nvPr>
            <p:ph type="title"/>
          </p:nvPr>
        </p:nvSpPr>
        <p:spPr>
          <a:ln/>
        </p:spPr>
        <p:txBody>
          <a:bodyPr vert="horz" wrap="square" lIns="91440" tIns="45720" rIns="91440" bIns="45720" anchor="b" anchorCtr="0"/>
          <a:p>
            <a:pPr eaLnBrk="1" hangingPunct="1"/>
            <a:r>
              <a:rPr lang="en-US" altLang="zh-CN" dirty="0"/>
              <a:t>4.2  </a:t>
            </a:r>
            <a:r>
              <a:rPr lang="zh-CN" altLang="en-US" dirty="0"/>
              <a:t>数据库安全性控制</a:t>
            </a:r>
            <a:endParaRPr lang="zh-CN" altLang="en-US" dirty="0"/>
          </a:p>
        </p:txBody>
      </p:sp>
      <p:sp>
        <p:nvSpPr>
          <p:cNvPr id="101379" name="Rectangle 3"/>
          <p:cNvSpPr>
            <a:spLocks noGrp="1"/>
          </p:cNvSpPr>
          <p:nvPr>
            <p:ph idx="1"/>
          </p:nvPr>
        </p:nvSpPr>
        <p:spPr>
          <a:xfrm>
            <a:off x="642938" y="1214438"/>
            <a:ext cx="8229600" cy="4857750"/>
          </a:xfrm>
          <a:ln/>
        </p:spPr>
        <p:txBody>
          <a:bodyPr vert="horz" wrap="square" lIns="91440" tIns="45720" rIns="91440" bIns="45720" anchor="t" anchorCtr="0"/>
          <a:p>
            <a:pPr algn="just" eaLnBrk="1" hangingPunct="1">
              <a:lnSpc>
                <a:spcPct val="130000"/>
              </a:lnSpc>
              <a:buNone/>
            </a:pPr>
            <a:r>
              <a:rPr lang="en-US" altLang="zh-CN" b="1" dirty="0"/>
              <a:t>4.1  </a:t>
            </a:r>
            <a:r>
              <a:rPr lang="zh-CN" altLang="en-US" b="1" dirty="0"/>
              <a:t>计算机安全性概述</a:t>
            </a:r>
            <a:endParaRPr lang="zh-CN" altLang="en-US" b="1" dirty="0"/>
          </a:p>
          <a:p>
            <a:pPr algn="just" eaLnBrk="1" hangingPunct="1">
              <a:lnSpc>
                <a:spcPct val="130000"/>
              </a:lnSpc>
              <a:buNone/>
            </a:pPr>
            <a:r>
              <a:rPr lang="en-US" altLang="zh-CN" b="1" dirty="0"/>
              <a:t>4.2  </a:t>
            </a:r>
            <a:r>
              <a:rPr lang="zh-CN" altLang="en-US" b="1" dirty="0"/>
              <a:t>数据库安全性控制</a:t>
            </a:r>
            <a:endParaRPr lang="zh-CN" altLang="en-US" b="1" dirty="0"/>
          </a:p>
          <a:p>
            <a:pPr algn="just" eaLnBrk="1" hangingPunct="1">
              <a:lnSpc>
                <a:spcPct val="130000"/>
              </a:lnSpc>
              <a:buNone/>
            </a:pPr>
            <a:r>
              <a:rPr lang="en-US" altLang="zh-CN" b="1" dirty="0"/>
              <a:t>4.3  </a:t>
            </a:r>
            <a:r>
              <a:rPr lang="zh-CN" altLang="en-US" b="1" dirty="0"/>
              <a:t>视图机制</a:t>
            </a:r>
            <a:endParaRPr lang="zh-CN" altLang="en-US" b="1" dirty="0"/>
          </a:p>
          <a:p>
            <a:pPr algn="just" eaLnBrk="1" hangingPunct="1">
              <a:lnSpc>
                <a:spcPct val="130000"/>
              </a:lnSpc>
              <a:buNone/>
            </a:pPr>
            <a:r>
              <a:rPr lang="en-US" altLang="zh-CN" b="1" dirty="0"/>
              <a:t>4.4  </a:t>
            </a:r>
            <a:r>
              <a:rPr lang="zh-CN" altLang="en-US" b="1" dirty="0"/>
              <a:t>审计（</a:t>
            </a:r>
            <a:r>
              <a:rPr lang="en-US" altLang="zh-CN" b="1" dirty="0"/>
              <a:t>Audit</a:t>
            </a:r>
            <a:r>
              <a:rPr lang="zh-CN" altLang="en-US" b="1" dirty="0"/>
              <a:t>） </a:t>
            </a:r>
            <a:endParaRPr lang="zh-CN" altLang="en-US" b="1" dirty="0"/>
          </a:p>
          <a:p>
            <a:pPr algn="just" eaLnBrk="1" hangingPunct="1">
              <a:lnSpc>
                <a:spcPct val="130000"/>
              </a:lnSpc>
              <a:buNone/>
            </a:pPr>
            <a:r>
              <a:rPr lang="en-US" altLang="zh-CN" b="1" dirty="0">
                <a:solidFill>
                  <a:srgbClr val="FF0000"/>
                </a:solidFill>
              </a:rPr>
              <a:t>4.5  </a:t>
            </a:r>
            <a:r>
              <a:rPr lang="zh-CN" altLang="en-US" b="1" dirty="0">
                <a:solidFill>
                  <a:srgbClr val="FF0000"/>
                </a:solidFill>
              </a:rPr>
              <a:t>数据加密</a:t>
            </a:r>
            <a:endParaRPr lang="zh-CN" altLang="en-US" b="1" dirty="0">
              <a:solidFill>
                <a:srgbClr val="FF0000"/>
              </a:solidFill>
            </a:endParaRPr>
          </a:p>
          <a:p>
            <a:pPr algn="just" eaLnBrk="1" hangingPunct="1">
              <a:lnSpc>
                <a:spcPct val="130000"/>
              </a:lnSpc>
              <a:buNone/>
            </a:pPr>
            <a:r>
              <a:rPr lang="en-US" altLang="zh-CN" b="1" dirty="0"/>
              <a:t>4.6  </a:t>
            </a:r>
            <a:r>
              <a:rPr lang="zh-CN" altLang="en-US" b="1" dirty="0"/>
              <a:t>统计数据库安全性</a:t>
            </a:r>
            <a:endParaRPr lang="zh-CN" altLang="en-US" b="1" dirty="0"/>
          </a:p>
          <a:p>
            <a:pPr algn="just" eaLnBrk="1" hangingPunct="1">
              <a:lnSpc>
                <a:spcPct val="130000"/>
              </a:lnSpc>
              <a:buNone/>
            </a:pPr>
            <a:r>
              <a:rPr lang="en-US" altLang="zh-CN" b="1" dirty="0"/>
              <a:t>4.7  </a:t>
            </a:r>
            <a:r>
              <a:rPr lang="zh-CN" altLang="en-US" b="1" dirty="0"/>
              <a:t>小结</a:t>
            </a:r>
            <a:endParaRPr lang="zh-CN" altLang="en-US" b="1" dirty="0"/>
          </a:p>
          <a:p>
            <a:pPr eaLnBrk="1" hangingPunct="1">
              <a:buNone/>
            </a:pPr>
            <a:endParaRPr lang="en-US" altLang="zh-CN" b="1" dirty="0"/>
          </a:p>
        </p:txBody>
      </p:sp>
    </p:spTree>
  </p:cSld>
  <p:clrMapOvr>
    <a:masterClrMapping/>
  </p:clrMapOvr>
  <p:transition advClick="0"/>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103426" name="Rectangle 2"/>
          <p:cNvSpPr>
            <a:spLocks noGrp="1"/>
          </p:cNvSpPr>
          <p:nvPr>
            <p:ph type="title"/>
          </p:nvPr>
        </p:nvSpPr>
        <p:spPr>
          <a:ln/>
        </p:spPr>
        <p:txBody>
          <a:bodyPr vert="horz" wrap="square" lIns="91440" tIns="45720" rIns="91440" bIns="45720" anchor="b" anchorCtr="0"/>
          <a:p>
            <a:pPr eaLnBrk="1" hangingPunct="1"/>
            <a:r>
              <a:rPr lang="en-US" altLang="zh-CN" dirty="0"/>
              <a:t>4.5  </a:t>
            </a:r>
            <a:r>
              <a:rPr lang="zh-CN" altLang="en-US" dirty="0"/>
              <a:t>数据加密</a:t>
            </a:r>
            <a:endParaRPr lang="zh-CN" altLang="en-US" dirty="0"/>
          </a:p>
        </p:txBody>
      </p:sp>
      <p:sp>
        <p:nvSpPr>
          <p:cNvPr id="103427" name="Rectangle 3"/>
          <p:cNvSpPr>
            <a:spLocks noGrp="1"/>
          </p:cNvSpPr>
          <p:nvPr>
            <p:ph idx="1"/>
          </p:nvPr>
        </p:nvSpPr>
        <p:spPr>
          <a:xfrm>
            <a:off x="500063" y="1214438"/>
            <a:ext cx="8229600" cy="4695825"/>
          </a:xfrm>
          <a:ln/>
        </p:spPr>
        <p:txBody>
          <a:bodyPr vert="horz" wrap="square" lIns="91440" tIns="45720" rIns="91440" bIns="45720" anchor="t" anchorCtr="0"/>
          <a:p>
            <a:pPr eaLnBrk="1" hangingPunct="1">
              <a:spcBef>
                <a:spcPts val="200"/>
              </a:spcBef>
            </a:pPr>
            <a:r>
              <a:rPr lang="zh-CN" altLang="en-US" sz="2400" dirty="0"/>
              <a:t>数据加密</a:t>
            </a:r>
            <a:endParaRPr lang="zh-CN" altLang="en-US" sz="2400" dirty="0"/>
          </a:p>
          <a:p>
            <a:pPr lvl="1" indent="-436245" eaLnBrk="1" hangingPunct="1">
              <a:spcBef>
                <a:spcPts val="200"/>
              </a:spcBef>
            </a:pPr>
            <a:r>
              <a:rPr lang="zh-CN" altLang="en-US" sz="2400" dirty="0"/>
              <a:t>防止数据库中数据在存储和传输中失密的有效手段。存储加密和传输加密。</a:t>
            </a:r>
            <a:endParaRPr lang="zh-CN" altLang="en-US" sz="2400" dirty="0"/>
          </a:p>
          <a:p>
            <a:pPr lvl="1" indent="-436245" eaLnBrk="1" hangingPunct="1">
              <a:spcBef>
                <a:spcPts val="200"/>
              </a:spcBef>
            </a:pPr>
            <a:endParaRPr lang="zh-CN" altLang="en-US" sz="1200" dirty="0"/>
          </a:p>
          <a:p>
            <a:pPr eaLnBrk="1" hangingPunct="1">
              <a:spcBef>
                <a:spcPts val="200"/>
              </a:spcBef>
            </a:pPr>
            <a:r>
              <a:rPr lang="zh-CN" altLang="en-US" sz="2400" dirty="0"/>
              <a:t>加密的基本思想</a:t>
            </a:r>
            <a:endParaRPr lang="zh-CN" altLang="en-US" sz="2400" dirty="0"/>
          </a:p>
          <a:p>
            <a:pPr lvl="1" indent="-436245" eaLnBrk="1" hangingPunct="1">
              <a:spcBef>
                <a:spcPts val="200"/>
              </a:spcBef>
            </a:pPr>
            <a:r>
              <a:rPr lang="zh-CN" altLang="en-US" sz="2400" dirty="0"/>
              <a:t>原始数据（明文）变换为不可直接识别的格式（密文）</a:t>
            </a:r>
            <a:endParaRPr lang="zh-CN" altLang="en-US" sz="2400" dirty="0"/>
          </a:p>
          <a:p>
            <a:pPr eaLnBrk="1" hangingPunct="1">
              <a:spcBef>
                <a:spcPts val="200"/>
              </a:spcBef>
            </a:pPr>
            <a:r>
              <a:rPr lang="zh-CN" altLang="en-US" sz="2400" dirty="0"/>
              <a:t>加密方法</a:t>
            </a:r>
            <a:endParaRPr lang="zh-CN" altLang="en-US" sz="2400" dirty="0"/>
          </a:p>
          <a:p>
            <a:pPr lvl="1" indent="-436245" eaLnBrk="1" hangingPunct="1">
              <a:spcBef>
                <a:spcPts val="200"/>
              </a:spcBef>
            </a:pPr>
            <a:r>
              <a:rPr lang="zh-CN" altLang="en-US" sz="2400" dirty="0"/>
              <a:t>替换方法</a:t>
            </a:r>
            <a:endParaRPr lang="zh-CN" altLang="en-US" sz="2400" dirty="0"/>
          </a:p>
          <a:p>
            <a:pPr lvl="1" indent="-436245" eaLnBrk="1" hangingPunct="1">
              <a:spcBef>
                <a:spcPts val="200"/>
              </a:spcBef>
            </a:pPr>
            <a:r>
              <a:rPr lang="zh-CN" altLang="en-US" sz="2400" dirty="0"/>
              <a:t>置换方法</a:t>
            </a:r>
            <a:endParaRPr lang="zh-CN" altLang="en-US" sz="2400" dirty="0"/>
          </a:p>
          <a:p>
            <a:pPr lvl="1" indent="-436245" eaLnBrk="1" hangingPunct="1">
              <a:spcBef>
                <a:spcPts val="200"/>
              </a:spcBef>
            </a:pPr>
            <a:r>
              <a:rPr lang="zh-CN" altLang="en-US" sz="2400" dirty="0"/>
              <a:t>混合方法</a:t>
            </a:r>
            <a:endParaRPr lang="zh-CN" altLang="en-US" sz="1800" dirty="0"/>
          </a:p>
          <a:p>
            <a:pPr lvl="1" indent="-436245" eaLnBrk="1" hangingPunct="1">
              <a:spcBef>
                <a:spcPts val="200"/>
              </a:spcBef>
            </a:pPr>
            <a:endParaRPr lang="zh-CN" altLang="en-US" sz="1200" dirty="0">
              <a:solidFill>
                <a:srgbClr val="FF66FF"/>
              </a:solidFill>
            </a:endParaRPr>
          </a:p>
          <a:p>
            <a:pPr eaLnBrk="1" hangingPunct="1">
              <a:spcBef>
                <a:spcPts val="200"/>
              </a:spcBef>
            </a:pPr>
            <a:r>
              <a:rPr lang="zh-CN" altLang="en-US" sz="2400" dirty="0"/>
              <a:t>数据库中的数据加密：</a:t>
            </a:r>
            <a:r>
              <a:rPr lang="zh-CN" altLang="en-US" sz="2400" dirty="0">
                <a:solidFill>
                  <a:srgbClr val="FF0000"/>
                </a:solidFill>
              </a:rPr>
              <a:t>影响查询效率</a:t>
            </a:r>
            <a:r>
              <a:rPr lang="zh-CN" altLang="en-US" sz="2400" dirty="0"/>
              <a:t>。</a:t>
            </a:r>
            <a:endParaRPr lang="zh-CN" altLang="en-US" sz="2400" dirty="0"/>
          </a:p>
        </p:txBody>
      </p:sp>
    </p:spTree>
  </p:cSld>
  <p:clrMapOvr>
    <a:masterClrMapping/>
  </p:clrMapOvr>
  <p:transition advClick="0"/>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105474" name="Rectangle 2"/>
          <p:cNvSpPr>
            <a:spLocks noGrp="1"/>
          </p:cNvSpPr>
          <p:nvPr>
            <p:ph type="title"/>
          </p:nvPr>
        </p:nvSpPr>
        <p:spPr>
          <a:ln/>
        </p:spPr>
        <p:txBody>
          <a:bodyPr vert="horz" wrap="square" lIns="91440" tIns="45720" rIns="91440" bIns="45720" anchor="b" anchorCtr="0"/>
          <a:p>
            <a:pPr eaLnBrk="1" hangingPunct="1"/>
            <a:r>
              <a:rPr lang="zh-CN" altLang="en-US" dirty="0"/>
              <a:t>第四章  数据库安全性</a:t>
            </a:r>
            <a:endParaRPr lang="zh-CN" altLang="en-US" dirty="0"/>
          </a:p>
        </p:txBody>
      </p:sp>
      <p:sp>
        <p:nvSpPr>
          <p:cNvPr id="105475" name="Rectangle 3"/>
          <p:cNvSpPr>
            <a:spLocks noGrp="1"/>
          </p:cNvSpPr>
          <p:nvPr>
            <p:ph idx="1"/>
          </p:nvPr>
        </p:nvSpPr>
        <p:spPr>
          <a:xfrm>
            <a:off x="642938" y="1214438"/>
            <a:ext cx="8229600" cy="4857750"/>
          </a:xfrm>
          <a:ln/>
        </p:spPr>
        <p:txBody>
          <a:bodyPr vert="horz" wrap="square" lIns="91440" tIns="45720" rIns="91440" bIns="45720" anchor="t" anchorCtr="0"/>
          <a:p>
            <a:pPr algn="just" eaLnBrk="1" hangingPunct="1">
              <a:lnSpc>
                <a:spcPct val="130000"/>
              </a:lnSpc>
              <a:buNone/>
            </a:pPr>
            <a:r>
              <a:rPr lang="en-US" altLang="zh-CN" b="1" dirty="0"/>
              <a:t>4.1  </a:t>
            </a:r>
            <a:r>
              <a:rPr lang="zh-CN" altLang="en-US" b="1" dirty="0"/>
              <a:t>计算机安全性概述</a:t>
            </a:r>
            <a:endParaRPr lang="zh-CN" altLang="en-US" b="1" dirty="0"/>
          </a:p>
          <a:p>
            <a:pPr algn="just" eaLnBrk="1" hangingPunct="1">
              <a:lnSpc>
                <a:spcPct val="130000"/>
              </a:lnSpc>
              <a:buNone/>
            </a:pPr>
            <a:r>
              <a:rPr lang="en-US" altLang="zh-CN" b="1" dirty="0"/>
              <a:t>4.2  </a:t>
            </a:r>
            <a:r>
              <a:rPr lang="zh-CN" altLang="en-US" b="1" dirty="0"/>
              <a:t>数据库安全性控制</a:t>
            </a:r>
            <a:endParaRPr lang="zh-CN" altLang="en-US" b="1" dirty="0"/>
          </a:p>
          <a:p>
            <a:pPr algn="just" eaLnBrk="1" hangingPunct="1">
              <a:lnSpc>
                <a:spcPct val="130000"/>
              </a:lnSpc>
              <a:buNone/>
            </a:pPr>
            <a:r>
              <a:rPr lang="en-US" altLang="zh-CN" b="1" dirty="0"/>
              <a:t>4.3  </a:t>
            </a:r>
            <a:r>
              <a:rPr lang="zh-CN" altLang="en-US" b="1" dirty="0"/>
              <a:t>视图机制</a:t>
            </a:r>
            <a:endParaRPr lang="zh-CN" altLang="en-US" b="1" dirty="0"/>
          </a:p>
          <a:p>
            <a:pPr algn="just" eaLnBrk="1" hangingPunct="1">
              <a:lnSpc>
                <a:spcPct val="130000"/>
              </a:lnSpc>
              <a:buNone/>
            </a:pPr>
            <a:r>
              <a:rPr lang="en-US" altLang="zh-CN" b="1" dirty="0"/>
              <a:t>4.4  </a:t>
            </a:r>
            <a:r>
              <a:rPr lang="zh-CN" altLang="en-US" b="1" dirty="0"/>
              <a:t>审计（</a:t>
            </a:r>
            <a:r>
              <a:rPr lang="en-US" altLang="zh-CN" b="1" dirty="0"/>
              <a:t>Audit</a:t>
            </a:r>
            <a:r>
              <a:rPr lang="zh-CN" altLang="en-US" b="1" dirty="0"/>
              <a:t>） </a:t>
            </a:r>
            <a:endParaRPr lang="zh-CN" altLang="en-US" b="1" dirty="0"/>
          </a:p>
          <a:p>
            <a:pPr algn="just" eaLnBrk="1" hangingPunct="1">
              <a:lnSpc>
                <a:spcPct val="130000"/>
              </a:lnSpc>
              <a:buNone/>
            </a:pPr>
            <a:r>
              <a:rPr lang="en-US" altLang="zh-CN" b="1" dirty="0"/>
              <a:t>4.5  </a:t>
            </a:r>
            <a:r>
              <a:rPr lang="zh-CN" altLang="en-US" b="1" dirty="0"/>
              <a:t>数据加密</a:t>
            </a:r>
            <a:endParaRPr lang="zh-CN" altLang="en-US" b="1" dirty="0"/>
          </a:p>
          <a:p>
            <a:pPr algn="just" eaLnBrk="1" hangingPunct="1">
              <a:lnSpc>
                <a:spcPct val="130000"/>
              </a:lnSpc>
              <a:buNone/>
            </a:pPr>
            <a:r>
              <a:rPr lang="en-US" altLang="zh-CN" b="1" dirty="0">
                <a:solidFill>
                  <a:srgbClr val="FF0000"/>
                </a:solidFill>
              </a:rPr>
              <a:t>4.6  </a:t>
            </a:r>
            <a:r>
              <a:rPr lang="zh-CN" altLang="en-US" b="1" dirty="0">
                <a:solidFill>
                  <a:srgbClr val="FF0000"/>
                </a:solidFill>
              </a:rPr>
              <a:t>其他安全保护（不讲）</a:t>
            </a:r>
            <a:endParaRPr lang="zh-CN" altLang="en-US" b="1" dirty="0">
              <a:solidFill>
                <a:srgbClr val="FF0000"/>
              </a:solidFill>
            </a:endParaRPr>
          </a:p>
          <a:p>
            <a:pPr algn="just" eaLnBrk="1" hangingPunct="1">
              <a:lnSpc>
                <a:spcPct val="130000"/>
              </a:lnSpc>
              <a:buNone/>
            </a:pPr>
            <a:r>
              <a:rPr lang="en-US" altLang="zh-CN" b="1" dirty="0"/>
              <a:t>4.7  </a:t>
            </a:r>
            <a:r>
              <a:rPr lang="zh-CN" altLang="en-US" b="1" dirty="0"/>
              <a:t>小结</a:t>
            </a:r>
            <a:endParaRPr lang="zh-CN" altLang="en-US" b="1" dirty="0"/>
          </a:p>
        </p:txBody>
      </p:sp>
    </p:spTree>
  </p:cSld>
  <p:clrMapOvr>
    <a:masterClrMapping/>
  </p:clrMapOvr>
  <p:transition advClick="0"/>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107522" name="Rectangle 2"/>
          <p:cNvSpPr>
            <a:spLocks noGrp="1"/>
          </p:cNvSpPr>
          <p:nvPr>
            <p:ph type="title"/>
          </p:nvPr>
        </p:nvSpPr>
        <p:spPr>
          <a:ln/>
        </p:spPr>
        <p:txBody>
          <a:bodyPr vert="horz" wrap="square" lIns="91440" tIns="45720" rIns="91440" bIns="45720" anchor="b" anchorCtr="0"/>
          <a:p>
            <a:pPr eaLnBrk="1" hangingPunct="1"/>
            <a:r>
              <a:rPr lang="zh-CN" altLang="en-US" dirty="0"/>
              <a:t>第四章  数据库安全性</a:t>
            </a:r>
            <a:endParaRPr lang="zh-CN" altLang="en-US" dirty="0"/>
          </a:p>
        </p:txBody>
      </p:sp>
      <p:sp>
        <p:nvSpPr>
          <p:cNvPr id="107523" name="Rectangle 3"/>
          <p:cNvSpPr>
            <a:spLocks noGrp="1"/>
          </p:cNvSpPr>
          <p:nvPr>
            <p:ph idx="1"/>
          </p:nvPr>
        </p:nvSpPr>
        <p:spPr>
          <a:xfrm>
            <a:off x="642938" y="1143000"/>
            <a:ext cx="8229600" cy="4857750"/>
          </a:xfrm>
          <a:ln/>
        </p:spPr>
        <p:txBody>
          <a:bodyPr vert="horz" wrap="square" lIns="91440" tIns="45720" rIns="91440" bIns="45720" anchor="t" anchorCtr="0"/>
          <a:p>
            <a:pPr algn="just" eaLnBrk="1" hangingPunct="1">
              <a:lnSpc>
                <a:spcPct val="130000"/>
              </a:lnSpc>
              <a:buNone/>
            </a:pPr>
            <a:r>
              <a:rPr lang="en-US" altLang="zh-CN" b="1" dirty="0"/>
              <a:t>4.1  </a:t>
            </a:r>
            <a:r>
              <a:rPr lang="zh-CN" altLang="en-US" b="1" dirty="0"/>
              <a:t>计算机安全性概述</a:t>
            </a:r>
            <a:endParaRPr lang="zh-CN" altLang="en-US" b="1" dirty="0"/>
          </a:p>
          <a:p>
            <a:pPr algn="just" eaLnBrk="1" hangingPunct="1">
              <a:lnSpc>
                <a:spcPct val="130000"/>
              </a:lnSpc>
              <a:buNone/>
            </a:pPr>
            <a:r>
              <a:rPr lang="en-US" altLang="zh-CN" b="1" dirty="0"/>
              <a:t>4.2  </a:t>
            </a:r>
            <a:r>
              <a:rPr lang="zh-CN" altLang="en-US" b="1" dirty="0"/>
              <a:t>数据库安全性控制</a:t>
            </a:r>
            <a:endParaRPr lang="zh-CN" altLang="en-US" b="1" dirty="0"/>
          </a:p>
          <a:p>
            <a:pPr algn="just" eaLnBrk="1" hangingPunct="1">
              <a:lnSpc>
                <a:spcPct val="130000"/>
              </a:lnSpc>
              <a:buNone/>
            </a:pPr>
            <a:r>
              <a:rPr lang="en-US" altLang="zh-CN" b="1" dirty="0"/>
              <a:t>4.3  </a:t>
            </a:r>
            <a:r>
              <a:rPr lang="zh-CN" altLang="en-US" b="1" dirty="0"/>
              <a:t>视图机制</a:t>
            </a:r>
            <a:endParaRPr lang="zh-CN" altLang="en-US" b="1" dirty="0"/>
          </a:p>
          <a:p>
            <a:pPr algn="just" eaLnBrk="1" hangingPunct="1">
              <a:lnSpc>
                <a:spcPct val="130000"/>
              </a:lnSpc>
              <a:buNone/>
            </a:pPr>
            <a:r>
              <a:rPr lang="en-US" altLang="zh-CN" b="1" dirty="0"/>
              <a:t>4.4  </a:t>
            </a:r>
            <a:r>
              <a:rPr lang="zh-CN" altLang="en-US" b="1" dirty="0"/>
              <a:t>审计（</a:t>
            </a:r>
            <a:r>
              <a:rPr lang="en-US" altLang="zh-CN" b="1" dirty="0"/>
              <a:t>Audit</a:t>
            </a:r>
            <a:r>
              <a:rPr lang="zh-CN" altLang="en-US" b="1" dirty="0"/>
              <a:t>） </a:t>
            </a:r>
            <a:endParaRPr lang="zh-CN" altLang="en-US" b="1" dirty="0"/>
          </a:p>
          <a:p>
            <a:pPr algn="just" eaLnBrk="1" hangingPunct="1">
              <a:lnSpc>
                <a:spcPct val="130000"/>
              </a:lnSpc>
              <a:buNone/>
            </a:pPr>
            <a:r>
              <a:rPr lang="en-US" altLang="zh-CN" b="1" dirty="0"/>
              <a:t>4.5  </a:t>
            </a:r>
            <a:r>
              <a:rPr lang="zh-CN" altLang="en-US" b="1" dirty="0"/>
              <a:t>数据加密</a:t>
            </a:r>
            <a:endParaRPr lang="zh-CN" altLang="en-US" b="1" dirty="0"/>
          </a:p>
          <a:p>
            <a:pPr algn="just" eaLnBrk="1" hangingPunct="1">
              <a:lnSpc>
                <a:spcPct val="130000"/>
              </a:lnSpc>
              <a:buNone/>
            </a:pPr>
            <a:r>
              <a:rPr lang="en-US" altLang="zh-CN" b="1" dirty="0"/>
              <a:t>4.6  </a:t>
            </a:r>
            <a:r>
              <a:rPr lang="zh-CN" altLang="en-US" b="1" dirty="0"/>
              <a:t>其他安全保护</a:t>
            </a:r>
            <a:endParaRPr lang="en-US" altLang="zh-CN" b="1" dirty="0"/>
          </a:p>
          <a:p>
            <a:pPr algn="just" eaLnBrk="1" hangingPunct="1">
              <a:lnSpc>
                <a:spcPct val="130000"/>
              </a:lnSpc>
              <a:buNone/>
            </a:pPr>
            <a:r>
              <a:rPr lang="en-US" altLang="zh-CN" b="1" dirty="0">
                <a:solidFill>
                  <a:schemeClr val="tx2"/>
                </a:solidFill>
              </a:rPr>
              <a:t>4.7  </a:t>
            </a:r>
            <a:r>
              <a:rPr lang="zh-CN" altLang="en-US" b="1" dirty="0">
                <a:solidFill>
                  <a:srgbClr val="FF0000"/>
                </a:solidFill>
              </a:rPr>
              <a:t>小结</a:t>
            </a:r>
            <a:endParaRPr lang="zh-CN" altLang="en-US" b="1" dirty="0">
              <a:solidFill>
                <a:srgbClr val="FF0000"/>
              </a:solidFill>
            </a:endParaRPr>
          </a:p>
        </p:txBody>
      </p:sp>
    </p:spTree>
  </p:cSld>
  <p:clrMapOvr>
    <a:masterClrMapping/>
  </p:clrMapOvr>
  <p:transition advClick="0"/>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9" name="页脚占位符 4"/>
          <p:cNvSpPr>
            <a:spLocks noGrp="1"/>
          </p:cNvSpPr>
          <p:nvPr>
            <p:ph type="ftr" sz="quarter" idx="11"/>
          </p:nvPr>
        </p:nvSpPr>
        <p:spPr>
          <a:ln/>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109570" name="Rectangle 2"/>
          <p:cNvSpPr>
            <a:spLocks noGrp="1"/>
          </p:cNvSpPr>
          <p:nvPr>
            <p:ph type="title"/>
          </p:nvPr>
        </p:nvSpPr>
        <p:spPr>
          <a:ln/>
        </p:spPr>
        <p:txBody>
          <a:bodyPr vert="horz" wrap="square" lIns="91440" tIns="45720" rIns="91440" bIns="45720" anchor="b" anchorCtr="0"/>
          <a:p>
            <a:pPr eaLnBrk="1" hangingPunct="1"/>
            <a:r>
              <a:rPr lang="en-US" altLang="zh-CN" dirty="0"/>
              <a:t>4.7 </a:t>
            </a:r>
            <a:r>
              <a:rPr lang="zh-CN" altLang="en-US" dirty="0"/>
              <a:t>小结</a:t>
            </a:r>
            <a:endParaRPr lang="zh-CN" altLang="en-US" dirty="0"/>
          </a:p>
        </p:txBody>
      </p:sp>
      <p:sp>
        <p:nvSpPr>
          <p:cNvPr id="109571" name="Rectangle 3"/>
          <p:cNvSpPr>
            <a:spLocks noGrp="1"/>
          </p:cNvSpPr>
          <p:nvPr>
            <p:ph idx="1"/>
          </p:nvPr>
        </p:nvSpPr>
        <p:spPr>
          <a:xfrm>
            <a:off x="539750" y="1341438"/>
            <a:ext cx="8435975" cy="4495800"/>
          </a:xfrm>
          <a:ln/>
        </p:spPr>
        <p:txBody>
          <a:bodyPr vert="horz" wrap="square" lIns="91440" tIns="45720" rIns="91440" bIns="45720" anchor="t" anchorCtr="0"/>
          <a:p>
            <a:pPr eaLnBrk="1" hangingPunct="1">
              <a:lnSpc>
                <a:spcPct val="110000"/>
              </a:lnSpc>
              <a:spcBef>
                <a:spcPct val="80000"/>
              </a:spcBef>
            </a:pPr>
            <a:r>
              <a:rPr lang="zh-CN" altLang="en-US" dirty="0"/>
              <a:t>数据的共享日益加强，数据的安全保密越来越重要</a:t>
            </a:r>
            <a:endParaRPr lang="zh-CN" altLang="en-US" dirty="0"/>
          </a:p>
          <a:p>
            <a:pPr eaLnBrk="1" hangingPunct="1">
              <a:lnSpc>
                <a:spcPct val="110000"/>
              </a:lnSpc>
              <a:spcBef>
                <a:spcPct val="80000"/>
              </a:spcBef>
            </a:pPr>
            <a:r>
              <a:rPr lang="en-US" altLang="zh-CN" dirty="0"/>
              <a:t>DBMS</a:t>
            </a:r>
            <a:r>
              <a:rPr lang="zh-CN" altLang="en-US" dirty="0"/>
              <a:t>是管理数据的核心，因而其自身必须具有一整套完整而有效的安全性机制</a:t>
            </a:r>
            <a:endParaRPr lang="zh-CN" altLang="en-US" dirty="0"/>
          </a:p>
          <a:p>
            <a:pPr eaLnBrk="1" hangingPunct="1">
              <a:lnSpc>
                <a:spcPct val="110000"/>
              </a:lnSpc>
              <a:spcBef>
                <a:spcPct val="80000"/>
              </a:spcBef>
            </a:pPr>
            <a:r>
              <a:rPr lang="en-US" altLang="zh-CN" dirty="0"/>
              <a:t>TCSEC</a:t>
            </a:r>
            <a:r>
              <a:rPr lang="zh-CN" altLang="en-US" dirty="0"/>
              <a:t>和</a:t>
            </a:r>
            <a:r>
              <a:rPr lang="en-US" altLang="zh-CN" dirty="0"/>
              <a:t>CC</a:t>
            </a:r>
            <a:endParaRPr lang="en-US" altLang="zh-CN" dirty="0"/>
          </a:p>
          <a:p>
            <a:pPr eaLnBrk="1" hangingPunct="1">
              <a:lnSpc>
                <a:spcPct val="110000"/>
              </a:lnSpc>
              <a:spcBef>
                <a:spcPct val="80000"/>
              </a:spcBef>
            </a:pPr>
            <a:endParaRPr lang="en-US" altLang="zh-CN" dirty="0"/>
          </a:p>
        </p:txBody>
      </p:sp>
    </p:spTree>
  </p:cSld>
  <p:clrMapOvr>
    <a:masterClrMapping/>
  </p:clrMapOvr>
  <p:transition advClick="0"/>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Rectangle 2"/>
          <p:cNvSpPr>
            <a:spLocks noGrp="1"/>
          </p:cNvSpPr>
          <p:nvPr>
            <p:ph type="title"/>
          </p:nvPr>
        </p:nvSpPr>
        <p:spPr>
          <a:ln/>
        </p:spPr>
        <p:txBody>
          <a:bodyPr vert="horz" wrap="square" lIns="91440" tIns="45720" rIns="91440" bIns="45720" anchor="b" anchorCtr="0"/>
          <a:p>
            <a:pPr eaLnBrk="1" hangingPunct="1"/>
            <a:r>
              <a:rPr lang="zh-CN" altLang="en-US" dirty="0"/>
              <a:t>小结（续）</a:t>
            </a:r>
            <a:endParaRPr lang="zh-CN" altLang="en-US" dirty="0"/>
          </a:p>
        </p:txBody>
      </p:sp>
      <p:sp>
        <p:nvSpPr>
          <p:cNvPr id="111618" name="Rectangle 3"/>
          <p:cNvSpPr>
            <a:spLocks noGrp="1"/>
          </p:cNvSpPr>
          <p:nvPr>
            <p:ph idx="1"/>
          </p:nvPr>
        </p:nvSpPr>
        <p:spPr>
          <a:xfrm>
            <a:off x="323850" y="1052513"/>
            <a:ext cx="8572500" cy="5113337"/>
          </a:xfrm>
          <a:ln/>
        </p:spPr>
        <p:txBody>
          <a:bodyPr vert="horz" wrap="square" lIns="91440" tIns="45720" rIns="91440" bIns="45720" anchor="t" anchorCtr="0"/>
          <a:p>
            <a:pPr eaLnBrk="1" hangingPunct="1">
              <a:lnSpc>
                <a:spcPct val="110000"/>
              </a:lnSpc>
            </a:pPr>
            <a:r>
              <a:rPr lang="zh-CN" altLang="en-US" dirty="0"/>
              <a:t>实现数据库系统安全性的技术和方法</a:t>
            </a:r>
            <a:endParaRPr lang="zh-CN" altLang="en-US" dirty="0"/>
          </a:p>
          <a:p>
            <a:pPr lvl="1" indent="-436245" eaLnBrk="1" hangingPunct="1">
              <a:lnSpc>
                <a:spcPct val="110000"/>
              </a:lnSpc>
            </a:pPr>
            <a:r>
              <a:rPr lang="zh-CN" altLang="en-US" dirty="0"/>
              <a:t>存取控制技术</a:t>
            </a:r>
            <a:endParaRPr lang="zh-CN" altLang="en-US" dirty="0"/>
          </a:p>
          <a:p>
            <a:pPr lvl="1" indent="-436245" eaLnBrk="1" hangingPunct="1">
              <a:lnSpc>
                <a:spcPct val="110000"/>
              </a:lnSpc>
            </a:pPr>
            <a:r>
              <a:rPr lang="zh-CN" altLang="en-US" dirty="0"/>
              <a:t>视图技术</a:t>
            </a:r>
            <a:endParaRPr lang="zh-CN" altLang="en-US" dirty="0"/>
          </a:p>
          <a:p>
            <a:pPr lvl="1" indent="-436245" eaLnBrk="1" hangingPunct="1">
              <a:lnSpc>
                <a:spcPct val="110000"/>
              </a:lnSpc>
            </a:pPr>
            <a:r>
              <a:rPr lang="zh-CN" altLang="en-US" dirty="0"/>
              <a:t>审计技术：</a:t>
            </a:r>
            <a:r>
              <a:rPr lang="en-US" altLang="zh-CN" dirty="0"/>
              <a:t> AUDIT</a:t>
            </a:r>
            <a:r>
              <a:rPr lang="zh-CN" altLang="en-US" dirty="0"/>
              <a:t>语句和</a:t>
            </a:r>
            <a:r>
              <a:rPr lang="en-US" altLang="zh-CN" dirty="0"/>
              <a:t>NOAUDIT</a:t>
            </a:r>
            <a:r>
              <a:rPr lang="zh-CN" altLang="en-US" dirty="0"/>
              <a:t>语句</a:t>
            </a:r>
            <a:endParaRPr lang="zh-CN" altLang="en-US" dirty="0"/>
          </a:p>
          <a:p>
            <a:pPr eaLnBrk="1" hangingPunct="1">
              <a:lnSpc>
                <a:spcPct val="110000"/>
              </a:lnSpc>
            </a:pPr>
            <a:r>
              <a:rPr lang="zh-CN" altLang="en-US" dirty="0"/>
              <a:t>自主存取控制功能 </a:t>
            </a:r>
            <a:endParaRPr lang="zh-CN" altLang="en-US" dirty="0"/>
          </a:p>
          <a:p>
            <a:pPr lvl="1" indent="-436245" eaLnBrk="1" hangingPunct="1">
              <a:lnSpc>
                <a:spcPct val="110000"/>
              </a:lnSpc>
            </a:pPr>
            <a:r>
              <a:rPr lang="zh-CN" altLang="en-US" dirty="0"/>
              <a:t>通过</a:t>
            </a:r>
            <a:r>
              <a:rPr lang="en-US" altLang="zh-CN" dirty="0"/>
              <a:t>SQL </a:t>
            </a:r>
            <a:r>
              <a:rPr lang="zh-CN" altLang="en-US" dirty="0"/>
              <a:t>的</a:t>
            </a:r>
            <a:r>
              <a:rPr lang="en-US" altLang="zh-CN" dirty="0"/>
              <a:t>GRANT</a:t>
            </a:r>
            <a:r>
              <a:rPr lang="zh-CN" altLang="en-US" dirty="0"/>
              <a:t>语句和</a:t>
            </a:r>
            <a:r>
              <a:rPr lang="en-US" altLang="zh-CN" dirty="0"/>
              <a:t>REVOKE</a:t>
            </a:r>
            <a:r>
              <a:rPr lang="zh-CN" altLang="en-US" dirty="0"/>
              <a:t>语句实现</a:t>
            </a:r>
            <a:endParaRPr lang="zh-CN" altLang="en-US" dirty="0"/>
          </a:p>
          <a:p>
            <a:pPr eaLnBrk="1" hangingPunct="1">
              <a:lnSpc>
                <a:spcPct val="110000"/>
              </a:lnSpc>
            </a:pPr>
            <a:r>
              <a:rPr lang="zh-CN" altLang="en-US" dirty="0"/>
              <a:t>角色 </a:t>
            </a:r>
            <a:endParaRPr lang="zh-CN" altLang="en-US" dirty="0"/>
          </a:p>
          <a:p>
            <a:pPr lvl="1" indent="-436245" eaLnBrk="1" hangingPunct="1">
              <a:lnSpc>
                <a:spcPct val="110000"/>
              </a:lnSpc>
            </a:pPr>
            <a:r>
              <a:rPr lang="zh-CN" altLang="en-US" dirty="0"/>
              <a:t>使用角色来管理数据库权限可以简化授权过程 </a:t>
            </a:r>
            <a:endParaRPr lang="zh-CN" altLang="en-US" dirty="0"/>
          </a:p>
          <a:p>
            <a:pPr lvl="1" indent="-436245" eaLnBrk="1" hangingPunct="1">
              <a:lnSpc>
                <a:spcPct val="110000"/>
              </a:lnSpc>
            </a:pPr>
            <a:r>
              <a:rPr lang="en-US" altLang="zh-CN" dirty="0"/>
              <a:t>CREATE  ROLE</a:t>
            </a:r>
            <a:r>
              <a:rPr lang="zh-CN" altLang="en-US" dirty="0"/>
              <a:t>语句创建角色</a:t>
            </a:r>
            <a:endParaRPr lang="zh-CN" altLang="en-US" dirty="0"/>
          </a:p>
        </p:txBody>
      </p:sp>
    </p:spTree>
  </p:cSld>
  <p:clrMapOvr>
    <a:masterClrMapping/>
  </p:clrMapOvr>
  <p:transition advClick="0"/>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标题 1"/>
          <p:cNvSpPr>
            <a:spLocks noGrp="1"/>
          </p:cNvSpPr>
          <p:nvPr>
            <p:ph type="title"/>
          </p:nvPr>
        </p:nvSpPr>
        <p:spPr>
          <a:ln/>
        </p:spPr>
        <p:txBody>
          <a:bodyPr vert="horz" wrap="square" lIns="91440" tIns="45720" rIns="91440" bIns="45720" anchor="b" anchorCtr="0"/>
          <a:p>
            <a:endParaRPr lang="zh-CN" altLang="en-US" dirty="0"/>
          </a:p>
        </p:txBody>
      </p:sp>
      <p:sp>
        <p:nvSpPr>
          <p:cNvPr id="113666" name="内容占位符 2"/>
          <p:cNvSpPr>
            <a:spLocks noGrp="1"/>
          </p:cNvSpPr>
          <p:nvPr>
            <p:ph idx="1"/>
          </p:nvPr>
        </p:nvSpPr>
        <p:spPr>
          <a:ln/>
        </p:spPr>
        <p:txBody>
          <a:bodyPr vert="horz" wrap="square" lIns="91440" tIns="45720" rIns="91440" bIns="45720" anchor="t" anchorCtr="0"/>
          <a:p>
            <a:endParaRPr lang="zh-CN" altLang="en-US" dirty="0"/>
          </a:p>
        </p:txBody>
      </p:sp>
    </p:spTree>
  </p:cSld>
  <p:clrMapOvr>
    <a:masterClrMapping/>
  </p:clrMapOvr>
  <p:transition advClick="0"/>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0</TotalTime>
  <Words>8381</Words>
  <Application>WPS 演示</Application>
  <PresentationFormat>全屏显示(4:3)</PresentationFormat>
  <Paragraphs>690</Paragraphs>
  <Slides>58</Slides>
  <Notes>48</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0</vt:i4>
      </vt:variant>
      <vt:variant>
        <vt:lpstr>幻灯片标题</vt:lpstr>
      </vt:variant>
      <vt:variant>
        <vt:i4>58</vt:i4>
      </vt:variant>
    </vt:vector>
  </HeadingPairs>
  <TitlesOfParts>
    <vt:vector size="70" baseType="lpstr">
      <vt:lpstr>Arial</vt:lpstr>
      <vt:lpstr>宋体</vt:lpstr>
      <vt:lpstr>Wingdings</vt:lpstr>
      <vt:lpstr>Verdana</vt:lpstr>
      <vt:lpstr>Calibri</vt:lpstr>
      <vt:lpstr>楷体_GB2312</vt:lpstr>
      <vt:lpstr>新宋体</vt:lpstr>
      <vt:lpstr>黑体</vt:lpstr>
      <vt:lpstr>Times New Roman</vt:lpstr>
      <vt:lpstr>微软雅黑</vt:lpstr>
      <vt:lpstr>Arial Unicode MS</vt:lpstr>
      <vt:lpstr>Profile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补充知识</dc:title>
  <dc:creator>微软用户</dc:creator>
  <cp:lastModifiedBy>shr</cp:lastModifiedBy>
  <cp:revision>259</cp:revision>
  <dcterms:created xsi:type="dcterms:W3CDTF">2014-03-04T01:24:19Z</dcterms:created>
  <dcterms:modified xsi:type="dcterms:W3CDTF">2026-05-17T13:17:46Z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8F17721904E945CAA6E6739BD3640A81_12</vt:lpwstr>
  </property>
  <property fmtid="{D5CDD505-2E9C-101B-9397-08002B2CF9AE}" pid="3" name="KSOProductBuildVer">
    <vt:lpwstr>2052-12.1.0.26375</vt:lpwstr>
  </property>
</Properties>
</file>